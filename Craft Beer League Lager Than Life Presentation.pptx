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</p:sldIdLst>
  <p:sldSz cy="5143500" cx="9144000"/>
  <p:notesSz cx="6858000" cy="9144000"/>
  <p:embeddedFontLst>
    <p:embeddedFont>
      <p:font typeface="Roboto"/>
      <p:regular r:id="rId20"/>
      <p:bold r:id="rId21"/>
      <p:italic r:id="rId22"/>
      <p:boldItalic r:id="rId23"/>
    </p:embeddedFont>
    <p:embeddedFont>
      <p:font typeface="Roboto Medium"/>
      <p:regular r:id="rId24"/>
      <p:bold r:id="rId25"/>
      <p:italic r:id="rId26"/>
      <p:boldItalic r:id="rId27"/>
    </p:embeddedFont>
    <p:embeddedFont>
      <p:font typeface="Londrina Solid"/>
      <p:regular r:id="rId28"/>
    </p:embeddedFont>
    <p:embeddedFont>
      <p:font typeface="Bahiana"/>
      <p:regular r:id="rId2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CD79F606-51E5-4312-BDEE-782D375C1A38}">
  <a:tblStyle styleId="{CD79F606-51E5-4312-BDEE-782D375C1A3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Roboto-regular.fntdata"/><Relationship Id="rId22" Type="http://schemas.openxmlformats.org/officeDocument/2006/relationships/font" Target="fonts/Roboto-italic.fntdata"/><Relationship Id="rId21" Type="http://schemas.openxmlformats.org/officeDocument/2006/relationships/font" Target="fonts/Roboto-bold.fntdata"/><Relationship Id="rId24" Type="http://schemas.openxmlformats.org/officeDocument/2006/relationships/font" Target="fonts/RobotoMedium-regular.fntdata"/><Relationship Id="rId23" Type="http://schemas.openxmlformats.org/officeDocument/2006/relationships/font" Target="fonts/Roboto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RobotoMedium-italic.fntdata"/><Relationship Id="rId25" Type="http://schemas.openxmlformats.org/officeDocument/2006/relationships/font" Target="fonts/RobotoMedium-bold.fntdata"/><Relationship Id="rId28" Type="http://schemas.openxmlformats.org/officeDocument/2006/relationships/font" Target="fonts/LondrinaSolid-regular.fntdata"/><Relationship Id="rId27" Type="http://schemas.openxmlformats.org/officeDocument/2006/relationships/font" Target="fonts/RobotoMedium-bold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Bahiana-regular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17" name="Shape 12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8" name="Google Shape;12218;gfa7614b5b0_0_7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19" name="Google Shape;12219;gfa7614b5b0_0_7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86" name="Shape 1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7" name="Google Shape;12487;ge9edcfba4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88" name="Google Shape;12488;ge9edcfba4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91" name="Shape 1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2" name="Google Shape;12592;ge9c8527669_0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93" name="Google Shape;12593;ge9c8527669_0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12" name="Shape 13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Google Shape;13313;gfa91e8e918_0_1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14" name="Google Shape;13314;gfa91e8e918_0_1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58" name="Shape 13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9" name="Google Shape;13359;gfa91e8e918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60" name="Google Shape;13360;gfa91e8e918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62" name="Shape 13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3" name="Google Shape;13663;g34ddb967a83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64" name="Google Shape;13664;g34ddb967a83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66" name="Shape 13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7" name="Google Shape;13967;g34ddb967a83_0_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68" name="Google Shape;13968;g34ddb967a83_0_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70" name="Shape 14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1" name="Google Shape;14271;g34ddb967a83_0_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72" name="Google Shape;14272;g34ddb967a83_0_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74" name="Shape 14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5" name="Google Shape;14575;g34ddb967a83_0_9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76" name="Google Shape;14576;g34ddb967a83_0_9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78" name="Shape 14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9" name="Google Shape;14879;g34ddb967a83_0_12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80" name="Google Shape;14880;g34ddb967a83_0_12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82" name="Shape 15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3" name="Google Shape;15183;gfa91e8e918_0_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84" name="Google Shape;15184;gfa91e8e918_0_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88" name="Shape 15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9" name="Google Shape;15189;g34ddb967a83_0_1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0" name="Google Shape;15190;g34ddb967a83_0_1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95" name="Shape 15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6" name="Google Shape;15196;gfa91e8e918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7" name="Google Shape;15197;gfa91e8e918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45" name="Shape 15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46" name="Google Shape;15246;gfa91e8e918_0_2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47" name="Google Shape;15247;gfa91e8e918_0_2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s://flaticon.com/" TargetMode="External"/><Relationship Id="rId4" Type="http://schemas.openxmlformats.org/officeDocument/2006/relationships/hyperlink" Target="https://freepik.com/" TargetMode="Externa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200975" y="3888951"/>
            <a:ext cx="9664906" cy="1616940"/>
          </a:xfrm>
          <a:custGeom>
            <a:rect b="b" l="l" r="r" t="t"/>
            <a:pathLst>
              <a:path extrusionOk="0" h="18720" w="68543">
                <a:moveTo>
                  <a:pt x="25073" y="2212"/>
                </a:moveTo>
                <a:cubicBezTo>
                  <a:pt x="26498" y="2212"/>
                  <a:pt x="27919" y="2265"/>
                  <a:pt x="29332" y="2311"/>
                </a:cubicBezTo>
                <a:cubicBezTo>
                  <a:pt x="26475" y="2402"/>
                  <a:pt x="23648" y="2311"/>
                  <a:pt x="20791" y="2432"/>
                </a:cubicBezTo>
                <a:cubicBezTo>
                  <a:pt x="22220" y="2265"/>
                  <a:pt x="23648" y="2212"/>
                  <a:pt x="25073" y="2212"/>
                </a:cubicBezTo>
                <a:close/>
                <a:moveTo>
                  <a:pt x="54196" y="3223"/>
                </a:moveTo>
                <a:lnTo>
                  <a:pt x="54196" y="3223"/>
                </a:lnTo>
                <a:cubicBezTo>
                  <a:pt x="55807" y="3435"/>
                  <a:pt x="57388" y="3618"/>
                  <a:pt x="58999" y="3800"/>
                </a:cubicBezTo>
                <a:cubicBezTo>
                  <a:pt x="58799" y="3811"/>
                  <a:pt x="58600" y="3816"/>
                  <a:pt x="58402" y="3816"/>
                </a:cubicBezTo>
                <a:cubicBezTo>
                  <a:pt x="56973" y="3816"/>
                  <a:pt x="55584" y="3543"/>
                  <a:pt x="54196" y="3223"/>
                </a:cubicBezTo>
                <a:close/>
                <a:moveTo>
                  <a:pt x="28968" y="10752"/>
                </a:moveTo>
                <a:cubicBezTo>
                  <a:pt x="31238" y="10752"/>
                  <a:pt x="33507" y="10881"/>
                  <a:pt x="35776" y="11065"/>
                </a:cubicBezTo>
                <a:cubicBezTo>
                  <a:pt x="35776" y="11125"/>
                  <a:pt x="35776" y="11186"/>
                  <a:pt x="35776" y="11247"/>
                </a:cubicBezTo>
                <a:cubicBezTo>
                  <a:pt x="32402" y="11125"/>
                  <a:pt x="29028" y="11004"/>
                  <a:pt x="25654" y="10852"/>
                </a:cubicBezTo>
                <a:cubicBezTo>
                  <a:pt x="26759" y="10782"/>
                  <a:pt x="27864" y="10752"/>
                  <a:pt x="28968" y="10752"/>
                </a:cubicBezTo>
                <a:close/>
                <a:moveTo>
                  <a:pt x="5824" y="12044"/>
                </a:moveTo>
                <a:cubicBezTo>
                  <a:pt x="6207" y="12044"/>
                  <a:pt x="6550" y="12122"/>
                  <a:pt x="6748" y="12280"/>
                </a:cubicBezTo>
                <a:cubicBezTo>
                  <a:pt x="6265" y="12441"/>
                  <a:pt x="5814" y="12497"/>
                  <a:pt x="5351" y="12497"/>
                </a:cubicBezTo>
                <a:cubicBezTo>
                  <a:pt x="5027" y="12497"/>
                  <a:pt x="4697" y="12470"/>
                  <a:pt x="4347" y="12432"/>
                </a:cubicBezTo>
                <a:cubicBezTo>
                  <a:pt x="4759" y="12175"/>
                  <a:pt x="5326" y="12044"/>
                  <a:pt x="5824" y="12044"/>
                </a:cubicBezTo>
                <a:close/>
                <a:moveTo>
                  <a:pt x="14849" y="13066"/>
                </a:moveTo>
                <a:cubicBezTo>
                  <a:pt x="15126" y="13066"/>
                  <a:pt x="15408" y="13104"/>
                  <a:pt x="15688" y="13104"/>
                </a:cubicBezTo>
                <a:cubicBezTo>
                  <a:pt x="15819" y="13104"/>
                  <a:pt x="15950" y="13095"/>
                  <a:pt x="16080" y="13071"/>
                </a:cubicBezTo>
                <a:lnTo>
                  <a:pt x="16080" y="13071"/>
                </a:lnTo>
                <a:cubicBezTo>
                  <a:pt x="15862" y="13266"/>
                  <a:pt x="15637" y="13326"/>
                  <a:pt x="15408" y="13326"/>
                </a:cubicBezTo>
                <a:cubicBezTo>
                  <a:pt x="15052" y="13326"/>
                  <a:pt x="14686" y="13181"/>
                  <a:pt x="14328" y="13181"/>
                </a:cubicBezTo>
                <a:cubicBezTo>
                  <a:pt x="14273" y="13181"/>
                  <a:pt x="14219" y="13185"/>
                  <a:pt x="14165" y="13192"/>
                </a:cubicBezTo>
                <a:cubicBezTo>
                  <a:pt x="14386" y="13093"/>
                  <a:pt x="14616" y="13066"/>
                  <a:pt x="14849" y="13066"/>
                </a:cubicBezTo>
                <a:close/>
                <a:moveTo>
                  <a:pt x="22037" y="13223"/>
                </a:moveTo>
                <a:cubicBezTo>
                  <a:pt x="22037" y="13253"/>
                  <a:pt x="22037" y="13314"/>
                  <a:pt x="22068" y="13344"/>
                </a:cubicBezTo>
                <a:lnTo>
                  <a:pt x="18420" y="13344"/>
                </a:lnTo>
                <a:cubicBezTo>
                  <a:pt x="18420" y="13314"/>
                  <a:pt x="18420" y="13253"/>
                  <a:pt x="18420" y="13223"/>
                </a:cubicBezTo>
                <a:close/>
                <a:moveTo>
                  <a:pt x="45837" y="13618"/>
                </a:moveTo>
                <a:lnTo>
                  <a:pt x="45837" y="13618"/>
                </a:lnTo>
                <a:cubicBezTo>
                  <a:pt x="48998" y="13800"/>
                  <a:pt x="52159" y="13983"/>
                  <a:pt x="55290" y="14743"/>
                </a:cubicBezTo>
                <a:cubicBezTo>
                  <a:pt x="52129" y="14378"/>
                  <a:pt x="48968" y="14013"/>
                  <a:pt x="45837" y="13618"/>
                </a:cubicBezTo>
                <a:close/>
                <a:moveTo>
                  <a:pt x="20280" y="14614"/>
                </a:moveTo>
                <a:cubicBezTo>
                  <a:pt x="27588" y="14614"/>
                  <a:pt x="34830" y="15018"/>
                  <a:pt x="42007" y="15776"/>
                </a:cubicBezTo>
                <a:cubicBezTo>
                  <a:pt x="41538" y="15776"/>
                  <a:pt x="41020" y="15796"/>
                  <a:pt x="40486" y="15796"/>
                </a:cubicBezTo>
                <a:cubicBezTo>
                  <a:pt x="40085" y="15796"/>
                  <a:pt x="39676" y="15785"/>
                  <a:pt x="39272" y="15746"/>
                </a:cubicBezTo>
                <a:cubicBezTo>
                  <a:pt x="38998" y="15715"/>
                  <a:pt x="38694" y="15715"/>
                  <a:pt x="38451" y="15715"/>
                </a:cubicBezTo>
                <a:cubicBezTo>
                  <a:pt x="36627" y="15594"/>
                  <a:pt x="34834" y="15654"/>
                  <a:pt x="33041" y="15502"/>
                </a:cubicBezTo>
                <a:cubicBezTo>
                  <a:pt x="31247" y="15320"/>
                  <a:pt x="29454" y="15472"/>
                  <a:pt x="27661" y="15320"/>
                </a:cubicBezTo>
                <a:cubicBezTo>
                  <a:pt x="26931" y="15252"/>
                  <a:pt x="26184" y="15217"/>
                  <a:pt x="25434" y="15217"/>
                </a:cubicBezTo>
                <a:cubicBezTo>
                  <a:pt x="25183" y="15217"/>
                  <a:pt x="24933" y="15221"/>
                  <a:pt x="24682" y="15229"/>
                </a:cubicBezTo>
                <a:cubicBezTo>
                  <a:pt x="24175" y="15252"/>
                  <a:pt x="23670" y="15262"/>
                  <a:pt x="23166" y="15262"/>
                </a:cubicBezTo>
                <a:cubicBezTo>
                  <a:pt x="21708" y="15262"/>
                  <a:pt x="20261" y="15183"/>
                  <a:pt x="18815" y="15138"/>
                </a:cubicBezTo>
                <a:cubicBezTo>
                  <a:pt x="18442" y="15130"/>
                  <a:pt x="18071" y="15127"/>
                  <a:pt x="17700" y="15127"/>
                </a:cubicBezTo>
                <a:cubicBezTo>
                  <a:pt x="16501" y="15127"/>
                  <a:pt x="15312" y="15166"/>
                  <a:pt x="14104" y="15259"/>
                </a:cubicBezTo>
                <a:cubicBezTo>
                  <a:pt x="13803" y="15276"/>
                  <a:pt x="13501" y="15283"/>
                  <a:pt x="13200" y="15283"/>
                </a:cubicBezTo>
                <a:cubicBezTo>
                  <a:pt x="12377" y="15283"/>
                  <a:pt x="11553" y="15227"/>
                  <a:pt x="10730" y="15138"/>
                </a:cubicBezTo>
                <a:cubicBezTo>
                  <a:pt x="10673" y="15130"/>
                  <a:pt x="10614" y="15126"/>
                  <a:pt x="10554" y="15126"/>
                </a:cubicBezTo>
                <a:cubicBezTo>
                  <a:pt x="10389" y="15126"/>
                  <a:pt x="10217" y="15154"/>
                  <a:pt x="10061" y="15198"/>
                </a:cubicBezTo>
                <a:cubicBezTo>
                  <a:pt x="9907" y="15253"/>
                  <a:pt x="9753" y="15285"/>
                  <a:pt x="9596" y="15285"/>
                </a:cubicBezTo>
                <a:cubicBezTo>
                  <a:pt x="9320" y="15285"/>
                  <a:pt x="9034" y="15188"/>
                  <a:pt x="8724" y="14955"/>
                </a:cubicBezTo>
                <a:cubicBezTo>
                  <a:pt x="12594" y="14725"/>
                  <a:pt x="16446" y="14614"/>
                  <a:pt x="20280" y="14614"/>
                </a:cubicBezTo>
                <a:close/>
                <a:moveTo>
                  <a:pt x="29849" y="1"/>
                </a:moveTo>
                <a:cubicBezTo>
                  <a:pt x="29363" y="1"/>
                  <a:pt x="28876" y="142"/>
                  <a:pt x="28390" y="142"/>
                </a:cubicBezTo>
                <a:cubicBezTo>
                  <a:pt x="28238" y="142"/>
                  <a:pt x="28086" y="128"/>
                  <a:pt x="27934" y="92"/>
                </a:cubicBezTo>
                <a:cubicBezTo>
                  <a:pt x="27741" y="49"/>
                  <a:pt x="27532" y="6"/>
                  <a:pt x="27340" y="6"/>
                </a:cubicBezTo>
                <a:cubicBezTo>
                  <a:pt x="27261" y="6"/>
                  <a:pt x="27185" y="13"/>
                  <a:pt x="27113" y="31"/>
                </a:cubicBezTo>
                <a:cubicBezTo>
                  <a:pt x="26356" y="208"/>
                  <a:pt x="25590" y="240"/>
                  <a:pt x="24824" y="240"/>
                </a:cubicBezTo>
                <a:cubicBezTo>
                  <a:pt x="24392" y="240"/>
                  <a:pt x="23960" y="230"/>
                  <a:pt x="23530" y="230"/>
                </a:cubicBezTo>
                <a:cubicBezTo>
                  <a:pt x="23285" y="230"/>
                  <a:pt x="23041" y="233"/>
                  <a:pt x="22797" y="244"/>
                </a:cubicBezTo>
                <a:cubicBezTo>
                  <a:pt x="20730" y="335"/>
                  <a:pt x="18633" y="396"/>
                  <a:pt x="16566" y="457"/>
                </a:cubicBezTo>
                <a:cubicBezTo>
                  <a:pt x="15806" y="487"/>
                  <a:pt x="15016" y="487"/>
                  <a:pt x="14256" y="578"/>
                </a:cubicBezTo>
                <a:cubicBezTo>
                  <a:pt x="12098" y="913"/>
                  <a:pt x="9940" y="1034"/>
                  <a:pt x="7782" y="1247"/>
                </a:cubicBezTo>
                <a:cubicBezTo>
                  <a:pt x="6171" y="1429"/>
                  <a:pt x="4560" y="1764"/>
                  <a:pt x="2918" y="1855"/>
                </a:cubicBezTo>
                <a:cubicBezTo>
                  <a:pt x="2493" y="1885"/>
                  <a:pt x="1885" y="1794"/>
                  <a:pt x="1520" y="2341"/>
                </a:cubicBezTo>
                <a:cubicBezTo>
                  <a:pt x="1993" y="2749"/>
                  <a:pt x="2537" y="2798"/>
                  <a:pt x="3094" y="2798"/>
                </a:cubicBezTo>
                <a:cubicBezTo>
                  <a:pt x="3269" y="2798"/>
                  <a:pt x="3445" y="2793"/>
                  <a:pt x="3621" y="2793"/>
                </a:cubicBezTo>
                <a:cubicBezTo>
                  <a:pt x="3928" y="2793"/>
                  <a:pt x="4234" y="2808"/>
                  <a:pt x="4529" y="2888"/>
                </a:cubicBezTo>
                <a:cubicBezTo>
                  <a:pt x="4465" y="2882"/>
                  <a:pt x="4402" y="2879"/>
                  <a:pt x="4339" y="2879"/>
                </a:cubicBezTo>
                <a:cubicBezTo>
                  <a:pt x="3808" y="2879"/>
                  <a:pt x="3311" y="3073"/>
                  <a:pt x="2776" y="3073"/>
                </a:cubicBezTo>
                <a:cubicBezTo>
                  <a:pt x="2743" y="3073"/>
                  <a:pt x="2709" y="3072"/>
                  <a:pt x="2675" y="3071"/>
                </a:cubicBezTo>
                <a:cubicBezTo>
                  <a:pt x="2637" y="3064"/>
                  <a:pt x="2598" y="3061"/>
                  <a:pt x="2560" y="3061"/>
                </a:cubicBezTo>
                <a:cubicBezTo>
                  <a:pt x="2411" y="3061"/>
                  <a:pt x="2268" y="3115"/>
                  <a:pt x="2219" y="3283"/>
                </a:cubicBezTo>
                <a:cubicBezTo>
                  <a:pt x="2159" y="3527"/>
                  <a:pt x="2402" y="3557"/>
                  <a:pt x="2584" y="3739"/>
                </a:cubicBezTo>
                <a:cubicBezTo>
                  <a:pt x="2341" y="3739"/>
                  <a:pt x="2159" y="3831"/>
                  <a:pt x="1976" y="4013"/>
                </a:cubicBezTo>
                <a:cubicBezTo>
                  <a:pt x="2371" y="4013"/>
                  <a:pt x="2675" y="4165"/>
                  <a:pt x="2918" y="4378"/>
                </a:cubicBezTo>
                <a:cubicBezTo>
                  <a:pt x="2159" y="4834"/>
                  <a:pt x="1307" y="4651"/>
                  <a:pt x="517" y="4864"/>
                </a:cubicBezTo>
                <a:cubicBezTo>
                  <a:pt x="304" y="4925"/>
                  <a:pt x="0" y="4925"/>
                  <a:pt x="0" y="5198"/>
                </a:cubicBezTo>
                <a:cubicBezTo>
                  <a:pt x="0" y="5502"/>
                  <a:pt x="304" y="5563"/>
                  <a:pt x="548" y="5563"/>
                </a:cubicBezTo>
                <a:lnTo>
                  <a:pt x="1551" y="5563"/>
                </a:lnTo>
                <a:cubicBezTo>
                  <a:pt x="1247" y="5958"/>
                  <a:pt x="608" y="5654"/>
                  <a:pt x="456" y="6201"/>
                </a:cubicBezTo>
                <a:cubicBezTo>
                  <a:pt x="791" y="6384"/>
                  <a:pt x="1186" y="6414"/>
                  <a:pt x="1551" y="6414"/>
                </a:cubicBezTo>
                <a:cubicBezTo>
                  <a:pt x="1611" y="6688"/>
                  <a:pt x="1155" y="6597"/>
                  <a:pt x="1277" y="6900"/>
                </a:cubicBezTo>
                <a:cubicBezTo>
                  <a:pt x="1581" y="7174"/>
                  <a:pt x="1946" y="7326"/>
                  <a:pt x="2371" y="7448"/>
                </a:cubicBezTo>
                <a:cubicBezTo>
                  <a:pt x="2348" y="7444"/>
                  <a:pt x="2326" y="7442"/>
                  <a:pt x="2305" y="7442"/>
                </a:cubicBezTo>
                <a:cubicBezTo>
                  <a:pt x="1968" y="7442"/>
                  <a:pt x="1894" y="7877"/>
                  <a:pt x="1551" y="7934"/>
                </a:cubicBezTo>
                <a:cubicBezTo>
                  <a:pt x="943" y="7995"/>
                  <a:pt x="943" y="8025"/>
                  <a:pt x="791" y="8238"/>
                </a:cubicBezTo>
                <a:cubicBezTo>
                  <a:pt x="1193" y="8598"/>
                  <a:pt x="1654" y="8619"/>
                  <a:pt x="2133" y="8619"/>
                </a:cubicBezTo>
                <a:cubicBezTo>
                  <a:pt x="2196" y="8619"/>
                  <a:pt x="2259" y="8618"/>
                  <a:pt x="2322" y="8618"/>
                </a:cubicBezTo>
                <a:cubicBezTo>
                  <a:pt x="2469" y="8618"/>
                  <a:pt x="2618" y="8620"/>
                  <a:pt x="2766" y="8633"/>
                </a:cubicBezTo>
                <a:cubicBezTo>
                  <a:pt x="2432" y="9059"/>
                  <a:pt x="1946" y="8876"/>
                  <a:pt x="1551" y="8967"/>
                </a:cubicBezTo>
                <a:cubicBezTo>
                  <a:pt x="1064" y="9119"/>
                  <a:pt x="852" y="9332"/>
                  <a:pt x="821" y="9818"/>
                </a:cubicBezTo>
                <a:cubicBezTo>
                  <a:pt x="1004" y="9852"/>
                  <a:pt x="1185" y="9860"/>
                  <a:pt x="1367" y="9860"/>
                </a:cubicBezTo>
                <a:cubicBezTo>
                  <a:pt x="1544" y="9860"/>
                  <a:pt x="1722" y="9852"/>
                  <a:pt x="1904" y="9852"/>
                </a:cubicBezTo>
                <a:cubicBezTo>
                  <a:pt x="2216" y="9852"/>
                  <a:pt x="2539" y="9875"/>
                  <a:pt x="2888" y="10001"/>
                </a:cubicBezTo>
                <a:cubicBezTo>
                  <a:pt x="2098" y="10274"/>
                  <a:pt x="1307" y="9940"/>
                  <a:pt x="821" y="10670"/>
                </a:cubicBezTo>
                <a:cubicBezTo>
                  <a:pt x="1551" y="10973"/>
                  <a:pt x="2250" y="11277"/>
                  <a:pt x="3040" y="11308"/>
                </a:cubicBezTo>
                <a:cubicBezTo>
                  <a:pt x="2371" y="11521"/>
                  <a:pt x="1581" y="11399"/>
                  <a:pt x="1095" y="12098"/>
                </a:cubicBezTo>
                <a:cubicBezTo>
                  <a:pt x="1129" y="12202"/>
                  <a:pt x="1213" y="12218"/>
                  <a:pt x="1303" y="12218"/>
                </a:cubicBezTo>
                <a:cubicBezTo>
                  <a:pt x="1342" y="12218"/>
                  <a:pt x="1383" y="12215"/>
                  <a:pt x="1421" y="12215"/>
                </a:cubicBezTo>
                <a:cubicBezTo>
                  <a:pt x="1525" y="12215"/>
                  <a:pt x="1611" y="12238"/>
                  <a:pt x="1611" y="12402"/>
                </a:cubicBezTo>
                <a:cubicBezTo>
                  <a:pt x="1459" y="12584"/>
                  <a:pt x="1095" y="12372"/>
                  <a:pt x="1004" y="12706"/>
                </a:cubicBezTo>
                <a:cubicBezTo>
                  <a:pt x="1247" y="13101"/>
                  <a:pt x="1703" y="13010"/>
                  <a:pt x="2128" y="13101"/>
                </a:cubicBezTo>
                <a:cubicBezTo>
                  <a:pt x="1824" y="13253"/>
                  <a:pt x="1551" y="13284"/>
                  <a:pt x="1277" y="13344"/>
                </a:cubicBezTo>
                <a:cubicBezTo>
                  <a:pt x="1034" y="13375"/>
                  <a:pt x="730" y="13405"/>
                  <a:pt x="456" y="13861"/>
                </a:cubicBezTo>
                <a:cubicBezTo>
                  <a:pt x="1287" y="14018"/>
                  <a:pt x="2114" y="14059"/>
                  <a:pt x="2935" y="14059"/>
                </a:cubicBezTo>
                <a:cubicBezTo>
                  <a:pt x="3833" y="14059"/>
                  <a:pt x="4724" y="14010"/>
                  <a:pt x="5607" y="14010"/>
                </a:cubicBezTo>
                <a:cubicBezTo>
                  <a:pt x="6102" y="14010"/>
                  <a:pt x="6594" y="14026"/>
                  <a:pt x="7083" y="14074"/>
                </a:cubicBezTo>
                <a:cubicBezTo>
                  <a:pt x="6900" y="14499"/>
                  <a:pt x="6900" y="14499"/>
                  <a:pt x="7326" y="14864"/>
                </a:cubicBezTo>
                <a:cubicBezTo>
                  <a:pt x="7204" y="15016"/>
                  <a:pt x="6931" y="15016"/>
                  <a:pt x="6931" y="15259"/>
                </a:cubicBezTo>
                <a:cubicBezTo>
                  <a:pt x="6931" y="15472"/>
                  <a:pt x="7235" y="15472"/>
                  <a:pt x="7265" y="15654"/>
                </a:cubicBezTo>
                <a:cubicBezTo>
                  <a:pt x="6931" y="15958"/>
                  <a:pt x="6475" y="15806"/>
                  <a:pt x="6232" y="16232"/>
                </a:cubicBezTo>
                <a:cubicBezTo>
                  <a:pt x="6839" y="16597"/>
                  <a:pt x="7508" y="16566"/>
                  <a:pt x="8146" y="16657"/>
                </a:cubicBezTo>
                <a:cubicBezTo>
                  <a:pt x="9602" y="16928"/>
                  <a:pt x="11072" y="16970"/>
                  <a:pt x="12537" y="16970"/>
                </a:cubicBezTo>
                <a:cubicBezTo>
                  <a:pt x="13213" y="16970"/>
                  <a:pt x="13888" y="16961"/>
                  <a:pt x="14560" y="16961"/>
                </a:cubicBezTo>
                <a:cubicBezTo>
                  <a:pt x="14643" y="16964"/>
                  <a:pt x="14727" y="16966"/>
                  <a:pt x="14810" y="16966"/>
                </a:cubicBezTo>
                <a:cubicBezTo>
                  <a:pt x="15348" y="16966"/>
                  <a:pt x="15884" y="16914"/>
                  <a:pt x="16404" y="16914"/>
                </a:cubicBezTo>
                <a:cubicBezTo>
                  <a:pt x="16655" y="16914"/>
                  <a:pt x="16902" y="16926"/>
                  <a:pt x="17144" y="16961"/>
                </a:cubicBezTo>
                <a:cubicBezTo>
                  <a:pt x="17694" y="17049"/>
                  <a:pt x="18245" y="17075"/>
                  <a:pt x="18796" y="17075"/>
                </a:cubicBezTo>
                <a:cubicBezTo>
                  <a:pt x="19582" y="17075"/>
                  <a:pt x="20369" y="17022"/>
                  <a:pt x="21156" y="17022"/>
                </a:cubicBezTo>
                <a:cubicBezTo>
                  <a:pt x="21612" y="17022"/>
                  <a:pt x="22085" y="16920"/>
                  <a:pt x="22549" y="16920"/>
                </a:cubicBezTo>
                <a:cubicBezTo>
                  <a:pt x="22704" y="16920"/>
                  <a:pt x="22858" y="16931"/>
                  <a:pt x="23010" y="16961"/>
                </a:cubicBezTo>
                <a:cubicBezTo>
                  <a:pt x="23528" y="17046"/>
                  <a:pt x="24046" y="17073"/>
                  <a:pt x="24564" y="17073"/>
                </a:cubicBezTo>
                <a:cubicBezTo>
                  <a:pt x="25353" y="17073"/>
                  <a:pt x="26142" y="17010"/>
                  <a:pt x="26931" y="16992"/>
                </a:cubicBezTo>
                <a:cubicBezTo>
                  <a:pt x="27782" y="16992"/>
                  <a:pt x="28633" y="17022"/>
                  <a:pt x="29484" y="17022"/>
                </a:cubicBezTo>
                <a:cubicBezTo>
                  <a:pt x="29619" y="17020"/>
                  <a:pt x="29754" y="17020"/>
                  <a:pt x="29888" y="17020"/>
                </a:cubicBezTo>
                <a:cubicBezTo>
                  <a:pt x="31902" y="17020"/>
                  <a:pt x="33936" y="17207"/>
                  <a:pt x="35950" y="17207"/>
                </a:cubicBezTo>
                <a:cubicBezTo>
                  <a:pt x="36084" y="17207"/>
                  <a:pt x="36219" y="17206"/>
                  <a:pt x="36354" y="17205"/>
                </a:cubicBezTo>
                <a:cubicBezTo>
                  <a:pt x="36434" y="17200"/>
                  <a:pt x="36515" y="17198"/>
                  <a:pt x="36596" y="17198"/>
                </a:cubicBezTo>
                <a:cubicBezTo>
                  <a:pt x="37092" y="17198"/>
                  <a:pt x="37589" y="17270"/>
                  <a:pt x="38086" y="17296"/>
                </a:cubicBezTo>
                <a:cubicBezTo>
                  <a:pt x="40488" y="17448"/>
                  <a:pt x="42889" y="17478"/>
                  <a:pt x="45290" y="17721"/>
                </a:cubicBezTo>
                <a:cubicBezTo>
                  <a:pt x="46992" y="17904"/>
                  <a:pt x="48694" y="17873"/>
                  <a:pt x="50427" y="18025"/>
                </a:cubicBezTo>
                <a:cubicBezTo>
                  <a:pt x="51886" y="18177"/>
                  <a:pt x="53406" y="18268"/>
                  <a:pt x="54865" y="18481"/>
                </a:cubicBezTo>
                <a:cubicBezTo>
                  <a:pt x="55808" y="18606"/>
                  <a:pt x="56751" y="18720"/>
                  <a:pt x="57695" y="18720"/>
                </a:cubicBezTo>
                <a:cubicBezTo>
                  <a:pt x="58362" y="18720"/>
                  <a:pt x="59030" y="18663"/>
                  <a:pt x="59698" y="18512"/>
                </a:cubicBezTo>
                <a:cubicBezTo>
                  <a:pt x="59667" y="17904"/>
                  <a:pt x="59150" y="17995"/>
                  <a:pt x="58786" y="17812"/>
                </a:cubicBezTo>
                <a:cubicBezTo>
                  <a:pt x="58683" y="17769"/>
                  <a:pt x="58576" y="17756"/>
                  <a:pt x="58466" y="17756"/>
                </a:cubicBezTo>
                <a:cubicBezTo>
                  <a:pt x="58328" y="17756"/>
                  <a:pt x="58187" y="17775"/>
                  <a:pt x="58047" y="17775"/>
                </a:cubicBezTo>
                <a:cubicBezTo>
                  <a:pt x="57836" y="17775"/>
                  <a:pt x="57629" y="17731"/>
                  <a:pt x="57448" y="17509"/>
                </a:cubicBezTo>
                <a:cubicBezTo>
                  <a:pt x="57527" y="17499"/>
                  <a:pt x="57605" y="17495"/>
                  <a:pt x="57683" y="17495"/>
                </a:cubicBezTo>
                <a:cubicBezTo>
                  <a:pt x="58117" y="17495"/>
                  <a:pt x="58536" y="17625"/>
                  <a:pt x="58981" y="17625"/>
                </a:cubicBezTo>
                <a:cubicBezTo>
                  <a:pt x="59193" y="17625"/>
                  <a:pt x="59410" y="17596"/>
                  <a:pt x="59637" y="17509"/>
                </a:cubicBezTo>
                <a:cubicBezTo>
                  <a:pt x="59242" y="17326"/>
                  <a:pt x="59454" y="16749"/>
                  <a:pt x="59090" y="16688"/>
                </a:cubicBezTo>
                <a:cubicBezTo>
                  <a:pt x="58330" y="16566"/>
                  <a:pt x="57661" y="16202"/>
                  <a:pt x="56871" y="16202"/>
                </a:cubicBezTo>
                <a:cubicBezTo>
                  <a:pt x="56354" y="16171"/>
                  <a:pt x="55777" y="16171"/>
                  <a:pt x="55260" y="16080"/>
                </a:cubicBezTo>
                <a:cubicBezTo>
                  <a:pt x="53527" y="15746"/>
                  <a:pt x="51825" y="15472"/>
                  <a:pt x="50093" y="15259"/>
                </a:cubicBezTo>
                <a:cubicBezTo>
                  <a:pt x="49606" y="15198"/>
                  <a:pt x="49150" y="15077"/>
                  <a:pt x="48664" y="14986"/>
                </a:cubicBezTo>
                <a:cubicBezTo>
                  <a:pt x="48995" y="14885"/>
                  <a:pt x="49319" y="14852"/>
                  <a:pt x="49642" y="14852"/>
                </a:cubicBezTo>
                <a:cubicBezTo>
                  <a:pt x="50003" y="14852"/>
                  <a:pt x="50363" y="14893"/>
                  <a:pt x="50731" y="14925"/>
                </a:cubicBezTo>
                <a:cubicBezTo>
                  <a:pt x="52463" y="15077"/>
                  <a:pt x="54196" y="15229"/>
                  <a:pt x="55898" y="15411"/>
                </a:cubicBezTo>
                <a:cubicBezTo>
                  <a:pt x="57084" y="15533"/>
                  <a:pt x="58239" y="15685"/>
                  <a:pt x="59394" y="15685"/>
                </a:cubicBezTo>
                <a:cubicBezTo>
                  <a:pt x="59758" y="15685"/>
                  <a:pt x="59850" y="15898"/>
                  <a:pt x="59667" y="16202"/>
                </a:cubicBezTo>
                <a:cubicBezTo>
                  <a:pt x="59717" y="16212"/>
                  <a:pt x="59762" y="16217"/>
                  <a:pt x="59804" y="16217"/>
                </a:cubicBezTo>
                <a:cubicBezTo>
                  <a:pt x="60119" y="16217"/>
                  <a:pt x="60214" y="15937"/>
                  <a:pt x="60214" y="15776"/>
                </a:cubicBezTo>
                <a:cubicBezTo>
                  <a:pt x="60154" y="15168"/>
                  <a:pt x="59485" y="15411"/>
                  <a:pt x="59211" y="15198"/>
                </a:cubicBezTo>
                <a:cubicBezTo>
                  <a:pt x="59824" y="14522"/>
                  <a:pt x="60555" y="14419"/>
                  <a:pt x="61312" y="14419"/>
                </a:cubicBezTo>
                <a:cubicBezTo>
                  <a:pt x="61643" y="14419"/>
                  <a:pt x="61979" y="14439"/>
                  <a:pt x="62312" y="14439"/>
                </a:cubicBezTo>
                <a:cubicBezTo>
                  <a:pt x="62524" y="14439"/>
                  <a:pt x="62737" y="14439"/>
                  <a:pt x="62920" y="14499"/>
                </a:cubicBezTo>
                <a:cubicBezTo>
                  <a:pt x="63053" y="14544"/>
                  <a:pt x="63181" y="14565"/>
                  <a:pt x="63308" y="14565"/>
                </a:cubicBezTo>
                <a:cubicBezTo>
                  <a:pt x="63617" y="14565"/>
                  <a:pt x="63922" y="14441"/>
                  <a:pt x="64287" y="14226"/>
                </a:cubicBezTo>
                <a:cubicBezTo>
                  <a:pt x="63558" y="13648"/>
                  <a:pt x="62676" y="13466"/>
                  <a:pt x="62129" y="13071"/>
                </a:cubicBezTo>
                <a:cubicBezTo>
                  <a:pt x="62721" y="12866"/>
                  <a:pt x="63335" y="12807"/>
                  <a:pt x="63964" y="12807"/>
                </a:cubicBezTo>
                <a:cubicBezTo>
                  <a:pt x="64851" y="12807"/>
                  <a:pt x="65767" y="12926"/>
                  <a:pt x="66690" y="12926"/>
                </a:cubicBezTo>
                <a:cubicBezTo>
                  <a:pt x="66963" y="12926"/>
                  <a:pt x="67236" y="12915"/>
                  <a:pt x="67509" y="12888"/>
                </a:cubicBezTo>
                <a:cubicBezTo>
                  <a:pt x="67357" y="12280"/>
                  <a:pt x="66810" y="12372"/>
                  <a:pt x="66476" y="12129"/>
                </a:cubicBezTo>
                <a:cubicBezTo>
                  <a:pt x="66719" y="12007"/>
                  <a:pt x="67175" y="12129"/>
                  <a:pt x="67175" y="11733"/>
                </a:cubicBezTo>
                <a:cubicBezTo>
                  <a:pt x="67205" y="11277"/>
                  <a:pt x="66719" y="11399"/>
                  <a:pt x="66476" y="11247"/>
                </a:cubicBezTo>
                <a:cubicBezTo>
                  <a:pt x="66454" y="11233"/>
                  <a:pt x="66428" y="11228"/>
                  <a:pt x="66399" y="11228"/>
                </a:cubicBezTo>
                <a:cubicBezTo>
                  <a:pt x="66359" y="11228"/>
                  <a:pt x="66314" y="11236"/>
                  <a:pt x="66273" y="11236"/>
                </a:cubicBezTo>
                <a:cubicBezTo>
                  <a:pt x="66218" y="11236"/>
                  <a:pt x="66168" y="11222"/>
                  <a:pt x="66141" y="11156"/>
                </a:cubicBezTo>
                <a:cubicBezTo>
                  <a:pt x="66111" y="10852"/>
                  <a:pt x="66415" y="10882"/>
                  <a:pt x="66506" y="10700"/>
                </a:cubicBezTo>
                <a:cubicBezTo>
                  <a:pt x="66141" y="9818"/>
                  <a:pt x="65351" y="9758"/>
                  <a:pt x="64561" y="9666"/>
                </a:cubicBezTo>
                <a:cubicBezTo>
                  <a:pt x="64746" y="9583"/>
                  <a:pt x="64929" y="9552"/>
                  <a:pt x="65113" y="9552"/>
                </a:cubicBezTo>
                <a:cubicBezTo>
                  <a:pt x="65631" y="9552"/>
                  <a:pt x="66145" y="9799"/>
                  <a:pt x="66672" y="9799"/>
                </a:cubicBezTo>
                <a:cubicBezTo>
                  <a:pt x="66907" y="9799"/>
                  <a:pt x="67146" y="9749"/>
                  <a:pt x="67388" y="9606"/>
                </a:cubicBezTo>
                <a:cubicBezTo>
                  <a:pt x="67053" y="9241"/>
                  <a:pt x="66749" y="8876"/>
                  <a:pt x="66233" y="8663"/>
                </a:cubicBezTo>
                <a:cubicBezTo>
                  <a:pt x="66340" y="8640"/>
                  <a:pt x="66451" y="8633"/>
                  <a:pt x="66561" y="8633"/>
                </a:cubicBezTo>
                <a:cubicBezTo>
                  <a:pt x="66685" y="8633"/>
                  <a:pt x="66807" y="8641"/>
                  <a:pt x="66923" y="8641"/>
                </a:cubicBezTo>
                <a:cubicBezTo>
                  <a:pt x="67232" y="8641"/>
                  <a:pt x="67494" y="8585"/>
                  <a:pt x="67600" y="8177"/>
                </a:cubicBezTo>
                <a:cubicBezTo>
                  <a:pt x="67418" y="7721"/>
                  <a:pt x="66932" y="7812"/>
                  <a:pt x="66537" y="7448"/>
                </a:cubicBezTo>
                <a:lnTo>
                  <a:pt x="66537" y="7448"/>
                </a:lnTo>
                <a:cubicBezTo>
                  <a:pt x="66642" y="7474"/>
                  <a:pt x="66741" y="7484"/>
                  <a:pt x="66835" y="7484"/>
                </a:cubicBezTo>
                <a:cubicBezTo>
                  <a:pt x="67127" y="7484"/>
                  <a:pt x="67381" y="7390"/>
                  <a:pt x="67665" y="7390"/>
                </a:cubicBezTo>
                <a:cubicBezTo>
                  <a:pt x="67823" y="7390"/>
                  <a:pt x="67990" y="7419"/>
                  <a:pt x="68178" y="7508"/>
                </a:cubicBezTo>
                <a:cubicBezTo>
                  <a:pt x="67722" y="6566"/>
                  <a:pt x="66749" y="6657"/>
                  <a:pt x="66263" y="5958"/>
                </a:cubicBezTo>
                <a:lnTo>
                  <a:pt x="66263" y="5958"/>
                </a:lnTo>
                <a:cubicBezTo>
                  <a:pt x="66524" y="6029"/>
                  <a:pt x="66776" y="6087"/>
                  <a:pt x="67009" y="6087"/>
                </a:cubicBezTo>
                <a:cubicBezTo>
                  <a:pt x="67374" y="6087"/>
                  <a:pt x="67694" y="5947"/>
                  <a:pt x="67935" y="5502"/>
                </a:cubicBezTo>
                <a:cubicBezTo>
                  <a:pt x="67783" y="5441"/>
                  <a:pt x="67661" y="5411"/>
                  <a:pt x="67418" y="5320"/>
                </a:cubicBezTo>
                <a:cubicBezTo>
                  <a:pt x="68269" y="5077"/>
                  <a:pt x="67631" y="4013"/>
                  <a:pt x="68543" y="3891"/>
                </a:cubicBezTo>
                <a:cubicBezTo>
                  <a:pt x="67479" y="2949"/>
                  <a:pt x="66202" y="2949"/>
                  <a:pt x="65017" y="2797"/>
                </a:cubicBezTo>
                <a:cubicBezTo>
                  <a:pt x="63375" y="2584"/>
                  <a:pt x="61795" y="2250"/>
                  <a:pt x="60123" y="2189"/>
                </a:cubicBezTo>
                <a:cubicBezTo>
                  <a:pt x="58786" y="2128"/>
                  <a:pt x="57448" y="1764"/>
                  <a:pt x="56081" y="1703"/>
                </a:cubicBezTo>
                <a:cubicBezTo>
                  <a:pt x="54530" y="1642"/>
                  <a:pt x="53011" y="1368"/>
                  <a:pt x="51460" y="1216"/>
                </a:cubicBezTo>
                <a:cubicBezTo>
                  <a:pt x="49120" y="1004"/>
                  <a:pt x="46749" y="730"/>
                  <a:pt x="44378" y="609"/>
                </a:cubicBezTo>
                <a:cubicBezTo>
                  <a:pt x="42706" y="517"/>
                  <a:pt x="41035" y="396"/>
                  <a:pt x="39332" y="335"/>
                </a:cubicBezTo>
                <a:cubicBezTo>
                  <a:pt x="36171" y="244"/>
                  <a:pt x="33010" y="1"/>
                  <a:pt x="2984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1666800" y="871300"/>
            <a:ext cx="5810400" cy="288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2528550" y="4135221"/>
            <a:ext cx="4086900" cy="28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600">
                <a:solidFill>
                  <a:schemeClr val="accent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13" name="Google Shape;13;p2"/>
          <p:cNvSpPr/>
          <p:nvPr/>
        </p:nvSpPr>
        <p:spPr>
          <a:xfrm rot="9689435">
            <a:off x="-287684" y="3928926"/>
            <a:ext cx="1736292" cy="1858555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 rot="6750859">
            <a:off x="5805593" y="2970176"/>
            <a:ext cx="3862743" cy="3635993"/>
          </a:xfrm>
          <a:custGeom>
            <a:rect b="b" l="l" r="r" t="t"/>
            <a:pathLst>
              <a:path extrusionOk="0" fill="none" h="36726" w="34292">
                <a:moveTo>
                  <a:pt x="2338" y="0"/>
                </a:moveTo>
                <a:cubicBezTo>
                  <a:pt x="434" y="3181"/>
                  <a:pt x="1" y="7230"/>
                  <a:pt x="1205" y="10748"/>
                </a:cubicBezTo>
                <a:cubicBezTo>
                  <a:pt x="2386" y="14290"/>
                  <a:pt x="5206" y="17206"/>
                  <a:pt x="8676" y="18580"/>
                </a:cubicBezTo>
                <a:cubicBezTo>
                  <a:pt x="10869" y="19423"/>
                  <a:pt x="13303" y="19688"/>
                  <a:pt x="15230" y="21038"/>
                </a:cubicBezTo>
                <a:cubicBezTo>
                  <a:pt x="19014" y="23712"/>
                  <a:pt x="19206" y="29375"/>
                  <a:pt x="22267" y="32870"/>
                </a:cubicBezTo>
                <a:cubicBezTo>
                  <a:pt x="25183" y="36195"/>
                  <a:pt x="30773" y="36725"/>
                  <a:pt x="34292" y="34026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 rot="-2700081">
            <a:off x="3737313" y="-1445501"/>
            <a:ext cx="2205657" cy="260256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 rot="6750859">
            <a:off x="6921143" y="3113851"/>
            <a:ext cx="3862743" cy="3635993"/>
          </a:xfrm>
          <a:custGeom>
            <a:rect b="b" l="l" r="r" t="t"/>
            <a:pathLst>
              <a:path extrusionOk="0" fill="none" h="36726" w="34292">
                <a:moveTo>
                  <a:pt x="2338" y="0"/>
                </a:moveTo>
                <a:cubicBezTo>
                  <a:pt x="434" y="3181"/>
                  <a:pt x="1" y="7230"/>
                  <a:pt x="1205" y="10748"/>
                </a:cubicBezTo>
                <a:cubicBezTo>
                  <a:pt x="2386" y="14290"/>
                  <a:pt x="5206" y="17206"/>
                  <a:pt x="8676" y="18580"/>
                </a:cubicBezTo>
                <a:cubicBezTo>
                  <a:pt x="10869" y="19423"/>
                  <a:pt x="13303" y="19688"/>
                  <a:pt x="15230" y="21038"/>
                </a:cubicBezTo>
                <a:cubicBezTo>
                  <a:pt x="19014" y="23712"/>
                  <a:pt x="19206" y="29375"/>
                  <a:pt x="22267" y="32870"/>
                </a:cubicBezTo>
                <a:cubicBezTo>
                  <a:pt x="25183" y="36195"/>
                  <a:pt x="30773" y="36725"/>
                  <a:pt x="34292" y="34026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" name="Google Shape;17;p2"/>
          <p:cNvGrpSpPr/>
          <p:nvPr/>
        </p:nvGrpSpPr>
        <p:grpSpPr>
          <a:xfrm rot="5400000">
            <a:off x="-957410" y="226860"/>
            <a:ext cx="3222377" cy="1467420"/>
            <a:chOff x="3427375" y="613525"/>
            <a:chExt cx="1481825" cy="674800"/>
          </a:xfrm>
        </p:grpSpPr>
        <p:sp>
          <p:nvSpPr>
            <p:cNvPr id="18" name="Google Shape;18;p2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3"/>
          <p:cNvSpPr txBox="1"/>
          <p:nvPr>
            <p:ph type="title"/>
          </p:nvPr>
        </p:nvSpPr>
        <p:spPr>
          <a:xfrm>
            <a:off x="3544875" y="2497650"/>
            <a:ext cx="4197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00" name="Google Shape;200;p3"/>
          <p:cNvSpPr txBox="1"/>
          <p:nvPr>
            <p:ph idx="1" type="subTitle"/>
          </p:nvPr>
        </p:nvSpPr>
        <p:spPr>
          <a:xfrm>
            <a:off x="3544875" y="3548804"/>
            <a:ext cx="4197600" cy="4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01" name="Google Shape;201;p3"/>
          <p:cNvSpPr txBox="1"/>
          <p:nvPr>
            <p:ph hasCustomPrompt="1" idx="2" type="title"/>
          </p:nvPr>
        </p:nvSpPr>
        <p:spPr>
          <a:xfrm>
            <a:off x="3544875" y="1233889"/>
            <a:ext cx="3868500" cy="114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6000"/>
              <a:buNone/>
              <a:defRPr b="0" sz="9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2" name="Google Shape;202;p3"/>
          <p:cNvSpPr/>
          <p:nvPr/>
        </p:nvSpPr>
        <p:spPr>
          <a:xfrm rot="4586195">
            <a:off x="6792191" y="14478"/>
            <a:ext cx="3824266" cy="2250263"/>
          </a:xfrm>
          <a:custGeom>
            <a:rect b="b" l="l" r="r" t="t"/>
            <a:pathLst>
              <a:path extrusionOk="0" h="38669" w="65717">
                <a:moveTo>
                  <a:pt x="28439" y="7218"/>
                </a:moveTo>
                <a:cubicBezTo>
                  <a:pt x="28675" y="7218"/>
                  <a:pt x="28913" y="7242"/>
                  <a:pt x="29150" y="7281"/>
                </a:cubicBezTo>
                <a:cubicBezTo>
                  <a:pt x="29813" y="7360"/>
                  <a:pt x="30475" y="7415"/>
                  <a:pt x="31134" y="7415"/>
                </a:cubicBezTo>
                <a:cubicBezTo>
                  <a:pt x="31744" y="7415"/>
                  <a:pt x="32350" y="7368"/>
                  <a:pt x="32950" y="7251"/>
                </a:cubicBezTo>
                <a:cubicBezTo>
                  <a:pt x="33056" y="7236"/>
                  <a:pt x="33162" y="7228"/>
                  <a:pt x="33265" y="7228"/>
                </a:cubicBezTo>
                <a:cubicBezTo>
                  <a:pt x="33368" y="7228"/>
                  <a:pt x="33466" y="7236"/>
                  <a:pt x="33558" y="7251"/>
                </a:cubicBezTo>
                <a:cubicBezTo>
                  <a:pt x="34054" y="7298"/>
                  <a:pt x="34533" y="7530"/>
                  <a:pt x="35036" y="7530"/>
                </a:cubicBezTo>
                <a:cubicBezTo>
                  <a:pt x="35179" y="7530"/>
                  <a:pt x="35324" y="7511"/>
                  <a:pt x="35472" y="7464"/>
                </a:cubicBezTo>
                <a:lnTo>
                  <a:pt x="35472" y="7464"/>
                </a:lnTo>
                <a:cubicBezTo>
                  <a:pt x="35412" y="7494"/>
                  <a:pt x="35351" y="7525"/>
                  <a:pt x="35229" y="7646"/>
                </a:cubicBezTo>
                <a:cubicBezTo>
                  <a:pt x="35267" y="7643"/>
                  <a:pt x="35305" y="7642"/>
                  <a:pt x="35342" y="7642"/>
                </a:cubicBezTo>
                <a:cubicBezTo>
                  <a:pt x="35539" y="7642"/>
                  <a:pt x="35724" y="7677"/>
                  <a:pt x="35911" y="7677"/>
                </a:cubicBezTo>
                <a:cubicBezTo>
                  <a:pt x="36055" y="7677"/>
                  <a:pt x="36200" y="7657"/>
                  <a:pt x="36354" y="7585"/>
                </a:cubicBezTo>
                <a:lnTo>
                  <a:pt x="36354" y="7585"/>
                </a:lnTo>
                <a:cubicBezTo>
                  <a:pt x="36185" y="7906"/>
                  <a:pt x="35979" y="7983"/>
                  <a:pt x="35772" y="7983"/>
                </a:cubicBezTo>
                <a:cubicBezTo>
                  <a:pt x="35606" y="7983"/>
                  <a:pt x="35439" y="7933"/>
                  <a:pt x="35290" y="7920"/>
                </a:cubicBezTo>
                <a:cubicBezTo>
                  <a:pt x="34534" y="7815"/>
                  <a:pt x="33763" y="7782"/>
                  <a:pt x="32998" y="7782"/>
                </a:cubicBezTo>
                <a:cubicBezTo>
                  <a:pt x="32656" y="7782"/>
                  <a:pt x="32315" y="7789"/>
                  <a:pt x="31977" y="7798"/>
                </a:cubicBezTo>
                <a:cubicBezTo>
                  <a:pt x="31891" y="7804"/>
                  <a:pt x="31806" y="7806"/>
                  <a:pt x="31721" y="7806"/>
                </a:cubicBezTo>
                <a:cubicBezTo>
                  <a:pt x="31329" y="7806"/>
                  <a:pt x="30954" y="7752"/>
                  <a:pt x="30579" y="7677"/>
                </a:cubicBezTo>
                <a:cubicBezTo>
                  <a:pt x="30336" y="7628"/>
                  <a:pt x="30088" y="7613"/>
                  <a:pt x="29839" y="7613"/>
                </a:cubicBezTo>
                <a:cubicBezTo>
                  <a:pt x="29465" y="7613"/>
                  <a:pt x="29089" y="7646"/>
                  <a:pt x="28725" y="7646"/>
                </a:cubicBezTo>
                <a:cubicBezTo>
                  <a:pt x="28147" y="7646"/>
                  <a:pt x="27600" y="7646"/>
                  <a:pt x="27022" y="7585"/>
                </a:cubicBezTo>
                <a:cubicBezTo>
                  <a:pt x="27473" y="7319"/>
                  <a:pt x="27952" y="7218"/>
                  <a:pt x="28439" y="7218"/>
                </a:cubicBezTo>
                <a:close/>
                <a:moveTo>
                  <a:pt x="64257" y="17312"/>
                </a:moveTo>
                <a:lnTo>
                  <a:pt x="64257" y="17312"/>
                </a:lnTo>
                <a:cubicBezTo>
                  <a:pt x="64500" y="17829"/>
                  <a:pt x="64227" y="18285"/>
                  <a:pt x="64014" y="18923"/>
                </a:cubicBezTo>
                <a:cubicBezTo>
                  <a:pt x="63741" y="18163"/>
                  <a:pt x="64196" y="17768"/>
                  <a:pt x="64257" y="17312"/>
                </a:cubicBezTo>
                <a:close/>
                <a:moveTo>
                  <a:pt x="24248" y="0"/>
                </a:moveTo>
                <a:cubicBezTo>
                  <a:pt x="23847" y="0"/>
                  <a:pt x="23444" y="43"/>
                  <a:pt x="23041" y="169"/>
                </a:cubicBezTo>
                <a:cubicBezTo>
                  <a:pt x="22605" y="308"/>
                  <a:pt x="22143" y="356"/>
                  <a:pt x="21681" y="356"/>
                </a:cubicBezTo>
                <a:cubicBezTo>
                  <a:pt x="21434" y="356"/>
                  <a:pt x="21187" y="342"/>
                  <a:pt x="20943" y="321"/>
                </a:cubicBezTo>
                <a:cubicBezTo>
                  <a:pt x="20523" y="277"/>
                  <a:pt x="20086" y="120"/>
                  <a:pt x="19669" y="120"/>
                </a:cubicBezTo>
                <a:cubicBezTo>
                  <a:pt x="19513" y="120"/>
                  <a:pt x="19360" y="141"/>
                  <a:pt x="19211" y="199"/>
                </a:cubicBezTo>
                <a:cubicBezTo>
                  <a:pt x="18780" y="371"/>
                  <a:pt x="18345" y="414"/>
                  <a:pt x="17909" y="414"/>
                </a:cubicBezTo>
                <a:cubicBezTo>
                  <a:pt x="17477" y="414"/>
                  <a:pt x="17045" y="372"/>
                  <a:pt x="16615" y="372"/>
                </a:cubicBezTo>
                <a:cubicBezTo>
                  <a:pt x="16406" y="372"/>
                  <a:pt x="16197" y="382"/>
                  <a:pt x="15989" y="412"/>
                </a:cubicBezTo>
                <a:cubicBezTo>
                  <a:pt x="14773" y="564"/>
                  <a:pt x="13496" y="351"/>
                  <a:pt x="12281" y="716"/>
                </a:cubicBezTo>
                <a:cubicBezTo>
                  <a:pt x="11642" y="898"/>
                  <a:pt x="10974" y="990"/>
                  <a:pt x="10457" y="1506"/>
                </a:cubicBezTo>
                <a:cubicBezTo>
                  <a:pt x="10548" y="1871"/>
                  <a:pt x="10791" y="1962"/>
                  <a:pt x="11065" y="2053"/>
                </a:cubicBezTo>
                <a:cubicBezTo>
                  <a:pt x="10609" y="2601"/>
                  <a:pt x="10001" y="2601"/>
                  <a:pt x="9484" y="2783"/>
                </a:cubicBezTo>
                <a:cubicBezTo>
                  <a:pt x="8967" y="2965"/>
                  <a:pt x="8451" y="3391"/>
                  <a:pt x="8360" y="3725"/>
                </a:cubicBezTo>
                <a:cubicBezTo>
                  <a:pt x="9069" y="4521"/>
                  <a:pt x="9916" y="4608"/>
                  <a:pt x="10789" y="4608"/>
                </a:cubicBezTo>
                <a:cubicBezTo>
                  <a:pt x="11033" y="4608"/>
                  <a:pt x="11279" y="4601"/>
                  <a:pt x="11524" y="4601"/>
                </a:cubicBezTo>
                <a:cubicBezTo>
                  <a:pt x="11944" y="4601"/>
                  <a:pt x="12362" y="4621"/>
                  <a:pt x="12767" y="4728"/>
                </a:cubicBezTo>
                <a:cubicBezTo>
                  <a:pt x="12463" y="5245"/>
                  <a:pt x="12068" y="5306"/>
                  <a:pt x="11642" y="5306"/>
                </a:cubicBezTo>
                <a:cubicBezTo>
                  <a:pt x="11447" y="5298"/>
                  <a:pt x="11252" y="5288"/>
                  <a:pt x="11059" y="5288"/>
                </a:cubicBezTo>
                <a:cubicBezTo>
                  <a:pt x="10499" y="5288"/>
                  <a:pt x="9951" y="5371"/>
                  <a:pt x="9454" y="5823"/>
                </a:cubicBezTo>
                <a:cubicBezTo>
                  <a:pt x="9655" y="5967"/>
                  <a:pt x="9584" y="6466"/>
                  <a:pt x="9861" y="6466"/>
                </a:cubicBezTo>
                <a:cubicBezTo>
                  <a:pt x="9876" y="6466"/>
                  <a:pt x="9892" y="6464"/>
                  <a:pt x="9910" y="6461"/>
                </a:cubicBezTo>
                <a:lnTo>
                  <a:pt x="9910" y="6461"/>
                </a:lnTo>
                <a:cubicBezTo>
                  <a:pt x="9788" y="6795"/>
                  <a:pt x="9636" y="7130"/>
                  <a:pt x="9515" y="7433"/>
                </a:cubicBezTo>
                <a:cubicBezTo>
                  <a:pt x="10194" y="7433"/>
                  <a:pt x="10844" y="7760"/>
                  <a:pt x="11464" y="7760"/>
                </a:cubicBezTo>
                <a:cubicBezTo>
                  <a:pt x="11731" y="7760"/>
                  <a:pt x="11994" y="7699"/>
                  <a:pt x="12250" y="7525"/>
                </a:cubicBezTo>
                <a:cubicBezTo>
                  <a:pt x="12497" y="7552"/>
                  <a:pt x="12347" y="7902"/>
                  <a:pt x="12496" y="7902"/>
                </a:cubicBezTo>
                <a:cubicBezTo>
                  <a:pt x="12511" y="7902"/>
                  <a:pt x="12531" y="7898"/>
                  <a:pt x="12554" y="7889"/>
                </a:cubicBezTo>
                <a:cubicBezTo>
                  <a:pt x="12858" y="7798"/>
                  <a:pt x="12585" y="7677"/>
                  <a:pt x="12554" y="7555"/>
                </a:cubicBezTo>
                <a:cubicBezTo>
                  <a:pt x="12524" y="7312"/>
                  <a:pt x="12737" y="7312"/>
                  <a:pt x="12888" y="7312"/>
                </a:cubicBezTo>
                <a:cubicBezTo>
                  <a:pt x="12964" y="7312"/>
                  <a:pt x="12998" y="7417"/>
                  <a:pt x="13113" y="7417"/>
                </a:cubicBezTo>
                <a:cubicBezTo>
                  <a:pt x="13136" y="7417"/>
                  <a:pt x="13162" y="7413"/>
                  <a:pt x="13192" y="7403"/>
                </a:cubicBezTo>
                <a:cubicBezTo>
                  <a:pt x="13514" y="7321"/>
                  <a:pt x="13835" y="7292"/>
                  <a:pt x="14157" y="7292"/>
                </a:cubicBezTo>
                <a:cubicBezTo>
                  <a:pt x="14904" y="7292"/>
                  <a:pt x="15653" y="7447"/>
                  <a:pt x="16414" y="7447"/>
                </a:cubicBezTo>
                <a:cubicBezTo>
                  <a:pt x="16535" y="7447"/>
                  <a:pt x="16657" y="7443"/>
                  <a:pt x="16779" y="7433"/>
                </a:cubicBezTo>
                <a:cubicBezTo>
                  <a:pt x="17417" y="7403"/>
                  <a:pt x="17995" y="7221"/>
                  <a:pt x="18694" y="7190"/>
                </a:cubicBezTo>
                <a:cubicBezTo>
                  <a:pt x="18768" y="7413"/>
                  <a:pt x="18915" y="7491"/>
                  <a:pt x="19070" y="7491"/>
                </a:cubicBezTo>
                <a:cubicBezTo>
                  <a:pt x="19233" y="7491"/>
                  <a:pt x="19406" y="7405"/>
                  <a:pt x="19515" y="7312"/>
                </a:cubicBezTo>
                <a:cubicBezTo>
                  <a:pt x="19647" y="7199"/>
                  <a:pt x="19752" y="7156"/>
                  <a:pt x="19844" y="7156"/>
                </a:cubicBezTo>
                <a:cubicBezTo>
                  <a:pt x="20049" y="7156"/>
                  <a:pt x="20187" y="7368"/>
                  <a:pt x="20396" y="7494"/>
                </a:cubicBezTo>
                <a:cubicBezTo>
                  <a:pt x="20105" y="7855"/>
                  <a:pt x="19788" y="7937"/>
                  <a:pt x="19478" y="7937"/>
                </a:cubicBezTo>
                <a:cubicBezTo>
                  <a:pt x="19219" y="7937"/>
                  <a:pt x="18964" y="7880"/>
                  <a:pt x="18733" y="7880"/>
                </a:cubicBezTo>
                <a:cubicBezTo>
                  <a:pt x="18634" y="7880"/>
                  <a:pt x="18540" y="7890"/>
                  <a:pt x="18451" y="7920"/>
                </a:cubicBezTo>
                <a:cubicBezTo>
                  <a:pt x="18238" y="7829"/>
                  <a:pt x="18512" y="7585"/>
                  <a:pt x="18238" y="7525"/>
                </a:cubicBezTo>
                <a:cubicBezTo>
                  <a:pt x="18025" y="7551"/>
                  <a:pt x="17952" y="7977"/>
                  <a:pt x="17834" y="7977"/>
                </a:cubicBezTo>
                <a:cubicBezTo>
                  <a:pt x="17818" y="7977"/>
                  <a:pt x="17801" y="7969"/>
                  <a:pt x="17782" y="7950"/>
                </a:cubicBezTo>
                <a:cubicBezTo>
                  <a:pt x="17682" y="7857"/>
                  <a:pt x="17584" y="7825"/>
                  <a:pt x="17487" y="7825"/>
                </a:cubicBezTo>
                <a:cubicBezTo>
                  <a:pt x="17263" y="7825"/>
                  <a:pt x="17049" y="7999"/>
                  <a:pt x="16843" y="7999"/>
                </a:cubicBezTo>
                <a:cubicBezTo>
                  <a:pt x="16759" y="7999"/>
                  <a:pt x="16677" y="7970"/>
                  <a:pt x="16597" y="7889"/>
                </a:cubicBezTo>
                <a:cubicBezTo>
                  <a:pt x="16535" y="7828"/>
                  <a:pt x="16474" y="7806"/>
                  <a:pt x="16410" y="7806"/>
                </a:cubicBezTo>
                <a:cubicBezTo>
                  <a:pt x="16317" y="7806"/>
                  <a:pt x="16219" y="7853"/>
                  <a:pt x="16110" y="7889"/>
                </a:cubicBezTo>
                <a:cubicBezTo>
                  <a:pt x="15751" y="8018"/>
                  <a:pt x="15413" y="8146"/>
                  <a:pt x="15005" y="8146"/>
                </a:cubicBezTo>
                <a:cubicBezTo>
                  <a:pt x="14930" y="8146"/>
                  <a:pt x="14853" y="8142"/>
                  <a:pt x="14773" y="8133"/>
                </a:cubicBezTo>
                <a:cubicBezTo>
                  <a:pt x="14570" y="8114"/>
                  <a:pt x="14322" y="8084"/>
                  <a:pt x="14070" y="8084"/>
                </a:cubicBezTo>
                <a:cubicBezTo>
                  <a:pt x="13907" y="8084"/>
                  <a:pt x="13743" y="8097"/>
                  <a:pt x="13588" y="8133"/>
                </a:cubicBezTo>
                <a:cubicBezTo>
                  <a:pt x="12919" y="8285"/>
                  <a:pt x="12311" y="8649"/>
                  <a:pt x="11673" y="8832"/>
                </a:cubicBezTo>
                <a:cubicBezTo>
                  <a:pt x="11764" y="9105"/>
                  <a:pt x="11825" y="9318"/>
                  <a:pt x="11916" y="9561"/>
                </a:cubicBezTo>
                <a:cubicBezTo>
                  <a:pt x="10913" y="9956"/>
                  <a:pt x="9575" y="9409"/>
                  <a:pt x="8755" y="10838"/>
                </a:cubicBezTo>
                <a:cubicBezTo>
                  <a:pt x="9032" y="10890"/>
                  <a:pt x="9300" y="10908"/>
                  <a:pt x="9561" y="10908"/>
                </a:cubicBezTo>
                <a:cubicBezTo>
                  <a:pt x="10071" y="10908"/>
                  <a:pt x="10554" y="10842"/>
                  <a:pt x="11027" y="10842"/>
                </a:cubicBezTo>
                <a:cubicBezTo>
                  <a:pt x="11295" y="10842"/>
                  <a:pt x="11560" y="10863"/>
                  <a:pt x="11825" y="10929"/>
                </a:cubicBezTo>
                <a:cubicBezTo>
                  <a:pt x="11977" y="10990"/>
                  <a:pt x="12129" y="10899"/>
                  <a:pt x="12159" y="11142"/>
                </a:cubicBezTo>
                <a:cubicBezTo>
                  <a:pt x="12159" y="11385"/>
                  <a:pt x="12098" y="11598"/>
                  <a:pt x="11855" y="11658"/>
                </a:cubicBezTo>
                <a:cubicBezTo>
                  <a:pt x="11551" y="11719"/>
                  <a:pt x="11278" y="11780"/>
                  <a:pt x="10974" y="11810"/>
                </a:cubicBezTo>
                <a:cubicBezTo>
                  <a:pt x="10062" y="11932"/>
                  <a:pt x="9271" y="12236"/>
                  <a:pt x="8967" y="13421"/>
                </a:cubicBezTo>
                <a:cubicBezTo>
                  <a:pt x="9211" y="13573"/>
                  <a:pt x="9393" y="13756"/>
                  <a:pt x="9545" y="14029"/>
                </a:cubicBezTo>
                <a:cubicBezTo>
                  <a:pt x="9241" y="14212"/>
                  <a:pt x="8967" y="14272"/>
                  <a:pt x="8663" y="14333"/>
                </a:cubicBezTo>
                <a:cubicBezTo>
                  <a:pt x="7812" y="14485"/>
                  <a:pt x="7448" y="15002"/>
                  <a:pt x="7630" y="15914"/>
                </a:cubicBezTo>
                <a:cubicBezTo>
                  <a:pt x="7356" y="16005"/>
                  <a:pt x="7053" y="16127"/>
                  <a:pt x="6779" y="16248"/>
                </a:cubicBezTo>
                <a:cubicBezTo>
                  <a:pt x="5654" y="16765"/>
                  <a:pt x="4378" y="16643"/>
                  <a:pt x="3223" y="17038"/>
                </a:cubicBezTo>
                <a:cubicBezTo>
                  <a:pt x="2704" y="17240"/>
                  <a:pt x="2267" y="17742"/>
                  <a:pt x="1731" y="17742"/>
                </a:cubicBezTo>
                <a:cubicBezTo>
                  <a:pt x="1702" y="17742"/>
                  <a:pt x="1672" y="17741"/>
                  <a:pt x="1642" y="17738"/>
                </a:cubicBezTo>
                <a:cubicBezTo>
                  <a:pt x="1566" y="17724"/>
                  <a:pt x="1494" y="17718"/>
                  <a:pt x="1425" y="17718"/>
                </a:cubicBezTo>
                <a:cubicBezTo>
                  <a:pt x="1026" y="17718"/>
                  <a:pt x="733" y="17925"/>
                  <a:pt x="396" y="18133"/>
                </a:cubicBezTo>
                <a:cubicBezTo>
                  <a:pt x="31" y="18345"/>
                  <a:pt x="1" y="18589"/>
                  <a:pt x="183" y="18923"/>
                </a:cubicBezTo>
                <a:cubicBezTo>
                  <a:pt x="1285" y="18923"/>
                  <a:pt x="2356" y="18395"/>
                  <a:pt x="3464" y="18395"/>
                </a:cubicBezTo>
                <a:cubicBezTo>
                  <a:pt x="3883" y="18395"/>
                  <a:pt x="4308" y="18471"/>
                  <a:pt x="4742" y="18680"/>
                </a:cubicBezTo>
                <a:cubicBezTo>
                  <a:pt x="4628" y="18909"/>
                  <a:pt x="4540" y="19138"/>
                  <a:pt x="4352" y="19138"/>
                </a:cubicBezTo>
                <a:cubicBezTo>
                  <a:pt x="4341" y="19138"/>
                  <a:pt x="4329" y="19138"/>
                  <a:pt x="4317" y="19136"/>
                </a:cubicBezTo>
                <a:cubicBezTo>
                  <a:pt x="4248" y="19125"/>
                  <a:pt x="4181" y="19120"/>
                  <a:pt x="4114" y="19120"/>
                </a:cubicBezTo>
                <a:cubicBezTo>
                  <a:pt x="3616" y="19120"/>
                  <a:pt x="3154" y="19386"/>
                  <a:pt x="2645" y="19440"/>
                </a:cubicBezTo>
                <a:cubicBezTo>
                  <a:pt x="2128" y="19501"/>
                  <a:pt x="1642" y="20291"/>
                  <a:pt x="1764" y="20838"/>
                </a:cubicBezTo>
                <a:cubicBezTo>
                  <a:pt x="3439" y="20350"/>
                  <a:pt x="5113" y="20055"/>
                  <a:pt x="6860" y="20055"/>
                </a:cubicBezTo>
                <a:cubicBezTo>
                  <a:pt x="7618" y="20055"/>
                  <a:pt x="8389" y="20110"/>
                  <a:pt x="9180" y="20230"/>
                </a:cubicBezTo>
                <a:cubicBezTo>
                  <a:pt x="8907" y="20443"/>
                  <a:pt x="8755" y="20564"/>
                  <a:pt x="8633" y="20656"/>
                </a:cubicBezTo>
                <a:cubicBezTo>
                  <a:pt x="8694" y="20868"/>
                  <a:pt x="8937" y="20808"/>
                  <a:pt x="8937" y="21081"/>
                </a:cubicBezTo>
                <a:cubicBezTo>
                  <a:pt x="8857" y="21210"/>
                  <a:pt x="8751" y="21245"/>
                  <a:pt x="8637" y="21245"/>
                </a:cubicBezTo>
                <a:cubicBezTo>
                  <a:pt x="8536" y="21245"/>
                  <a:pt x="8429" y="21217"/>
                  <a:pt x="8329" y="21203"/>
                </a:cubicBezTo>
                <a:cubicBezTo>
                  <a:pt x="8451" y="21051"/>
                  <a:pt x="8572" y="20929"/>
                  <a:pt x="8481" y="20777"/>
                </a:cubicBezTo>
                <a:lnTo>
                  <a:pt x="8481" y="20777"/>
                </a:lnTo>
                <a:cubicBezTo>
                  <a:pt x="8188" y="20830"/>
                  <a:pt x="7901" y="20855"/>
                  <a:pt x="7619" y="20855"/>
                </a:cubicBezTo>
                <a:cubicBezTo>
                  <a:pt x="7259" y="20855"/>
                  <a:pt x="6908" y="20815"/>
                  <a:pt x="6566" y="20747"/>
                </a:cubicBezTo>
                <a:cubicBezTo>
                  <a:pt x="6313" y="20705"/>
                  <a:pt x="6054" y="20643"/>
                  <a:pt x="5806" y="20643"/>
                </a:cubicBezTo>
                <a:cubicBezTo>
                  <a:pt x="5517" y="20643"/>
                  <a:pt x="5245" y="20726"/>
                  <a:pt x="5016" y="21020"/>
                </a:cubicBezTo>
                <a:cubicBezTo>
                  <a:pt x="5077" y="21324"/>
                  <a:pt x="5381" y="21111"/>
                  <a:pt x="5442" y="21415"/>
                </a:cubicBezTo>
                <a:cubicBezTo>
                  <a:pt x="5399" y="21409"/>
                  <a:pt x="5358" y="21407"/>
                  <a:pt x="5318" y="21407"/>
                </a:cubicBezTo>
                <a:cubicBezTo>
                  <a:pt x="4949" y="21407"/>
                  <a:pt x="4637" y="21634"/>
                  <a:pt x="4226" y="21689"/>
                </a:cubicBezTo>
                <a:cubicBezTo>
                  <a:pt x="4226" y="21780"/>
                  <a:pt x="4195" y="21963"/>
                  <a:pt x="4256" y="22054"/>
                </a:cubicBezTo>
                <a:cubicBezTo>
                  <a:pt x="4550" y="22641"/>
                  <a:pt x="5335" y="23181"/>
                  <a:pt x="5995" y="23181"/>
                </a:cubicBezTo>
                <a:cubicBezTo>
                  <a:pt x="6087" y="23181"/>
                  <a:pt x="6177" y="23170"/>
                  <a:pt x="6262" y="23148"/>
                </a:cubicBezTo>
                <a:cubicBezTo>
                  <a:pt x="6374" y="23115"/>
                  <a:pt x="6473" y="23099"/>
                  <a:pt x="6559" y="23099"/>
                </a:cubicBezTo>
                <a:cubicBezTo>
                  <a:pt x="6870" y="23099"/>
                  <a:pt x="7009" y="23307"/>
                  <a:pt x="6961" y="23665"/>
                </a:cubicBezTo>
                <a:cubicBezTo>
                  <a:pt x="6201" y="23847"/>
                  <a:pt x="5442" y="24029"/>
                  <a:pt x="4682" y="24242"/>
                </a:cubicBezTo>
                <a:cubicBezTo>
                  <a:pt x="2949" y="24759"/>
                  <a:pt x="2888" y="24789"/>
                  <a:pt x="2736" y="25245"/>
                </a:cubicBezTo>
                <a:cubicBezTo>
                  <a:pt x="2813" y="25236"/>
                  <a:pt x="2888" y="25232"/>
                  <a:pt x="2961" y="25232"/>
                </a:cubicBezTo>
                <a:cubicBezTo>
                  <a:pt x="4144" y="25232"/>
                  <a:pt x="4964" y="26325"/>
                  <a:pt x="6080" y="26583"/>
                </a:cubicBezTo>
                <a:cubicBezTo>
                  <a:pt x="5820" y="26821"/>
                  <a:pt x="5544" y="26951"/>
                  <a:pt x="5275" y="26951"/>
                </a:cubicBezTo>
                <a:cubicBezTo>
                  <a:pt x="5167" y="26951"/>
                  <a:pt x="5060" y="26930"/>
                  <a:pt x="4955" y="26887"/>
                </a:cubicBezTo>
                <a:cubicBezTo>
                  <a:pt x="4722" y="26799"/>
                  <a:pt x="4522" y="26752"/>
                  <a:pt x="4345" y="26752"/>
                </a:cubicBezTo>
                <a:cubicBezTo>
                  <a:pt x="3783" y="26752"/>
                  <a:pt x="3449" y="27228"/>
                  <a:pt x="3010" y="28406"/>
                </a:cubicBezTo>
                <a:cubicBezTo>
                  <a:pt x="3421" y="28589"/>
                  <a:pt x="3843" y="28640"/>
                  <a:pt x="4269" y="28640"/>
                </a:cubicBezTo>
                <a:cubicBezTo>
                  <a:pt x="4805" y="28640"/>
                  <a:pt x="5346" y="28559"/>
                  <a:pt x="5879" y="28559"/>
                </a:cubicBezTo>
                <a:cubicBezTo>
                  <a:pt x="6330" y="28559"/>
                  <a:pt x="6775" y="28617"/>
                  <a:pt x="7204" y="28832"/>
                </a:cubicBezTo>
                <a:cubicBezTo>
                  <a:pt x="6718" y="29014"/>
                  <a:pt x="6232" y="29227"/>
                  <a:pt x="5715" y="29288"/>
                </a:cubicBezTo>
                <a:cubicBezTo>
                  <a:pt x="5138" y="29379"/>
                  <a:pt x="4530" y="29409"/>
                  <a:pt x="4013" y="29774"/>
                </a:cubicBezTo>
                <a:cubicBezTo>
                  <a:pt x="3679" y="29957"/>
                  <a:pt x="3405" y="30291"/>
                  <a:pt x="2888" y="30291"/>
                </a:cubicBezTo>
                <a:cubicBezTo>
                  <a:pt x="3223" y="30565"/>
                  <a:pt x="3192" y="31020"/>
                  <a:pt x="3527" y="31051"/>
                </a:cubicBezTo>
                <a:cubicBezTo>
                  <a:pt x="4414" y="31103"/>
                  <a:pt x="5302" y="31379"/>
                  <a:pt x="6208" y="31379"/>
                </a:cubicBezTo>
                <a:cubicBezTo>
                  <a:pt x="6358" y="31379"/>
                  <a:pt x="6507" y="31372"/>
                  <a:pt x="6657" y="31355"/>
                </a:cubicBezTo>
                <a:cubicBezTo>
                  <a:pt x="6685" y="31351"/>
                  <a:pt x="6711" y="31350"/>
                  <a:pt x="6738" y="31350"/>
                </a:cubicBezTo>
                <a:cubicBezTo>
                  <a:pt x="7124" y="31350"/>
                  <a:pt x="7439" y="31687"/>
                  <a:pt x="7832" y="31687"/>
                </a:cubicBezTo>
                <a:cubicBezTo>
                  <a:pt x="7894" y="31687"/>
                  <a:pt x="7958" y="31678"/>
                  <a:pt x="8025" y="31659"/>
                </a:cubicBezTo>
                <a:lnTo>
                  <a:pt x="8025" y="31659"/>
                </a:lnTo>
                <a:cubicBezTo>
                  <a:pt x="7417" y="31902"/>
                  <a:pt x="6840" y="32297"/>
                  <a:pt x="6232" y="32297"/>
                </a:cubicBezTo>
                <a:cubicBezTo>
                  <a:pt x="5411" y="32327"/>
                  <a:pt x="4773" y="32601"/>
                  <a:pt x="4317" y="33391"/>
                </a:cubicBezTo>
                <a:cubicBezTo>
                  <a:pt x="4226" y="33543"/>
                  <a:pt x="4043" y="33665"/>
                  <a:pt x="4135" y="33908"/>
                </a:cubicBezTo>
                <a:cubicBezTo>
                  <a:pt x="4195" y="34151"/>
                  <a:pt x="4408" y="34090"/>
                  <a:pt x="4590" y="34121"/>
                </a:cubicBezTo>
                <a:cubicBezTo>
                  <a:pt x="4639" y="34131"/>
                  <a:pt x="4687" y="34136"/>
                  <a:pt x="4735" y="34136"/>
                </a:cubicBezTo>
                <a:cubicBezTo>
                  <a:pt x="5021" y="34136"/>
                  <a:pt x="5295" y="33978"/>
                  <a:pt x="5578" y="33978"/>
                </a:cubicBezTo>
                <a:cubicBezTo>
                  <a:pt x="5663" y="33978"/>
                  <a:pt x="5749" y="33992"/>
                  <a:pt x="5837" y="34030"/>
                </a:cubicBezTo>
                <a:cubicBezTo>
                  <a:pt x="5624" y="34273"/>
                  <a:pt x="5320" y="34182"/>
                  <a:pt x="5046" y="34394"/>
                </a:cubicBezTo>
                <a:cubicBezTo>
                  <a:pt x="5160" y="34768"/>
                  <a:pt x="5352" y="34855"/>
                  <a:pt x="5562" y="34855"/>
                </a:cubicBezTo>
                <a:cubicBezTo>
                  <a:pt x="5745" y="34855"/>
                  <a:pt x="5941" y="34789"/>
                  <a:pt x="6110" y="34789"/>
                </a:cubicBezTo>
                <a:cubicBezTo>
                  <a:pt x="6663" y="34789"/>
                  <a:pt x="7132" y="34484"/>
                  <a:pt x="7703" y="34484"/>
                </a:cubicBezTo>
                <a:cubicBezTo>
                  <a:pt x="7729" y="34484"/>
                  <a:pt x="7756" y="34484"/>
                  <a:pt x="7782" y="34486"/>
                </a:cubicBezTo>
                <a:cubicBezTo>
                  <a:pt x="8122" y="34486"/>
                  <a:pt x="8478" y="34590"/>
                  <a:pt x="8838" y="34590"/>
                </a:cubicBezTo>
                <a:cubicBezTo>
                  <a:pt x="8992" y="34590"/>
                  <a:pt x="9147" y="34571"/>
                  <a:pt x="9302" y="34516"/>
                </a:cubicBezTo>
                <a:cubicBezTo>
                  <a:pt x="9543" y="34420"/>
                  <a:pt x="9665" y="34383"/>
                  <a:pt x="9794" y="34383"/>
                </a:cubicBezTo>
                <a:cubicBezTo>
                  <a:pt x="9909" y="34383"/>
                  <a:pt x="10029" y="34412"/>
                  <a:pt x="10244" y="34455"/>
                </a:cubicBezTo>
                <a:cubicBezTo>
                  <a:pt x="9053" y="35051"/>
                  <a:pt x="7830" y="35242"/>
                  <a:pt x="6587" y="35242"/>
                </a:cubicBezTo>
                <a:cubicBezTo>
                  <a:pt x="5419" y="35242"/>
                  <a:pt x="4233" y="35073"/>
                  <a:pt x="3040" y="34911"/>
                </a:cubicBezTo>
                <a:lnTo>
                  <a:pt x="3040" y="34911"/>
                </a:lnTo>
                <a:cubicBezTo>
                  <a:pt x="3131" y="35762"/>
                  <a:pt x="3983" y="36279"/>
                  <a:pt x="5046" y="36279"/>
                </a:cubicBezTo>
                <a:cubicBezTo>
                  <a:pt x="5074" y="36854"/>
                  <a:pt x="4829" y="37109"/>
                  <a:pt x="4358" y="37109"/>
                </a:cubicBezTo>
                <a:cubicBezTo>
                  <a:pt x="4306" y="37109"/>
                  <a:pt x="4252" y="37106"/>
                  <a:pt x="4195" y="37100"/>
                </a:cubicBezTo>
                <a:cubicBezTo>
                  <a:pt x="3859" y="37052"/>
                  <a:pt x="3506" y="36928"/>
                  <a:pt x="3167" y="36928"/>
                </a:cubicBezTo>
                <a:cubicBezTo>
                  <a:pt x="2863" y="36928"/>
                  <a:pt x="2570" y="37028"/>
                  <a:pt x="2311" y="37373"/>
                </a:cubicBezTo>
                <a:cubicBezTo>
                  <a:pt x="2676" y="37981"/>
                  <a:pt x="2432" y="37859"/>
                  <a:pt x="3709" y="38163"/>
                </a:cubicBezTo>
                <a:cubicBezTo>
                  <a:pt x="4600" y="38398"/>
                  <a:pt x="5509" y="38668"/>
                  <a:pt x="6449" y="38668"/>
                </a:cubicBezTo>
                <a:cubicBezTo>
                  <a:pt x="6729" y="38668"/>
                  <a:pt x="7011" y="38645"/>
                  <a:pt x="7296" y="38589"/>
                </a:cubicBezTo>
                <a:cubicBezTo>
                  <a:pt x="7678" y="38499"/>
                  <a:pt x="8077" y="38392"/>
                  <a:pt x="8481" y="38392"/>
                </a:cubicBezTo>
                <a:cubicBezTo>
                  <a:pt x="8622" y="38392"/>
                  <a:pt x="8765" y="38405"/>
                  <a:pt x="8907" y="38437"/>
                </a:cubicBezTo>
                <a:cubicBezTo>
                  <a:pt x="9120" y="38484"/>
                  <a:pt x="9333" y="38587"/>
                  <a:pt x="9546" y="38587"/>
                </a:cubicBezTo>
                <a:cubicBezTo>
                  <a:pt x="9606" y="38587"/>
                  <a:pt x="9667" y="38579"/>
                  <a:pt x="9727" y="38559"/>
                </a:cubicBezTo>
                <a:cubicBezTo>
                  <a:pt x="11004" y="38103"/>
                  <a:pt x="12341" y="38011"/>
                  <a:pt x="13648" y="37920"/>
                </a:cubicBezTo>
                <a:cubicBezTo>
                  <a:pt x="15047" y="37799"/>
                  <a:pt x="16445" y="37525"/>
                  <a:pt x="17843" y="37495"/>
                </a:cubicBezTo>
                <a:cubicBezTo>
                  <a:pt x="20214" y="37464"/>
                  <a:pt x="22554" y="37039"/>
                  <a:pt x="24895" y="37039"/>
                </a:cubicBezTo>
                <a:cubicBezTo>
                  <a:pt x="26384" y="37008"/>
                  <a:pt x="27843" y="36978"/>
                  <a:pt x="29333" y="36948"/>
                </a:cubicBezTo>
                <a:cubicBezTo>
                  <a:pt x="29819" y="36948"/>
                  <a:pt x="30305" y="37163"/>
                  <a:pt x="30817" y="37163"/>
                </a:cubicBezTo>
                <a:cubicBezTo>
                  <a:pt x="30849" y="37163"/>
                  <a:pt x="30881" y="37162"/>
                  <a:pt x="30913" y="37160"/>
                </a:cubicBezTo>
                <a:cubicBezTo>
                  <a:pt x="31429" y="37117"/>
                  <a:pt x="31960" y="37074"/>
                  <a:pt x="32485" y="37074"/>
                </a:cubicBezTo>
                <a:cubicBezTo>
                  <a:pt x="32702" y="37074"/>
                  <a:pt x="32918" y="37082"/>
                  <a:pt x="33132" y="37100"/>
                </a:cubicBezTo>
                <a:cubicBezTo>
                  <a:pt x="34074" y="37160"/>
                  <a:pt x="35047" y="37404"/>
                  <a:pt x="35959" y="37404"/>
                </a:cubicBezTo>
                <a:cubicBezTo>
                  <a:pt x="36052" y="37402"/>
                  <a:pt x="36145" y="37402"/>
                  <a:pt x="36238" y="37402"/>
                </a:cubicBezTo>
                <a:cubicBezTo>
                  <a:pt x="38483" y="37402"/>
                  <a:pt x="40702" y="37743"/>
                  <a:pt x="42950" y="37859"/>
                </a:cubicBezTo>
                <a:cubicBezTo>
                  <a:pt x="44105" y="37920"/>
                  <a:pt x="45230" y="37829"/>
                  <a:pt x="46354" y="38042"/>
                </a:cubicBezTo>
                <a:cubicBezTo>
                  <a:pt x="48603" y="38437"/>
                  <a:pt x="50883" y="38498"/>
                  <a:pt x="53132" y="38559"/>
                </a:cubicBezTo>
                <a:cubicBezTo>
                  <a:pt x="53832" y="38559"/>
                  <a:pt x="54531" y="38467"/>
                  <a:pt x="54895" y="37677"/>
                </a:cubicBezTo>
                <a:cubicBezTo>
                  <a:pt x="54804" y="37282"/>
                  <a:pt x="54409" y="37647"/>
                  <a:pt x="54318" y="37221"/>
                </a:cubicBezTo>
                <a:cubicBezTo>
                  <a:pt x="54679" y="37221"/>
                  <a:pt x="55052" y="37162"/>
                  <a:pt x="55414" y="37162"/>
                </a:cubicBezTo>
                <a:cubicBezTo>
                  <a:pt x="55631" y="37162"/>
                  <a:pt x="55845" y="37183"/>
                  <a:pt x="56050" y="37252"/>
                </a:cubicBezTo>
                <a:cubicBezTo>
                  <a:pt x="56717" y="37474"/>
                  <a:pt x="57390" y="37544"/>
                  <a:pt x="58064" y="37544"/>
                </a:cubicBezTo>
                <a:cubicBezTo>
                  <a:pt x="58773" y="37544"/>
                  <a:pt x="59483" y="37466"/>
                  <a:pt x="60184" y="37404"/>
                </a:cubicBezTo>
                <a:cubicBezTo>
                  <a:pt x="60610" y="37373"/>
                  <a:pt x="60610" y="36948"/>
                  <a:pt x="60701" y="36644"/>
                </a:cubicBezTo>
                <a:cubicBezTo>
                  <a:pt x="60792" y="36340"/>
                  <a:pt x="60640" y="36188"/>
                  <a:pt x="60397" y="36005"/>
                </a:cubicBezTo>
                <a:cubicBezTo>
                  <a:pt x="59880" y="35701"/>
                  <a:pt x="59333" y="35549"/>
                  <a:pt x="58786" y="35306"/>
                </a:cubicBezTo>
                <a:cubicBezTo>
                  <a:pt x="58878" y="35121"/>
                  <a:pt x="59016" y="35094"/>
                  <a:pt x="59157" y="35094"/>
                </a:cubicBezTo>
                <a:cubicBezTo>
                  <a:pt x="59217" y="35094"/>
                  <a:pt x="59278" y="35099"/>
                  <a:pt x="59336" y="35099"/>
                </a:cubicBezTo>
                <a:cubicBezTo>
                  <a:pt x="59366" y="35099"/>
                  <a:pt x="59396" y="35098"/>
                  <a:pt x="59424" y="35093"/>
                </a:cubicBezTo>
                <a:cubicBezTo>
                  <a:pt x="59789" y="35033"/>
                  <a:pt x="60154" y="34850"/>
                  <a:pt x="60215" y="34394"/>
                </a:cubicBezTo>
                <a:cubicBezTo>
                  <a:pt x="60397" y="32935"/>
                  <a:pt x="60883" y="31598"/>
                  <a:pt x="61339" y="30261"/>
                </a:cubicBezTo>
                <a:cubicBezTo>
                  <a:pt x="62737" y="26248"/>
                  <a:pt x="64105" y="22267"/>
                  <a:pt x="65230" y="18163"/>
                </a:cubicBezTo>
                <a:cubicBezTo>
                  <a:pt x="65716" y="16339"/>
                  <a:pt x="65412" y="15792"/>
                  <a:pt x="63923" y="15458"/>
                </a:cubicBezTo>
                <a:cubicBezTo>
                  <a:pt x="63801" y="15428"/>
                  <a:pt x="63680" y="15428"/>
                  <a:pt x="63558" y="15428"/>
                </a:cubicBezTo>
                <a:cubicBezTo>
                  <a:pt x="61795" y="15154"/>
                  <a:pt x="60002" y="14880"/>
                  <a:pt x="58239" y="14576"/>
                </a:cubicBezTo>
                <a:cubicBezTo>
                  <a:pt x="57433" y="14425"/>
                  <a:pt x="56753" y="13607"/>
                  <a:pt x="55886" y="13607"/>
                </a:cubicBezTo>
                <a:cubicBezTo>
                  <a:pt x="55707" y="13607"/>
                  <a:pt x="55519" y="13642"/>
                  <a:pt x="55321" y="13725"/>
                </a:cubicBezTo>
                <a:cubicBezTo>
                  <a:pt x="55321" y="13725"/>
                  <a:pt x="55260" y="13665"/>
                  <a:pt x="55230" y="13634"/>
                </a:cubicBezTo>
                <a:cubicBezTo>
                  <a:pt x="55260" y="13330"/>
                  <a:pt x="55503" y="13148"/>
                  <a:pt x="55594" y="12874"/>
                </a:cubicBezTo>
                <a:cubicBezTo>
                  <a:pt x="55777" y="12449"/>
                  <a:pt x="55503" y="11810"/>
                  <a:pt x="55108" y="11810"/>
                </a:cubicBezTo>
                <a:cubicBezTo>
                  <a:pt x="55081" y="11811"/>
                  <a:pt x="55054" y="11812"/>
                  <a:pt x="55027" y="11812"/>
                </a:cubicBezTo>
                <a:cubicBezTo>
                  <a:pt x="54272" y="11812"/>
                  <a:pt x="53620" y="11413"/>
                  <a:pt x="52798" y="11354"/>
                </a:cubicBezTo>
                <a:cubicBezTo>
                  <a:pt x="52965" y="11259"/>
                  <a:pt x="53039" y="11144"/>
                  <a:pt x="53151" y="11144"/>
                </a:cubicBezTo>
                <a:cubicBezTo>
                  <a:pt x="53182" y="11144"/>
                  <a:pt x="53215" y="11153"/>
                  <a:pt x="53254" y="11172"/>
                </a:cubicBezTo>
                <a:cubicBezTo>
                  <a:pt x="53680" y="11415"/>
                  <a:pt x="54135" y="11324"/>
                  <a:pt x="54561" y="11476"/>
                </a:cubicBezTo>
                <a:cubicBezTo>
                  <a:pt x="54677" y="11511"/>
                  <a:pt x="54766" y="11527"/>
                  <a:pt x="54834" y="11527"/>
                </a:cubicBezTo>
                <a:cubicBezTo>
                  <a:pt x="55122" y="11527"/>
                  <a:pt x="55018" y="11237"/>
                  <a:pt x="54895" y="10868"/>
                </a:cubicBezTo>
                <a:lnTo>
                  <a:pt x="54895" y="10868"/>
                </a:lnTo>
                <a:cubicBezTo>
                  <a:pt x="54924" y="10872"/>
                  <a:pt x="54951" y="10873"/>
                  <a:pt x="54978" y="10873"/>
                </a:cubicBezTo>
                <a:cubicBezTo>
                  <a:pt x="55407" y="10873"/>
                  <a:pt x="55616" y="10436"/>
                  <a:pt x="55959" y="10321"/>
                </a:cubicBezTo>
                <a:cubicBezTo>
                  <a:pt x="55898" y="10078"/>
                  <a:pt x="55959" y="9835"/>
                  <a:pt x="55746" y="9744"/>
                </a:cubicBezTo>
                <a:cubicBezTo>
                  <a:pt x="55260" y="9531"/>
                  <a:pt x="54743" y="9227"/>
                  <a:pt x="54287" y="9227"/>
                </a:cubicBezTo>
                <a:cubicBezTo>
                  <a:pt x="53299" y="9227"/>
                  <a:pt x="52336" y="8880"/>
                  <a:pt x="51352" y="8880"/>
                </a:cubicBezTo>
                <a:cubicBezTo>
                  <a:pt x="51247" y="8880"/>
                  <a:pt x="51141" y="8884"/>
                  <a:pt x="51035" y="8892"/>
                </a:cubicBezTo>
                <a:cubicBezTo>
                  <a:pt x="50984" y="8899"/>
                  <a:pt x="50935" y="8902"/>
                  <a:pt x="50888" y="8902"/>
                </a:cubicBezTo>
                <a:cubicBezTo>
                  <a:pt x="50479" y="8902"/>
                  <a:pt x="50176" y="8678"/>
                  <a:pt x="49850" y="8406"/>
                </a:cubicBezTo>
                <a:cubicBezTo>
                  <a:pt x="49992" y="8371"/>
                  <a:pt x="50103" y="8356"/>
                  <a:pt x="50208" y="8356"/>
                </a:cubicBezTo>
                <a:cubicBezTo>
                  <a:pt x="50281" y="8356"/>
                  <a:pt x="50352" y="8363"/>
                  <a:pt x="50427" y="8376"/>
                </a:cubicBezTo>
                <a:cubicBezTo>
                  <a:pt x="50755" y="8445"/>
                  <a:pt x="51073" y="8543"/>
                  <a:pt x="51386" y="8543"/>
                </a:cubicBezTo>
                <a:cubicBezTo>
                  <a:pt x="51626" y="8543"/>
                  <a:pt x="51862" y="8486"/>
                  <a:pt x="52099" y="8315"/>
                </a:cubicBezTo>
                <a:cubicBezTo>
                  <a:pt x="52707" y="7920"/>
                  <a:pt x="53467" y="8163"/>
                  <a:pt x="54105" y="7707"/>
                </a:cubicBezTo>
                <a:cubicBezTo>
                  <a:pt x="54409" y="7494"/>
                  <a:pt x="54835" y="7585"/>
                  <a:pt x="55230" y="7494"/>
                </a:cubicBezTo>
                <a:cubicBezTo>
                  <a:pt x="55564" y="7433"/>
                  <a:pt x="55898" y="7221"/>
                  <a:pt x="55929" y="6795"/>
                </a:cubicBezTo>
                <a:cubicBezTo>
                  <a:pt x="55959" y="6339"/>
                  <a:pt x="55564" y="6339"/>
                  <a:pt x="55290" y="6278"/>
                </a:cubicBezTo>
                <a:cubicBezTo>
                  <a:pt x="55139" y="6248"/>
                  <a:pt x="55017" y="6157"/>
                  <a:pt x="54987" y="6005"/>
                </a:cubicBezTo>
                <a:cubicBezTo>
                  <a:pt x="55309" y="5606"/>
                  <a:pt x="55561" y="5433"/>
                  <a:pt x="55897" y="5433"/>
                </a:cubicBezTo>
                <a:cubicBezTo>
                  <a:pt x="56099" y="5433"/>
                  <a:pt x="56331" y="5496"/>
                  <a:pt x="56628" y="5610"/>
                </a:cubicBezTo>
                <a:cubicBezTo>
                  <a:pt x="56782" y="5661"/>
                  <a:pt x="56932" y="5718"/>
                  <a:pt x="57059" y="5718"/>
                </a:cubicBezTo>
                <a:cubicBezTo>
                  <a:pt x="57232" y="5718"/>
                  <a:pt x="57366" y="5613"/>
                  <a:pt x="57418" y="5245"/>
                </a:cubicBezTo>
                <a:cubicBezTo>
                  <a:pt x="56689" y="4941"/>
                  <a:pt x="56050" y="4515"/>
                  <a:pt x="55442" y="3999"/>
                </a:cubicBezTo>
                <a:cubicBezTo>
                  <a:pt x="55716" y="3816"/>
                  <a:pt x="55959" y="3634"/>
                  <a:pt x="56202" y="3482"/>
                </a:cubicBezTo>
                <a:cubicBezTo>
                  <a:pt x="56446" y="3330"/>
                  <a:pt x="56810" y="3239"/>
                  <a:pt x="56780" y="2874"/>
                </a:cubicBezTo>
                <a:cubicBezTo>
                  <a:pt x="56780" y="2479"/>
                  <a:pt x="56415" y="2388"/>
                  <a:pt x="56142" y="2236"/>
                </a:cubicBezTo>
                <a:cubicBezTo>
                  <a:pt x="55047" y="1628"/>
                  <a:pt x="53832" y="1476"/>
                  <a:pt x="52646" y="1476"/>
                </a:cubicBezTo>
                <a:cubicBezTo>
                  <a:pt x="50488" y="1446"/>
                  <a:pt x="48330" y="1050"/>
                  <a:pt x="46141" y="990"/>
                </a:cubicBezTo>
                <a:cubicBezTo>
                  <a:pt x="45230" y="929"/>
                  <a:pt x="44348" y="898"/>
                  <a:pt x="43436" y="838"/>
                </a:cubicBezTo>
                <a:cubicBezTo>
                  <a:pt x="41430" y="746"/>
                  <a:pt x="39454" y="564"/>
                  <a:pt x="37479" y="442"/>
                </a:cubicBezTo>
                <a:cubicBezTo>
                  <a:pt x="36263" y="382"/>
                  <a:pt x="35077" y="442"/>
                  <a:pt x="33862" y="351"/>
                </a:cubicBezTo>
                <a:cubicBezTo>
                  <a:pt x="31947" y="199"/>
                  <a:pt x="30032" y="108"/>
                  <a:pt x="28117" y="47"/>
                </a:cubicBezTo>
                <a:cubicBezTo>
                  <a:pt x="28060" y="45"/>
                  <a:pt x="28003" y="44"/>
                  <a:pt x="27947" y="44"/>
                </a:cubicBezTo>
                <a:cubicBezTo>
                  <a:pt x="27383" y="44"/>
                  <a:pt x="26833" y="151"/>
                  <a:pt x="26254" y="151"/>
                </a:cubicBezTo>
                <a:cubicBezTo>
                  <a:pt x="26147" y="151"/>
                  <a:pt x="26038" y="147"/>
                  <a:pt x="25928" y="139"/>
                </a:cubicBezTo>
                <a:cubicBezTo>
                  <a:pt x="25377" y="85"/>
                  <a:pt x="24814" y="0"/>
                  <a:pt x="242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" name="Google Shape;203;p3"/>
          <p:cNvGrpSpPr/>
          <p:nvPr/>
        </p:nvGrpSpPr>
        <p:grpSpPr>
          <a:xfrm rot="-945866">
            <a:off x="-1105336" y="-20512"/>
            <a:ext cx="3222367" cy="1467416"/>
            <a:chOff x="3427375" y="613525"/>
            <a:chExt cx="1481825" cy="674800"/>
          </a:xfrm>
        </p:grpSpPr>
        <p:sp>
          <p:nvSpPr>
            <p:cNvPr id="204" name="Google Shape;204;p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" name="Google Shape;384;p3"/>
          <p:cNvSpPr/>
          <p:nvPr/>
        </p:nvSpPr>
        <p:spPr>
          <a:xfrm rot="-4986706">
            <a:off x="-41860" y="-791529"/>
            <a:ext cx="2205655" cy="2602632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" name="Google Shape;385;p3"/>
          <p:cNvSpPr/>
          <p:nvPr/>
        </p:nvSpPr>
        <p:spPr>
          <a:xfrm rot="3769222">
            <a:off x="7393160" y="1754314"/>
            <a:ext cx="3278720" cy="3203597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6" name="Google Shape;386;p3"/>
          <p:cNvGrpSpPr/>
          <p:nvPr/>
        </p:nvGrpSpPr>
        <p:grpSpPr>
          <a:xfrm rot="2208857">
            <a:off x="-2327949" y="3855106"/>
            <a:ext cx="3786272" cy="1724209"/>
            <a:chOff x="3427375" y="613525"/>
            <a:chExt cx="1481825" cy="674800"/>
          </a:xfrm>
        </p:grpSpPr>
        <p:sp>
          <p:nvSpPr>
            <p:cNvPr id="387" name="Google Shape;387;p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p4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sp>
        <p:nvSpPr>
          <p:cNvPr id="569" name="Google Shape;569;p4"/>
          <p:cNvSpPr txBox="1"/>
          <p:nvPr>
            <p:ph idx="1" type="body"/>
          </p:nvPr>
        </p:nvSpPr>
        <p:spPr>
          <a:xfrm>
            <a:off x="713250" y="1297400"/>
            <a:ext cx="7717500" cy="312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7A7A7"/>
              </a:buClr>
              <a:buSzPts val="1400"/>
              <a:buAutoNum type="arabicPeriod"/>
              <a:defRPr sz="12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AutoNum type="alphaLcPeriod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AutoNum type="romanLcPeriod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AutoNum type="arabicPeriod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AutoNum type="alphaLcPeriod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AutoNum type="romanLcPeriod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AutoNum type="arabicPeriod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AutoNum type="alphaLcPeriod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Roboto Condensed Light"/>
              <a:buAutoNum type="romanLcPeriod"/>
              <a:defRPr/>
            </a:lvl9pPr>
          </a:lstStyle>
          <a:p/>
        </p:txBody>
      </p:sp>
      <p:sp>
        <p:nvSpPr>
          <p:cNvPr id="570" name="Google Shape;570;p4"/>
          <p:cNvSpPr/>
          <p:nvPr/>
        </p:nvSpPr>
        <p:spPr>
          <a:xfrm>
            <a:off x="-360675" y="-1208000"/>
            <a:ext cx="1589546" cy="2382066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" name="Google Shape;571;p4"/>
          <p:cNvGrpSpPr/>
          <p:nvPr/>
        </p:nvGrpSpPr>
        <p:grpSpPr>
          <a:xfrm rot="3354928">
            <a:off x="7379510" y="183471"/>
            <a:ext cx="3551893" cy="1617477"/>
            <a:chOff x="3427375" y="613525"/>
            <a:chExt cx="1481825" cy="674800"/>
          </a:xfrm>
        </p:grpSpPr>
        <p:sp>
          <p:nvSpPr>
            <p:cNvPr id="572" name="Google Shape;572;p4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" name="Google Shape;752;p4"/>
          <p:cNvSpPr/>
          <p:nvPr/>
        </p:nvSpPr>
        <p:spPr>
          <a:xfrm rot="-5400000">
            <a:off x="-217875" y="-296238"/>
            <a:ext cx="1309339" cy="1401538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753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p5"/>
          <p:cNvSpPr txBox="1"/>
          <p:nvPr>
            <p:ph idx="1" type="subTitle"/>
          </p:nvPr>
        </p:nvSpPr>
        <p:spPr>
          <a:xfrm>
            <a:off x="4980125" y="3368025"/>
            <a:ext cx="20622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3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755" name="Google Shape;755;p5"/>
          <p:cNvSpPr txBox="1"/>
          <p:nvPr>
            <p:ph idx="2" type="subTitle"/>
          </p:nvPr>
        </p:nvSpPr>
        <p:spPr>
          <a:xfrm>
            <a:off x="4980125" y="3767080"/>
            <a:ext cx="2062200" cy="61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56" name="Google Shape;756;p5"/>
          <p:cNvSpPr txBox="1"/>
          <p:nvPr>
            <p:ph idx="3" type="subTitle"/>
          </p:nvPr>
        </p:nvSpPr>
        <p:spPr>
          <a:xfrm>
            <a:off x="2101600" y="3368025"/>
            <a:ext cx="20622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3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757" name="Google Shape;757;p5"/>
          <p:cNvSpPr txBox="1"/>
          <p:nvPr>
            <p:ph idx="4" type="subTitle"/>
          </p:nvPr>
        </p:nvSpPr>
        <p:spPr>
          <a:xfrm>
            <a:off x="2101600" y="3767080"/>
            <a:ext cx="2062200" cy="61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58" name="Google Shape;758;p5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759" name="Google Shape;759;p5"/>
          <p:cNvGrpSpPr/>
          <p:nvPr/>
        </p:nvGrpSpPr>
        <p:grpSpPr>
          <a:xfrm flipH="1" rot="-6148796">
            <a:off x="-1323271" y="-829469"/>
            <a:ext cx="3222198" cy="1467339"/>
            <a:chOff x="3427375" y="613525"/>
            <a:chExt cx="1481825" cy="674800"/>
          </a:xfrm>
        </p:grpSpPr>
        <p:sp>
          <p:nvSpPr>
            <p:cNvPr id="760" name="Google Shape;760;p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5"/>
          <p:cNvGrpSpPr/>
          <p:nvPr/>
        </p:nvGrpSpPr>
        <p:grpSpPr>
          <a:xfrm flipH="1" rot="1685121">
            <a:off x="-1707275" y="3477854"/>
            <a:ext cx="3222150" cy="1467317"/>
            <a:chOff x="3427375" y="613525"/>
            <a:chExt cx="1481825" cy="674800"/>
          </a:xfrm>
        </p:grpSpPr>
        <p:sp>
          <p:nvSpPr>
            <p:cNvPr id="941" name="Google Shape;941;p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5"/>
          <p:cNvGrpSpPr/>
          <p:nvPr/>
        </p:nvGrpSpPr>
        <p:grpSpPr>
          <a:xfrm flipH="1" rot="4197502">
            <a:off x="7372032" y="4486648"/>
            <a:ext cx="3222196" cy="1467338"/>
            <a:chOff x="3427375" y="613525"/>
            <a:chExt cx="1481825" cy="674800"/>
          </a:xfrm>
        </p:grpSpPr>
        <p:sp>
          <p:nvSpPr>
            <p:cNvPr id="1122" name="Google Shape;1122;p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2" name="Google Shape;1302;p5"/>
          <p:cNvSpPr/>
          <p:nvPr/>
        </p:nvSpPr>
        <p:spPr>
          <a:xfrm>
            <a:off x="7238610" y="-107237"/>
            <a:ext cx="3010989" cy="1771717"/>
          </a:xfrm>
          <a:custGeom>
            <a:rect b="b" l="l" r="r" t="t"/>
            <a:pathLst>
              <a:path extrusionOk="0" h="38669" w="65717">
                <a:moveTo>
                  <a:pt x="28439" y="7218"/>
                </a:moveTo>
                <a:cubicBezTo>
                  <a:pt x="28675" y="7218"/>
                  <a:pt x="28913" y="7242"/>
                  <a:pt x="29150" y="7281"/>
                </a:cubicBezTo>
                <a:cubicBezTo>
                  <a:pt x="29813" y="7360"/>
                  <a:pt x="30475" y="7415"/>
                  <a:pt x="31134" y="7415"/>
                </a:cubicBezTo>
                <a:cubicBezTo>
                  <a:pt x="31744" y="7415"/>
                  <a:pt x="32350" y="7368"/>
                  <a:pt x="32950" y="7251"/>
                </a:cubicBezTo>
                <a:cubicBezTo>
                  <a:pt x="33056" y="7236"/>
                  <a:pt x="33162" y="7228"/>
                  <a:pt x="33265" y="7228"/>
                </a:cubicBezTo>
                <a:cubicBezTo>
                  <a:pt x="33368" y="7228"/>
                  <a:pt x="33466" y="7236"/>
                  <a:pt x="33558" y="7251"/>
                </a:cubicBezTo>
                <a:cubicBezTo>
                  <a:pt x="34054" y="7298"/>
                  <a:pt x="34533" y="7530"/>
                  <a:pt x="35036" y="7530"/>
                </a:cubicBezTo>
                <a:cubicBezTo>
                  <a:pt x="35179" y="7530"/>
                  <a:pt x="35324" y="7511"/>
                  <a:pt x="35472" y="7464"/>
                </a:cubicBezTo>
                <a:lnTo>
                  <a:pt x="35472" y="7464"/>
                </a:lnTo>
                <a:cubicBezTo>
                  <a:pt x="35412" y="7494"/>
                  <a:pt x="35351" y="7525"/>
                  <a:pt x="35229" y="7646"/>
                </a:cubicBezTo>
                <a:cubicBezTo>
                  <a:pt x="35267" y="7643"/>
                  <a:pt x="35305" y="7642"/>
                  <a:pt x="35342" y="7642"/>
                </a:cubicBezTo>
                <a:cubicBezTo>
                  <a:pt x="35539" y="7642"/>
                  <a:pt x="35724" y="7677"/>
                  <a:pt x="35911" y="7677"/>
                </a:cubicBezTo>
                <a:cubicBezTo>
                  <a:pt x="36055" y="7677"/>
                  <a:pt x="36200" y="7657"/>
                  <a:pt x="36354" y="7585"/>
                </a:cubicBezTo>
                <a:lnTo>
                  <a:pt x="36354" y="7585"/>
                </a:lnTo>
                <a:cubicBezTo>
                  <a:pt x="36185" y="7906"/>
                  <a:pt x="35979" y="7983"/>
                  <a:pt x="35772" y="7983"/>
                </a:cubicBezTo>
                <a:cubicBezTo>
                  <a:pt x="35606" y="7983"/>
                  <a:pt x="35439" y="7933"/>
                  <a:pt x="35290" y="7920"/>
                </a:cubicBezTo>
                <a:cubicBezTo>
                  <a:pt x="34534" y="7815"/>
                  <a:pt x="33763" y="7782"/>
                  <a:pt x="32998" y="7782"/>
                </a:cubicBezTo>
                <a:cubicBezTo>
                  <a:pt x="32656" y="7782"/>
                  <a:pt x="32315" y="7789"/>
                  <a:pt x="31977" y="7798"/>
                </a:cubicBezTo>
                <a:cubicBezTo>
                  <a:pt x="31891" y="7804"/>
                  <a:pt x="31806" y="7806"/>
                  <a:pt x="31721" y="7806"/>
                </a:cubicBezTo>
                <a:cubicBezTo>
                  <a:pt x="31329" y="7806"/>
                  <a:pt x="30954" y="7752"/>
                  <a:pt x="30579" y="7677"/>
                </a:cubicBezTo>
                <a:cubicBezTo>
                  <a:pt x="30336" y="7628"/>
                  <a:pt x="30088" y="7613"/>
                  <a:pt x="29839" y="7613"/>
                </a:cubicBezTo>
                <a:cubicBezTo>
                  <a:pt x="29465" y="7613"/>
                  <a:pt x="29089" y="7646"/>
                  <a:pt x="28725" y="7646"/>
                </a:cubicBezTo>
                <a:cubicBezTo>
                  <a:pt x="28147" y="7646"/>
                  <a:pt x="27600" y="7646"/>
                  <a:pt x="27022" y="7585"/>
                </a:cubicBezTo>
                <a:cubicBezTo>
                  <a:pt x="27473" y="7319"/>
                  <a:pt x="27952" y="7218"/>
                  <a:pt x="28439" y="7218"/>
                </a:cubicBezTo>
                <a:close/>
                <a:moveTo>
                  <a:pt x="64257" y="17312"/>
                </a:moveTo>
                <a:lnTo>
                  <a:pt x="64257" y="17312"/>
                </a:lnTo>
                <a:cubicBezTo>
                  <a:pt x="64500" y="17829"/>
                  <a:pt x="64227" y="18285"/>
                  <a:pt x="64014" y="18923"/>
                </a:cubicBezTo>
                <a:cubicBezTo>
                  <a:pt x="63741" y="18163"/>
                  <a:pt x="64196" y="17768"/>
                  <a:pt x="64257" y="17312"/>
                </a:cubicBezTo>
                <a:close/>
                <a:moveTo>
                  <a:pt x="24248" y="0"/>
                </a:moveTo>
                <a:cubicBezTo>
                  <a:pt x="23847" y="0"/>
                  <a:pt x="23444" y="43"/>
                  <a:pt x="23041" y="169"/>
                </a:cubicBezTo>
                <a:cubicBezTo>
                  <a:pt x="22605" y="308"/>
                  <a:pt x="22143" y="356"/>
                  <a:pt x="21681" y="356"/>
                </a:cubicBezTo>
                <a:cubicBezTo>
                  <a:pt x="21434" y="356"/>
                  <a:pt x="21187" y="342"/>
                  <a:pt x="20943" y="321"/>
                </a:cubicBezTo>
                <a:cubicBezTo>
                  <a:pt x="20523" y="277"/>
                  <a:pt x="20086" y="120"/>
                  <a:pt x="19669" y="120"/>
                </a:cubicBezTo>
                <a:cubicBezTo>
                  <a:pt x="19513" y="120"/>
                  <a:pt x="19360" y="141"/>
                  <a:pt x="19211" y="199"/>
                </a:cubicBezTo>
                <a:cubicBezTo>
                  <a:pt x="18780" y="371"/>
                  <a:pt x="18345" y="414"/>
                  <a:pt x="17909" y="414"/>
                </a:cubicBezTo>
                <a:cubicBezTo>
                  <a:pt x="17477" y="414"/>
                  <a:pt x="17045" y="372"/>
                  <a:pt x="16615" y="372"/>
                </a:cubicBezTo>
                <a:cubicBezTo>
                  <a:pt x="16406" y="372"/>
                  <a:pt x="16197" y="382"/>
                  <a:pt x="15989" y="412"/>
                </a:cubicBezTo>
                <a:cubicBezTo>
                  <a:pt x="14773" y="564"/>
                  <a:pt x="13496" y="351"/>
                  <a:pt x="12281" y="716"/>
                </a:cubicBezTo>
                <a:cubicBezTo>
                  <a:pt x="11642" y="898"/>
                  <a:pt x="10974" y="990"/>
                  <a:pt x="10457" y="1506"/>
                </a:cubicBezTo>
                <a:cubicBezTo>
                  <a:pt x="10548" y="1871"/>
                  <a:pt x="10791" y="1962"/>
                  <a:pt x="11065" y="2053"/>
                </a:cubicBezTo>
                <a:cubicBezTo>
                  <a:pt x="10609" y="2601"/>
                  <a:pt x="10001" y="2601"/>
                  <a:pt x="9484" y="2783"/>
                </a:cubicBezTo>
                <a:cubicBezTo>
                  <a:pt x="8967" y="2965"/>
                  <a:pt x="8451" y="3391"/>
                  <a:pt x="8360" y="3725"/>
                </a:cubicBezTo>
                <a:cubicBezTo>
                  <a:pt x="9069" y="4521"/>
                  <a:pt x="9916" y="4608"/>
                  <a:pt x="10789" y="4608"/>
                </a:cubicBezTo>
                <a:cubicBezTo>
                  <a:pt x="11033" y="4608"/>
                  <a:pt x="11279" y="4601"/>
                  <a:pt x="11524" y="4601"/>
                </a:cubicBezTo>
                <a:cubicBezTo>
                  <a:pt x="11944" y="4601"/>
                  <a:pt x="12362" y="4621"/>
                  <a:pt x="12767" y="4728"/>
                </a:cubicBezTo>
                <a:cubicBezTo>
                  <a:pt x="12463" y="5245"/>
                  <a:pt x="12068" y="5306"/>
                  <a:pt x="11642" y="5306"/>
                </a:cubicBezTo>
                <a:cubicBezTo>
                  <a:pt x="11447" y="5298"/>
                  <a:pt x="11252" y="5288"/>
                  <a:pt x="11059" y="5288"/>
                </a:cubicBezTo>
                <a:cubicBezTo>
                  <a:pt x="10499" y="5288"/>
                  <a:pt x="9951" y="5371"/>
                  <a:pt x="9454" y="5823"/>
                </a:cubicBezTo>
                <a:cubicBezTo>
                  <a:pt x="9655" y="5967"/>
                  <a:pt x="9584" y="6466"/>
                  <a:pt x="9861" y="6466"/>
                </a:cubicBezTo>
                <a:cubicBezTo>
                  <a:pt x="9876" y="6466"/>
                  <a:pt x="9892" y="6464"/>
                  <a:pt x="9910" y="6461"/>
                </a:cubicBezTo>
                <a:lnTo>
                  <a:pt x="9910" y="6461"/>
                </a:lnTo>
                <a:cubicBezTo>
                  <a:pt x="9788" y="6795"/>
                  <a:pt x="9636" y="7130"/>
                  <a:pt x="9515" y="7433"/>
                </a:cubicBezTo>
                <a:cubicBezTo>
                  <a:pt x="10194" y="7433"/>
                  <a:pt x="10844" y="7760"/>
                  <a:pt x="11464" y="7760"/>
                </a:cubicBezTo>
                <a:cubicBezTo>
                  <a:pt x="11731" y="7760"/>
                  <a:pt x="11994" y="7699"/>
                  <a:pt x="12250" y="7525"/>
                </a:cubicBezTo>
                <a:cubicBezTo>
                  <a:pt x="12497" y="7552"/>
                  <a:pt x="12347" y="7902"/>
                  <a:pt x="12496" y="7902"/>
                </a:cubicBezTo>
                <a:cubicBezTo>
                  <a:pt x="12511" y="7902"/>
                  <a:pt x="12531" y="7898"/>
                  <a:pt x="12554" y="7889"/>
                </a:cubicBezTo>
                <a:cubicBezTo>
                  <a:pt x="12858" y="7798"/>
                  <a:pt x="12585" y="7677"/>
                  <a:pt x="12554" y="7555"/>
                </a:cubicBezTo>
                <a:cubicBezTo>
                  <a:pt x="12524" y="7312"/>
                  <a:pt x="12737" y="7312"/>
                  <a:pt x="12888" y="7312"/>
                </a:cubicBezTo>
                <a:cubicBezTo>
                  <a:pt x="12964" y="7312"/>
                  <a:pt x="12998" y="7417"/>
                  <a:pt x="13113" y="7417"/>
                </a:cubicBezTo>
                <a:cubicBezTo>
                  <a:pt x="13136" y="7417"/>
                  <a:pt x="13162" y="7413"/>
                  <a:pt x="13192" y="7403"/>
                </a:cubicBezTo>
                <a:cubicBezTo>
                  <a:pt x="13514" y="7321"/>
                  <a:pt x="13835" y="7292"/>
                  <a:pt x="14157" y="7292"/>
                </a:cubicBezTo>
                <a:cubicBezTo>
                  <a:pt x="14904" y="7292"/>
                  <a:pt x="15653" y="7447"/>
                  <a:pt x="16414" y="7447"/>
                </a:cubicBezTo>
                <a:cubicBezTo>
                  <a:pt x="16535" y="7447"/>
                  <a:pt x="16657" y="7443"/>
                  <a:pt x="16779" y="7433"/>
                </a:cubicBezTo>
                <a:cubicBezTo>
                  <a:pt x="17417" y="7403"/>
                  <a:pt x="17995" y="7221"/>
                  <a:pt x="18694" y="7190"/>
                </a:cubicBezTo>
                <a:cubicBezTo>
                  <a:pt x="18768" y="7413"/>
                  <a:pt x="18915" y="7491"/>
                  <a:pt x="19070" y="7491"/>
                </a:cubicBezTo>
                <a:cubicBezTo>
                  <a:pt x="19233" y="7491"/>
                  <a:pt x="19406" y="7405"/>
                  <a:pt x="19515" y="7312"/>
                </a:cubicBezTo>
                <a:cubicBezTo>
                  <a:pt x="19647" y="7199"/>
                  <a:pt x="19752" y="7156"/>
                  <a:pt x="19844" y="7156"/>
                </a:cubicBezTo>
                <a:cubicBezTo>
                  <a:pt x="20049" y="7156"/>
                  <a:pt x="20187" y="7368"/>
                  <a:pt x="20396" y="7494"/>
                </a:cubicBezTo>
                <a:cubicBezTo>
                  <a:pt x="20105" y="7855"/>
                  <a:pt x="19788" y="7937"/>
                  <a:pt x="19478" y="7937"/>
                </a:cubicBezTo>
                <a:cubicBezTo>
                  <a:pt x="19219" y="7937"/>
                  <a:pt x="18964" y="7880"/>
                  <a:pt x="18733" y="7880"/>
                </a:cubicBezTo>
                <a:cubicBezTo>
                  <a:pt x="18634" y="7880"/>
                  <a:pt x="18540" y="7890"/>
                  <a:pt x="18451" y="7920"/>
                </a:cubicBezTo>
                <a:cubicBezTo>
                  <a:pt x="18238" y="7829"/>
                  <a:pt x="18512" y="7585"/>
                  <a:pt x="18238" y="7525"/>
                </a:cubicBezTo>
                <a:cubicBezTo>
                  <a:pt x="18025" y="7551"/>
                  <a:pt x="17952" y="7977"/>
                  <a:pt x="17834" y="7977"/>
                </a:cubicBezTo>
                <a:cubicBezTo>
                  <a:pt x="17818" y="7977"/>
                  <a:pt x="17801" y="7969"/>
                  <a:pt x="17782" y="7950"/>
                </a:cubicBezTo>
                <a:cubicBezTo>
                  <a:pt x="17682" y="7857"/>
                  <a:pt x="17584" y="7825"/>
                  <a:pt x="17487" y="7825"/>
                </a:cubicBezTo>
                <a:cubicBezTo>
                  <a:pt x="17263" y="7825"/>
                  <a:pt x="17049" y="7999"/>
                  <a:pt x="16843" y="7999"/>
                </a:cubicBezTo>
                <a:cubicBezTo>
                  <a:pt x="16759" y="7999"/>
                  <a:pt x="16677" y="7970"/>
                  <a:pt x="16597" y="7889"/>
                </a:cubicBezTo>
                <a:cubicBezTo>
                  <a:pt x="16535" y="7828"/>
                  <a:pt x="16474" y="7806"/>
                  <a:pt x="16410" y="7806"/>
                </a:cubicBezTo>
                <a:cubicBezTo>
                  <a:pt x="16317" y="7806"/>
                  <a:pt x="16219" y="7853"/>
                  <a:pt x="16110" y="7889"/>
                </a:cubicBezTo>
                <a:cubicBezTo>
                  <a:pt x="15751" y="8018"/>
                  <a:pt x="15413" y="8146"/>
                  <a:pt x="15005" y="8146"/>
                </a:cubicBezTo>
                <a:cubicBezTo>
                  <a:pt x="14930" y="8146"/>
                  <a:pt x="14853" y="8142"/>
                  <a:pt x="14773" y="8133"/>
                </a:cubicBezTo>
                <a:cubicBezTo>
                  <a:pt x="14570" y="8114"/>
                  <a:pt x="14322" y="8084"/>
                  <a:pt x="14070" y="8084"/>
                </a:cubicBezTo>
                <a:cubicBezTo>
                  <a:pt x="13907" y="8084"/>
                  <a:pt x="13743" y="8097"/>
                  <a:pt x="13588" y="8133"/>
                </a:cubicBezTo>
                <a:cubicBezTo>
                  <a:pt x="12919" y="8285"/>
                  <a:pt x="12311" y="8649"/>
                  <a:pt x="11673" y="8832"/>
                </a:cubicBezTo>
                <a:cubicBezTo>
                  <a:pt x="11764" y="9105"/>
                  <a:pt x="11825" y="9318"/>
                  <a:pt x="11916" y="9561"/>
                </a:cubicBezTo>
                <a:cubicBezTo>
                  <a:pt x="10913" y="9956"/>
                  <a:pt x="9575" y="9409"/>
                  <a:pt x="8755" y="10838"/>
                </a:cubicBezTo>
                <a:cubicBezTo>
                  <a:pt x="9032" y="10890"/>
                  <a:pt x="9300" y="10908"/>
                  <a:pt x="9561" y="10908"/>
                </a:cubicBezTo>
                <a:cubicBezTo>
                  <a:pt x="10071" y="10908"/>
                  <a:pt x="10554" y="10842"/>
                  <a:pt x="11027" y="10842"/>
                </a:cubicBezTo>
                <a:cubicBezTo>
                  <a:pt x="11295" y="10842"/>
                  <a:pt x="11560" y="10863"/>
                  <a:pt x="11825" y="10929"/>
                </a:cubicBezTo>
                <a:cubicBezTo>
                  <a:pt x="11977" y="10990"/>
                  <a:pt x="12129" y="10899"/>
                  <a:pt x="12159" y="11142"/>
                </a:cubicBezTo>
                <a:cubicBezTo>
                  <a:pt x="12159" y="11385"/>
                  <a:pt x="12098" y="11598"/>
                  <a:pt x="11855" y="11658"/>
                </a:cubicBezTo>
                <a:cubicBezTo>
                  <a:pt x="11551" y="11719"/>
                  <a:pt x="11278" y="11780"/>
                  <a:pt x="10974" y="11810"/>
                </a:cubicBezTo>
                <a:cubicBezTo>
                  <a:pt x="10062" y="11932"/>
                  <a:pt x="9271" y="12236"/>
                  <a:pt x="8967" y="13421"/>
                </a:cubicBezTo>
                <a:cubicBezTo>
                  <a:pt x="9211" y="13573"/>
                  <a:pt x="9393" y="13756"/>
                  <a:pt x="9545" y="14029"/>
                </a:cubicBezTo>
                <a:cubicBezTo>
                  <a:pt x="9241" y="14212"/>
                  <a:pt x="8967" y="14272"/>
                  <a:pt x="8663" y="14333"/>
                </a:cubicBezTo>
                <a:cubicBezTo>
                  <a:pt x="7812" y="14485"/>
                  <a:pt x="7448" y="15002"/>
                  <a:pt x="7630" y="15914"/>
                </a:cubicBezTo>
                <a:cubicBezTo>
                  <a:pt x="7356" y="16005"/>
                  <a:pt x="7053" y="16127"/>
                  <a:pt x="6779" y="16248"/>
                </a:cubicBezTo>
                <a:cubicBezTo>
                  <a:pt x="5654" y="16765"/>
                  <a:pt x="4378" y="16643"/>
                  <a:pt x="3223" y="17038"/>
                </a:cubicBezTo>
                <a:cubicBezTo>
                  <a:pt x="2704" y="17240"/>
                  <a:pt x="2267" y="17742"/>
                  <a:pt x="1731" y="17742"/>
                </a:cubicBezTo>
                <a:cubicBezTo>
                  <a:pt x="1702" y="17742"/>
                  <a:pt x="1672" y="17741"/>
                  <a:pt x="1642" y="17738"/>
                </a:cubicBezTo>
                <a:cubicBezTo>
                  <a:pt x="1566" y="17724"/>
                  <a:pt x="1494" y="17718"/>
                  <a:pt x="1425" y="17718"/>
                </a:cubicBezTo>
                <a:cubicBezTo>
                  <a:pt x="1026" y="17718"/>
                  <a:pt x="733" y="17925"/>
                  <a:pt x="396" y="18133"/>
                </a:cubicBezTo>
                <a:cubicBezTo>
                  <a:pt x="31" y="18345"/>
                  <a:pt x="1" y="18589"/>
                  <a:pt x="183" y="18923"/>
                </a:cubicBezTo>
                <a:cubicBezTo>
                  <a:pt x="1285" y="18923"/>
                  <a:pt x="2356" y="18395"/>
                  <a:pt x="3464" y="18395"/>
                </a:cubicBezTo>
                <a:cubicBezTo>
                  <a:pt x="3883" y="18395"/>
                  <a:pt x="4308" y="18471"/>
                  <a:pt x="4742" y="18680"/>
                </a:cubicBezTo>
                <a:cubicBezTo>
                  <a:pt x="4628" y="18909"/>
                  <a:pt x="4540" y="19138"/>
                  <a:pt x="4352" y="19138"/>
                </a:cubicBezTo>
                <a:cubicBezTo>
                  <a:pt x="4341" y="19138"/>
                  <a:pt x="4329" y="19138"/>
                  <a:pt x="4317" y="19136"/>
                </a:cubicBezTo>
                <a:cubicBezTo>
                  <a:pt x="4248" y="19125"/>
                  <a:pt x="4181" y="19120"/>
                  <a:pt x="4114" y="19120"/>
                </a:cubicBezTo>
                <a:cubicBezTo>
                  <a:pt x="3616" y="19120"/>
                  <a:pt x="3154" y="19386"/>
                  <a:pt x="2645" y="19440"/>
                </a:cubicBezTo>
                <a:cubicBezTo>
                  <a:pt x="2128" y="19501"/>
                  <a:pt x="1642" y="20291"/>
                  <a:pt x="1764" y="20838"/>
                </a:cubicBezTo>
                <a:cubicBezTo>
                  <a:pt x="3439" y="20350"/>
                  <a:pt x="5113" y="20055"/>
                  <a:pt x="6860" y="20055"/>
                </a:cubicBezTo>
                <a:cubicBezTo>
                  <a:pt x="7618" y="20055"/>
                  <a:pt x="8389" y="20110"/>
                  <a:pt x="9180" y="20230"/>
                </a:cubicBezTo>
                <a:cubicBezTo>
                  <a:pt x="8907" y="20443"/>
                  <a:pt x="8755" y="20564"/>
                  <a:pt x="8633" y="20656"/>
                </a:cubicBezTo>
                <a:cubicBezTo>
                  <a:pt x="8694" y="20868"/>
                  <a:pt x="8937" y="20808"/>
                  <a:pt x="8937" y="21081"/>
                </a:cubicBezTo>
                <a:cubicBezTo>
                  <a:pt x="8857" y="21210"/>
                  <a:pt x="8751" y="21245"/>
                  <a:pt x="8637" y="21245"/>
                </a:cubicBezTo>
                <a:cubicBezTo>
                  <a:pt x="8536" y="21245"/>
                  <a:pt x="8429" y="21217"/>
                  <a:pt x="8329" y="21203"/>
                </a:cubicBezTo>
                <a:cubicBezTo>
                  <a:pt x="8451" y="21051"/>
                  <a:pt x="8572" y="20929"/>
                  <a:pt x="8481" y="20777"/>
                </a:cubicBezTo>
                <a:lnTo>
                  <a:pt x="8481" y="20777"/>
                </a:lnTo>
                <a:cubicBezTo>
                  <a:pt x="8188" y="20830"/>
                  <a:pt x="7901" y="20855"/>
                  <a:pt x="7619" y="20855"/>
                </a:cubicBezTo>
                <a:cubicBezTo>
                  <a:pt x="7259" y="20855"/>
                  <a:pt x="6908" y="20815"/>
                  <a:pt x="6566" y="20747"/>
                </a:cubicBezTo>
                <a:cubicBezTo>
                  <a:pt x="6313" y="20705"/>
                  <a:pt x="6054" y="20643"/>
                  <a:pt x="5806" y="20643"/>
                </a:cubicBezTo>
                <a:cubicBezTo>
                  <a:pt x="5517" y="20643"/>
                  <a:pt x="5245" y="20726"/>
                  <a:pt x="5016" y="21020"/>
                </a:cubicBezTo>
                <a:cubicBezTo>
                  <a:pt x="5077" y="21324"/>
                  <a:pt x="5381" y="21111"/>
                  <a:pt x="5442" y="21415"/>
                </a:cubicBezTo>
                <a:cubicBezTo>
                  <a:pt x="5399" y="21409"/>
                  <a:pt x="5358" y="21407"/>
                  <a:pt x="5318" y="21407"/>
                </a:cubicBezTo>
                <a:cubicBezTo>
                  <a:pt x="4949" y="21407"/>
                  <a:pt x="4637" y="21634"/>
                  <a:pt x="4226" y="21689"/>
                </a:cubicBezTo>
                <a:cubicBezTo>
                  <a:pt x="4226" y="21780"/>
                  <a:pt x="4195" y="21963"/>
                  <a:pt x="4256" y="22054"/>
                </a:cubicBezTo>
                <a:cubicBezTo>
                  <a:pt x="4550" y="22641"/>
                  <a:pt x="5335" y="23181"/>
                  <a:pt x="5995" y="23181"/>
                </a:cubicBezTo>
                <a:cubicBezTo>
                  <a:pt x="6087" y="23181"/>
                  <a:pt x="6177" y="23170"/>
                  <a:pt x="6262" y="23148"/>
                </a:cubicBezTo>
                <a:cubicBezTo>
                  <a:pt x="6374" y="23115"/>
                  <a:pt x="6473" y="23099"/>
                  <a:pt x="6559" y="23099"/>
                </a:cubicBezTo>
                <a:cubicBezTo>
                  <a:pt x="6870" y="23099"/>
                  <a:pt x="7009" y="23307"/>
                  <a:pt x="6961" y="23665"/>
                </a:cubicBezTo>
                <a:cubicBezTo>
                  <a:pt x="6201" y="23847"/>
                  <a:pt x="5442" y="24029"/>
                  <a:pt x="4682" y="24242"/>
                </a:cubicBezTo>
                <a:cubicBezTo>
                  <a:pt x="2949" y="24759"/>
                  <a:pt x="2888" y="24789"/>
                  <a:pt x="2736" y="25245"/>
                </a:cubicBezTo>
                <a:cubicBezTo>
                  <a:pt x="2813" y="25236"/>
                  <a:pt x="2888" y="25232"/>
                  <a:pt x="2961" y="25232"/>
                </a:cubicBezTo>
                <a:cubicBezTo>
                  <a:pt x="4144" y="25232"/>
                  <a:pt x="4964" y="26325"/>
                  <a:pt x="6080" y="26583"/>
                </a:cubicBezTo>
                <a:cubicBezTo>
                  <a:pt x="5820" y="26821"/>
                  <a:pt x="5544" y="26951"/>
                  <a:pt x="5275" y="26951"/>
                </a:cubicBezTo>
                <a:cubicBezTo>
                  <a:pt x="5167" y="26951"/>
                  <a:pt x="5060" y="26930"/>
                  <a:pt x="4955" y="26887"/>
                </a:cubicBezTo>
                <a:cubicBezTo>
                  <a:pt x="4722" y="26799"/>
                  <a:pt x="4522" y="26752"/>
                  <a:pt x="4345" y="26752"/>
                </a:cubicBezTo>
                <a:cubicBezTo>
                  <a:pt x="3783" y="26752"/>
                  <a:pt x="3449" y="27228"/>
                  <a:pt x="3010" y="28406"/>
                </a:cubicBezTo>
                <a:cubicBezTo>
                  <a:pt x="3421" y="28589"/>
                  <a:pt x="3843" y="28640"/>
                  <a:pt x="4269" y="28640"/>
                </a:cubicBezTo>
                <a:cubicBezTo>
                  <a:pt x="4805" y="28640"/>
                  <a:pt x="5346" y="28559"/>
                  <a:pt x="5879" y="28559"/>
                </a:cubicBezTo>
                <a:cubicBezTo>
                  <a:pt x="6330" y="28559"/>
                  <a:pt x="6775" y="28617"/>
                  <a:pt x="7204" y="28832"/>
                </a:cubicBezTo>
                <a:cubicBezTo>
                  <a:pt x="6718" y="29014"/>
                  <a:pt x="6232" y="29227"/>
                  <a:pt x="5715" y="29288"/>
                </a:cubicBezTo>
                <a:cubicBezTo>
                  <a:pt x="5138" y="29379"/>
                  <a:pt x="4530" y="29409"/>
                  <a:pt x="4013" y="29774"/>
                </a:cubicBezTo>
                <a:cubicBezTo>
                  <a:pt x="3679" y="29957"/>
                  <a:pt x="3405" y="30291"/>
                  <a:pt x="2888" y="30291"/>
                </a:cubicBezTo>
                <a:cubicBezTo>
                  <a:pt x="3223" y="30565"/>
                  <a:pt x="3192" y="31020"/>
                  <a:pt x="3527" y="31051"/>
                </a:cubicBezTo>
                <a:cubicBezTo>
                  <a:pt x="4414" y="31103"/>
                  <a:pt x="5302" y="31379"/>
                  <a:pt x="6208" y="31379"/>
                </a:cubicBezTo>
                <a:cubicBezTo>
                  <a:pt x="6358" y="31379"/>
                  <a:pt x="6507" y="31372"/>
                  <a:pt x="6657" y="31355"/>
                </a:cubicBezTo>
                <a:cubicBezTo>
                  <a:pt x="6685" y="31351"/>
                  <a:pt x="6711" y="31350"/>
                  <a:pt x="6738" y="31350"/>
                </a:cubicBezTo>
                <a:cubicBezTo>
                  <a:pt x="7124" y="31350"/>
                  <a:pt x="7439" y="31687"/>
                  <a:pt x="7832" y="31687"/>
                </a:cubicBezTo>
                <a:cubicBezTo>
                  <a:pt x="7894" y="31687"/>
                  <a:pt x="7958" y="31678"/>
                  <a:pt x="8025" y="31659"/>
                </a:cubicBezTo>
                <a:lnTo>
                  <a:pt x="8025" y="31659"/>
                </a:lnTo>
                <a:cubicBezTo>
                  <a:pt x="7417" y="31902"/>
                  <a:pt x="6840" y="32297"/>
                  <a:pt x="6232" y="32297"/>
                </a:cubicBezTo>
                <a:cubicBezTo>
                  <a:pt x="5411" y="32327"/>
                  <a:pt x="4773" y="32601"/>
                  <a:pt x="4317" y="33391"/>
                </a:cubicBezTo>
                <a:cubicBezTo>
                  <a:pt x="4226" y="33543"/>
                  <a:pt x="4043" y="33665"/>
                  <a:pt x="4135" y="33908"/>
                </a:cubicBezTo>
                <a:cubicBezTo>
                  <a:pt x="4195" y="34151"/>
                  <a:pt x="4408" y="34090"/>
                  <a:pt x="4590" y="34121"/>
                </a:cubicBezTo>
                <a:cubicBezTo>
                  <a:pt x="4639" y="34131"/>
                  <a:pt x="4687" y="34136"/>
                  <a:pt x="4735" y="34136"/>
                </a:cubicBezTo>
                <a:cubicBezTo>
                  <a:pt x="5021" y="34136"/>
                  <a:pt x="5295" y="33978"/>
                  <a:pt x="5578" y="33978"/>
                </a:cubicBezTo>
                <a:cubicBezTo>
                  <a:pt x="5663" y="33978"/>
                  <a:pt x="5749" y="33992"/>
                  <a:pt x="5837" y="34030"/>
                </a:cubicBezTo>
                <a:cubicBezTo>
                  <a:pt x="5624" y="34273"/>
                  <a:pt x="5320" y="34182"/>
                  <a:pt x="5046" y="34394"/>
                </a:cubicBezTo>
                <a:cubicBezTo>
                  <a:pt x="5160" y="34768"/>
                  <a:pt x="5352" y="34855"/>
                  <a:pt x="5562" y="34855"/>
                </a:cubicBezTo>
                <a:cubicBezTo>
                  <a:pt x="5745" y="34855"/>
                  <a:pt x="5941" y="34789"/>
                  <a:pt x="6110" y="34789"/>
                </a:cubicBezTo>
                <a:cubicBezTo>
                  <a:pt x="6663" y="34789"/>
                  <a:pt x="7132" y="34484"/>
                  <a:pt x="7703" y="34484"/>
                </a:cubicBezTo>
                <a:cubicBezTo>
                  <a:pt x="7729" y="34484"/>
                  <a:pt x="7756" y="34484"/>
                  <a:pt x="7782" y="34486"/>
                </a:cubicBezTo>
                <a:cubicBezTo>
                  <a:pt x="8122" y="34486"/>
                  <a:pt x="8478" y="34590"/>
                  <a:pt x="8838" y="34590"/>
                </a:cubicBezTo>
                <a:cubicBezTo>
                  <a:pt x="8992" y="34590"/>
                  <a:pt x="9147" y="34571"/>
                  <a:pt x="9302" y="34516"/>
                </a:cubicBezTo>
                <a:cubicBezTo>
                  <a:pt x="9543" y="34420"/>
                  <a:pt x="9665" y="34383"/>
                  <a:pt x="9794" y="34383"/>
                </a:cubicBezTo>
                <a:cubicBezTo>
                  <a:pt x="9909" y="34383"/>
                  <a:pt x="10029" y="34412"/>
                  <a:pt x="10244" y="34455"/>
                </a:cubicBezTo>
                <a:cubicBezTo>
                  <a:pt x="9053" y="35051"/>
                  <a:pt x="7830" y="35242"/>
                  <a:pt x="6587" y="35242"/>
                </a:cubicBezTo>
                <a:cubicBezTo>
                  <a:pt x="5419" y="35242"/>
                  <a:pt x="4233" y="35073"/>
                  <a:pt x="3040" y="34911"/>
                </a:cubicBezTo>
                <a:lnTo>
                  <a:pt x="3040" y="34911"/>
                </a:lnTo>
                <a:cubicBezTo>
                  <a:pt x="3131" y="35762"/>
                  <a:pt x="3983" y="36279"/>
                  <a:pt x="5046" y="36279"/>
                </a:cubicBezTo>
                <a:cubicBezTo>
                  <a:pt x="5074" y="36854"/>
                  <a:pt x="4829" y="37109"/>
                  <a:pt x="4358" y="37109"/>
                </a:cubicBezTo>
                <a:cubicBezTo>
                  <a:pt x="4306" y="37109"/>
                  <a:pt x="4252" y="37106"/>
                  <a:pt x="4195" y="37100"/>
                </a:cubicBezTo>
                <a:cubicBezTo>
                  <a:pt x="3859" y="37052"/>
                  <a:pt x="3506" y="36928"/>
                  <a:pt x="3167" y="36928"/>
                </a:cubicBezTo>
                <a:cubicBezTo>
                  <a:pt x="2863" y="36928"/>
                  <a:pt x="2570" y="37028"/>
                  <a:pt x="2311" y="37373"/>
                </a:cubicBezTo>
                <a:cubicBezTo>
                  <a:pt x="2676" y="37981"/>
                  <a:pt x="2432" y="37859"/>
                  <a:pt x="3709" y="38163"/>
                </a:cubicBezTo>
                <a:cubicBezTo>
                  <a:pt x="4600" y="38398"/>
                  <a:pt x="5509" y="38668"/>
                  <a:pt x="6449" y="38668"/>
                </a:cubicBezTo>
                <a:cubicBezTo>
                  <a:pt x="6729" y="38668"/>
                  <a:pt x="7011" y="38645"/>
                  <a:pt x="7296" y="38589"/>
                </a:cubicBezTo>
                <a:cubicBezTo>
                  <a:pt x="7678" y="38499"/>
                  <a:pt x="8077" y="38392"/>
                  <a:pt x="8481" y="38392"/>
                </a:cubicBezTo>
                <a:cubicBezTo>
                  <a:pt x="8622" y="38392"/>
                  <a:pt x="8765" y="38405"/>
                  <a:pt x="8907" y="38437"/>
                </a:cubicBezTo>
                <a:cubicBezTo>
                  <a:pt x="9120" y="38484"/>
                  <a:pt x="9333" y="38587"/>
                  <a:pt x="9546" y="38587"/>
                </a:cubicBezTo>
                <a:cubicBezTo>
                  <a:pt x="9606" y="38587"/>
                  <a:pt x="9667" y="38579"/>
                  <a:pt x="9727" y="38559"/>
                </a:cubicBezTo>
                <a:cubicBezTo>
                  <a:pt x="11004" y="38103"/>
                  <a:pt x="12341" y="38011"/>
                  <a:pt x="13648" y="37920"/>
                </a:cubicBezTo>
                <a:cubicBezTo>
                  <a:pt x="15047" y="37799"/>
                  <a:pt x="16445" y="37525"/>
                  <a:pt x="17843" y="37495"/>
                </a:cubicBezTo>
                <a:cubicBezTo>
                  <a:pt x="20214" y="37464"/>
                  <a:pt x="22554" y="37039"/>
                  <a:pt x="24895" y="37039"/>
                </a:cubicBezTo>
                <a:cubicBezTo>
                  <a:pt x="26384" y="37008"/>
                  <a:pt x="27843" y="36978"/>
                  <a:pt x="29333" y="36948"/>
                </a:cubicBezTo>
                <a:cubicBezTo>
                  <a:pt x="29819" y="36948"/>
                  <a:pt x="30305" y="37163"/>
                  <a:pt x="30817" y="37163"/>
                </a:cubicBezTo>
                <a:cubicBezTo>
                  <a:pt x="30849" y="37163"/>
                  <a:pt x="30881" y="37162"/>
                  <a:pt x="30913" y="37160"/>
                </a:cubicBezTo>
                <a:cubicBezTo>
                  <a:pt x="31429" y="37117"/>
                  <a:pt x="31960" y="37074"/>
                  <a:pt x="32485" y="37074"/>
                </a:cubicBezTo>
                <a:cubicBezTo>
                  <a:pt x="32702" y="37074"/>
                  <a:pt x="32918" y="37082"/>
                  <a:pt x="33132" y="37100"/>
                </a:cubicBezTo>
                <a:cubicBezTo>
                  <a:pt x="34074" y="37160"/>
                  <a:pt x="35047" y="37404"/>
                  <a:pt x="35959" y="37404"/>
                </a:cubicBezTo>
                <a:cubicBezTo>
                  <a:pt x="36052" y="37402"/>
                  <a:pt x="36145" y="37402"/>
                  <a:pt x="36238" y="37402"/>
                </a:cubicBezTo>
                <a:cubicBezTo>
                  <a:pt x="38483" y="37402"/>
                  <a:pt x="40702" y="37743"/>
                  <a:pt x="42950" y="37859"/>
                </a:cubicBezTo>
                <a:cubicBezTo>
                  <a:pt x="44105" y="37920"/>
                  <a:pt x="45230" y="37829"/>
                  <a:pt x="46354" y="38042"/>
                </a:cubicBezTo>
                <a:cubicBezTo>
                  <a:pt x="48603" y="38437"/>
                  <a:pt x="50883" y="38498"/>
                  <a:pt x="53132" y="38559"/>
                </a:cubicBezTo>
                <a:cubicBezTo>
                  <a:pt x="53832" y="38559"/>
                  <a:pt x="54531" y="38467"/>
                  <a:pt x="54895" y="37677"/>
                </a:cubicBezTo>
                <a:cubicBezTo>
                  <a:pt x="54804" y="37282"/>
                  <a:pt x="54409" y="37647"/>
                  <a:pt x="54318" y="37221"/>
                </a:cubicBezTo>
                <a:cubicBezTo>
                  <a:pt x="54679" y="37221"/>
                  <a:pt x="55052" y="37162"/>
                  <a:pt x="55414" y="37162"/>
                </a:cubicBezTo>
                <a:cubicBezTo>
                  <a:pt x="55631" y="37162"/>
                  <a:pt x="55845" y="37183"/>
                  <a:pt x="56050" y="37252"/>
                </a:cubicBezTo>
                <a:cubicBezTo>
                  <a:pt x="56717" y="37474"/>
                  <a:pt x="57390" y="37544"/>
                  <a:pt x="58064" y="37544"/>
                </a:cubicBezTo>
                <a:cubicBezTo>
                  <a:pt x="58773" y="37544"/>
                  <a:pt x="59483" y="37466"/>
                  <a:pt x="60184" y="37404"/>
                </a:cubicBezTo>
                <a:cubicBezTo>
                  <a:pt x="60610" y="37373"/>
                  <a:pt x="60610" y="36948"/>
                  <a:pt x="60701" y="36644"/>
                </a:cubicBezTo>
                <a:cubicBezTo>
                  <a:pt x="60792" y="36340"/>
                  <a:pt x="60640" y="36188"/>
                  <a:pt x="60397" y="36005"/>
                </a:cubicBezTo>
                <a:cubicBezTo>
                  <a:pt x="59880" y="35701"/>
                  <a:pt x="59333" y="35549"/>
                  <a:pt x="58786" y="35306"/>
                </a:cubicBezTo>
                <a:cubicBezTo>
                  <a:pt x="58878" y="35121"/>
                  <a:pt x="59016" y="35094"/>
                  <a:pt x="59157" y="35094"/>
                </a:cubicBezTo>
                <a:cubicBezTo>
                  <a:pt x="59217" y="35094"/>
                  <a:pt x="59278" y="35099"/>
                  <a:pt x="59336" y="35099"/>
                </a:cubicBezTo>
                <a:cubicBezTo>
                  <a:pt x="59366" y="35099"/>
                  <a:pt x="59396" y="35098"/>
                  <a:pt x="59424" y="35093"/>
                </a:cubicBezTo>
                <a:cubicBezTo>
                  <a:pt x="59789" y="35033"/>
                  <a:pt x="60154" y="34850"/>
                  <a:pt x="60215" y="34394"/>
                </a:cubicBezTo>
                <a:cubicBezTo>
                  <a:pt x="60397" y="32935"/>
                  <a:pt x="60883" y="31598"/>
                  <a:pt x="61339" y="30261"/>
                </a:cubicBezTo>
                <a:cubicBezTo>
                  <a:pt x="62737" y="26248"/>
                  <a:pt x="64105" y="22267"/>
                  <a:pt x="65230" y="18163"/>
                </a:cubicBezTo>
                <a:cubicBezTo>
                  <a:pt x="65716" y="16339"/>
                  <a:pt x="65412" y="15792"/>
                  <a:pt x="63923" y="15458"/>
                </a:cubicBezTo>
                <a:cubicBezTo>
                  <a:pt x="63801" y="15428"/>
                  <a:pt x="63680" y="15428"/>
                  <a:pt x="63558" y="15428"/>
                </a:cubicBezTo>
                <a:cubicBezTo>
                  <a:pt x="61795" y="15154"/>
                  <a:pt x="60002" y="14880"/>
                  <a:pt x="58239" y="14576"/>
                </a:cubicBezTo>
                <a:cubicBezTo>
                  <a:pt x="57433" y="14425"/>
                  <a:pt x="56753" y="13607"/>
                  <a:pt x="55886" y="13607"/>
                </a:cubicBezTo>
                <a:cubicBezTo>
                  <a:pt x="55707" y="13607"/>
                  <a:pt x="55519" y="13642"/>
                  <a:pt x="55321" y="13725"/>
                </a:cubicBezTo>
                <a:cubicBezTo>
                  <a:pt x="55321" y="13725"/>
                  <a:pt x="55260" y="13665"/>
                  <a:pt x="55230" y="13634"/>
                </a:cubicBezTo>
                <a:cubicBezTo>
                  <a:pt x="55260" y="13330"/>
                  <a:pt x="55503" y="13148"/>
                  <a:pt x="55594" y="12874"/>
                </a:cubicBezTo>
                <a:cubicBezTo>
                  <a:pt x="55777" y="12449"/>
                  <a:pt x="55503" y="11810"/>
                  <a:pt x="55108" y="11810"/>
                </a:cubicBezTo>
                <a:cubicBezTo>
                  <a:pt x="55081" y="11811"/>
                  <a:pt x="55054" y="11812"/>
                  <a:pt x="55027" y="11812"/>
                </a:cubicBezTo>
                <a:cubicBezTo>
                  <a:pt x="54272" y="11812"/>
                  <a:pt x="53620" y="11413"/>
                  <a:pt x="52798" y="11354"/>
                </a:cubicBezTo>
                <a:cubicBezTo>
                  <a:pt x="52965" y="11259"/>
                  <a:pt x="53039" y="11144"/>
                  <a:pt x="53151" y="11144"/>
                </a:cubicBezTo>
                <a:cubicBezTo>
                  <a:pt x="53182" y="11144"/>
                  <a:pt x="53215" y="11153"/>
                  <a:pt x="53254" y="11172"/>
                </a:cubicBezTo>
                <a:cubicBezTo>
                  <a:pt x="53680" y="11415"/>
                  <a:pt x="54135" y="11324"/>
                  <a:pt x="54561" y="11476"/>
                </a:cubicBezTo>
                <a:cubicBezTo>
                  <a:pt x="54677" y="11511"/>
                  <a:pt x="54766" y="11527"/>
                  <a:pt x="54834" y="11527"/>
                </a:cubicBezTo>
                <a:cubicBezTo>
                  <a:pt x="55122" y="11527"/>
                  <a:pt x="55018" y="11237"/>
                  <a:pt x="54895" y="10868"/>
                </a:cubicBezTo>
                <a:lnTo>
                  <a:pt x="54895" y="10868"/>
                </a:lnTo>
                <a:cubicBezTo>
                  <a:pt x="54924" y="10872"/>
                  <a:pt x="54951" y="10873"/>
                  <a:pt x="54978" y="10873"/>
                </a:cubicBezTo>
                <a:cubicBezTo>
                  <a:pt x="55407" y="10873"/>
                  <a:pt x="55616" y="10436"/>
                  <a:pt x="55959" y="10321"/>
                </a:cubicBezTo>
                <a:cubicBezTo>
                  <a:pt x="55898" y="10078"/>
                  <a:pt x="55959" y="9835"/>
                  <a:pt x="55746" y="9744"/>
                </a:cubicBezTo>
                <a:cubicBezTo>
                  <a:pt x="55260" y="9531"/>
                  <a:pt x="54743" y="9227"/>
                  <a:pt x="54287" y="9227"/>
                </a:cubicBezTo>
                <a:cubicBezTo>
                  <a:pt x="53299" y="9227"/>
                  <a:pt x="52336" y="8880"/>
                  <a:pt x="51352" y="8880"/>
                </a:cubicBezTo>
                <a:cubicBezTo>
                  <a:pt x="51247" y="8880"/>
                  <a:pt x="51141" y="8884"/>
                  <a:pt x="51035" y="8892"/>
                </a:cubicBezTo>
                <a:cubicBezTo>
                  <a:pt x="50984" y="8899"/>
                  <a:pt x="50935" y="8902"/>
                  <a:pt x="50888" y="8902"/>
                </a:cubicBezTo>
                <a:cubicBezTo>
                  <a:pt x="50479" y="8902"/>
                  <a:pt x="50176" y="8678"/>
                  <a:pt x="49850" y="8406"/>
                </a:cubicBezTo>
                <a:cubicBezTo>
                  <a:pt x="49992" y="8371"/>
                  <a:pt x="50103" y="8356"/>
                  <a:pt x="50208" y="8356"/>
                </a:cubicBezTo>
                <a:cubicBezTo>
                  <a:pt x="50281" y="8356"/>
                  <a:pt x="50352" y="8363"/>
                  <a:pt x="50427" y="8376"/>
                </a:cubicBezTo>
                <a:cubicBezTo>
                  <a:pt x="50755" y="8445"/>
                  <a:pt x="51073" y="8543"/>
                  <a:pt x="51386" y="8543"/>
                </a:cubicBezTo>
                <a:cubicBezTo>
                  <a:pt x="51626" y="8543"/>
                  <a:pt x="51862" y="8486"/>
                  <a:pt x="52099" y="8315"/>
                </a:cubicBezTo>
                <a:cubicBezTo>
                  <a:pt x="52707" y="7920"/>
                  <a:pt x="53467" y="8163"/>
                  <a:pt x="54105" y="7707"/>
                </a:cubicBezTo>
                <a:cubicBezTo>
                  <a:pt x="54409" y="7494"/>
                  <a:pt x="54835" y="7585"/>
                  <a:pt x="55230" y="7494"/>
                </a:cubicBezTo>
                <a:cubicBezTo>
                  <a:pt x="55564" y="7433"/>
                  <a:pt x="55898" y="7221"/>
                  <a:pt x="55929" y="6795"/>
                </a:cubicBezTo>
                <a:cubicBezTo>
                  <a:pt x="55959" y="6339"/>
                  <a:pt x="55564" y="6339"/>
                  <a:pt x="55290" y="6278"/>
                </a:cubicBezTo>
                <a:cubicBezTo>
                  <a:pt x="55139" y="6248"/>
                  <a:pt x="55017" y="6157"/>
                  <a:pt x="54987" y="6005"/>
                </a:cubicBezTo>
                <a:cubicBezTo>
                  <a:pt x="55309" y="5606"/>
                  <a:pt x="55561" y="5433"/>
                  <a:pt x="55897" y="5433"/>
                </a:cubicBezTo>
                <a:cubicBezTo>
                  <a:pt x="56099" y="5433"/>
                  <a:pt x="56331" y="5496"/>
                  <a:pt x="56628" y="5610"/>
                </a:cubicBezTo>
                <a:cubicBezTo>
                  <a:pt x="56782" y="5661"/>
                  <a:pt x="56932" y="5718"/>
                  <a:pt x="57059" y="5718"/>
                </a:cubicBezTo>
                <a:cubicBezTo>
                  <a:pt x="57232" y="5718"/>
                  <a:pt x="57366" y="5613"/>
                  <a:pt x="57418" y="5245"/>
                </a:cubicBezTo>
                <a:cubicBezTo>
                  <a:pt x="56689" y="4941"/>
                  <a:pt x="56050" y="4515"/>
                  <a:pt x="55442" y="3999"/>
                </a:cubicBezTo>
                <a:cubicBezTo>
                  <a:pt x="55716" y="3816"/>
                  <a:pt x="55959" y="3634"/>
                  <a:pt x="56202" y="3482"/>
                </a:cubicBezTo>
                <a:cubicBezTo>
                  <a:pt x="56446" y="3330"/>
                  <a:pt x="56810" y="3239"/>
                  <a:pt x="56780" y="2874"/>
                </a:cubicBezTo>
                <a:cubicBezTo>
                  <a:pt x="56780" y="2479"/>
                  <a:pt x="56415" y="2388"/>
                  <a:pt x="56142" y="2236"/>
                </a:cubicBezTo>
                <a:cubicBezTo>
                  <a:pt x="55047" y="1628"/>
                  <a:pt x="53832" y="1476"/>
                  <a:pt x="52646" y="1476"/>
                </a:cubicBezTo>
                <a:cubicBezTo>
                  <a:pt x="50488" y="1446"/>
                  <a:pt x="48330" y="1050"/>
                  <a:pt x="46141" y="990"/>
                </a:cubicBezTo>
                <a:cubicBezTo>
                  <a:pt x="45230" y="929"/>
                  <a:pt x="44348" y="898"/>
                  <a:pt x="43436" y="838"/>
                </a:cubicBezTo>
                <a:cubicBezTo>
                  <a:pt x="41430" y="746"/>
                  <a:pt x="39454" y="564"/>
                  <a:pt x="37479" y="442"/>
                </a:cubicBezTo>
                <a:cubicBezTo>
                  <a:pt x="36263" y="382"/>
                  <a:pt x="35077" y="442"/>
                  <a:pt x="33862" y="351"/>
                </a:cubicBezTo>
                <a:cubicBezTo>
                  <a:pt x="31947" y="199"/>
                  <a:pt x="30032" y="108"/>
                  <a:pt x="28117" y="47"/>
                </a:cubicBezTo>
                <a:cubicBezTo>
                  <a:pt x="28060" y="45"/>
                  <a:pt x="28003" y="44"/>
                  <a:pt x="27947" y="44"/>
                </a:cubicBezTo>
                <a:cubicBezTo>
                  <a:pt x="27383" y="44"/>
                  <a:pt x="26833" y="151"/>
                  <a:pt x="26254" y="151"/>
                </a:cubicBezTo>
                <a:cubicBezTo>
                  <a:pt x="26147" y="151"/>
                  <a:pt x="26038" y="147"/>
                  <a:pt x="25928" y="139"/>
                </a:cubicBezTo>
                <a:cubicBezTo>
                  <a:pt x="25377" y="85"/>
                  <a:pt x="24814" y="0"/>
                  <a:pt x="242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5"/>
          <p:cNvSpPr/>
          <p:nvPr/>
        </p:nvSpPr>
        <p:spPr>
          <a:xfrm rot="642204">
            <a:off x="7746191" y="-817665"/>
            <a:ext cx="1854856" cy="3070903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5"/>
          <p:cNvSpPr/>
          <p:nvPr/>
        </p:nvSpPr>
        <p:spPr>
          <a:xfrm flipH="1" rot="-4236440">
            <a:off x="-309809" y="3216831"/>
            <a:ext cx="1599125" cy="2647301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305" name="Shape 1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" name="Google Shape;1306;p6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1307" name="Google Shape;1307;p6"/>
          <p:cNvGrpSpPr/>
          <p:nvPr/>
        </p:nvGrpSpPr>
        <p:grpSpPr>
          <a:xfrm>
            <a:off x="8101565" y="-164690"/>
            <a:ext cx="3222377" cy="1467420"/>
            <a:chOff x="3427375" y="613525"/>
            <a:chExt cx="1481825" cy="674800"/>
          </a:xfrm>
        </p:grpSpPr>
        <p:sp>
          <p:nvSpPr>
            <p:cNvPr id="1308" name="Google Shape;1308;p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8" name="Google Shape;1488;p6"/>
          <p:cNvSpPr/>
          <p:nvPr/>
        </p:nvSpPr>
        <p:spPr>
          <a:xfrm rot="-1940992">
            <a:off x="-310694" y="4130"/>
            <a:ext cx="1488276" cy="1129755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" name="Google Shape;1489;p6"/>
          <p:cNvSpPr/>
          <p:nvPr/>
        </p:nvSpPr>
        <p:spPr>
          <a:xfrm rot="-6094134">
            <a:off x="-1333889" y="-41757"/>
            <a:ext cx="2205634" cy="2602550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" name="Google Shape;1490;p6"/>
          <p:cNvSpPr/>
          <p:nvPr/>
        </p:nvSpPr>
        <p:spPr>
          <a:xfrm rot="-10483945">
            <a:off x="8162082" y="4447436"/>
            <a:ext cx="1773488" cy="1400742"/>
          </a:xfrm>
          <a:custGeom>
            <a:rect b="b" l="l" r="r" t="t"/>
            <a:pathLst>
              <a:path extrusionOk="0" h="27521" w="70945">
                <a:moveTo>
                  <a:pt x="35199" y="1964"/>
                </a:moveTo>
                <a:lnTo>
                  <a:pt x="35199" y="1964"/>
                </a:lnTo>
                <a:cubicBezTo>
                  <a:pt x="34786" y="2653"/>
                  <a:pt x="33624" y="3167"/>
                  <a:pt x="32709" y="3167"/>
                </a:cubicBezTo>
                <a:cubicBezTo>
                  <a:pt x="32614" y="3167"/>
                  <a:pt x="32521" y="3161"/>
                  <a:pt x="32433" y="3150"/>
                </a:cubicBezTo>
                <a:cubicBezTo>
                  <a:pt x="33223" y="2420"/>
                  <a:pt x="34287" y="2359"/>
                  <a:pt x="35199" y="1964"/>
                </a:cubicBezTo>
                <a:close/>
                <a:moveTo>
                  <a:pt x="30913" y="4366"/>
                </a:moveTo>
                <a:lnTo>
                  <a:pt x="30974" y="4548"/>
                </a:lnTo>
                <a:cubicBezTo>
                  <a:pt x="30184" y="4791"/>
                  <a:pt x="29424" y="5065"/>
                  <a:pt x="28633" y="5308"/>
                </a:cubicBezTo>
                <a:cubicBezTo>
                  <a:pt x="28603" y="5277"/>
                  <a:pt x="28603" y="5217"/>
                  <a:pt x="28573" y="5156"/>
                </a:cubicBezTo>
                <a:cubicBezTo>
                  <a:pt x="29363" y="4882"/>
                  <a:pt x="30123" y="4609"/>
                  <a:pt x="30913" y="4366"/>
                </a:cubicBezTo>
                <a:close/>
                <a:moveTo>
                  <a:pt x="40786" y="4588"/>
                </a:moveTo>
                <a:cubicBezTo>
                  <a:pt x="42137" y="4588"/>
                  <a:pt x="43391" y="4745"/>
                  <a:pt x="43831" y="5065"/>
                </a:cubicBezTo>
                <a:cubicBezTo>
                  <a:pt x="43312" y="5219"/>
                  <a:pt x="42792" y="5300"/>
                  <a:pt x="42272" y="5300"/>
                </a:cubicBezTo>
                <a:cubicBezTo>
                  <a:pt x="41971" y="5300"/>
                  <a:pt x="41670" y="5272"/>
                  <a:pt x="41369" y="5217"/>
                </a:cubicBezTo>
                <a:cubicBezTo>
                  <a:pt x="41223" y="5189"/>
                  <a:pt x="41077" y="5177"/>
                  <a:pt x="40930" y="5177"/>
                </a:cubicBezTo>
                <a:cubicBezTo>
                  <a:pt x="40286" y="5177"/>
                  <a:pt x="39642" y="5399"/>
                  <a:pt x="38998" y="5399"/>
                </a:cubicBezTo>
                <a:cubicBezTo>
                  <a:pt x="38963" y="5401"/>
                  <a:pt x="38928" y="5401"/>
                  <a:pt x="38892" y="5401"/>
                </a:cubicBezTo>
                <a:cubicBezTo>
                  <a:pt x="38387" y="5401"/>
                  <a:pt x="37866" y="5262"/>
                  <a:pt x="37299" y="5262"/>
                </a:cubicBezTo>
                <a:cubicBezTo>
                  <a:pt x="37082" y="5262"/>
                  <a:pt x="36859" y="5282"/>
                  <a:pt x="36628" y="5338"/>
                </a:cubicBezTo>
                <a:cubicBezTo>
                  <a:pt x="37173" y="4844"/>
                  <a:pt x="39059" y="4588"/>
                  <a:pt x="40786" y="4588"/>
                </a:cubicBezTo>
                <a:close/>
                <a:moveTo>
                  <a:pt x="53712" y="5060"/>
                </a:moveTo>
                <a:cubicBezTo>
                  <a:pt x="54241" y="5060"/>
                  <a:pt x="54650" y="5080"/>
                  <a:pt x="54865" y="5125"/>
                </a:cubicBezTo>
                <a:cubicBezTo>
                  <a:pt x="53491" y="5211"/>
                  <a:pt x="52117" y="5432"/>
                  <a:pt x="50743" y="5432"/>
                </a:cubicBezTo>
                <a:cubicBezTo>
                  <a:pt x="50658" y="5432"/>
                  <a:pt x="50573" y="5431"/>
                  <a:pt x="50488" y="5429"/>
                </a:cubicBezTo>
                <a:cubicBezTo>
                  <a:pt x="50434" y="5428"/>
                  <a:pt x="50380" y="5428"/>
                  <a:pt x="50326" y="5428"/>
                </a:cubicBezTo>
                <a:cubicBezTo>
                  <a:pt x="48977" y="5428"/>
                  <a:pt x="47648" y="5765"/>
                  <a:pt x="46195" y="5765"/>
                </a:cubicBezTo>
                <a:cubicBezTo>
                  <a:pt x="46137" y="5765"/>
                  <a:pt x="46078" y="5765"/>
                  <a:pt x="46020" y="5764"/>
                </a:cubicBezTo>
                <a:cubicBezTo>
                  <a:pt x="46787" y="5442"/>
                  <a:pt x="51399" y="5060"/>
                  <a:pt x="53712" y="5060"/>
                </a:cubicBezTo>
                <a:close/>
                <a:moveTo>
                  <a:pt x="57388" y="5977"/>
                </a:moveTo>
                <a:lnTo>
                  <a:pt x="57388" y="5977"/>
                </a:lnTo>
                <a:cubicBezTo>
                  <a:pt x="55787" y="6584"/>
                  <a:pt x="46373" y="7967"/>
                  <a:pt x="44104" y="7967"/>
                </a:cubicBezTo>
                <a:cubicBezTo>
                  <a:pt x="43873" y="7967"/>
                  <a:pt x="43716" y="7953"/>
                  <a:pt x="43649" y="7922"/>
                </a:cubicBezTo>
                <a:cubicBezTo>
                  <a:pt x="48360" y="7223"/>
                  <a:pt x="52828" y="6250"/>
                  <a:pt x="57388" y="5977"/>
                </a:cubicBezTo>
                <a:close/>
                <a:moveTo>
                  <a:pt x="14803" y="9472"/>
                </a:moveTo>
                <a:lnTo>
                  <a:pt x="14803" y="9472"/>
                </a:lnTo>
                <a:cubicBezTo>
                  <a:pt x="14256" y="9928"/>
                  <a:pt x="13618" y="10110"/>
                  <a:pt x="12949" y="10232"/>
                </a:cubicBezTo>
                <a:cubicBezTo>
                  <a:pt x="13496" y="9837"/>
                  <a:pt x="14104" y="9563"/>
                  <a:pt x="14803" y="9472"/>
                </a:cubicBezTo>
                <a:close/>
                <a:moveTo>
                  <a:pt x="7038" y="12421"/>
                </a:moveTo>
                <a:cubicBezTo>
                  <a:pt x="7187" y="12421"/>
                  <a:pt x="7311" y="12538"/>
                  <a:pt x="7387" y="12785"/>
                </a:cubicBezTo>
                <a:cubicBezTo>
                  <a:pt x="6171" y="13484"/>
                  <a:pt x="4712" y="13667"/>
                  <a:pt x="3435" y="14335"/>
                </a:cubicBezTo>
                <a:cubicBezTo>
                  <a:pt x="3831" y="13879"/>
                  <a:pt x="4378" y="13667"/>
                  <a:pt x="4894" y="13454"/>
                </a:cubicBezTo>
                <a:cubicBezTo>
                  <a:pt x="5533" y="13211"/>
                  <a:pt x="6232" y="13028"/>
                  <a:pt x="6749" y="12542"/>
                </a:cubicBezTo>
                <a:cubicBezTo>
                  <a:pt x="6851" y="12463"/>
                  <a:pt x="6949" y="12421"/>
                  <a:pt x="7038" y="12421"/>
                </a:cubicBezTo>
                <a:close/>
                <a:moveTo>
                  <a:pt x="65264" y="16750"/>
                </a:moveTo>
                <a:cubicBezTo>
                  <a:pt x="65455" y="16750"/>
                  <a:pt x="65646" y="16756"/>
                  <a:pt x="65838" y="16767"/>
                </a:cubicBezTo>
                <a:cubicBezTo>
                  <a:pt x="65838" y="16828"/>
                  <a:pt x="65868" y="16889"/>
                  <a:pt x="65868" y="16949"/>
                </a:cubicBezTo>
                <a:cubicBezTo>
                  <a:pt x="64348" y="17193"/>
                  <a:pt x="62859" y="17405"/>
                  <a:pt x="61339" y="17648"/>
                </a:cubicBezTo>
                <a:cubicBezTo>
                  <a:pt x="62591" y="17036"/>
                  <a:pt x="63913" y="16750"/>
                  <a:pt x="65264" y="16750"/>
                </a:cubicBezTo>
                <a:close/>
                <a:moveTo>
                  <a:pt x="52616" y="25430"/>
                </a:moveTo>
                <a:lnTo>
                  <a:pt x="52616" y="25430"/>
                </a:lnTo>
                <a:cubicBezTo>
                  <a:pt x="54044" y="25521"/>
                  <a:pt x="55442" y="25794"/>
                  <a:pt x="56841" y="26159"/>
                </a:cubicBezTo>
                <a:cubicBezTo>
                  <a:pt x="56674" y="26212"/>
                  <a:pt x="56511" y="26234"/>
                  <a:pt x="56349" y="26234"/>
                </a:cubicBezTo>
                <a:cubicBezTo>
                  <a:pt x="55772" y="26234"/>
                  <a:pt x="55215" y="25964"/>
                  <a:pt x="54622" y="25916"/>
                </a:cubicBezTo>
                <a:cubicBezTo>
                  <a:pt x="53953" y="25855"/>
                  <a:pt x="53254" y="25734"/>
                  <a:pt x="52616" y="25430"/>
                </a:cubicBezTo>
                <a:close/>
                <a:moveTo>
                  <a:pt x="33208" y="1"/>
                </a:moveTo>
                <a:cubicBezTo>
                  <a:pt x="33141" y="1"/>
                  <a:pt x="33075" y="10"/>
                  <a:pt x="33010" y="19"/>
                </a:cubicBezTo>
                <a:cubicBezTo>
                  <a:pt x="32159" y="171"/>
                  <a:pt x="31308" y="293"/>
                  <a:pt x="30457" y="505"/>
                </a:cubicBezTo>
                <a:cubicBezTo>
                  <a:pt x="27022" y="1387"/>
                  <a:pt x="23649" y="2542"/>
                  <a:pt x="20275" y="3666"/>
                </a:cubicBezTo>
                <a:cubicBezTo>
                  <a:pt x="18208" y="4335"/>
                  <a:pt x="16141" y="5125"/>
                  <a:pt x="14104" y="5855"/>
                </a:cubicBezTo>
                <a:cubicBezTo>
                  <a:pt x="12554" y="6402"/>
                  <a:pt x="11034" y="6949"/>
                  <a:pt x="9515" y="7527"/>
                </a:cubicBezTo>
                <a:cubicBezTo>
                  <a:pt x="7630" y="8226"/>
                  <a:pt x="5715" y="8955"/>
                  <a:pt x="3861" y="9746"/>
                </a:cubicBezTo>
                <a:cubicBezTo>
                  <a:pt x="2676" y="10232"/>
                  <a:pt x="1399" y="10566"/>
                  <a:pt x="365" y="11387"/>
                </a:cubicBezTo>
                <a:cubicBezTo>
                  <a:pt x="183" y="11509"/>
                  <a:pt x="1" y="11630"/>
                  <a:pt x="122" y="11843"/>
                </a:cubicBezTo>
                <a:cubicBezTo>
                  <a:pt x="179" y="11956"/>
                  <a:pt x="283" y="11987"/>
                  <a:pt x="404" y="11987"/>
                </a:cubicBezTo>
                <a:cubicBezTo>
                  <a:pt x="478" y="11987"/>
                  <a:pt x="559" y="11976"/>
                  <a:pt x="639" y="11964"/>
                </a:cubicBezTo>
                <a:cubicBezTo>
                  <a:pt x="754" y="11942"/>
                  <a:pt x="868" y="11832"/>
                  <a:pt x="996" y="11832"/>
                </a:cubicBezTo>
                <a:cubicBezTo>
                  <a:pt x="1038" y="11832"/>
                  <a:pt x="1081" y="11843"/>
                  <a:pt x="1125" y="11873"/>
                </a:cubicBezTo>
                <a:cubicBezTo>
                  <a:pt x="1095" y="12025"/>
                  <a:pt x="882" y="12086"/>
                  <a:pt x="913" y="12208"/>
                </a:cubicBezTo>
                <a:cubicBezTo>
                  <a:pt x="1125" y="12512"/>
                  <a:pt x="1429" y="12481"/>
                  <a:pt x="1764" y="12572"/>
                </a:cubicBezTo>
                <a:cubicBezTo>
                  <a:pt x="1460" y="12816"/>
                  <a:pt x="1247" y="13028"/>
                  <a:pt x="1034" y="13211"/>
                </a:cubicBezTo>
                <a:cubicBezTo>
                  <a:pt x="1122" y="13278"/>
                  <a:pt x="1201" y="13304"/>
                  <a:pt x="1275" y="13304"/>
                </a:cubicBezTo>
                <a:cubicBezTo>
                  <a:pt x="1498" y="13304"/>
                  <a:pt x="1671" y="13071"/>
                  <a:pt x="1899" y="13071"/>
                </a:cubicBezTo>
                <a:cubicBezTo>
                  <a:pt x="1933" y="13071"/>
                  <a:pt x="1969" y="13077"/>
                  <a:pt x="2007" y="13089"/>
                </a:cubicBezTo>
                <a:cubicBezTo>
                  <a:pt x="2584" y="13667"/>
                  <a:pt x="1277" y="14457"/>
                  <a:pt x="2220" y="14974"/>
                </a:cubicBezTo>
                <a:cubicBezTo>
                  <a:pt x="2128" y="15734"/>
                  <a:pt x="2250" y="16372"/>
                  <a:pt x="2949" y="16706"/>
                </a:cubicBezTo>
                <a:cubicBezTo>
                  <a:pt x="2888" y="17253"/>
                  <a:pt x="3375" y="17740"/>
                  <a:pt x="3010" y="18287"/>
                </a:cubicBezTo>
                <a:cubicBezTo>
                  <a:pt x="3405" y="18348"/>
                  <a:pt x="3770" y="18287"/>
                  <a:pt x="3983" y="18712"/>
                </a:cubicBezTo>
                <a:cubicBezTo>
                  <a:pt x="3587" y="18712"/>
                  <a:pt x="3283" y="18834"/>
                  <a:pt x="2979" y="18986"/>
                </a:cubicBezTo>
                <a:cubicBezTo>
                  <a:pt x="3071" y="19123"/>
                  <a:pt x="3185" y="19145"/>
                  <a:pt x="3295" y="19145"/>
                </a:cubicBezTo>
                <a:cubicBezTo>
                  <a:pt x="3350" y="19145"/>
                  <a:pt x="3404" y="19140"/>
                  <a:pt x="3454" y="19140"/>
                </a:cubicBezTo>
                <a:cubicBezTo>
                  <a:pt x="3504" y="19140"/>
                  <a:pt x="3549" y="19145"/>
                  <a:pt x="3587" y="19168"/>
                </a:cubicBezTo>
                <a:cubicBezTo>
                  <a:pt x="3564" y="19617"/>
                  <a:pt x="3797" y="19699"/>
                  <a:pt x="4059" y="19699"/>
                </a:cubicBezTo>
                <a:cubicBezTo>
                  <a:pt x="4134" y="19699"/>
                  <a:pt x="4212" y="19692"/>
                  <a:pt x="4286" y="19685"/>
                </a:cubicBezTo>
                <a:cubicBezTo>
                  <a:pt x="4651" y="19624"/>
                  <a:pt x="5016" y="19503"/>
                  <a:pt x="5411" y="19411"/>
                </a:cubicBezTo>
                <a:lnTo>
                  <a:pt x="5411" y="19411"/>
                </a:lnTo>
                <a:cubicBezTo>
                  <a:pt x="5259" y="19685"/>
                  <a:pt x="5016" y="19655"/>
                  <a:pt x="4925" y="19715"/>
                </a:cubicBezTo>
                <a:cubicBezTo>
                  <a:pt x="4651" y="20992"/>
                  <a:pt x="5806" y="20658"/>
                  <a:pt x="6384" y="21083"/>
                </a:cubicBezTo>
                <a:lnTo>
                  <a:pt x="5198" y="21083"/>
                </a:lnTo>
                <a:cubicBezTo>
                  <a:pt x="4986" y="21083"/>
                  <a:pt x="4803" y="21174"/>
                  <a:pt x="4834" y="21387"/>
                </a:cubicBezTo>
                <a:cubicBezTo>
                  <a:pt x="4862" y="21586"/>
                  <a:pt x="4944" y="21785"/>
                  <a:pt x="5203" y="21785"/>
                </a:cubicBezTo>
                <a:cubicBezTo>
                  <a:pt x="5221" y="21785"/>
                  <a:pt x="5240" y="21784"/>
                  <a:pt x="5259" y="21782"/>
                </a:cubicBezTo>
                <a:cubicBezTo>
                  <a:pt x="5381" y="21772"/>
                  <a:pt x="5499" y="21769"/>
                  <a:pt x="5623" y="21769"/>
                </a:cubicBezTo>
                <a:cubicBezTo>
                  <a:pt x="5870" y="21769"/>
                  <a:pt x="6141" y="21782"/>
                  <a:pt x="6505" y="21782"/>
                </a:cubicBezTo>
                <a:cubicBezTo>
                  <a:pt x="5685" y="22299"/>
                  <a:pt x="4894" y="22238"/>
                  <a:pt x="4226" y="22725"/>
                </a:cubicBezTo>
                <a:cubicBezTo>
                  <a:pt x="4986" y="23059"/>
                  <a:pt x="5533" y="23697"/>
                  <a:pt x="6293" y="23910"/>
                </a:cubicBezTo>
                <a:cubicBezTo>
                  <a:pt x="5685" y="24305"/>
                  <a:pt x="4773" y="23819"/>
                  <a:pt x="4195" y="24548"/>
                </a:cubicBezTo>
                <a:cubicBezTo>
                  <a:pt x="4469" y="24883"/>
                  <a:pt x="4773" y="24913"/>
                  <a:pt x="5077" y="24974"/>
                </a:cubicBezTo>
                <a:cubicBezTo>
                  <a:pt x="5988" y="25112"/>
                  <a:pt x="6899" y="25161"/>
                  <a:pt x="7810" y="25161"/>
                </a:cubicBezTo>
                <a:cubicBezTo>
                  <a:pt x="8297" y="25161"/>
                  <a:pt x="8784" y="25147"/>
                  <a:pt x="9271" y="25126"/>
                </a:cubicBezTo>
                <a:cubicBezTo>
                  <a:pt x="11247" y="25035"/>
                  <a:pt x="13223" y="25095"/>
                  <a:pt x="15199" y="25004"/>
                </a:cubicBezTo>
                <a:cubicBezTo>
                  <a:pt x="17417" y="24883"/>
                  <a:pt x="19636" y="24943"/>
                  <a:pt x="21855" y="24852"/>
                </a:cubicBezTo>
                <a:cubicBezTo>
                  <a:pt x="22715" y="24813"/>
                  <a:pt x="23580" y="24802"/>
                  <a:pt x="24446" y="24802"/>
                </a:cubicBezTo>
                <a:cubicBezTo>
                  <a:pt x="25601" y="24802"/>
                  <a:pt x="26758" y="24822"/>
                  <a:pt x="27904" y="24822"/>
                </a:cubicBezTo>
                <a:cubicBezTo>
                  <a:pt x="28588" y="24822"/>
                  <a:pt x="29264" y="24814"/>
                  <a:pt x="29937" y="24814"/>
                </a:cubicBezTo>
                <a:cubicBezTo>
                  <a:pt x="30609" y="24814"/>
                  <a:pt x="31278" y="24822"/>
                  <a:pt x="31947" y="24852"/>
                </a:cubicBezTo>
                <a:cubicBezTo>
                  <a:pt x="34226" y="24943"/>
                  <a:pt x="36476" y="25247"/>
                  <a:pt x="38725" y="25247"/>
                </a:cubicBezTo>
                <a:lnTo>
                  <a:pt x="39150" y="25247"/>
                </a:lnTo>
                <a:cubicBezTo>
                  <a:pt x="40974" y="25430"/>
                  <a:pt x="42828" y="25612"/>
                  <a:pt x="44652" y="25825"/>
                </a:cubicBezTo>
                <a:cubicBezTo>
                  <a:pt x="45716" y="25946"/>
                  <a:pt x="46780" y="26068"/>
                  <a:pt x="47844" y="26129"/>
                </a:cubicBezTo>
                <a:cubicBezTo>
                  <a:pt x="48968" y="26220"/>
                  <a:pt x="50093" y="26524"/>
                  <a:pt x="51217" y="26615"/>
                </a:cubicBezTo>
                <a:cubicBezTo>
                  <a:pt x="53102" y="26798"/>
                  <a:pt x="54956" y="27193"/>
                  <a:pt x="56871" y="27405"/>
                </a:cubicBezTo>
                <a:cubicBezTo>
                  <a:pt x="57191" y="27437"/>
                  <a:pt x="57545" y="27520"/>
                  <a:pt x="57906" y="27520"/>
                </a:cubicBezTo>
                <a:cubicBezTo>
                  <a:pt x="58230" y="27520"/>
                  <a:pt x="58561" y="27453"/>
                  <a:pt x="58877" y="27223"/>
                </a:cubicBezTo>
                <a:cubicBezTo>
                  <a:pt x="58634" y="26980"/>
                  <a:pt x="58452" y="26798"/>
                  <a:pt x="58087" y="26737"/>
                </a:cubicBezTo>
                <a:cubicBezTo>
                  <a:pt x="57661" y="26676"/>
                  <a:pt x="57145" y="26585"/>
                  <a:pt x="56841" y="26159"/>
                </a:cubicBezTo>
                <a:lnTo>
                  <a:pt x="56841" y="26159"/>
                </a:lnTo>
                <a:cubicBezTo>
                  <a:pt x="56996" y="26234"/>
                  <a:pt x="57129" y="26266"/>
                  <a:pt x="57245" y="26266"/>
                </a:cubicBezTo>
                <a:cubicBezTo>
                  <a:pt x="57790" y="26266"/>
                  <a:pt x="57981" y="25575"/>
                  <a:pt x="58482" y="25399"/>
                </a:cubicBezTo>
                <a:cubicBezTo>
                  <a:pt x="54987" y="24275"/>
                  <a:pt x="51400" y="24092"/>
                  <a:pt x="47844" y="23515"/>
                </a:cubicBezTo>
                <a:cubicBezTo>
                  <a:pt x="47965" y="23484"/>
                  <a:pt x="48026" y="23454"/>
                  <a:pt x="48087" y="23454"/>
                </a:cubicBezTo>
                <a:cubicBezTo>
                  <a:pt x="48252" y="23439"/>
                  <a:pt x="48416" y="23433"/>
                  <a:pt x="48581" y="23433"/>
                </a:cubicBezTo>
                <a:cubicBezTo>
                  <a:pt x="49388" y="23433"/>
                  <a:pt x="50195" y="23578"/>
                  <a:pt x="51003" y="23578"/>
                </a:cubicBezTo>
                <a:cubicBezTo>
                  <a:pt x="51064" y="23578"/>
                  <a:pt x="51126" y="23577"/>
                  <a:pt x="51187" y="23576"/>
                </a:cubicBezTo>
                <a:cubicBezTo>
                  <a:pt x="51377" y="23568"/>
                  <a:pt x="51565" y="23564"/>
                  <a:pt x="51754" y="23564"/>
                </a:cubicBezTo>
                <a:cubicBezTo>
                  <a:pt x="53708" y="23564"/>
                  <a:pt x="55594" y="23972"/>
                  <a:pt x="57479" y="24305"/>
                </a:cubicBezTo>
                <a:cubicBezTo>
                  <a:pt x="57626" y="24325"/>
                  <a:pt x="57757" y="24341"/>
                  <a:pt x="57877" y="24341"/>
                </a:cubicBezTo>
                <a:cubicBezTo>
                  <a:pt x="58128" y="24341"/>
                  <a:pt x="58327" y="24269"/>
                  <a:pt x="58512" y="24001"/>
                </a:cubicBezTo>
                <a:cubicBezTo>
                  <a:pt x="58391" y="23910"/>
                  <a:pt x="58269" y="23788"/>
                  <a:pt x="58117" y="23758"/>
                </a:cubicBezTo>
                <a:cubicBezTo>
                  <a:pt x="57357" y="23576"/>
                  <a:pt x="56597" y="23424"/>
                  <a:pt x="55807" y="23241"/>
                </a:cubicBezTo>
                <a:cubicBezTo>
                  <a:pt x="56069" y="23224"/>
                  <a:pt x="56321" y="23186"/>
                  <a:pt x="56574" y="23186"/>
                </a:cubicBezTo>
                <a:cubicBezTo>
                  <a:pt x="56762" y="23186"/>
                  <a:pt x="56950" y="23207"/>
                  <a:pt x="57145" y="23272"/>
                </a:cubicBezTo>
                <a:cubicBezTo>
                  <a:pt x="57449" y="23383"/>
                  <a:pt x="57668" y="23447"/>
                  <a:pt x="57849" y="23447"/>
                </a:cubicBezTo>
                <a:cubicBezTo>
                  <a:pt x="58212" y="23447"/>
                  <a:pt x="58421" y="23191"/>
                  <a:pt x="58847" y="22542"/>
                </a:cubicBezTo>
                <a:cubicBezTo>
                  <a:pt x="57297" y="21934"/>
                  <a:pt x="55625" y="21813"/>
                  <a:pt x="54044" y="21417"/>
                </a:cubicBezTo>
                <a:cubicBezTo>
                  <a:pt x="54092" y="21416"/>
                  <a:pt x="54140" y="21416"/>
                  <a:pt x="54188" y="21416"/>
                </a:cubicBezTo>
                <a:cubicBezTo>
                  <a:pt x="55445" y="21416"/>
                  <a:pt x="56675" y="21790"/>
                  <a:pt x="57905" y="21995"/>
                </a:cubicBezTo>
                <a:cubicBezTo>
                  <a:pt x="58085" y="22023"/>
                  <a:pt x="58273" y="22076"/>
                  <a:pt x="58452" y="22076"/>
                </a:cubicBezTo>
                <a:cubicBezTo>
                  <a:pt x="58664" y="22076"/>
                  <a:pt x="58864" y="22002"/>
                  <a:pt x="59029" y="21721"/>
                </a:cubicBezTo>
                <a:cubicBezTo>
                  <a:pt x="57388" y="20931"/>
                  <a:pt x="55564" y="21022"/>
                  <a:pt x="53923" y="20354"/>
                </a:cubicBezTo>
                <a:cubicBezTo>
                  <a:pt x="54348" y="20232"/>
                  <a:pt x="54743" y="20141"/>
                  <a:pt x="55139" y="20141"/>
                </a:cubicBezTo>
                <a:cubicBezTo>
                  <a:pt x="56111" y="20141"/>
                  <a:pt x="57023" y="20384"/>
                  <a:pt x="57935" y="20627"/>
                </a:cubicBezTo>
                <a:cubicBezTo>
                  <a:pt x="58160" y="20698"/>
                  <a:pt x="58392" y="20761"/>
                  <a:pt x="58618" y="20761"/>
                </a:cubicBezTo>
                <a:cubicBezTo>
                  <a:pt x="58880" y="20761"/>
                  <a:pt x="59135" y="20676"/>
                  <a:pt x="59364" y="20414"/>
                </a:cubicBezTo>
                <a:cubicBezTo>
                  <a:pt x="59120" y="20171"/>
                  <a:pt x="58877" y="19898"/>
                  <a:pt x="58604" y="19594"/>
                </a:cubicBezTo>
                <a:cubicBezTo>
                  <a:pt x="59637" y="19442"/>
                  <a:pt x="60640" y="19259"/>
                  <a:pt x="61643" y="19107"/>
                </a:cubicBezTo>
                <a:cubicBezTo>
                  <a:pt x="63801" y="18773"/>
                  <a:pt x="65929" y="18439"/>
                  <a:pt x="68117" y="18317"/>
                </a:cubicBezTo>
                <a:cubicBezTo>
                  <a:pt x="68695" y="18256"/>
                  <a:pt x="69303" y="18135"/>
                  <a:pt x="69850" y="17770"/>
                </a:cubicBezTo>
                <a:cubicBezTo>
                  <a:pt x="69622" y="17512"/>
                  <a:pt x="69364" y="17474"/>
                  <a:pt x="69098" y="17474"/>
                </a:cubicBezTo>
                <a:cubicBezTo>
                  <a:pt x="68987" y="17474"/>
                  <a:pt x="68875" y="17480"/>
                  <a:pt x="68763" y="17480"/>
                </a:cubicBezTo>
                <a:cubicBezTo>
                  <a:pt x="68606" y="17480"/>
                  <a:pt x="68451" y="17467"/>
                  <a:pt x="68300" y="17405"/>
                </a:cubicBezTo>
                <a:cubicBezTo>
                  <a:pt x="68634" y="17071"/>
                  <a:pt x="69151" y="17162"/>
                  <a:pt x="69424" y="16889"/>
                </a:cubicBezTo>
                <a:cubicBezTo>
                  <a:pt x="69303" y="16700"/>
                  <a:pt x="69157" y="16653"/>
                  <a:pt x="69004" y="16653"/>
                </a:cubicBezTo>
                <a:cubicBezTo>
                  <a:pt x="68851" y="16653"/>
                  <a:pt x="68691" y="16701"/>
                  <a:pt x="68543" y="16701"/>
                </a:cubicBezTo>
                <a:cubicBezTo>
                  <a:pt x="68433" y="16701"/>
                  <a:pt x="68329" y="16675"/>
                  <a:pt x="68239" y="16585"/>
                </a:cubicBezTo>
                <a:cubicBezTo>
                  <a:pt x="68421" y="16493"/>
                  <a:pt x="68634" y="16463"/>
                  <a:pt x="68786" y="16281"/>
                </a:cubicBezTo>
                <a:cubicBezTo>
                  <a:pt x="68209" y="15673"/>
                  <a:pt x="67388" y="15977"/>
                  <a:pt x="66598" y="15764"/>
                </a:cubicBezTo>
                <a:cubicBezTo>
                  <a:pt x="68239" y="15338"/>
                  <a:pt x="69759" y="14943"/>
                  <a:pt x="70944" y="13788"/>
                </a:cubicBezTo>
                <a:cubicBezTo>
                  <a:pt x="70841" y="13555"/>
                  <a:pt x="70715" y="13482"/>
                  <a:pt x="70588" y="13482"/>
                </a:cubicBezTo>
                <a:cubicBezTo>
                  <a:pt x="70418" y="13482"/>
                  <a:pt x="70246" y="13614"/>
                  <a:pt x="70124" y="13667"/>
                </a:cubicBezTo>
                <a:cubicBezTo>
                  <a:pt x="69753" y="13839"/>
                  <a:pt x="69534" y="13942"/>
                  <a:pt x="69393" y="13942"/>
                </a:cubicBezTo>
                <a:cubicBezTo>
                  <a:pt x="69187" y="13942"/>
                  <a:pt x="69150" y="13722"/>
                  <a:pt x="69060" y="13180"/>
                </a:cubicBezTo>
                <a:cubicBezTo>
                  <a:pt x="69394" y="12968"/>
                  <a:pt x="69759" y="12724"/>
                  <a:pt x="69972" y="12299"/>
                </a:cubicBezTo>
                <a:lnTo>
                  <a:pt x="69972" y="12299"/>
                </a:lnTo>
                <a:cubicBezTo>
                  <a:pt x="68965" y="12432"/>
                  <a:pt x="68449" y="12500"/>
                  <a:pt x="68128" y="12500"/>
                </a:cubicBezTo>
                <a:cubicBezTo>
                  <a:pt x="67789" y="12500"/>
                  <a:pt x="67668" y="12424"/>
                  <a:pt x="67418" y="12268"/>
                </a:cubicBezTo>
                <a:cubicBezTo>
                  <a:pt x="69485" y="11265"/>
                  <a:pt x="69576" y="11205"/>
                  <a:pt x="69728" y="10566"/>
                </a:cubicBezTo>
                <a:cubicBezTo>
                  <a:pt x="69720" y="10565"/>
                  <a:pt x="69711" y="10565"/>
                  <a:pt x="69703" y="10565"/>
                </a:cubicBezTo>
                <a:cubicBezTo>
                  <a:pt x="69435" y="10565"/>
                  <a:pt x="69346" y="10967"/>
                  <a:pt x="69064" y="10967"/>
                </a:cubicBezTo>
                <a:cubicBezTo>
                  <a:pt x="69017" y="10967"/>
                  <a:pt x="68966" y="10956"/>
                  <a:pt x="68908" y="10931"/>
                </a:cubicBezTo>
                <a:cubicBezTo>
                  <a:pt x="68877" y="10445"/>
                  <a:pt x="69394" y="10171"/>
                  <a:pt x="69394" y="9746"/>
                </a:cubicBezTo>
                <a:cubicBezTo>
                  <a:pt x="69121" y="9259"/>
                  <a:pt x="68513" y="9624"/>
                  <a:pt x="68239" y="9198"/>
                </a:cubicBezTo>
                <a:cubicBezTo>
                  <a:pt x="68665" y="9138"/>
                  <a:pt x="69090" y="9229"/>
                  <a:pt x="69485" y="8925"/>
                </a:cubicBezTo>
                <a:cubicBezTo>
                  <a:pt x="68999" y="8499"/>
                  <a:pt x="68361" y="8682"/>
                  <a:pt x="67844" y="8408"/>
                </a:cubicBezTo>
                <a:cubicBezTo>
                  <a:pt x="68026" y="8317"/>
                  <a:pt x="68361" y="8226"/>
                  <a:pt x="67996" y="7983"/>
                </a:cubicBezTo>
                <a:cubicBezTo>
                  <a:pt x="68179" y="7799"/>
                  <a:pt x="68422" y="7793"/>
                  <a:pt x="68668" y="7793"/>
                </a:cubicBezTo>
                <a:cubicBezTo>
                  <a:pt x="68687" y="7793"/>
                  <a:pt x="68706" y="7793"/>
                  <a:pt x="68725" y="7793"/>
                </a:cubicBezTo>
                <a:cubicBezTo>
                  <a:pt x="68991" y="7793"/>
                  <a:pt x="69257" y="7785"/>
                  <a:pt x="69455" y="7557"/>
                </a:cubicBezTo>
                <a:cubicBezTo>
                  <a:pt x="69333" y="7344"/>
                  <a:pt x="69151" y="7253"/>
                  <a:pt x="68938" y="7223"/>
                </a:cubicBezTo>
                <a:cubicBezTo>
                  <a:pt x="68665" y="7132"/>
                  <a:pt x="68421" y="7040"/>
                  <a:pt x="68482" y="6584"/>
                </a:cubicBezTo>
                <a:cubicBezTo>
                  <a:pt x="68519" y="6311"/>
                  <a:pt x="68643" y="6256"/>
                  <a:pt x="68782" y="6256"/>
                </a:cubicBezTo>
                <a:cubicBezTo>
                  <a:pt x="68875" y="6256"/>
                  <a:pt x="68975" y="6281"/>
                  <a:pt x="69060" y="6281"/>
                </a:cubicBezTo>
                <a:cubicBezTo>
                  <a:pt x="69394" y="6250"/>
                  <a:pt x="69759" y="6281"/>
                  <a:pt x="69880" y="5885"/>
                </a:cubicBezTo>
                <a:cubicBezTo>
                  <a:pt x="69759" y="5703"/>
                  <a:pt x="69607" y="5612"/>
                  <a:pt x="69394" y="5551"/>
                </a:cubicBezTo>
                <a:cubicBezTo>
                  <a:pt x="68843" y="5384"/>
                  <a:pt x="68286" y="5342"/>
                  <a:pt x="67728" y="5342"/>
                </a:cubicBezTo>
                <a:cubicBezTo>
                  <a:pt x="67154" y="5342"/>
                  <a:pt x="66580" y="5387"/>
                  <a:pt x="66010" y="5387"/>
                </a:cubicBezTo>
                <a:cubicBezTo>
                  <a:pt x="65820" y="5387"/>
                  <a:pt x="65631" y="5382"/>
                  <a:pt x="65443" y="5369"/>
                </a:cubicBezTo>
                <a:cubicBezTo>
                  <a:pt x="65261" y="5356"/>
                  <a:pt x="65076" y="5350"/>
                  <a:pt x="64890" y="5350"/>
                </a:cubicBezTo>
                <a:cubicBezTo>
                  <a:pt x="64203" y="5350"/>
                  <a:pt x="63491" y="5432"/>
                  <a:pt x="62798" y="5551"/>
                </a:cubicBezTo>
                <a:cubicBezTo>
                  <a:pt x="62647" y="5580"/>
                  <a:pt x="62495" y="5590"/>
                  <a:pt x="62342" y="5590"/>
                </a:cubicBezTo>
                <a:cubicBezTo>
                  <a:pt x="61984" y="5590"/>
                  <a:pt x="61621" y="5535"/>
                  <a:pt x="61256" y="5535"/>
                </a:cubicBezTo>
                <a:cubicBezTo>
                  <a:pt x="60960" y="5535"/>
                  <a:pt x="60664" y="5571"/>
                  <a:pt x="60367" y="5703"/>
                </a:cubicBezTo>
                <a:cubicBezTo>
                  <a:pt x="60160" y="5798"/>
                  <a:pt x="59960" y="5838"/>
                  <a:pt x="59763" y="5838"/>
                </a:cubicBezTo>
                <a:cubicBezTo>
                  <a:pt x="59207" y="5838"/>
                  <a:pt x="58678" y="5524"/>
                  <a:pt x="58117" y="5277"/>
                </a:cubicBezTo>
                <a:cubicBezTo>
                  <a:pt x="58512" y="4943"/>
                  <a:pt x="59212" y="5369"/>
                  <a:pt x="59394" y="4639"/>
                </a:cubicBezTo>
                <a:cubicBezTo>
                  <a:pt x="59120" y="4578"/>
                  <a:pt x="58877" y="4518"/>
                  <a:pt x="58604" y="4457"/>
                </a:cubicBezTo>
                <a:cubicBezTo>
                  <a:pt x="57916" y="4342"/>
                  <a:pt x="57220" y="4316"/>
                  <a:pt x="56524" y="4316"/>
                </a:cubicBezTo>
                <a:cubicBezTo>
                  <a:pt x="55928" y="4316"/>
                  <a:pt x="55333" y="4335"/>
                  <a:pt x="54743" y="4335"/>
                </a:cubicBezTo>
                <a:cubicBezTo>
                  <a:pt x="54569" y="4332"/>
                  <a:pt x="54395" y="4330"/>
                  <a:pt x="54220" y="4330"/>
                </a:cubicBezTo>
                <a:cubicBezTo>
                  <a:pt x="52784" y="4330"/>
                  <a:pt x="51347" y="4433"/>
                  <a:pt x="49910" y="4487"/>
                </a:cubicBezTo>
                <a:cubicBezTo>
                  <a:pt x="48816" y="4548"/>
                  <a:pt x="47692" y="4609"/>
                  <a:pt x="46597" y="4822"/>
                </a:cubicBezTo>
                <a:cubicBezTo>
                  <a:pt x="46244" y="4905"/>
                  <a:pt x="45792" y="5101"/>
                  <a:pt x="45415" y="5101"/>
                </a:cubicBezTo>
                <a:cubicBezTo>
                  <a:pt x="45240" y="5101"/>
                  <a:pt x="45081" y="5059"/>
                  <a:pt x="44956" y="4943"/>
                </a:cubicBezTo>
                <a:cubicBezTo>
                  <a:pt x="44409" y="4457"/>
                  <a:pt x="43801" y="4244"/>
                  <a:pt x="43163" y="4062"/>
                </a:cubicBezTo>
                <a:cubicBezTo>
                  <a:pt x="42257" y="3781"/>
                  <a:pt x="41336" y="3685"/>
                  <a:pt x="40400" y="3685"/>
                </a:cubicBezTo>
                <a:cubicBezTo>
                  <a:pt x="40016" y="3685"/>
                  <a:pt x="39630" y="3701"/>
                  <a:pt x="39242" y="3727"/>
                </a:cubicBezTo>
                <a:cubicBezTo>
                  <a:pt x="38705" y="3752"/>
                  <a:pt x="38149" y="3913"/>
                  <a:pt x="37589" y="3913"/>
                </a:cubicBezTo>
                <a:cubicBezTo>
                  <a:pt x="37451" y="3913"/>
                  <a:pt x="37313" y="3903"/>
                  <a:pt x="37175" y="3879"/>
                </a:cubicBezTo>
                <a:cubicBezTo>
                  <a:pt x="37235" y="3575"/>
                  <a:pt x="37570" y="3515"/>
                  <a:pt x="37570" y="3180"/>
                </a:cubicBezTo>
                <a:cubicBezTo>
                  <a:pt x="37400" y="3095"/>
                  <a:pt x="37236" y="3062"/>
                  <a:pt x="37074" y="3062"/>
                </a:cubicBezTo>
                <a:cubicBezTo>
                  <a:pt x="36514" y="3062"/>
                  <a:pt x="35985" y="3457"/>
                  <a:pt x="35362" y="3457"/>
                </a:cubicBezTo>
                <a:cubicBezTo>
                  <a:pt x="35328" y="3457"/>
                  <a:pt x="35294" y="3456"/>
                  <a:pt x="35260" y="3454"/>
                </a:cubicBezTo>
                <a:cubicBezTo>
                  <a:pt x="35776" y="3028"/>
                  <a:pt x="36293" y="2755"/>
                  <a:pt x="36476" y="2177"/>
                </a:cubicBezTo>
                <a:cubicBezTo>
                  <a:pt x="36300" y="2002"/>
                  <a:pt x="36105" y="1958"/>
                  <a:pt x="35890" y="1958"/>
                </a:cubicBezTo>
                <a:cubicBezTo>
                  <a:pt x="35731" y="1958"/>
                  <a:pt x="35562" y="1982"/>
                  <a:pt x="35381" y="1995"/>
                </a:cubicBezTo>
                <a:cubicBezTo>
                  <a:pt x="35746" y="1630"/>
                  <a:pt x="36263" y="1600"/>
                  <a:pt x="36597" y="1174"/>
                </a:cubicBezTo>
                <a:cubicBezTo>
                  <a:pt x="36263" y="1144"/>
                  <a:pt x="36020" y="1113"/>
                  <a:pt x="35746" y="1113"/>
                </a:cubicBezTo>
                <a:cubicBezTo>
                  <a:pt x="36263" y="232"/>
                  <a:pt x="37175" y="536"/>
                  <a:pt x="37904" y="323"/>
                </a:cubicBezTo>
                <a:cubicBezTo>
                  <a:pt x="37486" y="162"/>
                  <a:pt x="37084" y="98"/>
                  <a:pt x="36692" y="98"/>
                </a:cubicBezTo>
                <a:cubicBezTo>
                  <a:pt x="35460" y="98"/>
                  <a:pt x="34331" y="731"/>
                  <a:pt x="33132" y="961"/>
                </a:cubicBezTo>
                <a:cubicBezTo>
                  <a:pt x="33193" y="657"/>
                  <a:pt x="33588" y="566"/>
                  <a:pt x="33618" y="262"/>
                </a:cubicBezTo>
                <a:cubicBezTo>
                  <a:pt x="33512" y="50"/>
                  <a:pt x="33362" y="1"/>
                  <a:pt x="3320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1" name="Google Shape;1491;p6"/>
          <p:cNvGrpSpPr/>
          <p:nvPr/>
        </p:nvGrpSpPr>
        <p:grpSpPr>
          <a:xfrm rot="4612503">
            <a:off x="-1657691" y="4124751"/>
            <a:ext cx="3222387" cy="1467425"/>
            <a:chOff x="3427375" y="613525"/>
            <a:chExt cx="1481825" cy="674800"/>
          </a:xfrm>
        </p:grpSpPr>
        <p:sp>
          <p:nvSpPr>
            <p:cNvPr id="1492" name="Google Shape;1492;p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672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p7"/>
          <p:cNvSpPr txBox="1"/>
          <p:nvPr>
            <p:ph type="title"/>
          </p:nvPr>
        </p:nvSpPr>
        <p:spPr>
          <a:xfrm>
            <a:off x="713225" y="1007158"/>
            <a:ext cx="3615300" cy="10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3600"/>
            </a:lvl1pPr>
            <a:lvl2pPr lvl="1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sp>
        <p:nvSpPr>
          <p:cNvPr id="1674" name="Google Shape;1674;p7"/>
          <p:cNvSpPr txBox="1"/>
          <p:nvPr>
            <p:ph idx="1" type="subTitle"/>
          </p:nvPr>
        </p:nvSpPr>
        <p:spPr>
          <a:xfrm>
            <a:off x="713225" y="2330558"/>
            <a:ext cx="3615300" cy="196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Font typeface="Arial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Arial"/>
              <a:buChar char="■"/>
              <a:defRPr/>
            </a:lvl9pPr>
          </a:lstStyle>
          <a:p/>
        </p:txBody>
      </p:sp>
      <p:sp>
        <p:nvSpPr>
          <p:cNvPr id="1675" name="Google Shape;1675;p7"/>
          <p:cNvSpPr/>
          <p:nvPr/>
        </p:nvSpPr>
        <p:spPr>
          <a:xfrm rot="1959220">
            <a:off x="-277219" y="4593446"/>
            <a:ext cx="2195751" cy="1029678"/>
          </a:xfrm>
          <a:custGeom>
            <a:rect b="b" l="l" r="r" t="t"/>
            <a:pathLst>
              <a:path extrusionOk="0" h="28038" w="59790">
                <a:moveTo>
                  <a:pt x="50524" y="7651"/>
                </a:moveTo>
                <a:cubicBezTo>
                  <a:pt x="51057" y="7651"/>
                  <a:pt x="51564" y="7851"/>
                  <a:pt x="52160" y="8022"/>
                </a:cubicBezTo>
                <a:cubicBezTo>
                  <a:pt x="51937" y="8074"/>
                  <a:pt x="51728" y="8095"/>
                  <a:pt x="51530" y="8095"/>
                </a:cubicBezTo>
                <a:cubicBezTo>
                  <a:pt x="50915" y="8095"/>
                  <a:pt x="50393" y="7893"/>
                  <a:pt x="49819" y="7778"/>
                </a:cubicBezTo>
                <a:cubicBezTo>
                  <a:pt x="50065" y="7688"/>
                  <a:pt x="50297" y="7651"/>
                  <a:pt x="50524" y="7651"/>
                </a:cubicBezTo>
                <a:close/>
                <a:moveTo>
                  <a:pt x="17719" y="1"/>
                </a:moveTo>
                <a:cubicBezTo>
                  <a:pt x="16778" y="1"/>
                  <a:pt x="15845" y="33"/>
                  <a:pt x="14925" y="119"/>
                </a:cubicBezTo>
                <a:cubicBezTo>
                  <a:pt x="13557" y="240"/>
                  <a:pt x="12129" y="484"/>
                  <a:pt x="10883" y="1152"/>
                </a:cubicBezTo>
                <a:cubicBezTo>
                  <a:pt x="10700" y="1274"/>
                  <a:pt x="10609" y="1426"/>
                  <a:pt x="10579" y="1547"/>
                </a:cubicBezTo>
                <a:cubicBezTo>
                  <a:pt x="10487" y="1730"/>
                  <a:pt x="10700" y="1882"/>
                  <a:pt x="10822" y="1912"/>
                </a:cubicBezTo>
                <a:cubicBezTo>
                  <a:pt x="11036" y="1960"/>
                  <a:pt x="11232" y="2101"/>
                  <a:pt x="11483" y="2101"/>
                </a:cubicBezTo>
                <a:cubicBezTo>
                  <a:pt x="11552" y="2101"/>
                  <a:pt x="11625" y="2090"/>
                  <a:pt x="11703" y="2064"/>
                </a:cubicBezTo>
                <a:cubicBezTo>
                  <a:pt x="12273" y="1908"/>
                  <a:pt x="12727" y="1842"/>
                  <a:pt x="13122" y="1842"/>
                </a:cubicBezTo>
                <a:cubicBezTo>
                  <a:pt x="13804" y="1842"/>
                  <a:pt x="14310" y="2038"/>
                  <a:pt x="14925" y="2307"/>
                </a:cubicBezTo>
                <a:cubicBezTo>
                  <a:pt x="14761" y="2272"/>
                  <a:pt x="14600" y="2258"/>
                  <a:pt x="14441" y="2258"/>
                </a:cubicBezTo>
                <a:cubicBezTo>
                  <a:pt x="13923" y="2258"/>
                  <a:pt x="13424" y="2406"/>
                  <a:pt x="12889" y="2429"/>
                </a:cubicBezTo>
                <a:cubicBezTo>
                  <a:pt x="11632" y="2457"/>
                  <a:pt x="10426" y="2896"/>
                  <a:pt x="9153" y="2896"/>
                </a:cubicBezTo>
                <a:cubicBezTo>
                  <a:pt x="9041" y="2896"/>
                  <a:pt x="8929" y="2892"/>
                  <a:pt x="8816" y="2885"/>
                </a:cubicBezTo>
                <a:cubicBezTo>
                  <a:pt x="8572" y="2885"/>
                  <a:pt x="8238" y="2915"/>
                  <a:pt x="7965" y="3037"/>
                </a:cubicBezTo>
                <a:cubicBezTo>
                  <a:pt x="7539" y="3250"/>
                  <a:pt x="6870" y="3158"/>
                  <a:pt x="6810" y="3949"/>
                </a:cubicBezTo>
                <a:cubicBezTo>
                  <a:pt x="8481" y="4891"/>
                  <a:pt x="10305" y="5195"/>
                  <a:pt x="12342" y="5195"/>
                </a:cubicBezTo>
                <a:cubicBezTo>
                  <a:pt x="11863" y="5429"/>
                  <a:pt x="11360" y="5463"/>
                  <a:pt x="10861" y="5463"/>
                </a:cubicBezTo>
                <a:cubicBezTo>
                  <a:pt x="10656" y="5463"/>
                  <a:pt x="10451" y="5457"/>
                  <a:pt x="10249" y="5457"/>
                </a:cubicBezTo>
                <a:cubicBezTo>
                  <a:pt x="9601" y="5457"/>
                  <a:pt x="8980" y="5516"/>
                  <a:pt x="8451" y="6016"/>
                </a:cubicBezTo>
                <a:cubicBezTo>
                  <a:pt x="8572" y="6320"/>
                  <a:pt x="8846" y="6411"/>
                  <a:pt x="9059" y="6532"/>
                </a:cubicBezTo>
                <a:cubicBezTo>
                  <a:pt x="8373" y="6669"/>
                  <a:pt x="7712" y="6906"/>
                  <a:pt x="7053" y="6906"/>
                </a:cubicBezTo>
                <a:cubicBezTo>
                  <a:pt x="6982" y="6906"/>
                  <a:pt x="6911" y="6903"/>
                  <a:pt x="6840" y="6897"/>
                </a:cubicBezTo>
                <a:cubicBezTo>
                  <a:pt x="6730" y="6889"/>
                  <a:pt x="6620" y="6885"/>
                  <a:pt x="6512" y="6885"/>
                </a:cubicBezTo>
                <a:cubicBezTo>
                  <a:pt x="5845" y="6885"/>
                  <a:pt x="5214" y="7027"/>
                  <a:pt x="4560" y="7079"/>
                </a:cubicBezTo>
                <a:cubicBezTo>
                  <a:pt x="4469" y="7095"/>
                  <a:pt x="4385" y="7117"/>
                  <a:pt x="4313" y="7117"/>
                </a:cubicBezTo>
                <a:cubicBezTo>
                  <a:pt x="4241" y="7117"/>
                  <a:pt x="4180" y="7095"/>
                  <a:pt x="4135" y="7019"/>
                </a:cubicBezTo>
                <a:cubicBezTo>
                  <a:pt x="4044" y="6836"/>
                  <a:pt x="4135" y="6654"/>
                  <a:pt x="4317" y="6593"/>
                </a:cubicBezTo>
                <a:cubicBezTo>
                  <a:pt x="4682" y="6411"/>
                  <a:pt x="4864" y="6046"/>
                  <a:pt x="4955" y="5681"/>
                </a:cubicBezTo>
                <a:cubicBezTo>
                  <a:pt x="5047" y="5377"/>
                  <a:pt x="5138" y="4861"/>
                  <a:pt x="4682" y="4830"/>
                </a:cubicBezTo>
                <a:cubicBezTo>
                  <a:pt x="4642" y="4825"/>
                  <a:pt x="4601" y="4822"/>
                  <a:pt x="4560" y="4822"/>
                </a:cubicBezTo>
                <a:cubicBezTo>
                  <a:pt x="3708" y="4822"/>
                  <a:pt x="2770" y="5999"/>
                  <a:pt x="2828" y="6927"/>
                </a:cubicBezTo>
                <a:cubicBezTo>
                  <a:pt x="2930" y="6898"/>
                  <a:pt x="3032" y="6855"/>
                  <a:pt x="3141" y="6855"/>
                </a:cubicBezTo>
                <a:cubicBezTo>
                  <a:pt x="3259" y="6855"/>
                  <a:pt x="3385" y="6906"/>
                  <a:pt x="3527" y="7079"/>
                </a:cubicBezTo>
                <a:cubicBezTo>
                  <a:pt x="2463" y="7201"/>
                  <a:pt x="1551" y="7414"/>
                  <a:pt x="609" y="7687"/>
                </a:cubicBezTo>
                <a:cubicBezTo>
                  <a:pt x="366" y="7778"/>
                  <a:pt x="183" y="7900"/>
                  <a:pt x="153" y="8143"/>
                </a:cubicBezTo>
                <a:cubicBezTo>
                  <a:pt x="92" y="8417"/>
                  <a:pt x="335" y="8478"/>
                  <a:pt x="518" y="8569"/>
                </a:cubicBezTo>
                <a:cubicBezTo>
                  <a:pt x="1247" y="9055"/>
                  <a:pt x="2098" y="8934"/>
                  <a:pt x="2919" y="8994"/>
                </a:cubicBezTo>
                <a:cubicBezTo>
                  <a:pt x="3014" y="9006"/>
                  <a:pt x="3109" y="9011"/>
                  <a:pt x="3204" y="9011"/>
                </a:cubicBezTo>
                <a:cubicBezTo>
                  <a:pt x="3551" y="9011"/>
                  <a:pt x="3898" y="8948"/>
                  <a:pt x="4240" y="8948"/>
                </a:cubicBezTo>
                <a:cubicBezTo>
                  <a:pt x="4522" y="8948"/>
                  <a:pt x="4802" y="8991"/>
                  <a:pt x="5077" y="9146"/>
                </a:cubicBezTo>
                <a:cubicBezTo>
                  <a:pt x="4955" y="9359"/>
                  <a:pt x="4803" y="9450"/>
                  <a:pt x="4530" y="9511"/>
                </a:cubicBezTo>
                <a:cubicBezTo>
                  <a:pt x="4150" y="9617"/>
                  <a:pt x="3762" y="9640"/>
                  <a:pt x="3371" y="9640"/>
                </a:cubicBezTo>
                <a:cubicBezTo>
                  <a:pt x="3078" y="9640"/>
                  <a:pt x="2782" y="9627"/>
                  <a:pt x="2486" y="9627"/>
                </a:cubicBezTo>
                <a:cubicBezTo>
                  <a:pt x="2387" y="9627"/>
                  <a:pt x="2288" y="9629"/>
                  <a:pt x="2189" y="9633"/>
                </a:cubicBezTo>
                <a:cubicBezTo>
                  <a:pt x="1733" y="9633"/>
                  <a:pt x="1399" y="9754"/>
                  <a:pt x="1156" y="10119"/>
                </a:cubicBezTo>
                <a:cubicBezTo>
                  <a:pt x="1369" y="10423"/>
                  <a:pt x="1612" y="10636"/>
                  <a:pt x="2129" y="10636"/>
                </a:cubicBezTo>
                <a:cubicBezTo>
                  <a:pt x="1642" y="10818"/>
                  <a:pt x="1278" y="10940"/>
                  <a:pt x="943" y="11061"/>
                </a:cubicBezTo>
                <a:cubicBezTo>
                  <a:pt x="1306" y="11117"/>
                  <a:pt x="1541" y="11558"/>
                  <a:pt x="1766" y="11558"/>
                </a:cubicBezTo>
                <a:cubicBezTo>
                  <a:pt x="1785" y="11558"/>
                  <a:pt x="1805" y="11555"/>
                  <a:pt x="1825" y="11548"/>
                </a:cubicBezTo>
                <a:cubicBezTo>
                  <a:pt x="2015" y="11482"/>
                  <a:pt x="2201" y="11458"/>
                  <a:pt x="2385" y="11458"/>
                </a:cubicBezTo>
                <a:cubicBezTo>
                  <a:pt x="2851" y="11458"/>
                  <a:pt x="3301" y="11610"/>
                  <a:pt x="3746" y="11610"/>
                </a:cubicBezTo>
                <a:cubicBezTo>
                  <a:pt x="3856" y="11610"/>
                  <a:pt x="3965" y="11601"/>
                  <a:pt x="4074" y="11578"/>
                </a:cubicBezTo>
                <a:cubicBezTo>
                  <a:pt x="4104" y="11548"/>
                  <a:pt x="4135" y="11517"/>
                  <a:pt x="4196" y="11487"/>
                </a:cubicBezTo>
                <a:cubicBezTo>
                  <a:pt x="4104" y="11456"/>
                  <a:pt x="4044" y="11396"/>
                  <a:pt x="3983" y="11365"/>
                </a:cubicBezTo>
                <a:cubicBezTo>
                  <a:pt x="4062" y="11361"/>
                  <a:pt x="4141" y="11358"/>
                  <a:pt x="4220" y="11358"/>
                </a:cubicBezTo>
                <a:cubicBezTo>
                  <a:pt x="5279" y="11358"/>
                  <a:pt x="6325" y="11739"/>
                  <a:pt x="7388" y="11739"/>
                </a:cubicBezTo>
                <a:cubicBezTo>
                  <a:pt x="7830" y="11739"/>
                  <a:pt x="8275" y="11673"/>
                  <a:pt x="8724" y="11487"/>
                </a:cubicBezTo>
                <a:lnTo>
                  <a:pt x="8724" y="11487"/>
                </a:lnTo>
                <a:cubicBezTo>
                  <a:pt x="8390" y="12003"/>
                  <a:pt x="8269" y="12794"/>
                  <a:pt x="7509" y="12794"/>
                </a:cubicBezTo>
                <a:cubicBezTo>
                  <a:pt x="6354" y="12794"/>
                  <a:pt x="5229" y="13037"/>
                  <a:pt x="4104" y="13128"/>
                </a:cubicBezTo>
                <a:cubicBezTo>
                  <a:pt x="3071" y="13189"/>
                  <a:pt x="2068" y="13280"/>
                  <a:pt x="1065" y="13523"/>
                </a:cubicBezTo>
                <a:cubicBezTo>
                  <a:pt x="609" y="13614"/>
                  <a:pt x="457" y="13858"/>
                  <a:pt x="609" y="14344"/>
                </a:cubicBezTo>
                <a:cubicBezTo>
                  <a:pt x="718" y="14345"/>
                  <a:pt x="827" y="14346"/>
                  <a:pt x="937" y="14346"/>
                </a:cubicBezTo>
                <a:cubicBezTo>
                  <a:pt x="2510" y="14346"/>
                  <a:pt x="4095" y="14215"/>
                  <a:pt x="5676" y="14215"/>
                </a:cubicBezTo>
                <a:cubicBezTo>
                  <a:pt x="6461" y="14215"/>
                  <a:pt x="7245" y="14248"/>
                  <a:pt x="8025" y="14344"/>
                </a:cubicBezTo>
                <a:cubicBezTo>
                  <a:pt x="7782" y="14435"/>
                  <a:pt x="7569" y="14557"/>
                  <a:pt x="7296" y="14587"/>
                </a:cubicBezTo>
                <a:cubicBezTo>
                  <a:pt x="5989" y="14648"/>
                  <a:pt x="4682" y="14709"/>
                  <a:pt x="3405" y="14921"/>
                </a:cubicBezTo>
                <a:cubicBezTo>
                  <a:pt x="2585" y="15073"/>
                  <a:pt x="1642" y="14800"/>
                  <a:pt x="1034" y="15681"/>
                </a:cubicBezTo>
                <a:cubicBezTo>
                  <a:pt x="882" y="15925"/>
                  <a:pt x="639" y="16107"/>
                  <a:pt x="700" y="16411"/>
                </a:cubicBezTo>
                <a:cubicBezTo>
                  <a:pt x="791" y="16745"/>
                  <a:pt x="1095" y="16776"/>
                  <a:pt x="1369" y="16836"/>
                </a:cubicBezTo>
                <a:cubicBezTo>
                  <a:pt x="2311" y="17080"/>
                  <a:pt x="3314" y="16928"/>
                  <a:pt x="4347" y="17080"/>
                </a:cubicBezTo>
                <a:cubicBezTo>
                  <a:pt x="3223" y="18052"/>
                  <a:pt x="1703" y="17383"/>
                  <a:pt x="548" y="18143"/>
                </a:cubicBezTo>
                <a:cubicBezTo>
                  <a:pt x="997" y="18644"/>
                  <a:pt x="1524" y="18733"/>
                  <a:pt x="2052" y="18733"/>
                </a:cubicBezTo>
                <a:cubicBezTo>
                  <a:pt x="2342" y="18733"/>
                  <a:pt x="2633" y="18706"/>
                  <a:pt x="2910" y="18706"/>
                </a:cubicBezTo>
                <a:cubicBezTo>
                  <a:pt x="3016" y="18706"/>
                  <a:pt x="3121" y="18710"/>
                  <a:pt x="3223" y="18721"/>
                </a:cubicBezTo>
                <a:cubicBezTo>
                  <a:pt x="3517" y="18748"/>
                  <a:pt x="3813" y="18759"/>
                  <a:pt x="4111" y="18759"/>
                </a:cubicBezTo>
                <a:cubicBezTo>
                  <a:pt x="4829" y="18759"/>
                  <a:pt x="5553" y="18694"/>
                  <a:pt x="6262" y="18630"/>
                </a:cubicBezTo>
                <a:cubicBezTo>
                  <a:pt x="6363" y="18623"/>
                  <a:pt x="6462" y="18620"/>
                  <a:pt x="6559" y="18620"/>
                </a:cubicBezTo>
                <a:cubicBezTo>
                  <a:pt x="7374" y="18620"/>
                  <a:pt x="8083" y="18856"/>
                  <a:pt x="8816" y="19481"/>
                </a:cubicBezTo>
                <a:cubicBezTo>
                  <a:pt x="8455" y="19412"/>
                  <a:pt x="8124" y="19353"/>
                  <a:pt x="7805" y="19353"/>
                </a:cubicBezTo>
                <a:cubicBezTo>
                  <a:pt x="7559" y="19353"/>
                  <a:pt x="7321" y="19388"/>
                  <a:pt x="7083" y="19481"/>
                </a:cubicBezTo>
                <a:cubicBezTo>
                  <a:pt x="6728" y="19607"/>
                  <a:pt x="6374" y="19671"/>
                  <a:pt x="5984" y="19671"/>
                </a:cubicBezTo>
                <a:cubicBezTo>
                  <a:pt x="5906" y="19671"/>
                  <a:pt x="5827" y="19668"/>
                  <a:pt x="5746" y="19663"/>
                </a:cubicBezTo>
                <a:cubicBezTo>
                  <a:pt x="5648" y="19657"/>
                  <a:pt x="5543" y="19654"/>
                  <a:pt x="5433" y="19654"/>
                </a:cubicBezTo>
                <a:cubicBezTo>
                  <a:pt x="4960" y="19654"/>
                  <a:pt x="4418" y="19720"/>
                  <a:pt x="4196" y="19967"/>
                </a:cubicBezTo>
                <a:cubicBezTo>
                  <a:pt x="3881" y="20337"/>
                  <a:pt x="3500" y="20392"/>
                  <a:pt x="3126" y="20392"/>
                </a:cubicBezTo>
                <a:cubicBezTo>
                  <a:pt x="2967" y="20392"/>
                  <a:pt x="2810" y="20382"/>
                  <a:pt x="2660" y="20382"/>
                </a:cubicBezTo>
                <a:cubicBezTo>
                  <a:pt x="2582" y="20382"/>
                  <a:pt x="2506" y="20385"/>
                  <a:pt x="2433" y="20393"/>
                </a:cubicBezTo>
                <a:cubicBezTo>
                  <a:pt x="1990" y="20448"/>
                  <a:pt x="1547" y="20579"/>
                  <a:pt x="1081" y="20579"/>
                </a:cubicBezTo>
                <a:cubicBezTo>
                  <a:pt x="1035" y="20579"/>
                  <a:pt x="989" y="20578"/>
                  <a:pt x="943" y="20575"/>
                </a:cubicBezTo>
                <a:cubicBezTo>
                  <a:pt x="761" y="20575"/>
                  <a:pt x="609" y="20666"/>
                  <a:pt x="578" y="20849"/>
                </a:cubicBezTo>
                <a:cubicBezTo>
                  <a:pt x="578" y="21061"/>
                  <a:pt x="761" y="21092"/>
                  <a:pt x="974" y="21153"/>
                </a:cubicBezTo>
                <a:cubicBezTo>
                  <a:pt x="1409" y="21240"/>
                  <a:pt x="1845" y="21311"/>
                  <a:pt x="2291" y="21311"/>
                </a:cubicBezTo>
                <a:cubicBezTo>
                  <a:pt x="2468" y="21311"/>
                  <a:pt x="2647" y="21300"/>
                  <a:pt x="2828" y="21274"/>
                </a:cubicBezTo>
                <a:lnTo>
                  <a:pt x="2828" y="21274"/>
                </a:lnTo>
                <a:cubicBezTo>
                  <a:pt x="2676" y="21639"/>
                  <a:pt x="2159" y="21426"/>
                  <a:pt x="2098" y="21791"/>
                </a:cubicBezTo>
                <a:cubicBezTo>
                  <a:pt x="2287" y="22319"/>
                  <a:pt x="2628" y="22391"/>
                  <a:pt x="2991" y="22391"/>
                </a:cubicBezTo>
                <a:cubicBezTo>
                  <a:pt x="3125" y="22391"/>
                  <a:pt x="3262" y="22381"/>
                  <a:pt x="3395" y="22381"/>
                </a:cubicBezTo>
                <a:cubicBezTo>
                  <a:pt x="3482" y="22381"/>
                  <a:pt x="3567" y="22385"/>
                  <a:pt x="3648" y="22399"/>
                </a:cubicBezTo>
                <a:cubicBezTo>
                  <a:pt x="3679" y="22703"/>
                  <a:pt x="3466" y="22824"/>
                  <a:pt x="3284" y="22915"/>
                </a:cubicBezTo>
                <a:cubicBezTo>
                  <a:pt x="2797" y="23128"/>
                  <a:pt x="2311" y="23128"/>
                  <a:pt x="1825" y="23219"/>
                </a:cubicBezTo>
                <a:cubicBezTo>
                  <a:pt x="1126" y="23371"/>
                  <a:pt x="244" y="23280"/>
                  <a:pt x="1" y="24192"/>
                </a:cubicBezTo>
                <a:cubicBezTo>
                  <a:pt x="697" y="24595"/>
                  <a:pt x="1427" y="24667"/>
                  <a:pt x="2157" y="24667"/>
                </a:cubicBezTo>
                <a:cubicBezTo>
                  <a:pt x="2559" y="24667"/>
                  <a:pt x="2961" y="24645"/>
                  <a:pt x="3357" y="24645"/>
                </a:cubicBezTo>
                <a:cubicBezTo>
                  <a:pt x="3434" y="24645"/>
                  <a:pt x="3511" y="24646"/>
                  <a:pt x="3588" y="24648"/>
                </a:cubicBezTo>
                <a:cubicBezTo>
                  <a:pt x="3912" y="24658"/>
                  <a:pt x="4236" y="24665"/>
                  <a:pt x="4561" y="24665"/>
                </a:cubicBezTo>
                <a:cubicBezTo>
                  <a:pt x="5212" y="24665"/>
                  <a:pt x="5867" y="24638"/>
                  <a:pt x="6536" y="24557"/>
                </a:cubicBezTo>
                <a:cubicBezTo>
                  <a:pt x="6885" y="24522"/>
                  <a:pt x="7254" y="24447"/>
                  <a:pt x="7620" y="24447"/>
                </a:cubicBezTo>
                <a:cubicBezTo>
                  <a:pt x="7892" y="24447"/>
                  <a:pt x="8162" y="24488"/>
                  <a:pt x="8421" y="24618"/>
                </a:cubicBezTo>
                <a:cubicBezTo>
                  <a:pt x="9211" y="24982"/>
                  <a:pt x="10062" y="25226"/>
                  <a:pt x="10943" y="25226"/>
                </a:cubicBezTo>
                <a:cubicBezTo>
                  <a:pt x="10974" y="25226"/>
                  <a:pt x="11035" y="25317"/>
                  <a:pt x="11065" y="25408"/>
                </a:cubicBezTo>
                <a:cubicBezTo>
                  <a:pt x="10883" y="25530"/>
                  <a:pt x="10731" y="25621"/>
                  <a:pt x="10579" y="25742"/>
                </a:cubicBezTo>
                <a:cubicBezTo>
                  <a:pt x="10700" y="26320"/>
                  <a:pt x="11156" y="26411"/>
                  <a:pt x="11582" y="26533"/>
                </a:cubicBezTo>
                <a:cubicBezTo>
                  <a:pt x="11828" y="26611"/>
                  <a:pt x="12070" y="26636"/>
                  <a:pt x="12310" y="26636"/>
                </a:cubicBezTo>
                <a:cubicBezTo>
                  <a:pt x="12721" y="26636"/>
                  <a:pt x="13124" y="26563"/>
                  <a:pt x="13527" y="26563"/>
                </a:cubicBezTo>
                <a:cubicBezTo>
                  <a:pt x="15351" y="26502"/>
                  <a:pt x="17174" y="26563"/>
                  <a:pt x="18998" y="26411"/>
                </a:cubicBezTo>
                <a:cubicBezTo>
                  <a:pt x="19593" y="26368"/>
                  <a:pt x="20188" y="26359"/>
                  <a:pt x="20784" y="26359"/>
                </a:cubicBezTo>
                <a:cubicBezTo>
                  <a:pt x="21177" y="26359"/>
                  <a:pt x="21571" y="26363"/>
                  <a:pt x="21964" y="26363"/>
                </a:cubicBezTo>
                <a:cubicBezTo>
                  <a:pt x="22647" y="26363"/>
                  <a:pt x="23330" y="26352"/>
                  <a:pt x="24014" y="26289"/>
                </a:cubicBezTo>
                <a:cubicBezTo>
                  <a:pt x="24368" y="26267"/>
                  <a:pt x="24720" y="26259"/>
                  <a:pt x="25071" y="26259"/>
                </a:cubicBezTo>
                <a:cubicBezTo>
                  <a:pt x="25913" y="26259"/>
                  <a:pt x="26749" y="26304"/>
                  <a:pt x="27592" y="26304"/>
                </a:cubicBezTo>
                <a:cubicBezTo>
                  <a:pt x="27847" y="26304"/>
                  <a:pt x="28103" y="26300"/>
                  <a:pt x="28360" y="26289"/>
                </a:cubicBezTo>
                <a:cubicBezTo>
                  <a:pt x="28552" y="26283"/>
                  <a:pt x="28744" y="26280"/>
                  <a:pt x="28936" y="26280"/>
                </a:cubicBezTo>
                <a:cubicBezTo>
                  <a:pt x="30254" y="26280"/>
                  <a:pt x="31573" y="26421"/>
                  <a:pt x="32891" y="26421"/>
                </a:cubicBezTo>
                <a:cubicBezTo>
                  <a:pt x="33083" y="26421"/>
                  <a:pt x="33275" y="26418"/>
                  <a:pt x="33467" y="26411"/>
                </a:cubicBezTo>
                <a:lnTo>
                  <a:pt x="33679" y="26411"/>
                </a:lnTo>
                <a:cubicBezTo>
                  <a:pt x="35078" y="26563"/>
                  <a:pt x="36476" y="26715"/>
                  <a:pt x="37874" y="26806"/>
                </a:cubicBezTo>
                <a:cubicBezTo>
                  <a:pt x="38005" y="26817"/>
                  <a:pt x="38137" y="26821"/>
                  <a:pt x="38270" y="26821"/>
                </a:cubicBezTo>
                <a:cubicBezTo>
                  <a:pt x="38650" y="26821"/>
                  <a:pt x="39034" y="26788"/>
                  <a:pt x="39409" y="26788"/>
                </a:cubicBezTo>
                <a:cubicBezTo>
                  <a:pt x="39631" y="26788"/>
                  <a:pt x="39849" y="26799"/>
                  <a:pt x="40062" y="26837"/>
                </a:cubicBezTo>
                <a:cubicBezTo>
                  <a:pt x="41783" y="27152"/>
                  <a:pt x="43503" y="27386"/>
                  <a:pt x="45249" y="27386"/>
                </a:cubicBezTo>
                <a:cubicBezTo>
                  <a:pt x="45354" y="27386"/>
                  <a:pt x="45459" y="27385"/>
                  <a:pt x="45564" y="27384"/>
                </a:cubicBezTo>
                <a:cubicBezTo>
                  <a:pt x="45670" y="27379"/>
                  <a:pt x="45775" y="27377"/>
                  <a:pt x="45880" y="27377"/>
                </a:cubicBezTo>
                <a:cubicBezTo>
                  <a:pt x="47165" y="27377"/>
                  <a:pt x="48405" y="27701"/>
                  <a:pt x="49698" y="27870"/>
                </a:cubicBezTo>
                <a:cubicBezTo>
                  <a:pt x="50863" y="27999"/>
                  <a:pt x="52029" y="28037"/>
                  <a:pt x="53194" y="28037"/>
                </a:cubicBezTo>
                <a:cubicBezTo>
                  <a:pt x="53670" y="28037"/>
                  <a:pt x="54146" y="28031"/>
                  <a:pt x="54622" y="28022"/>
                </a:cubicBezTo>
                <a:cubicBezTo>
                  <a:pt x="54926" y="28022"/>
                  <a:pt x="55473" y="27931"/>
                  <a:pt x="55534" y="27475"/>
                </a:cubicBezTo>
                <a:cubicBezTo>
                  <a:pt x="55564" y="27049"/>
                  <a:pt x="55108" y="27019"/>
                  <a:pt x="54804" y="26897"/>
                </a:cubicBezTo>
                <a:cubicBezTo>
                  <a:pt x="54804" y="26867"/>
                  <a:pt x="54804" y="26806"/>
                  <a:pt x="54774" y="26654"/>
                </a:cubicBezTo>
                <a:lnTo>
                  <a:pt x="54774" y="26654"/>
                </a:lnTo>
                <a:cubicBezTo>
                  <a:pt x="55180" y="26737"/>
                  <a:pt x="55578" y="26770"/>
                  <a:pt x="55972" y="26770"/>
                </a:cubicBezTo>
                <a:cubicBezTo>
                  <a:pt x="56874" y="26770"/>
                  <a:pt x="57755" y="26599"/>
                  <a:pt x="58665" y="26472"/>
                </a:cubicBezTo>
                <a:cubicBezTo>
                  <a:pt x="58300" y="26046"/>
                  <a:pt x="58239" y="25833"/>
                  <a:pt x="58361" y="25590"/>
                </a:cubicBezTo>
                <a:cubicBezTo>
                  <a:pt x="58786" y="24739"/>
                  <a:pt x="58786" y="24709"/>
                  <a:pt x="57905" y="24526"/>
                </a:cubicBezTo>
                <a:cubicBezTo>
                  <a:pt x="57722" y="24472"/>
                  <a:pt x="57529" y="24461"/>
                  <a:pt x="57331" y="24461"/>
                </a:cubicBezTo>
                <a:cubicBezTo>
                  <a:pt x="57200" y="24461"/>
                  <a:pt x="57066" y="24466"/>
                  <a:pt x="56932" y="24466"/>
                </a:cubicBezTo>
                <a:cubicBezTo>
                  <a:pt x="56537" y="24466"/>
                  <a:pt x="56172" y="24374"/>
                  <a:pt x="55807" y="24101"/>
                </a:cubicBezTo>
                <a:cubicBezTo>
                  <a:pt x="56446" y="23888"/>
                  <a:pt x="56902" y="23371"/>
                  <a:pt x="57540" y="23311"/>
                </a:cubicBezTo>
                <a:cubicBezTo>
                  <a:pt x="57449" y="22885"/>
                  <a:pt x="57114" y="22885"/>
                  <a:pt x="56810" y="22733"/>
                </a:cubicBezTo>
                <a:cubicBezTo>
                  <a:pt x="57206" y="22612"/>
                  <a:pt x="57510" y="22490"/>
                  <a:pt x="57905" y="22186"/>
                </a:cubicBezTo>
                <a:cubicBezTo>
                  <a:pt x="56841" y="21852"/>
                  <a:pt x="55747" y="21821"/>
                  <a:pt x="54926" y="21031"/>
                </a:cubicBezTo>
                <a:cubicBezTo>
                  <a:pt x="55009" y="21026"/>
                  <a:pt x="55092" y="21024"/>
                  <a:pt x="55175" y="21024"/>
                </a:cubicBezTo>
                <a:cubicBezTo>
                  <a:pt x="55878" y="21024"/>
                  <a:pt x="56594" y="21167"/>
                  <a:pt x="57347" y="21167"/>
                </a:cubicBezTo>
                <a:cubicBezTo>
                  <a:pt x="57716" y="21167"/>
                  <a:pt x="58093" y="21133"/>
                  <a:pt x="58482" y="21031"/>
                </a:cubicBezTo>
                <a:cubicBezTo>
                  <a:pt x="58148" y="20849"/>
                  <a:pt x="57905" y="20727"/>
                  <a:pt x="57692" y="20575"/>
                </a:cubicBezTo>
                <a:cubicBezTo>
                  <a:pt x="57479" y="20423"/>
                  <a:pt x="57054" y="20362"/>
                  <a:pt x="57145" y="20089"/>
                </a:cubicBezTo>
                <a:cubicBezTo>
                  <a:pt x="57266" y="19785"/>
                  <a:pt x="57540" y="19450"/>
                  <a:pt x="57874" y="19390"/>
                </a:cubicBezTo>
                <a:cubicBezTo>
                  <a:pt x="58022" y="19365"/>
                  <a:pt x="58169" y="19321"/>
                  <a:pt x="58317" y="19321"/>
                </a:cubicBezTo>
                <a:cubicBezTo>
                  <a:pt x="58352" y="19321"/>
                  <a:pt x="58387" y="19323"/>
                  <a:pt x="58421" y="19329"/>
                </a:cubicBezTo>
                <a:cubicBezTo>
                  <a:pt x="58463" y="19339"/>
                  <a:pt x="58501" y="19344"/>
                  <a:pt x="58536" y="19344"/>
                </a:cubicBezTo>
                <a:cubicBezTo>
                  <a:pt x="58705" y="19344"/>
                  <a:pt x="58802" y="19226"/>
                  <a:pt x="58877" y="19025"/>
                </a:cubicBezTo>
                <a:cubicBezTo>
                  <a:pt x="58969" y="18751"/>
                  <a:pt x="58725" y="18599"/>
                  <a:pt x="58604" y="18569"/>
                </a:cubicBezTo>
                <a:cubicBezTo>
                  <a:pt x="58310" y="18495"/>
                  <a:pt x="58036" y="18284"/>
                  <a:pt x="57734" y="18284"/>
                </a:cubicBezTo>
                <a:cubicBezTo>
                  <a:pt x="57661" y="18284"/>
                  <a:pt x="57586" y="18296"/>
                  <a:pt x="57510" y="18326"/>
                </a:cubicBezTo>
                <a:cubicBezTo>
                  <a:pt x="57475" y="18339"/>
                  <a:pt x="57444" y="18345"/>
                  <a:pt x="57415" y="18345"/>
                </a:cubicBezTo>
                <a:cubicBezTo>
                  <a:pt x="57316" y="18345"/>
                  <a:pt x="57246" y="18275"/>
                  <a:pt x="57175" y="18204"/>
                </a:cubicBezTo>
                <a:cubicBezTo>
                  <a:pt x="57084" y="18052"/>
                  <a:pt x="57114" y="17900"/>
                  <a:pt x="57236" y="17748"/>
                </a:cubicBezTo>
                <a:cubicBezTo>
                  <a:pt x="57504" y="17481"/>
                  <a:pt x="57795" y="17378"/>
                  <a:pt x="58151" y="17378"/>
                </a:cubicBezTo>
                <a:cubicBezTo>
                  <a:pt x="58199" y="17378"/>
                  <a:pt x="58249" y="17380"/>
                  <a:pt x="58300" y="17383"/>
                </a:cubicBezTo>
                <a:cubicBezTo>
                  <a:pt x="58356" y="17394"/>
                  <a:pt x="58409" y="17399"/>
                  <a:pt x="58459" y="17399"/>
                </a:cubicBezTo>
                <a:cubicBezTo>
                  <a:pt x="58709" y="17399"/>
                  <a:pt x="58877" y="17272"/>
                  <a:pt x="58877" y="17019"/>
                </a:cubicBezTo>
                <a:cubicBezTo>
                  <a:pt x="58900" y="16745"/>
                  <a:pt x="58701" y="16711"/>
                  <a:pt x="58497" y="16711"/>
                </a:cubicBezTo>
                <a:cubicBezTo>
                  <a:pt x="58429" y="16711"/>
                  <a:pt x="58361" y="16715"/>
                  <a:pt x="58300" y="16715"/>
                </a:cubicBezTo>
                <a:cubicBezTo>
                  <a:pt x="57358" y="16654"/>
                  <a:pt x="56476" y="16441"/>
                  <a:pt x="55443" y="16046"/>
                </a:cubicBezTo>
                <a:cubicBezTo>
                  <a:pt x="55591" y="16030"/>
                  <a:pt x="55734" y="16024"/>
                  <a:pt x="55872" y="16024"/>
                </a:cubicBezTo>
                <a:cubicBezTo>
                  <a:pt x="56154" y="16024"/>
                  <a:pt x="56416" y="16047"/>
                  <a:pt x="56666" y="16047"/>
                </a:cubicBezTo>
                <a:cubicBezTo>
                  <a:pt x="56968" y="16047"/>
                  <a:pt x="57254" y="16013"/>
                  <a:pt x="57540" y="15864"/>
                </a:cubicBezTo>
                <a:cubicBezTo>
                  <a:pt x="57753" y="15742"/>
                  <a:pt x="57935" y="15621"/>
                  <a:pt x="57935" y="15377"/>
                </a:cubicBezTo>
                <a:cubicBezTo>
                  <a:pt x="57935" y="15134"/>
                  <a:pt x="57692" y="15134"/>
                  <a:pt x="57540" y="15043"/>
                </a:cubicBezTo>
                <a:cubicBezTo>
                  <a:pt x="57358" y="14952"/>
                  <a:pt x="57145" y="14921"/>
                  <a:pt x="56902" y="14830"/>
                </a:cubicBezTo>
                <a:cubicBezTo>
                  <a:pt x="57015" y="14782"/>
                  <a:pt x="57139" y="14765"/>
                  <a:pt x="57262" y="14765"/>
                </a:cubicBezTo>
                <a:cubicBezTo>
                  <a:pt x="57510" y="14765"/>
                  <a:pt x="57754" y="14832"/>
                  <a:pt x="57892" y="14832"/>
                </a:cubicBezTo>
                <a:cubicBezTo>
                  <a:pt x="57942" y="14832"/>
                  <a:pt x="57978" y="14824"/>
                  <a:pt x="57996" y="14800"/>
                </a:cubicBezTo>
                <a:cubicBezTo>
                  <a:pt x="58054" y="14736"/>
                  <a:pt x="58129" y="14715"/>
                  <a:pt x="58212" y="14715"/>
                </a:cubicBezTo>
                <a:cubicBezTo>
                  <a:pt x="58364" y="14715"/>
                  <a:pt x="58540" y="14785"/>
                  <a:pt x="58677" y="14785"/>
                </a:cubicBezTo>
                <a:cubicBezTo>
                  <a:pt x="58820" y="14785"/>
                  <a:pt x="58920" y="14710"/>
                  <a:pt x="58908" y="14405"/>
                </a:cubicBezTo>
                <a:cubicBezTo>
                  <a:pt x="57814" y="14405"/>
                  <a:pt x="56841" y="14040"/>
                  <a:pt x="55807" y="13797"/>
                </a:cubicBezTo>
                <a:lnTo>
                  <a:pt x="55807" y="13797"/>
                </a:lnTo>
                <a:cubicBezTo>
                  <a:pt x="55904" y="13817"/>
                  <a:pt x="55999" y="13826"/>
                  <a:pt x="56092" y="13826"/>
                </a:cubicBezTo>
                <a:cubicBezTo>
                  <a:pt x="56705" y="13826"/>
                  <a:pt x="57266" y="13443"/>
                  <a:pt x="57875" y="13443"/>
                </a:cubicBezTo>
                <a:cubicBezTo>
                  <a:pt x="57994" y="13443"/>
                  <a:pt x="58115" y="13457"/>
                  <a:pt x="58239" y="13493"/>
                </a:cubicBezTo>
                <a:cubicBezTo>
                  <a:pt x="58247" y="13496"/>
                  <a:pt x="58256" y="13497"/>
                  <a:pt x="58266" y="13497"/>
                </a:cubicBezTo>
                <a:cubicBezTo>
                  <a:pt x="58366" y="13497"/>
                  <a:pt x="58548" y="13361"/>
                  <a:pt x="58604" y="13250"/>
                </a:cubicBezTo>
                <a:cubicBezTo>
                  <a:pt x="58725" y="13067"/>
                  <a:pt x="58543" y="13007"/>
                  <a:pt x="58421" y="12915"/>
                </a:cubicBezTo>
                <a:cubicBezTo>
                  <a:pt x="58209" y="12733"/>
                  <a:pt x="58057" y="12520"/>
                  <a:pt x="57814" y="12277"/>
                </a:cubicBezTo>
                <a:lnTo>
                  <a:pt x="57814" y="12277"/>
                </a:lnTo>
                <a:cubicBezTo>
                  <a:pt x="57889" y="12281"/>
                  <a:pt x="57964" y="12283"/>
                  <a:pt x="58038" y="12283"/>
                </a:cubicBezTo>
                <a:cubicBezTo>
                  <a:pt x="58526" y="12283"/>
                  <a:pt x="58968" y="12200"/>
                  <a:pt x="59364" y="12095"/>
                </a:cubicBezTo>
                <a:cubicBezTo>
                  <a:pt x="59546" y="12064"/>
                  <a:pt x="59789" y="12003"/>
                  <a:pt x="59759" y="11700"/>
                </a:cubicBezTo>
                <a:cubicBezTo>
                  <a:pt x="59728" y="11456"/>
                  <a:pt x="59607" y="11335"/>
                  <a:pt x="59364" y="11274"/>
                </a:cubicBezTo>
                <a:cubicBezTo>
                  <a:pt x="58725" y="11152"/>
                  <a:pt x="58117" y="11000"/>
                  <a:pt x="57418" y="10848"/>
                </a:cubicBezTo>
                <a:cubicBezTo>
                  <a:pt x="57966" y="10393"/>
                  <a:pt x="58938" y="10514"/>
                  <a:pt x="59060" y="9602"/>
                </a:cubicBezTo>
                <a:cubicBezTo>
                  <a:pt x="57206" y="8447"/>
                  <a:pt x="55048" y="8812"/>
                  <a:pt x="53102" y="8204"/>
                </a:cubicBezTo>
                <a:cubicBezTo>
                  <a:pt x="53163" y="7870"/>
                  <a:pt x="53437" y="7596"/>
                  <a:pt x="53072" y="7414"/>
                </a:cubicBezTo>
                <a:cubicBezTo>
                  <a:pt x="52130" y="6958"/>
                  <a:pt x="51339" y="6198"/>
                  <a:pt x="50184" y="6137"/>
                </a:cubicBezTo>
                <a:cubicBezTo>
                  <a:pt x="49911" y="6137"/>
                  <a:pt x="49576" y="5985"/>
                  <a:pt x="49364" y="5712"/>
                </a:cubicBezTo>
                <a:cubicBezTo>
                  <a:pt x="48877" y="5073"/>
                  <a:pt x="48148" y="5013"/>
                  <a:pt x="47418" y="4921"/>
                </a:cubicBezTo>
                <a:cubicBezTo>
                  <a:pt x="47376" y="4915"/>
                  <a:pt x="47331" y="4914"/>
                  <a:pt x="47284" y="4914"/>
                </a:cubicBezTo>
                <a:cubicBezTo>
                  <a:pt x="47253" y="4914"/>
                  <a:pt x="47222" y="4915"/>
                  <a:pt x="47190" y="4915"/>
                </a:cubicBezTo>
                <a:cubicBezTo>
                  <a:pt x="47030" y="4915"/>
                  <a:pt x="46861" y="4901"/>
                  <a:pt x="46719" y="4739"/>
                </a:cubicBezTo>
                <a:lnTo>
                  <a:pt x="46719" y="4739"/>
                </a:lnTo>
                <a:cubicBezTo>
                  <a:pt x="46994" y="4801"/>
                  <a:pt x="47261" y="4826"/>
                  <a:pt x="47524" y="4826"/>
                </a:cubicBezTo>
                <a:cubicBezTo>
                  <a:pt x="48688" y="4826"/>
                  <a:pt x="49771" y="4327"/>
                  <a:pt x="51035" y="4253"/>
                </a:cubicBezTo>
                <a:cubicBezTo>
                  <a:pt x="50792" y="3979"/>
                  <a:pt x="50731" y="3827"/>
                  <a:pt x="50640" y="3766"/>
                </a:cubicBezTo>
                <a:cubicBezTo>
                  <a:pt x="49698" y="3281"/>
                  <a:pt x="48755" y="2849"/>
                  <a:pt x="47687" y="2849"/>
                </a:cubicBezTo>
                <a:cubicBezTo>
                  <a:pt x="47618" y="2849"/>
                  <a:pt x="47549" y="2851"/>
                  <a:pt x="47479" y="2854"/>
                </a:cubicBezTo>
                <a:cubicBezTo>
                  <a:pt x="47349" y="2860"/>
                  <a:pt x="47217" y="2862"/>
                  <a:pt x="47085" y="2862"/>
                </a:cubicBezTo>
                <a:cubicBezTo>
                  <a:pt x="46449" y="2862"/>
                  <a:pt x="45798" y="2803"/>
                  <a:pt x="45169" y="2702"/>
                </a:cubicBezTo>
                <a:cubicBezTo>
                  <a:pt x="44774" y="2642"/>
                  <a:pt x="44227" y="2581"/>
                  <a:pt x="44044" y="2338"/>
                </a:cubicBezTo>
                <a:cubicBezTo>
                  <a:pt x="43740" y="1943"/>
                  <a:pt x="43406" y="1791"/>
                  <a:pt x="43011" y="1699"/>
                </a:cubicBezTo>
                <a:cubicBezTo>
                  <a:pt x="41369" y="1213"/>
                  <a:pt x="39667" y="909"/>
                  <a:pt x="37935" y="879"/>
                </a:cubicBezTo>
                <a:cubicBezTo>
                  <a:pt x="37296" y="879"/>
                  <a:pt x="36658" y="848"/>
                  <a:pt x="36050" y="727"/>
                </a:cubicBezTo>
                <a:cubicBezTo>
                  <a:pt x="34014" y="332"/>
                  <a:pt x="31947" y="332"/>
                  <a:pt x="29910" y="210"/>
                </a:cubicBezTo>
                <a:cubicBezTo>
                  <a:pt x="29890" y="208"/>
                  <a:pt x="29871" y="207"/>
                  <a:pt x="29851" y="207"/>
                </a:cubicBezTo>
                <a:cubicBezTo>
                  <a:pt x="29595" y="207"/>
                  <a:pt x="29372" y="352"/>
                  <a:pt x="29124" y="352"/>
                </a:cubicBezTo>
                <a:cubicBezTo>
                  <a:pt x="29073" y="352"/>
                  <a:pt x="29021" y="346"/>
                  <a:pt x="28968" y="332"/>
                </a:cubicBezTo>
                <a:cubicBezTo>
                  <a:pt x="28330" y="164"/>
                  <a:pt x="27684" y="126"/>
                  <a:pt x="27038" y="126"/>
                </a:cubicBezTo>
                <a:cubicBezTo>
                  <a:pt x="26500" y="126"/>
                  <a:pt x="25961" y="153"/>
                  <a:pt x="25428" y="153"/>
                </a:cubicBezTo>
                <a:cubicBezTo>
                  <a:pt x="25321" y="153"/>
                  <a:pt x="25214" y="152"/>
                  <a:pt x="25108" y="149"/>
                </a:cubicBezTo>
                <a:cubicBezTo>
                  <a:pt x="24692" y="131"/>
                  <a:pt x="24274" y="127"/>
                  <a:pt x="23855" y="127"/>
                </a:cubicBezTo>
                <a:cubicBezTo>
                  <a:pt x="23411" y="127"/>
                  <a:pt x="22965" y="132"/>
                  <a:pt x="22520" y="132"/>
                </a:cubicBezTo>
                <a:cubicBezTo>
                  <a:pt x="21972" y="132"/>
                  <a:pt x="21425" y="124"/>
                  <a:pt x="20883" y="88"/>
                </a:cubicBezTo>
                <a:cubicBezTo>
                  <a:pt x="19825" y="40"/>
                  <a:pt x="18767" y="1"/>
                  <a:pt x="177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6" name="Google Shape;1676;p7"/>
          <p:cNvGrpSpPr/>
          <p:nvPr/>
        </p:nvGrpSpPr>
        <p:grpSpPr>
          <a:xfrm rot="-945866">
            <a:off x="-981711" y="-576912"/>
            <a:ext cx="3222367" cy="1467416"/>
            <a:chOff x="3427375" y="613525"/>
            <a:chExt cx="1481825" cy="674800"/>
          </a:xfrm>
        </p:grpSpPr>
        <p:sp>
          <p:nvSpPr>
            <p:cNvPr id="1677" name="Google Shape;1677;p7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7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7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7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7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7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7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7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7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7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7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7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7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7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7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7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7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7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7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7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7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7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7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7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7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7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7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7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7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7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7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7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7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7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7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7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7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7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7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7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7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7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7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7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7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7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7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7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7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7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7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7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7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7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7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7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7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7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7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7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7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7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7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7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7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7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7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7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7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7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7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7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7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7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7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7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7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7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7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7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7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7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7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7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7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7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7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7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7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7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7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7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7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7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7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7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7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7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7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7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7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7" name="Google Shape;1857;p7"/>
          <p:cNvSpPr/>
          <p:nvPr/>
        </p:nvSpPr>
        <p:spPr>
          <a:xfrm rot="9841544">
            <a:off x="-743679" y="3803054"/>
            <a:ext cx="2205761" cy="2602660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8" name="Google Shape;1858;p7"/>
          <p:cNvSpPr/>
          <p:nvPr/>
        </p:nvSpPr>
        <p:spPr>
          <a:xfrm rot="1847592">
            <a:off x="6780107" y="-598742"/>
            <a:ext cx="3095281" cy="1821316"/>
          </a:xfrm>
          <a:custGeom>
            <a:rect b="b" l="l" r="r" t="t"/>
            <a:pathLst>
              <a:path extrusionOk="0" h="38669" w="65717">
                <a:moveTo>
                  <a:pt x="28439" y="7218"/>
                </a:moveTo>
                <a:cubicBezTo>
                  <a:pt x="28675" y="7218"/>
                  <a:pt x="28913" y="7242"/>
                  <a:pt x="29150" y="7281"/>
                </a:cubicBezTo>
                <a:cubicBezTo>
                  <a:pt x="29813" y="7360"/>
                  <a:pt x="30475" y="7415"/>
                  <a:pt x="31134" y="7415"/>
                </a:cubicBezTo>
                <a:cubicBezTo>
                  <a:pt x="31744" y="7415"/>
                  <a:pt x="32350" y="7368"/>
                  <a:pt x="32950" y="7251"/>
                </a:cubicBezTo>
                <a:cubicBezTo>
                  <a:pt x="33056" y="7236"/>
                  <a:pt x="33162" y="7228"/>
                  <a:pt x="33265" y="7228"/>
                </a:cubicBezTo>
                <a:cubicBezTo>
                  <a:pt x="33368" y="7228"/>
                  <a:pt x="33466" y="7236"/>
                  <a:pt x="33558" y="7251"/>
                </a:cubicBezTo>
                <a:cubicBezTo>
                  <a:pt x="34054" y="7298"/>
                  <a:pt x="34533" y="7530"/>
                  <a:pt x="35036" y="7530"/>
                </a:cubicBezTo>
                <a:cubicBezTo>
                  <a:pt x="35179" y="7530"/>
                  <a:pt x="35324" y="7511"/>
                  <a:pt x="35472" y="7464"/>
                </a:cubicBezTo>
                <a:lnTo>
                  <a:pt x="35472" y="7464"/>
                </a:lnTo>
                <a:cubicBezTo>
                  <a:pt x="35412" y="7494"/>
                  <a:pt x="35351" y="7525"/>
                  <a:pt x="35229" y="7646"/>
                </a:cubicBezTo>
                <a:cubicBezTo>
                  <a:pt x="35267" y="7643"/>
                  <a:pt x="35305" y="7642"/>
                  <a:pt x="35342" y="7642"/>
                </a:cubicBezTo>
                <a:cubicBezTo>
                  <a:pt x="35539" y="7642"/>
                  <a:pt x="35724" y="7677"/>
                  <a:pt x="35911" y="7677"/>
                </a:cubicBezTo>
                <a:cubicBezTo>
                  <a:pt x="36055" y="7677"/>
                  <a:pt x="36200" y="7657"/>
                  <a:pt x="36354" y="7585"/>
                </a:cubicBezTo>
                <a:lnTo>
                  <a:pt x="36354" y="7585"/>
                </a:lnTo>
                <a:cubicBezTo>
                  <a:pt x="36185" y="7906"/>
                  <a:pt x="35979" y="7983"/>
                  <a:pt x="35772" y="7983"/>
                </a:cubicBezTo>
                <a:cubicBezTo>
                  <a:pt x="35606" y="7983"/>
                  <a:pt x="35439" y="7933"/>
                  <a:pt x="35290" y="7920"/>
                </a:cubicBezTo>
                <a:cubicBezTo>
                  <a:pt x="34534" y="7815"/>
                  <a:pt x="33763" y="7782"/>
                  <a:pt x="32998" y="7782"/>
                </a:cubicBezTo>
                <a:cubicBezTo>
                  <a:pt x="32656" y="7782"/>
                  <a:pt x="32315" y="7789"/>
                  <a:pt x="31977" y="7798"/>
                </a:cubicBezTo>
                <a:cubicBezTo>
                  <a:pt x="31891" y="7804"/>
                  <a:pt x="31806" y="7806"/>
                  <a:pt x="31721" y="7806"/>
                </a:cubicBezTo>
                <a:cubicBezTo>
                  <a:pt x="31329" y="7806"/>
                  <a:pt x="30954" y="7752"/>
                  <a:pt x="30579" y="7677"/>
                </a:cubicBezTo>
                <a:cubicBezTo>
                  <a:pt x="30336" y="7628"/>
                  <a:pt x="30088" y="7613"/>
                  <a:pt x="29839" y="7613"/>
                </a:cubicBezTo>
                <a:cubicBezTo>
                  <a:pt x="29465" y="7613"/>
                  <a:pt x="29089" y="7646"/>
                  <a:pt x="28725" y="7646"/>
                </a:cubicBezTo>
                <a:cubicBezTo>
                  <a:pt x="28147" y="7646"/>
                  <a:pt x="27600" y="7646"/>
                  <a:pt x="27022" y="7585"/>
                </a:cubicBezTo>
                <a:cubicBezTo>
                  <a:pt x="27473" y="7319"/>
                  <a:pt x="27952" y="7218"/>
                  <a:pt x="28439" y="7218"/>
                </a:cubicBezTo>
                <a:close/>
                <a:moveTo>
                  <a:pt x="64257" y="17312"/>
                </a:moveTo>
                <a:lnTo>
                  <a:pt x="64257" y="17312"/>
                </a:lnTo>
                <a:cubicBezTo>
                  <a:pt x="64500" y="17829"/>
                  <a:pt x="64227" y="18285"/>
                  <a:pt x="64014" y="18923"/>
                </a:cubicBezTo>
                <a:cubicBezTo>
                  <a:pt x="63741" y="18163"/>
                  <a:pt x="64196" y="17768"/>
                  <a:pt x="64257" y="17312"/>
                </a:cubicBezTo>
                <a:close/>
                <a:moveTo>
                  <a:pt x="24248" y="0"/>
                </a:moveTo>
                <a:cubicBezTo>
                  <a:pt x="23847" y="0"/>
                  <a:pt x="23444" y="43"/>
                  <a:pt x="23041" y="169"/>
                </a:cubicBezTo>
                <a:cubicBezTo>
                  <a:pt x="22605" y="308"/>
                  <a:pt x="22143" y="356"/>
                  <a:pt x="21681" y="356"/>
                </a:cubicBezTo>
                <a:cubicBezTo>
                  <a:pt x="21434" y="356"/>
                  <a:pt x="21187" y="342"/>
                  <a:pt x="20943" y="321"/>
                </a:cubicBezTo>
                <a:cubicBezTo>
                  <a:pt x="20523" y="277"/>
                  <a:pt x="20086" y="120"/>
                  <a:pt x="19669" y="120"/>
                </a:cubicBezTo>
                <a:cubicBezTo>
                  <a:pt x="19513" y="120"/>
                  <a:pt x="19360" y="141"/>
                  <a:pt x="19211" y="199"/>
                </a:cubicBezTo>
                <a:cubicBezTo>
                  <a:pt x="18780" y="371"/>
                  <a:pt x="18345" y="414"/>
                  <a:pt x="17909" y="414"/>
                </a:cubicBezTo>
                <a:cubicBezTo>
                  <a:pt x="17477" y="414"/>
                  <a:pt x="17045" y="372"/>
                  <a:pt x="16615" y="372"/>
                </a:cubicBezTo>
                <a:cubicBezTo>
                  <a:pt x="16406" y="372"/>
                  <a:pt x="16197" y="382"/>
                  <a:pt x="15989" y="412"/>
                </a:cubicBezTo>
                <a:cubicBezTo>
                  <a:pt x="14773" y="564"/>
                  <a:pt x="13496" y="351"/>
                  <a:pt x="12281" y="716"/>
                </a:cubicBezTo>
                <a:cubicBezTo>
                  <a:pt x="11642" y="898"/>
                  <a:pt x="10974" y="990"/>
                  <a:pt x="10457" y="1506"/>
                </a:cubicBezTo>
                <a:cubicBezTo>
                  <a:pt x="10548" y="1871"/>
                  <a:pt x="10791" y="1962"/>
                  <a:pt x="11065" y="2053"/>
                </a:cubicBezTo>
                <a:cubicBezTo>
                  <a:pt x="10609" y="2601"/>
                  <a:pt x="10001" y="2601"/>
                  <a:pt x="9484" y="2783"/>
                </a:cubicBezTo>
                <a:cubicBezTo>
                  <a:pt x="8967" y="2965"/>
                  <a:pt x="8451" y="3391"/>
                  <a:pt x="8360" y="3725"/>
                </a:cubicBezTo>
                <a:cubicBezTo>
                  <a:pt x="9069" y="4521"/>
                  <a:pt x="9916" y="4608"/>
                  <a:pt x="10789" y="4608"/>
                </a:cubicBezTo>
                <a:cubicBezTo>
                  <a:pt x="11033" y="4608"/>
                  <a:pt x="11279" y="4601"/>
                  <a:pt x="11524" y="4601"/>
                </a:cubicBezTo>
                <a:cubicBezTo>
                  <a:pt x="11944" y="4601"/>
                  <a:pt x="12362" y="4621"/>
                  <a:pt x="12767" y="4728"/>
                </a:cubicBezTo>
                <a:cubicBezTo>
                  <a:pt x="12463" y="5245"/>
                  <a:pt x="12068" y="5306"/>
                  <a:pt x="11642" y="5306"/>
                </a:cubicBezTo>
                <a:cubicBezTo>
                  <a:pt x="11447" y="5298"/>
                  <a:pt x="11252" y="5288"/>
                  <a:pt x="11059" y="5288"/>
                </a:cubicBezTo>
                <a:cubicBezTo>
                  <a:pt x="10499" y="5288"/>
                  <a:pt x="9951" y="5371"/>
                  <a:pt x="9454" y="5823"/>
                </a:cubicBezTo>
                <a:cubicBezTo>
                  <a:pt x="9655" y="5967"/>
                  <a:pt x="9584" y="6466"/>
                  <a:pt x="9861" y="6466"/>
                </a:cubicBezTo>
                <a:cubicBezTo>
                  <a:pt x="9876" y="6466"/>
                  <a:pt x="9892" y="6464"/>
                  <a:pt x="9910" y="6461"/>
                </a:cubicBezTo>
                <a:lnTo>
                  <a:pt x="9910" y="6461"/>
                </a:lnTo>
                <a:cubicBezTo>
                  <a:pt x="9788" y="6795"/>
                  <a:pt x="9636" y="7130"/>
                  <a:pt x="9515" y="7433"/>
                </a:cubicBezTo>
                <a:cubicBezTo>
                  <a:pt x="10194" y="7433"/>
                  <a:pt x="10844" y="7760"/>
                  <a:pt x="11464" y="7760"/>
                </a:cubicBezTo>
                <a:cubicBezTo>
                  <a:pt x="11731" y="7760"/>
                  <a:pt x="11994" y="7699"/>
                  <a:pt x="12250" y="7525"/>
                </a:cubicBezTo>
                <a:cubicBezTo>
                  <a:pt x="12497" y="7552"/>
                  <a:pt x="12347" y="7902"/>
                  <a:pt x="12496" y="7902"/>
                </a:cubicBezTo>
                <a:cubicBezTo>
                  <a:pt x="12511" y="7902"/>
                  <a:pt x="12531" y="7898"/>
                  <a:pt x="12554" y="7889"/>
                </a:cubicBezTo>
                <a:cubicBezTo>
                  <a:pt x="12858" y="7798"/>
                  <a:pt x="12585" y="7677"/>
                  <a:pt x="12554" y="7555"/>
                </a:cubicBezTo>
                <a:cubicBezTo>
                  <a:pt x="12524" y="7312"/>
                  <a:pt x="12737" y="7312"/>
                  <a:pt x="12888" y="7312"/>
                </a:cubicBezTo>
                <a:cubicBezTo>
                  <a:pt x="12964" y="7312"/>
                  <a:pt x="12998" y="7417"/>
                  <a:pt x="13113" y="7417"/>
                </a:cubicBezTo>
                <a:cubicBezTo>
                  <a:pt x="13136" y="7417"/>
                  <a:pt x="13162" y="7413"/>
                  <a:pt x="13192" y="7403"/>
                </a:cubicBezTo>
                <a:cubicBezTo>
                  <a:pt x="13514" y="7321"/>
                  <a:pt x="13835" y="7292"/>
                  <a:pt x="14157" y="7292"/>
                </a:cubicBezTo>
                <a:cubicBezTo>
                  <a:pt x="14904" y="7292"/>
                  <a:pt x="15653" y="7447"/>
                  <a:pt x="16414" y="7447"/>
                </a:cubicBezTo>
                <a:cubicBezTo>
                  <a:pt x="16535" y="7447"/>
                  <a:pt x="16657" y="7443"/>
                  <a:pt x="16779" y="7433"/>
                </a:cubicBezTo>
                <a:cubicBezTo>
                  <a:pt x="17417" y="7403"/>
                  <a:pt x="17995" y="7221"/>
                  <a:pt x="18694" y="7190"/>
                </a:cubicBezTo>
                <a:cubicBezTo>
                  <a:pt x="18768" y="7413"/>
                  <a:pt x="18915" y="7491"/>
                  <a:pt x="19070" y="7491"/>
                </a:cubicBezTo>
                <a:cubicBezTo>
                  <a:pt x="19233" y="7491"/>
                  <a:pt x="19406" y="7405"/>
                  <a:pt x="19515" y="7312"/>
                </a:cubicBezTo>
                <a:cubicBezTo>
                  <a:pt x="19647" y="7199"/>
                  <a:pt x="19752" y="7156"/>
                  <a:pt x="19844" y="7156"/>
                </a:cubicBezTo>
                <a:cubicBezTo>
                  <a:pt x="20049" y="7156"/>
                  <a:pt x="20187" y="7368"/>
                  <a:pt x="20396" y="7494"/>
                </a:cubicBezTo>
                <a:cubicBezTo>
                  <a:pt x="20105" y="7855"/>
                  <a:pt x="19788" y="7937"/>
                  <a:pt x="19478" y="7937"/>
                </a:cubicBezTo>
                <a:cubicBezTo>
                  <a:pt x="19219" y="7937"/>
                  <a:pt x="18964" y="7880"/>
                  <a:pt x="18733" y="7880"/>
                </a:cubicBezTo>
                <a:cubicBezTo>
                  <a:pt x="18634" y="7880"/>
                  <a:pt x="18540" y="7890"/>
                  <a:pt x="18451" y="7920"/>
                </a:cubicBezTo>
                <a:cubicBezTo>
                  <a:pt x="18238" y="7829"/>
                  <a:pt x="18512" y="7585"/>
                  <a:pt x="18238" y="7525"/>
                </a:cubicBezTo>
                <a:cubicBezTo>
                  <a:pt x="18025" y="7551"/>
                  <a:pt x="17952" y="7977"/>
                  <a:pt x="17834" y="7977"/>
                </a:cubicBezTo>
                <a:cubicBezTo>
                  <a:pt x="17818" y="7977"/>
                  <a:pt x="17801" y="7969"/>
                  <a:pt x="17782" y="7950"/>
                </a:cubicBezTo>
                <a:cubicBezTo>
                  <a:pt x="17682" y="7857"/>
                  <a:pt x="17584" y="7825"/>
                  <a:pt x="17487" y="7825"/>
                </a:cubicBezTo>
                <a:cubicBezTo>
                  <a:pt x="17263" y="7825"/>
                  <a:pt x="17049" y="7999"/>
                  <a:pt x="16843" y="7999"/>
                </a:cubicBezTo>
                <a:cubicBezTo>
                  <a:pt x="16759" y="7999"/>
                  <a:pt x="16677" y="7970"/>
                  <a:pt x="16597" y="7889"/>
                </a:cubicBezTo>
                <a:cubicBezTo>
                  <a:pt x="16535" y="7828"/>
                  <a:pt x="16474" y="7806"/>
                  <a:pt x="16410" y="7806"/>
                </a:cubicBezTo>
                <a:cubicBezTo>
                  <a:pt x="16317" y="7806"/>
                  <a:pt x="16219" y="7853"/>
                  <a:pt x="16110" y="7889"/>
                </a:cubicBezTo>
                <a:cubicBezTo>
                  <a:pt x="15751" y="8018"/>
                  <a:pt x="15413" y="8146"/>
                  <a:pt x="15005" y="8146"/>
                </a:cubicBezTo>
                <a:cubicBezTo>
                  <a:pt x="14930" y="8146"/>
                  <a:pt x="14853" y="8142"/>
                  <a:pt x="14773" y="8133"/>
                </a:cubicBezTo>
                <a:cubicBezTo>
                  <a:pt x="14570" y="8114"/>
                  <a:pt x="14322" y="8084"/>
                  <a:pt x="14070" y="8084"/>
                </a:cubicBezTo>
                <a:cubicBezTo>
                  <a:pt x="13907" y="8084"/>
                  <a:pt x="13743" y="8097"/>
                  <a:pt x="13588" y="8133"/>
                </a:cubicBezTo>
                <a:cubicBezTo>
                  <a:pt x="12919" y="8285"/>
                  <a:pt x="12311" y="8649"/>
                  <a:pt x="11673" y="8832"/>
                </a:cubicBezTo>
                <a:cubicBezTo>
                  <a:pt x="11764" y="9105"/>
                  <a:pt x="11825" y="9318"/>
                  <a:pt x="11916" y="9561"/>
                </a:cubicBezTo>
                <a:cubicBezTo>
                  <a:pt x="10913" y="9956"/>
                  <a:pt x="9575" y="9409"/>
                  <a:pt x="8755" y="10838"/>
                </a:cubicBezTo>
                <a:cubicBezTo>
                  <a:pt x="9032" y="10890"/>
                  <a:pt x="9300" y="10908"/>
                  <a:pt x="9561" y="10908"/>
                </a:cubicBezTo>
                <a:cubicBezTo>
                  <a:pt x="10071" y="10908"/>
                  <a:pt x="10554" y="10842"/>
                  <a:pt x="11027" y="10842"/>
                </a:cubicBezTo>
                <a:cubicBezTo>
                  <a:pt x="11295" y="10842"/>
                  <a:pt x="11560" y="10863"/>
                  <a:pt x="11825" y="10929"/>
                </a:cubicBezTo>
                <a:cubicBezTo>
                  <a:pt x="11977" y="10990"/>
                  <a:pt x="12129" y="10899"/>
                  <a:pt x="12159" y="11142"/>
                </a:cubicBezTo>
                <a:cubicBezTo>
                  <a:pt x="12159" y="11385"/>
                  <a:pt x="12098" y="11598"/>
                  <a:pt x="11855" y="11658"/>
                </a:cubicBezTo>
                <a:cubicBezTo>
                  <a:pt x="11551" y="11719"/>
                  <a:pt x="11278" y="11780"/>
                  <a:pt x="10974" y="11810"/>
                </a:cubicBezTo>
                <a:cubicBezTo>
                  <a:pt x="10062" y="11932"/>
                  <a:pt x="9271" y="12236"/>
                  <a:pt x="8967" y="13421"/>
                </a:cubicBezTo>
                <a:cubicBezTo>
                  <a:pt x="9211" y="13573"/>
                  <a:pt x="9393" y="13756"/>
                  <a:pt x="9545" y="14029"/>
                </a:cubicBezTo>
                <a:cubicBezTo>
                  <a:pt x="9241" y="14212"/>
                  <a:pt x="8967" y="14272"/>
                  <a:pt x="8663" y="14333"/>
                </a:cubicBezTo>
                <a:cubicBezTo>
                  <a:pt x="7812" y="14485"/>
                  <a:pt x="7448" y="15002"/>
                  <a:pt x="7630" y="15914"/>
                </a:cubicBezTo>
                <a:cubicBezTo>
                  <a:pt x="7356" y="16005"/>
                  <a:pt x="7053" y="16127"/>
                  <a:pt x="6779" y="16248"/>
                </a:cubicBezTo>
                <a:cubicBezTo>
                  <a:pt x="5654" y="16765"/>
                  <a:pt x="4378" y="16643"/>
                  <a:pt x="3223" y="17038"/>
                </a:cubicBezTo>
                <a:cubicBezTo>
                  <a:pt x="2704" y="17240"/>
                  <a:pt x="2267" y="17742"/>
                  <a:pt x="1731" y="17742"/>
                </a:cubicBezTo>
                <a:cubicBezTo>
                  <a:pt x="1702" y="17742"/>
                  <a:pt x="1672" y="17741"/>
                  <a:pt x="1642" y="17738"/>
                </a:cubicBezTo>
                <a:cubicBezTo>
                  <a:pt x="1566" y="17724"/>
                  <a:pt x="1494" y="17718"/>
                  <a:pt x="1425" y="17718"/>
                </a:cubicBezTo>
                <a:cubicBezTo>
                  <a:pt x="1026" y="17718"/>
                  <a:pt x="733" y="17925"/>
                  <a:pt x="396" y="18133"/>
                </a:cubicBezTo>
                <a:cubicBezTo>
                  <a:pt x="31" y="18345"/>
                  <a:pt x="1" y="18589"/>
                  <a:pt x="183" y="18923"/>
                </a:cubicBezTo>
                <a:cubicBezTo>
                  <a:pt x="1285" y="18923"/>
                  <a:pt x="2356" y="18395"/>
                  <a:pt x="3464" y="18395"/>
                </a:cubicBezTo>
                <a:cubicBezTo>
                  <a:pt x="3883" y="18395"/>
                  <a:pt x="4308" y="18471"/>
                  <a:pt x="4742" y="18680"/>
                </a:cubicBezTo>
                <a:cubicBezTo>
                  <a:pt x="4628" y="18909"/>
                  <a:pt x="4540" y="19138"/>
                  <a:pt x="4352" y="19138"/>
                </a:cubicBezTo>
                <a:cubicBezTo>
                  <a:pt x="4341" y="19138"/>
                  <a:pt x="4329" y="19138"/>
                  <a:pt x="4317" y="19136"/>
                </a:cubicBezTo>
                <a:cubicBezTo>
                  <a:pt x="4248" y="19125"/>
                  <a:pt x="4181" y="19120"/>
                  <a:pt x="4114" y="19120"/>
                </a:cubicBezTo>
                <a:cubicBezTo>
                  <a:pt x="3616" y="19120"/>
                  <a:pt x="3154" y="19386"/>
                  <a:pt x="2645" y="19440"/>
                </a:cubicBezTo>
                <a:cubicBezTo>
                  <a:pt x="2128" y="19501"/>
                  <a:pt x="1642" y="20291"/>
                  <a:pt x="1764" y="20838"/>
                </a:cubicBezTo>
                <a:cubicBezTo>
                  <a:pt x="3439" y="20350"/>
                  <a:pt x="5113" y="20055"/>
                  <a:pt x="6860" y="20055"/>
                </a:cubicBezTo>
                <a:cubicBezTo>
                  <a:pt x="7618" y="20055"/>
                  <a:pt x="8389" y="20110"/>
                  <a:pt x="9180" y="20230"/>
                </a:cubicBezTo>
                <a:cubicBezTo>
                  <a:pt x="8907" y="20443"/>
                  <a:pt x="8755" y="20564"/>
                  <a:pt x="8633" y="20656"/>
                </a:cubicBezTo>
                <a:cubicBezTo>
                  <a:pt x="8694" y="20868"/>
                  <a:pt x="8937" y="20808"/>
                  <a:pt x="8937" y="21081"/>
                </a:cubicBezTo>
                <a:cubicBezTo>
                  <a:pt x="8857" y="21210"/>
                  <a:pt x="8751" y="21245"/>
                  <a:pt x="8637" y="21245"/>
                </a:cubicBezTo>
                <a:cubicBezTo>
                  <a:pt x="8536" y="21245"/>
                  <a:pt x="8429" y="21217"/>
                  <a:pt x="8329" y="21203"/>
                </a:cubicBezTo>
                <a:cubicBezTo>
                  <a:pt x="8451" y="21051"/>
                  <a:pt x="8572" y="20929"/>
                  <a:pt x="8481" y="20777"/>
                </a:cubicBezTo>
                <a:lnTo>
                  <a:pt x="8481" y="20777"/>
                </a:lnTo>
                <a:cubicBezTo>
                  <a:pt x="8188" y="20830"/>
                  <a:pt x="7901" y="20855"/>
                  <a:pt x="7619" y="20855"/>
                </a:cubicBezTo>
                <a:cubicBezTo>
                  <a:pt x="7259" y="20855"/>
                  <a:pt x="6908" y="20815"/>
                  <a:pt x="6566" y="20747"/>
                </a:cubicBezTo>
                <a:cubicBezTo>
                  <a:pt x="6313" y="20705"/>
                  <a:pt x="6054" y="20643"/>
                  <a:pt x="5806" y="20643"/>
                </a:cubicBezTo>
                <a:cubicBezTo>
                  <a:pt x="5517" y="20643"/>
                  <a:pt x="5245" y="20726"/>
                  <a:pt x="5016" y="21020"/>
                </a:cubicBezTo>
                <a:cubicBezTo>
                  <a:pt x="5077" y="21324"/>
                  <a:pt x="5381" y="21111"/>
                  <a:pt x="5442" y="21415"/>
                </a:cubicBezTo>
                <a:cubicBezTo>
                  <a:pt x="5399" y="21409"/>
                  <a:pt x="5358" y="21407"/>
                  <a:pt x="5318" y="21407"/>
                </a:cubicBezTo>
                <a:cubicBezTo>
                  <a:pt x="4949" y="21407"/>
                  <a:pt x="4637" y="21634"/>
                  <a:pt x="4226" y="21689"/>
                </a:cubicBezTo>
                <a:cubicBezTo>
                  <a:pt x="4226" y="21780"/>
                  <a:pt x="4195" y="21963"/>
                  <a:pt x="4256" y="22054"/>
                </a:cubicBezTo>
                <a:cubicBezTo>
                  <a:pt x="4550" y="22641"/>
                  <a:pt x="5335" y="23181"/>
                  <a:pt x="5995" y="23181"/>
                </a:cubicBezTo>
                <a:cubicBezTo>
                  <a:pt x="6087" y="23181"/>
                  <a:pt x="6177" y="23170"/>
                  <a:pt x="6262" y="23148"/>
                </a:cubicBezTo>
                <a:cubicBezTo>
                  <a:pt x="6374" y="23115"/>
                  <a:pt x="6473" y="23099"/>
                  <a:pt x="6559" y="23099"/>
                </a:cubicBezTo>
                <a:cubicBezTo>
                  <a:pt x="6870" y="23099"/>
                  <a:pt x="7009" y="23307"/>
                  <a:pt x="6961" y="23665"/>
                </a:cubicBezTo>
                <a:cubicBezTo>
                  <a:pt x="6201" y="23847"/>
                  <a:pt x="5442" y="24029"/>
                  <a:pt x="4682" y="24242"/>
                </a:cubicBezTo>
                <a:cubicBezTo>
                  <a:pt x="2949" y="24759"/>
                  <a:pt x="2888" y="24789"/>
                  <a:pt x="2736" y="25245"/>
                </a:cubicBezTo>
                <a:cubicBezTo>
                  <a:pt x="2813" y="25236"/>
                  <a:pt x="2888" y="25232"/>
                  <a:pt x="2961" y="25232"/>
                </a:cubicBezTo>
                <a:cubicBezTo>
                  <a:pt x="4144" y="25232"/>
                  <a:pt x="4964" y="26325"/>
                  <a:pt x="6080" y="26583"/>
                </a:cubicBezTo>
                <a:cubicBezTo>
                  <a:pt x="5820" y="26821"/>
                  <a:pt x="5544" y="26951"/>
                  <a:pt x="5275" y="26951"/>
                </a:cubicBezTo>
                <a:cubicBezTo>
                  <a:pt x="5167" y="26951"/>
                  <a:pt x="5060" y="26930"/>
                  <a:pt x="4955" y="26887"/>
                </a:cubicBezTo>
                <a:cubicBezTo>
                  <a:pt x="4722" y="26799"/>
                  <a:pt x="4522" y="26752"/>
                  <a:pt x="4345" y="26752"/>
                </a:cubicBezTo>
                <a:cubicBezTo>
                  <a:pt x="3783" y="26752"/>
                  <a:pt x="3449" y="27228"/>
                  <a:pt x="3010" y="28406"/>
                </a:cubicBezTo>
                <a:cubicBezTo>
                  <a:pt x="3421" y="28589"/>
                  <a:pt x="3843" y="28640"/>
                  <a:pt x="4269" y="28640"/>
                </a:cubicBezTo>
                <a:cubicBezTo>
                  <a:pt x="4805" y="28640"/>
                  <a:pt x="5346" y="28559"/>
                  <a:pt x="5879" y="28559"/>
                </a:cubicBezTo>
                <a:cubicBezTo>
                  <a:pt x="6330" y="28559"/>
                  <a:pt x="6775" y="28617"/>
                  <a:pt x="7204" y="28832"/>
                </a:cubicBezTo>
                <a:cubicBezTo>
                  <a:pt x="6718" y="29014"/>
                  <a:pt x="6232" y="29227"/>
                  <a:pt x="5715" y="29288"/>
                </a:cubicBezTo>
                <a:cubicBezTo>
                  <a:pt x="5138" y="29379"/>
                  <a:pt x="4530" y="29409"/>
                  <a:pt x="4013" y="29774"/>
                </a:cubicBezTo>
                <a:cubicBezTo>
                  <a:pt x="3679" y="29957"/>
                  <a:pt x="3405" y="30291"/>
                  <a:pt x="2888" y="30291"/>
                </a:cubicBezTo>
                <a:cubicBezTo>
                  <a:pt x="3223" y="30565"/>
                  <a:pt x="3192" y="31020"/>
                  <a:pt x="3527" y="31051"/>
                </a:cubicBezTo>
                <a:cubicBezTo>
                  <a:pt x="4414" y="31103"/>
                  <a:pt x="5302" y="31379"/>
                  <a:pt x="6208" y="31379"/>
                </a:cubicBezTo>
                <a:cubicBezTo>
                  <a:pt x="6358" y="31379"/>
                  <a:pt x="6507" y="31372"/>
                  <a:pt x="6657" y="31355"/>
                </a:cubicBezTo>
                <a:cubicBezTo>
                  <a:pt x="6685" y="31351"/>
                  <a:pt x="6711" y="31350"/>
                  <a:pt x="6738" y="31350"/>
                </a:cubicBezTo>
                <a:cubicBezTo>
                  <a:pt x="7124" y="31350"/>
                  <a:pt x="7439" y="31687"/>
                  <a:pt x="7832" y="31687"/>
                </a:cubicBezTo>
                <a:cubicBezTo>
                  <a:pt x="7894" y="31687"/>
                  <a:pt x="7958" y="31678"/>
                  <a:pt x="8025" y="31659"/>
                </a:cubicBezTo>
                <a:lnTo>
                  <a:pt x="8025" y="31659"/>
                </a:lnTo>
                <a:cubicBezTo>
                  <a:pt x="7417" y="31902"/>
                  <a:pt x="6840" y="32297"/>
                  <a:pt x="6232" y="32297"/>
                </a:cubicBezTo>
                <a:cubicBezTo>
                  <a:pt x="5411" y="32327"/>
                  <a:pt x="4773" y="32601"/>
                  <a:pt x="4317" y="33391"/>
                </a:cubicBezTo>
                <a:cubicBezTo>
                  <a:pt x="4226" y="33543"/>
                  <a:pt x="4043" y="33665"/>
                  <a:pt x="4135" y="33908"/>
                </a:cubicBezTo>
                <a:cubicBezTo>
                  <a:pt x="4195" y="34151"/>
                  <a:pt x="4408" y="34090"/>
                  <a:pt x="4590" y="34121"/>
                </a:cubicBezTo>
                <a:cubicBezTo>
                  <a:pt x="4639" y="34131"/>
                  <a:pt x="4687" y="34136"/>
                  <a:pt x="4735" y="34136"/>
                </a:cubicBezTo>
                <a:cubicBezTo>
                  <a:pt x="5021" y="34136"/>
                  <a:pt x="5295" y="33978"/>
                  <a:pt x="5578" y="33978"/>
                </a:cubicBezTo>
                <a:cubicBezTo>
                  <a:pt x="5663" y="33978"/>
                  <a:pt x="5749" y="33992"/>
                  <a:pt x="5837" y="34030"/>
                </a:cubicBezTo>
                <a:cubicBezTo>
                  <a:pt x="5624" y="34273"/>
                  <a:pt x="5320" y="34182"/>
                  <a:pt x="5046" y="34394"/>
                </a:cubicBezTo>
                <a:cubicBezTo>
                  <a:pt x="5160" y="34768"/>
                  <a:pt x="5352" y="34855"/>
                  <a:pt x="5562" y="34855"/>
                </a:cubicBezTo>
                <a:cubicBezTo>
                  <a:pt x="5745" y="34855"/>
                  <a:pt x="5941" y="34789"/>
                  <a:pt x="6110" y="34789"/>
                </a:cubicBezTo>
                <a:cubicBezTo>
                  <a:pt x="6663" y="34789"/>
                  <a:pt x="7132" y="34484"/>
                  <a:pt x="7703" y="34484"/>
                </a:cubicBezTo>
                <a:cubicBezTo>
                  <a:pt x="7729" y="34484"/>
                  <a:pt x="7756" y="34484"/>
                  <a:pt x="7782" y="34486"/>
                </a:cubicBezTo>
                <a:cubicBezTo>
                  <a:pt x="8122" y="34486"/>
                  <a:pt x="8478" y="34590"/>
                  <a:pt x="8838" y="34590"/>
                </a:cubicBezTo>
                <a:cubicBezTo>
                  <a:pt x="8992" y="34590"/>
                  <a:pt x="9147" y="34571"/>
                  <a:pt x="9302" y="34516"/>
                </a:cubicBezTo>
                <a:cubicBezTo>
                  <a:pt x="9543" y="34420"/>
                  <a:pt x="9665" y="34383"/>
                  <a:pt x="9794" y="34383"/>
                </a:cubicBezTo>
                <a:cubicBezTo>
                  <a:pt x="9909" y="34383"/>
                  <a:pt x="10029" y="34412"/>
                  <a:pt x="10244" y="34455"/>
                </a:cubicBezTo>
                <a:cubicBezTo>
                  <a:pt x="9053" y="35051"/>
                  <a:pt x="7830" y="35242"/>
                  <a:pt x="6587" y="35242"/>
                </a:cubicBezTo>
                <a:cubicBezTo>
                  <a:pt x="5419" y="35242"/>
                  <a:pt x="4233" y="35073"/>
                  <a:pt x="3040" y="34911"/>
                </a:cubicBezTo>
                <a:lnTo>
                  <a:pt x="3040" y="34911"/>
                </a:lnTo>
                <a:cubicBezTo>
                  <a:pt x="3131" y="35762"/>
                  <a:pt x="3983" y="36279"/>
                  <a:pt x="5046" y="36279"/>
                </a:cubicBezTo>
                <a:cubicBezTo>
                  <a:pt x="5074" y="36854"/>
                  <a:pt x="4829" y="37109"/>
                  <a:pt x="4358" y="37109"/>
                </a:cubicBezTo>
                <a:cubicBezTo>
                  <a:pt x="4306" y="37109"/>
                  <a:pt x="4252" y="37106"/>
                  <a:pt x="4195" y="37100"/>
                </a:cubicBezTo>
                <a:cubicBezTo>
                  <a:pt x="3859" y="37052"/>
                  <a:pt x="3506" y="36928"/>
                  <a:pt x="3167" y="36928"/>
                </a:cubicBezTo>
                <a:cubicBezTo>
                  <a:pt x="2863" y="36928"/>
                  <a:pt x="2570" y="37028"/>
                  <a:pt x="2311" y="37373"/>
                </a:cubicBezTo>
                <a:cubicBezTo>
                  <a:pt x="2676" y="37981"/>
                  <a:pt x="2432" y="37859"/>
                  <a:pt x="3709" y="38163"/>
                </a:cubicBezTo>
                <a:cubicBezTo>
                  <a:pt x="4600" y="38398"/>
                  <a:pt x="5509" y="38668"/>
                  <a:pt x="6449" y="38668"/>
                </a:cubicBezTo>
                <a:cubicBezTo>
                  <a:pt x="6729" y="38668"/>
                  <a:pt x="7011" y="38645"/>
                  <a:pt x="7296" y="38589"/>
                </a:cubicBezTo>
                <a:cubicBezTo>
                  <a:pt x="7678" y="38499"/>
                  <a:pt x="8077" y="38392"/>
                  <a:pt x="8481" y="38392"/>
                </a:cubicBezTo>
                <a:cubicBezTo>
                  <a:pt x="8622" y="38392"/>
                  <a:pt x="8765" y="38405"/>
                  <a:pt x="8907" y="38437"/>
                </a:cubicBezTo>
                <a:cubicBezTo>
                  <a:pt x="9120" y="38484"/>
                  <a:pt x="9333" y="38587"/>
                  <a:pt x="9546" y="38587"/>
                </a:cubicBezTo>
                <a:cubicBezTo>
                  <a:pt x="9606" y="38587"/>
                  <a:pt x="9667" y="38579"/>
                  <a:pt x="9727" y="38559"/>
                </a:cubicBezTo>
                <a:cubicBezTo>
                  <a:pt x="11004" y="38103"/>
                  <a:pt x="12341" y="38011"/>
                  <a:pt x="13648" y="37920"/>
                </a:cubicBezTo>
                <a:cubicBezTo>
                  <a:pt x="15047" y="37799"/>
                  <a:pt x="16445" y="37525"/>
                  <a:pt x="17843" y="37495"/>
                </a:cubicBezTo>
                <a:cubicBezTo>
                  <a:pt x="20214" y="37464"/>
                  <a:pt x="22554" y="37039"/>
                  <a:pt x="24895" y="37039"/>
                </a:cubicBezTo>
                <a:cubicBezTo>
                  <a:pt x="26384" y="37008"/>
                  <a:pt x="27843" y="36978"/>
                  <a:pt x="29333" y="36948"/>
                </a:cubicBezTo>
                <a:cubicBezTo>
                  <a:pt x="29819" y="36948"/>
                  <a:pt x="30305" y="37163"/>
                  <a:pt x="30817" y="37163"/>
                </a:cubicBezTo>
                <a:cubicBezTo>
                  <a:pt x="30849" y="37163"/>
                  <a:pt x="30881" y="37162"/>
                  <a:pt x="30913" y="37160"/>
                </a:cubicBezTo>
                <a:cubicBezTo>
                  <a:pt x="31429" y="37117"/>
                  <a:pt x="31960" y="37074"/>
                  <a:pt x="32485" y="37074"/>
                </a:cubicBezTo>
                <a:cubicBezTo>
                  <a:pt x="32702" y="37074"/>
                  <a:pt x="32918" y="37082"/>
                  <a:pt x="33132" y="37100"/>
                </a:cubicBezTo>
                <a:cubicBezTo>
                  <a:pt x="34074" y="37160"/>
                  <a:pt x="35047" y="37404"/>
                  <a:pt x="35959" y="37404"/>
                </a:cubicBezTo>
                <a:cubicBezTo>
                  <a:pt x="36052" y="37402"/>
                  <a:pt x="36145" y="37402"/>
                  <a:pt x="36238" y="37402"/>
                </a:cubicBezTo>
                <a:cubicBezTo>
                  <a:pt x="38483" y="37402"/>
                  <a:pt x="40702" y="37743"/>
                  <a:pt x="42950" y="37859"/>
                </a:cubicBezTo>
                <a:cubicBezTo>
                  <a:pt x="44105" y="37920"/>
                  <a:pt x="45230" y="37829"/>
                  <a:pt x="46354" y="38042"/>
                </a:cubicBezTo>
                <a:cubicBezTo>
                  <a:pt x="48603" y="38437"/>
                  <a:pt x="50883" y="38498"/>
                  <a:pt x="53132" y="38559"/>
                </a:cubicBezTo>
                <a:cubicBezTo>
                  <a:pt x="53832" y="38559"/>
                  <a:pt x="54531" y="38467"/>
                  <a:pt x="54895" y="37677"/>
                </a:cubicBezTo>
                <a:cubicBezTo>
                  <a:pt x="54804" y="37282"/>
                  <a:pt x="54409" y="37647"/>
                  <a:pt x="54318" y="37221"/>
                </a:cubicBezTo>
                <a:cubicBezTo>
                  <a:pt x="54679" y="37221"/>
                  <a:pt x="55052" y="37162"/>
                  <a:pt x="55414" y="37162"/>
                </a:cubicBezTo>
                <a:cubicBezTo>
                  <a:pt x="55631" y="37162"/>
                  <a:pt x="55845" y="37183"/>
                  <a:pt x="56050" y="37252"/>
                </a:cubicBezTo>
                <a:cubicBezTo>
                  <a:pt x="56717" y="37474"/>
                  <a:pt x="57390" y="37544"/>
                  <a:pt x="58064" y="37544"/>
                </a:cubicBezTo>
                <a:cubicBezTo>
                  <a:pt x="58773" y="37544"/>
                  <a:pt x="59483" y="37466"/>
                  <a:pt x="60184" y="37404"/>
                </a:cubicBezTo>
                <a:cubicBezTo>
                  <a:pt x="60610" y="37373"/>
                  <a:pt x="60610" y="36948"/>
                  <a:pt x="60701" y="36644"/>
                </a:cubicBezTo>
                <a:cubicBezTo>
                  <a:pt x="60792" y="36340"/>
                  <a:pt x="60640" y="36188"/>
                  <a:pt x="60397" y="36005"/>
                </a:cubicBezTo>
                <a:cubicBezTo>
                  <a:pt x="59880" y="35701"/>
                  <a:pt x="59333" y="35549"/>
                  <a:pt x="58786" y="35306"/>
                </a:cubicBezTo>
                <a:cubicBezTo>
                  <a:pt x="58878" y="35121"/>
                  <a:pt x="59016" y="35094"/>
                  <a:pt x="59157" y="35094"/>
                </a:cubicBezTo>
                <a:cubicBezTo>
                  <a:pt x="59217" y="35094"/>
                  <a:pt x="59278" y="35099"/>
                  <a:pt x="59336" y="35099"/>
                </a:cubicBezTo>
                <a:cubicBezTo>
                  <a:pt x="59366" y="35099"/>
                  <a:pt x="59396" y="35098"/>
                  <a:pt x="59424" y="35093"/>
                </a:cubicBezTo>
                <a:cubicBezTo>
                  <a:pt x="59789" y="35033"/>
                  <a:pt x="60154" y="34850"/>
                  <a:pt x="60215" y="34394"/>
                </a:cubicBezTo>
                <a:cubicBezTo>
                  <a:pt x="60397" y="32935"/>
                  <a:pt x="60883" y="31598"/>
                  <a:pt x="61339" y="30261"/>
                </a:cubicBezTo>
                <a:cubicBezTo>
                  <a:pt x="62737" y="26248"/>
                  <a:pt x="64105" y="22267"/>
                  <a:pt x="65230" y="18163"/>
                </a:cubicBezTo>
                <a:cubicBezTo>
                  <a:pt x="65716" y="16339"/>
                  <a:pt x="65412" y="15792"/>
                  <a:pt x="63923" y="15458"/>
                </a:cubicBezTo>
                <a:cubicBezTo>
                  <a:pt x="63801" y="15428"/>
                  <a:pt x="63680" y="15428"/>
                  <a:pt x="63558" y="15428"/>
                </a:cubicBezTo>
                <a:cubicBezTo>
                  <a:pt x="61795" y="15154"/>
                  <a:pt x="60002" y="14880"/>
                  <a:pt x="58239" y="14576"/>
                </a:cubicBezTo>
                <a:cubicBezTo>
                  <a:pt x="57433" y="14425"/>
                  <a:pt x="56753" y="13607"/>
                  <a:pt x="55886" y="13607"/>
                </a:cubicBezTo>
                <a:cubicBezTo>
                  <a:pt x="55707" y="13607"/>
                  <a:pt x="55519" y="13642"/>
                  <a:pt x="55321" y="13725"/>
                </a:cubicBezTo>
                <a:cubicBezTo>
                  <a:pt x="55321" y="13725"/>
                  <a:pt x="55260" y="13665"/>
                  <a:pt x="55230" y="13634"/>
                </a:cubicBezTo>
                <a:cubicBezTo>
                  <a:pt x="55260" y="13330"/>
                  <a:pt x="55503" y="13148"/>
                  <a:pt x="55594" y="12874"/>
                </a:cubicBezTo>
                <a:cubicBezTo>
                  <a:pt x="55777" y="12449"/>
                  <a:pt x="55503" y="11810"/>
                  <a:pt x="55108" y="11810"/>
                </a:cubicBezTo>
                <a:cubicBezTo>
                  <a:pt x="55081" y="11811"/>
                  <a:pt x="55054" y="11812"/>
                  <a:pt x="55027" y="11812"/>
                </a:cubicBezTo>
                <a:cubicBezTo>
                  <a:pt x="54272" y="11812"/>
                  <a:pt x="53620" y="11413"/>
                  <a:pt x="52798" y="11354"/>
                </a:cubicBezTo>
                <a:cubicBezTo>
                  <a:pt x="52965" y="11259"/>
                  <a:pt x="53039" y="11144"/>
                  <a:pt x="53151" y="11144"/>
                </a:cubicBezTo>
                <a:cubicBezTo>
                  <a:pt x="53182" y="11144"/>
                  <a:pt x="53215" y="11153"/>
                  <a:pt x="53254" y="11172"/>
                </a:cubicBezTo>
                <a:cubicBezTo>
                  <a:pt x="53680" y="11415"/>
                  <a:pt x="54135" y="11324"/>
                  <a:pt x="54561" y="11476"/>
                </a:cubicBezTo>
                <a:cubicBezTo>
                  <a:pt x="54677" y="11511"/>
                  <a:pt x="54766" y="11527"/>
                  <a:pt x="54834" y="11527"/>
                </a:cubicBezTo>
                <a:cubicBezTo>
                  <a:pt x="55122" y="11527"/>
                  <a:pt x="55018" y="11237"/>
                  <a:pt x="54895" y="10868"/>
                </a:cubicBezTo>
                <a:lnTo>
                  <a:pt x="54895" y="10868"/>
                </a:lnTo>
                <a:cubicBezTo>
                  <a:pt x="54924" y="10872"/>
                  <a:pt x="54951" y="10873"/>
                  <a:pt x="54978" y="10873"/>
                </a:cubicBezTo>
                <a:cubicBezTo>
                  <a:pt x="55407" y="10873"/>
                  <a:pt x="55616" y="10436"/>
                  <a:pt x="55959" y="10321"/>
                </a:cubicBezTo>
                <a:cubicBezTo>
                  <a:pt x="55898" y="10078"/>
                  <a:pt x="55959" y="9835"/>
                  <a:pt x="55746" y="9744"/>
                </a:cubicBezTo>
                <a:cubicBezTo>
                  <a:pt x="55260" y="9531"/>
                  <a:pt x="54743" y="9227"/>
                  <a:pt x="54287" y="9227"/>
                </a:cubicBezTo>
                <a:cubicBezTo>
                  <a:pt x="53299" y="9227"/>
                  <a:pt x="52336" y="8880"/>
                  <a:pt x="51352" y="8880"/>
                </a:cubicBezTo>
                <a:cubicBezTo>
                  <a:pt x="51247" y="8880"/>
                  <a:pt x="51141" y="8884"/>
                  <a:pt x="51035" y="8892"/>
                </a:cubicBezTo>
                <a:cubicBezTo>
                  <a:pt x="50984" y="8899"/>
                  <a:pt x="50935" y="8902"/>
                  <a:pt x="50888" y="8902"/>
                </a:cubicBezTo>
                <a:cubicBezTo>
                  <a:pt x="50479" y="8902"/>
                  <a:pt x="50176" y="8678"/>
                  <a:pt x="49850" y="8406"/>
                </a:cubicBezTo>
                <a:cubicBezTo>
                  <a:pt x="49992" y="8371"/>
                  <a:pt x="50103" y="8356"/>
                  <a:pt x="50208" y="8356"/>
                </a:cubicBezTo>
                <a:cubicBezTo>
                  <a:pt x="50281" y="8356"/>
                  <a:pt x="50352" y="8363"/>
                  <a:pt x="50427" y="8376"/>
                </a:cubicBezTo>
                <a:cubicBezTo>
                  <a:pt x="50755" y="8445"/>
                  <a:pt x="51073" y="8543"/>
                  <a:pt x="51386" y="8543"/>
                </a:cubicBezTo>
                <a:cubicBezTo>
                  <a:pt x="51626" y="8543"/>
                  <a:pt x="51862" y="8486"/>
                  <a:pt x="52099" y="8315"/>
                </a:cubicBezTo>
                <a:cubicBezTo>
                  <a:pt x="52707" y="7920"/>
                  <a:pt x="53467" y="8163"/>
                  <a:pt x="54105" y="7707"/>
                </a:cubicBezTo>
                <a:cubicBezTo>
                  <a:pt x="54409" y="7494"/>
                  <a:pt x="54835" y="7585"/>
                  <a:pt x="55230" y="7494"/>
                </a:cubicBezTo>
                <a:cubicBezTo>
                  <a:pt x="55564" y="7433"/>
                  <a:pt x="55898" y="7221"/>
                  <a:pt x="55929" y="6795"/>
                </a:cubicBezTo>
                <a:cubicBezTo>
                  <a:pt x="55959" y="6339"/>
                  <a:pt x="55564" y="6339"/>
                  <a:pt x="55290" y="6278"/>
                </a:cubicBezTo>
                <a:cubicBezTo>
                  <a:pt x="55139" y="6248"/>
                  <a:pt x="55017" y="6157"/>
                  <a:pt x="54987" y="6005"/>
                </a:cubicBezTo>
                <a:cubicBezTo>
                  <a:pt x="55309" y="5606"/>
                  <a:pt x="55561" y="5433"/>
                  <a:pt x="55897" y="5433"/>
                </a:cubicBezTo>
                <a:cubicBezTo>
                  <a:pt x="56099" y="5433"/>
                  <a:pt x="56331" y="5496"/>
                  <a:pt x="56628" y="5610"/>
                </a:cubicBezTo>
                <a:cubicBezTo>
                  <a:pt x="56782" y="5661"/>
                  <a:pt x="56932" y="5718"/>
                  <a:pt x="57059" y="5718"/>
                </a:cubicBezTo>
                <a:cubicBezTo>
                  <a:pt x="57232" y="5718"/>
                  <a:pt x="57366" y="5613"/>
                  <a:pt x="57418" y="5245"/>
                </a:cubicBezTo>
                <a:cubicBezTo>
                  <a:pt x="56689" y="4941"/>
                  <a:pt x="56050" y="4515"/>
                  <a:pt x="55442" y="3999"/>
                </a:cubicBezTo>
                <a:cubicBezTo>
                  <a:pt x="55716" y="3816"/>
                  <a:pt x="55959" y="3634"/>
                  <a:pt x="56202" y="3482"/>
                </a:cubicBezTo>
                <a:cubicBezTo>
                  <a:pt x="56446" y="3330"/>
                  <a:pt x="56810" y="3239"/>
                  <a:pt x="56780" y="2874"/>
                </a:cubicBezTo>
                <a:cubicBezTo>
                  <a:pt x="56780" y="2479"/>
                  <a:pt x="56415" y="2388"/>
                  <a:pt x="56142" y="2236"/>
                </a:cubicBezTo>
                <a:cubicBezTo>
                  <a:pt x="55047" y="1628"/>
                  <a:pt x="53832" y="1476"/>
                  <a:pt x="52646" y="1476"/>
                </a:cubicBezTo>
                <a:cubicBezTo>
                  <a:pt x="50488" y="1446"/>
                  <a:pt x="48330" y="1050"/>
                  <a:pt x="46141" y="990"/>
                </a:cubicBezTo>
                <a:cubicBezTo>
                  <a:pt x="45230" y="929"/>
                  <a:pt x="44348" y="898"/>
                  <a:pt x="43436" y="838"/>
                </a:cubicBezTo>
                <a:cubicBezTo>
                  <a:pt x="41430" y="746"/>
                  <a:pt x="39454" y="564"/>
                  <a:pt x="37479" y="442"/>
                </a:cubicBezTo>
                <a:cubicBezTo>
                  <a:pt x="36263" y="382"/>
                  <a:pt x="35077" y="442"/>
                  <a:pt x="33862" y="351"/>
                </a:cubicBezTo>
                <a:cubicBezTo>
                  <a:pt x="31947" y="199"/>
                  <a:pt x="30032" y="108"/>
                  <a:pt x="28117" y="47"/>
                </a:cubicBezTo>
                <a:cubicBezTo>
                  <a:pt x="28060" y="45"/>
                  <a:pt x="28003" y="44"/>
                  <a:pt x="27947" y="44"/>
                </a:cubicBezTo>
                <a:cubicBezTo>
                  <a:pt x="27383" y="44"/>
                  <a:pt x="26833" y="151"/>
                  <a:pt x="26254" y="151"/>
                </a:cubicBezTo>
                <a:cubicBezTo>
                  <a:pt x="26147" y="151"/>
                  <a:pt x="26038" y="147"/>
                  <a:pt x="25928" y="139"/>
                </a:cubicBezTo>
                <a:cubicBezTo>
                  <a:pt x="25377" y="85"/>
                  <a:pt x="24814" y="0"/>
                  <a:pt x="242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9" name="Google Shape;1859;p7"/>
          <p:cNvGrpSpPr/>
          <p:nvPr/>
        </p:nvGrpSpPr>
        <p:grpSpPr>
          <a:xfrm rot="-945866">
            <a:off x="6670839" y="4146213"/>
            <a:ext cx="3222367" cy="1467416"/>
            <a:chOff x="3427375" y="613525"/>
            <a:chExt cx="1481825" cy="674800"/>
          </a:xfrm>
        </p:grpSpPr>
        <p:sp>
          <p:nvSpPr>
            <p:cNvPr id="1860" name="Google Shape;1860;p7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7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7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7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7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7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7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7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7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7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7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7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7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7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7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7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7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7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7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7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7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7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7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7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7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7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7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7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7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7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7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7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7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7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7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7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7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7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7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7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7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7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7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7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7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7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7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7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7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7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7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7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7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7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7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7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7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7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7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7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7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7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7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7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7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7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7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7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7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7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7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7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7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7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7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7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7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7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7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7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7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7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7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7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7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7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7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7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7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7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7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7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7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7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7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7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7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7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7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7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7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7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7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7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7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7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7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7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7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7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7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7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7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7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7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7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7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7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7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7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7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7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7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7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7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7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7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7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7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7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7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7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7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7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7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7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7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7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7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7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7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7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7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7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7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7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7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7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7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7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7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7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7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7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7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7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7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7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7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7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7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7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7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7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7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7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7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7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7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7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7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7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7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7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7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7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7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7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7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7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040" name="Shape 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" name="Google Shape;2041;p8"/>
          <p:cNvSpPr txBox="1"/>
          <p:nvPr>
            <p:ph type="title"/>
          </p:nvPr>
        </p:nvSpPr>
        <p:spPr>
          <a:xfrm>
            <a:off x="1950175" y="1304250"/>
            <a:ext cx="5105400" cy="253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96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/>
        </p:txBody>
      </p:sp>
      <p:grpSp>
        <p:nvGrpSpPr>
          <p:cNvPr id="2042" name="Google Shape;2042;p8"/>
          <p:cNvGrpSpPr/>
          <p:nvPr/>
        </p:nvGrpSpPr>
        <p:grpSpPr>
          <a:xfrm rot="5400000">
            <a:off x="-1451985" y="3691998"/>
            <a:ext cx="3222377" cy="1467420"/>
            <a:chOff x="3427375" y="613525"/>
            <a:chExt cx="1481825" cy="674800"/>
          </a:xfrm>
        </p:grpSpPr>
        <p:sp>
          <p:nvSpPr>
            <p:cNvPr id="2043" name="Google Shape;2043;p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23" name="Google Shape;2223;p8"/>
          <p:cNvSpPr/>
          <p:nvPr/>
        </p:nvSpPr>
        <p:spPr>
          <a:xfrm rot="-751630">
            <a:off x="4274901" y="3884988"/>
            <a:ext cx="6463954" cy="1081413"/>
          </a:xfrm>
          <a:custGeom>
            <a:rect b="b" l="l" r="r" t="t"/>
            <a:pathLst>
              <a:path extrusionOk="0" h="18720" w="68543">
                <a:moveTo>
                  <a:pt x="25073" y="2212"/>
                </a:moveTo>
                <a:cubicBezTo>
                  <a:pt x="26498" y="2212"/>
                  <a:pt x="27919" y="2265"/>
                  <a:pt x="29332" y="2311"/>
                </a:cubicBezTo>
                <a:cubicBezTo>
                  <a:pt x="26475" y="2402"/>
                  <a:pt x="23648" y="2311"/>
                  <a:pt x="20791" y="2432"/>
                </a:cubicBezTo>
                <a:cubicBezTo>
                  <a:pt x="22220" y="2265"/>
                  <a:pt x="23648" y="2212"/>
                  <a:pt x="25073" y="2212"/>
                </a:cubicBezTo>
                <a:close/>
                <a:moveTo>
                  <a:pt x="54196" y="3223"/>
                </a:moveTo>
                <a:lnTo>
                  <a:pt x="54196" y="3223"/>
                </a:lnTo>
                <a:cubicBezTo>
                  <a:pt x="55807" y="3435"/>
                  <a:pt x="57388" y="3618"/>
                  <a:pt x="58999" y="3800"/>
                </a:cubicBezTo>
                <a:cubicBezTo>
                  <a:pt x="58799" y="3811"/>
                  <a:pt x="58600" y="3816"/>
                  <a:pt x="58402" y="3816"/>
                </a:cubicBezTo>
                <a:cubicBezTo>
                  <a:pt x="56973" y="3816"/>
                  <a:pt x="55584" y="3543"/>
                  <a:pt x="54196" y="3223"/>
                </a:cubicBezTo>
                <a:close/>
                <a:moveTo>
                  <a:pt x="28968" y="10752"/>
                </a:moveTo>
                <a:cubicBezTo>
                  <a:pt x="31238" y="10752"/>
                  <a:pt x="33507" y="10881"/>
                  <a:pt x="35776" y="11065"/>
                </a:cubicBezTo>
                <a:cubicBezTo>
                  <a:pt x="35776" y="11125"/>
                  <a:pt x="35776" y="11186"/>
                  <a:pt x="35776" y="11247"/>
                </a:cubicBezTo>
                <a:cubicBezTo>
                  <a:pt x="32402" y="11125"/>
                  <a:pt x="29028" y="11004"/>
                  <a:pt x="25654" y="10852"/>
                </a:cubicBezTo>
                <a:cubicBezTo>
                  <a:pt x="26759" y="10782"/>
                  <a:pt x="27864" y="10752"/>
                  <a:pt x="28968" y="10752"/>
                </a:cubicBezTo>
                <a:close/>
                <a:moveTo>
                  <a:pt x="5824" y="12044"/>
                </a:moveTo>
                <a:cubicBezTo>
                  <a:pt x="6207" y="12044"/>
                  <a:pt x="6550" y="12122"/>
                  <a:pt x="6748" y="12280"/>
                </a:cubicBezTo>
                <a:cubicBezTo>
                  <a:pt x="6265" y="12441"/>
                  <a:pt x="5814" y="12497"/>
                  <a:pt x="5351" y="12497"/>
                </a:cubicBezTo>
                <a:cubicBezTo>
                  <a:pt x="5027" y="12497"/>
                  <a:pt x="4697" y="12470"/>
                  <a:pt x="4347" y="12432"/>
                </a:cubicBezTo>
                <a:cubicBezTo>
                  <a:pt x="4759" y="12175"/>
                  <a:pt x="5326" y="12044"/>
                  <a:pt x="5824" y="12044"/>
                </a:cubicBezTo>
                <a:close/>
                <a:moveTo>
                  <a:pt x="14849" y="13066"/>
                </a:moveTo>
                <a:cubicBezTo>
                  <a:pt x="15126" y="13066"/>
                  <a:pt x="15408" y="13104"/>
                  <a:pt x="15688" y="13104"/>
                </a:cubicBezTo>
                <a:cubicBezTo>
                  <a:pt x="15819" y="13104"/>
                  <a:pt x="15950" y="13095"/>
                  <a:pt x="16080" y="13071"/>
                </a:cubicBezTo>
                <a:lnTo>
                  <a:pt x="16080" y="13071"/>
                </a:lnTo>
                <a:cubicBezTo>
                  <a:pt x="15862" y="13266"/>
                  <a:pt x="15637" y="13326"/>
                  <a:pt x="15408" y="13326"/>
                </a:cubicBezTo>
                <a:cubicBezTo>
                  <a:pt x="15052" y="13326"/>
                  <a:pt x="14686" y="13181"/>
                  <a:pt x="14328" y="13181"/>
                </a:cubicBezTo>
                <a:cubicBezTo>
                  <a:pt x="14273" y="13181"/>
                  <a:pt x="14219" y="13185"/>
                  <a:pt x="14165" y="13192"/>
                </a:cubicBezTo>
                <a:cubicBezTo>
                  <a:pt x="14386" y="13093"/>
                  <a:pt x="14616" y="13066"/>
                  <a:pt x="14849" y="13066"/>
                </a:cubicBezTo>
                <a:close/>
                <a:moveTo>
                  <a:pt x="22037" y="13223"/>
                </a:moveTo>
                <a:cubicBezTo>
                  <a:pt x="22037" y="13253"/>
                  <a:pt x="22037" y="13314"/>
                  <a:pt x="22068" y="13344"/>
                </a:cubicBezTo>
                <a:lnTo>
                  <a:pt x="18420" y="13344"/>
                </a:lnTo>
                <a:cubicBezTo>
                  <a:pt x="18420" y="13314"/>
                  <a:pt x="18420" y="13253"/>
                  <a:pt x="18420" y="13223"/>
                </a:cubicBezTo>
                <a:close/>
                <a:moveTo>
                  <a:pt x="45837" y="13618"/>
                </a:moveTo>
                <a:lnTo>
                  <a:pt x="45837" y="13618"/>
                </a:lnTo>
                <a:cubicBezTo>
                  <a:pt x="48998" y="13800"/>
                  <a:pt x="52159" y="13983"/>
                  <a:pt x="55290" y="14743"/>
                </a:cubicBezTo>
                <a:cubicBezTo>
                  <a:pt x="52129" y="14378"/>
                  <a:pt x="48968" y="14013"/>
                  <a:pt x="45837" y="13618"/>
                </a:cubicBezTo>
                <a:close/>
                <a:moveTo>
                  <a:pt x="20280" y="14614"/>
                </a:moveTo>
                <a:cubicBezTo>
                  <a:pt x="27588" y="14614"/>
                  <a:pt x="34830" y="15018"/>
                  <a:pt x="42007" y="15776"/>
                </a:cubicBezTo>
                <a:cubicBezTo>
                  <a:pt x="41538" y="15776"/>
                  <a:pt x="41020" y="15796"/>
                  <a:pt x="40486" y="15796"/>
                </a:cubicBezTo>
                <a:cubicBezTo>
                  <a:pt x="40085" y="15796"/>
                  <a:pt x="39676" y="15785"/>
                  <a:pt x="39272" y="15746"/>
                </a:cubicBezTo>
                <a:cubicBezTo>
                  <a:pt x="38998" y="15715"/>
                  <a:pt x="38694" y="15715"/>
                  <a:pt x="38451" y="15715"/>
                </a:cubicBezTo>
                <a:cubicBezTo>
                  <a:pt x="36627" y="15594"/>
                  <a:pt x="34834" y="15654"/>
                  <a:pt x="33041" y="15502"/>
                </a:cubicBezTo>
                <a:cubicBezTo>
                  <a:pt x="31247" y="15320"/>
                  <a:pt x="29454" y="15472"/>
                  <a:pt x="27661" y="15320"/>
                </a:cubicBezTo>
                <a:cubicBezTo>
                  <a:pt x="26931" y="15252"/>
                  <a:pt x="26184" y="15217"/>
                  <a:pt x="25434" y="15217"/>
                </a:cubicBezTo>
                <a:cubicBezTo>
                  <a:pt x="25183" y="15217"/>
                  <a:pt x="24933" y="15221"/>
                  <a:pt x="24682" y="15229"/>
                </a:cubicBezTo>
                <a:cubicBezTo>
                  <a:pt x="24175" y="15252"/>
                  <a:pt x="23670" y="15262"/>
                  <a:pt x="23166" y="15262"/>
                </a:cubicBezTo>
                <a:cubicBezTo>
                  <a:pt x="21708" y="15262"/>
                  <a:pt x="20261" y="15183"/>
                  <a:pt x="18815" y="15138"/>
                </a:cubicBezTo>
                <a:cubicBezTo>
                  <a:pt x="18442" y="15130"/>
                  <a:pt x="18071" y="15127"/>
                  <a:pt x="17700" y="15127"/>
                </a:cubicBezTo>
                <a:cubicBezTo>
                  <a:pt x="16501" y="15127"/>
                  <a:pt x="15312" y="15166"/>
                  <a:pt x="14104" y="15259"/>
                </a:cubicBezTo>
                <a:cubicBezTo>
                  <a:pt x="13803" y="15276"/>
                  <a:pt x="13501" y="15283"/>
                  <a:pt x="13200" y="15283"/>
                </a:cubicBezTo>
                <a:cubicBezTo>
                  <a:pt x="12377" y="15283"/>
                  <a:pt x="11553" y="15227"/>
                  <a:pt x="10730" y="15138"/>
                </a:cubicBezTo>
                <a:cubicBezTo>
                  <a:pt x="10673" y="15130"/>
                  <a:pt x="10614" y="15126"/>
                  <a:pt x="10554" y="15126"/>
                </a:cubicBezTo>
                <a:cubicBezTo>
                  <a:pt x="10389" y="15126"/>
                  <a:pt x="10217" y="15154"/>
                  <a:pt x="10061" y="15198"/>
                </a:cubicBezTo>
                <a:cubicBezTo>
                  <a:pt x="9907" y="15253"/>
                  <a:pt x="9753" y="15285"/>
                  <a:pt x="9596" y="15285"/>
                </a:cubicBezTo>
                <a:cubicBezTo>
                  <a:pt x="9320" y="15285"/>
                  <a:pt x="9034" y="15188"/>
                  <a:pt x="8724" y="14955"/>
                </a:cubicBezTo>
                <a:cubicBezTo>
                  <a:pt x="12594" y="14725"/>
                  <a:pt x="16446" y="14614"/>
                  <a:pt x="20280" y="14614"/>
                </a:cubicBezTo>
                <a:close/>
                <a:moveTo>
                  <a:pt x="29849" y="1"/>
                </a:moveTo>
                <a:cubicBezTo>
                  <a:pt x="29363" y="1"/>
                  <a:pt x="28876" y="142"/>
                  <a:pt x="28390" y="142"/>
                </a:cubicBezTo>
                <a:cubicBezTo>
                  <a:pt x="28238" y="142"/>
                  <a:pt x="28086" y="128"/>
                  <a:pt x="27934" y="92"/>
                </a:cubicBezTo>
                <a:cubicBezTo>
                  <a:pt x="27741" y="49"/>
                  <a:pt x="27532" y="6"/>
                  <a:pt x="27340" y="6"/>
                </a:cubicBezTo>
                <a:cubicBezTo>
                  <a:pt x="27261" y="6"/>
                  <a:pt x="27185" y="13"/>
                  <a:pt x="27113" y="31"/>
                </a:cubicBezTo>
                <a:cubicBezTo>
                  <a:pt x="26356" y="208"/>
                  <a:pt x="25590" y="240"/>
                  <a:pt x="24824" y="240"/>
                </a:cubicBezTo>
                <a:cubicBezTo>
                  <a:pt x="24392" y="240"/>
                  <a:pt x="23960" y="230"/>
                  <a:pt x="23530" y="230"/>
                </a:cubicBezTo>
                <a:cubicBezTo>
                  <a:pt x="23285" y="230"/>
                  <a:pt x="23041" y="233"/>
                  <a:pt x="22797" y="244"/>
                </a:cubicBezTo>
                <a:cubicBezTo>
                  <a:pt x="20730" y="335"/>
                  <a:pt x="18633" y="396"/>
                  <a:pt x="16566" y="457"/>
                </a:cubicBezTo>
                <a:cubicBezTo>
                  <a:pt x="15806" y="487"/>
                  <a:pt x="15016" y="487"/>
                  <a:pt x="14256" y="578"/>
                </a:cubicBezTo>
                <a:cubicBezTo>
                  <a:pt x="12098" y="913"/>
                  <a:pt x="9940" y="1034"/>
                  <a:pt x="7782" y="1247"/>
                </a:cubicBezTo>
                <a:cubicBezTo>
                  <a:pt x="6171" y="1429"/>
                  <a:pt x="4560" y="1764"/>
                  <a:pt x="2918" y="1855"/>
                </a:cubicBezTo>
                <a:cubicBezTo>
                  <a:pt x="2493" y="1885"/>
                  <a:pt x="1885" y="1794"/>
                  <a:pt x="1520" y="2341"/>
                </a:cubicBezTo>
                <a:cubicBezTo>
                  <a:pt x="1993" y="2749"/>
                  <a:pt x="2537" y="2798"/>
                  <a:pt x="3094" y="2798"/>
                </a:cubicBezTo>
                <a:cubicBezTo>
                  <a:pt x="3269" y="2798"/>
                  <a:pt x="3445" y="2793"/>
                  <a:pt x="3621" y="2793"/>
                </a:cubicBezTo>
                <a:cubicBezTo>
                  <a:pt x="3928" y="2793"/>
                  <a:pt x="4234" y="2808"/>
                  <a:pt x="4529" y="2888"/>
                </a:cubicBezTo>
                <a:cubicBezTo>
                  <a:pt x="4465" y="2882"/>
                  <a:pt x="4402" y="2879"/>
                  <a:pt x="4339" y="2879"/>
                </a:cubicBezTo>
                <a:cubicBezTo>
                  <a:pt x="3808" y="2879"/>
                  <a:pt x="3311" y="3073"/>
                  <a:pt x="2776" y="3073"/>
                </a:cubicBezTo>
                <a:cubicBezTo>
                  <a:pt x="2743" y="3073"/>
                  <a:pt x="2709" y="3072"/>
                  <a:pt x="2675" y="3071"/>
                </a:cubicBezTo>
                <a:cubicBezTo>
                  <a:pt x="2637" y="3064"/>
                  <a:pt x="2598" y="3061"/>
                  <a:pt x="2560" y="3061"/>
                </a:cubicBezTo>
                <a:cubicBezTo>
                  <a:pt x="2411" y="3061"/>
                  <a:pt x="2268" y="3115"/>
                  <a:pt x="2219" y="3283"/>
                </a:cubicBezTo>
                <a:cubicBezTo>
                  <a:pt x="2159" y="3527"/>
                  <a:pt x="2402" y="3557"/>
                  <a:pt x="2584" y="3739"/>
                </a:cubicBezTo>
                <a:cubicBezTo>
                  <a:pt x="2341" y="3739"/>
                  <a:pt x="2159" y="3831"/>
                  <a:pt x="1976" y="4013"/>
                </a:cubicBezTo>
                <a:cubicBezTo>
                  <a:pt x="2371" y="4013"/>
                  <a:pt x="2675" y="4165"/>
                  <a:pt x="2918" y="4378"/>
                </a:cubicBezTo>
                <a:cubicBezTo>
                  <a:pt x="2159" y="4834"/>
                  <a:pt x="1307" y="4651"/>
                  <a:pt x="517" y="4864"/>
                </a:cubicBezTo>
                <a:cubicBezTo>
                  <a:pt x="304" y="4925"/>
                  <a:pt x="0" y="4925"/>
                  <a:pt x="0" y="5198"/>
                </a:cubicBezTo>
                <a:cubicBezTo>
                  <a:pt x="0" y="5502"/>
                  <a:pt x="304" y="5563"/>
                  <a:pt x="548" y="5563"/>
                </a:cubicBezTo>
                <a:lnTo>
                  <a:pt x="1551" y="5563"/>
                </a:lnTo>
                <a:cubicBezTo>
                  <a:pt x="1247" y="5958"/>
                  <a:pt x="608" y="5654"/>
                  <a:pt x="456" y="6201"/>
                </a:cubicBezTo>
                <a:cubicBezTo>
                  <a:pt x="791" y="6384"/>
                  <a:pt x="1186" y="6414"/>
                  <a:pt x="1551" y="6414"/>
                </a:cubicBezTo>
                <a:cubicBezTo>
                  <a:pt x="1611" y="6688"/>
                  <a:pt x="1155" y="6597"/>
                  <a:pt x="1277" y="6900"/>
                </a:cubicBezTo>
                <a:cubicBezTo>
                  <a:pt x="1581" y="7174"/>
                  <a:pt x="1946" y="7326"/>
                  <a:pt x="2371" y="7448"/>
                </a:cubicBezTo>
                <a:cubicBezTo>
                  <a:pt x="2348" y="7444"/>
                  <a:pt x="2326" y="7442"/>
                  <a:pt x="2305" y="7442"/>
                </a:cubicBezTo>
                <a:cubicBezTo>
                  <a:pt x="1968" y="7442"/>
                  <a:pt x="1894" y="7877"/>
                  <a:pt x="1551" y="7934"/>
                </a:cubicBezTo>
                <a:cubicBezTo>
                  <a:pt x="943" y="7995"/>
                  <a:pt x="943" y="8025"/>
                  <a:pt x="791" y="8238"/>
                </a:cubicBezTo>
                <a:cubicBezTo>
                  <a:pt x="1193" y="8598"/>
                  <a:pt x="1654" y="8619"/>
                  <a:pt x="2133" y="8619"/>
                </a:cubicBezTo>
                <a:cubicBezTo>
                  <a:pt x="2196" y="8619"/>
                  <a:pt x="2259" y="8618"/>
                  <a:pt x="2322" y="8618"/>
                </a:cubicBezTo>
                <a:cubicBezTo>
                  <a:pt x="2469" y="8618"/>
                  <a:pt x="2618" y="8620"/>
                  <a:pt x="2766" y="8633"/>
                </a:cubicBezTo>
                <a:cubicBezTo>
                  <a:pt x="2432" y="9059"/>
                  <a:pt x="1946" y="8876"/>
                  <a:pt x="1551" y="8967"/>
                </a:cubicBezTo>
                <a:cubicBezTo>
                  <a:pt x="1064" y="9119"/>
                  <a:pt x="852" y="9332"/>
                  <a:pt x="821" y="9818"/>
                </a:cubicBezTo>
                <a:cubicBezTo>
                  <a:pt x="1004" y="9852"/>
                  <a:pt x="1185" y="9860"/>
                  <a:pt x="1367" y="9860"/>
                </a:cubicBezTo>
                <a:cubicBezTo>
                  <a:pt x="1544" y="9860"/>
                  <a:pt x="1722" y="9852"/>
                  <a:pt x="1904" y="9852"/>
                </a:cubicBezTo>
                <a:cubicBezTo>
                  <a:pt x="2216" y="9852"/>
                  <a:pt x="2539" y="9875"/>
                  <a:pt x="2888" y="10001"/>
                </a:cubicBezTo>
                <a:cubicBezTo>
                  <a:pt x="2098" y="10274"/>
                  <a:pt x="1307" y="9940"/>
                  <a:pt x="821" y="10670"/>
                </a:cubicBezTo>
                <a:cubicBezTo>
                  <a:pt x="1551" y="10973"/>
                  <a:pt x="2250" y="11277"/>
                  <a:pt x="3040" y="11308"/>
                </a:cubicBezTo>
                <a:cubicBezTo>
                  <a:pt x="2371" y="11521"/>
                  <a:pt x="1581" y="11399"/>
                  <a:pt x="1095" y="12098"/>
                </a:cubicBezTo>
                <a:cubicBezTo>
                  <a:pt x="1129" y="12202"/>
                  <a:pt x="1213" y="12218"/>
                  <a:pt x="1303" y="12218"/>
                </a:cubicBezTo>
                <a:cubicBezTo>
                  <a:pt x="1342" y="12218"/>
                  <a:pt x="1383" y="12215"/>
                  <a:pt x="1421" y="12215"/>
                </a:cubicBezTo>
                <a:cubicBezTo>
                  <a:pt x="1525" y="12215"/>
                  <a:pt x="1611" y="12238"/>
                  <a:pt x="1611" y="12402"/>
                </a:cubicBezTo>
                <a:cubicBezTo>
                  <a:pt x="1459" y="12584"/>
                  <a:pt x="1095" y="12372"/>
                  <a:pt x="1004" y="12706"/>
                </a:cubicBezTo>
                <a:cubicBezTo>
                  <a:pt x="1247" y="13101"/>
                  <a:pt x="1703" y="13010"/>
                  <a:pt x="2128" y="13101"/>
                </a:cubicBezTo>
                <a:cubicBezTo>
                  <a:pt x="1824" y="13253"/>
                  <a:pt x="1551" y="13284"/>
                  <a:pt x="1277" y="13344"/>
                </a:cubicBezTo>
                <a:cubicBezTo>
                  <a:pt x="1034" y="13375"/>
                  <a:pt x="730" y="13405"/>
                  <a:pt x="456" y="13861"/>
                </a:cubicBezTo>
                <a:cubicBezTo>
                  <a:pt x="1287" y="14018"/>
                  <a:pt x="2114" y="14059"/>
                  <a:pt x="2935" y="14059"/>
                </a:cubicBezTo>
                <a:cubicBezTo>
                  <a:pt x="3833" y="14059"/>
                  <a:pt x="4724" y="14010"/>
                  <a:pt x="5607" y="14010"/>
                </a:cubicBezTo>
                <a:cubicBezTo>
                  <a:pt x="6102" y="14010"/>
                  <a:pt x="6594" y="14026"/>
                  <a:pt x="7083" y="14074"/>
                </a:cubicBezTo>
                <a:cubicBezTo>
                  <a:pt x="6900" y="14499"/>
                  <a:pt x="6900" y="14499"/>
                  <a:pt x="7326" y="14864"/>
                </a:cubicBezTo>
                <a:cubicBezTo>
                  <a:pt x="7204" y="15016"/>
                  <a:pt x="6931" y="15016"/>
                  <a:pt x="6931" y="15259"/>
                </a:cubicBezTo>
                <a:cubicBezTo>
                  <a:pt x="6931" y="15472"/>
                  <a:pt x="7235" y="15472"/>
                  <a:pt x="7265" y="15654"/>
                </a:cubicBezTo>
                <a:cubicBezTo>
                  <a:pt x="6931" y="15958"/>
                  <a:pt x="6475" y="15806"/>
                  <a:pt x="6232" y="16232"/>
                </a:cubicBezTo>
                <a:cubicBezTo>
                  <a:pt x="6839" y="16597"/>
                  <a:pt x="7508" y="16566"/>
                  <a:pt x="8146" y="16657"/>
                </a:cubicBezTo>
                <a:cubicBezTo>
                  <a:pt x="9602" y="16928"/>
                  <a:pt x="11072" y="16970"/>
                  <a:pt x="12537" y="16970"/>
                </a:cubicBezTo>
                <a:cubicBezTo>
                  <a:pt x="13213" y="16970"/>
                  <a:pt x="13888" y="16961"/>
                  <a:pt x="14560" y="16961"/>
                </a:cubicBezTo>
                <a:cubicBezTo>
                  <a:pt x="14643" y="16964"/>
                  <a:pt x="14727" y="16966"/>
                  <a:pt x="14810" y="16966"/>
                </a:cubicBezTo>
                <a:cubicBezTo>
                  <a:pt x="15348" y="16966"/>
                  <a:pt x="15884" y="16914"/>
                  <a:pt x="16404" y="16914"/>
                </a:cubicBezTo>
                <a:cubicBezTo>
                  <a:pt x="16655" y="16914"/>
                  <a:pt x="16902" y="16926"/>
                  <a:pt x="17144" y="16961"/>
                </a:cubicBezTo>
                <a:cubicBezTo>
                  <a:pt x="17694" y="17049"/>
                  <a:pt x="18245" y="17075"/>
                  <a:pt x="18796" y="17075"/>
                </a:cubicBezTo>
                <a:cubicBezTo>
                  <a:pt x="19582" y="17075"/>
                  <a:pt x="20369" y="17022"/>
                  <a:pt x="21156" y="17022"/>
                </a:cubicBezTo>
                <a:cubicBezTo>
                  <a:pt x="21612" y="17022"/>
                  <a:pt x="22085" y="16920"/>
                  <a:pt x="22549" y="16920"/>
                </a:cubicBezTo>
                <a:cubicBezTo>
                  <a:pt x="22704" y="16920"/>
                  <a:pt x="22858" y="16931"/>
                  <a:pt x="23010" y="16961"/>
                </a:cubicBezTo>
                <a:cubicBezTo>
                  <a:pt x="23528" y="17046"/>
                  <a:pt x="24046" y="17073"/>
                  <a:pt x="24564" y="17073"/>
                </a:cubicBezTo>
                <a:cubicBezTo>
                  <a:pt x="25353" y="17073"/>
                  <a:pt x="26142" y="17010"/>
                  <a:pt x="26931" y="16992"/>
                </a:cubicBezTo>
                <a:cubicBezTo>
                  <a:pt x="27782" y="16992"/>
                  <a:pt x="28633" y="17022"/>
                  <a:pt x="29484" y="17022"/>
                </a:cubicBezTo>
                <a:cubicBezTo>
                  <a:pt x="29619" y="17020"/>
                  <a:pt x="29754" y="17020"/>
                  <a:pt x="29888" y="17020"/>
                </a:cubicBezTo>
                <a:cubicBezTo>
                  <a:pt x="31902" y="17020"/>
                  <a:pt x="33936" y="17207"/>
                  <a:pt x="35950" y="17207"/>
                </a:cubicBezTo>
                <a:cubicBezTo>
                  <a:pt x="36084" y="17207"/>
                  <a:pt x="36219" y="17206"/>
                  <a:pt x="36354" y="17205"/>
                </a:cubicBezTo>
                <a:cubicBezTo>
                  <a:pt x="36434" y="17200"/>
                  <a:pt x="36515" y="17198"/>
                  <a:pt x="36596" y="17198"/>
                </a:cubicBezTo>
                <a:cubicBezTo>
                  <a:pt x="37092" y="17198"/>
                  <a:pt x="37589" y="17270"/>
                  <a:pt x="38086" y="17296"/>
                </a:cubicBezTo>
                <a:cubicBezTo>
                  <a:pt x="40488" y="17448"/>
                  <a:pt x="42889" y="17478"/>
                  <a:pt x="45290" y="17721"/>
                </a:cubicBezTo>
                <a:cubicBezTo>
                  <a:pt x="46992" y="17904"/>
                  <a:pt x="48694" y="17873"/>
                  <a:pt x="50427" y="18025"/>
                </a:cubicBezTo>
                <a:cubicBezTo>
                  <a:pt x="51886" y="18177"/>
                  <a:pt x="53406" y="18268"/>
                  <a:pt x="54865" y="18481"/>
                </a:cubicBezTo>
                <a:cubicBezTo>
                  <a:pt x="55808" y="18606"/>
                  <a:pt x="56751" y="18720"/>
                  <a:pt x="57695" y="18720"/>
                </a:cubicBezTo>
                <a:cubicBezTo>
                  <a:pt x="58362" y="18720"/>
                  <a:pt x="59030" y="18663"/>
                  <a:pt x="59698" y="18512"/>
                </a:cubicBezTo>
                <a:cubicBezTo>
                  <a:pt x="59667" y="17904"/>
                  <a:pt x="59150" y="17995"/>
                  <a:pt x="58786" y="17812"/>
                </a:cubicBezTo>
                <a:cubicBezTo>
                  <a:pt x="58683" y="17769"/>
                  <a:pt x="58576" y="17756"/>
                  <a:pt x="58466" y="17756"/>
                </a:cubicBezTo>
                <a:cubicBezTo>
                  <a:pt x="58328" y="17756"/>
                  <a:pt x="58187" y="17775"/>
                  <a:pt x="58047" y="17775"/>
                </a:cubicBezTo>
                <a:cubicBezTo>
                  <a:pt x="57836" y="17775"/>
                  <a:pt x="57629" y="17731"/>
                  <a:pt x="57448" y="17509"/>
                </a:cubicBezTo>
                <a:cubicBezTo>
                  <a:pt x="57527" y="17499"/>
                  <a:pt x="57605" y="17495"/>
                  <a:pt x="57683" y="17495"/>
                </a:cubicBezTo>
                <a:cubicBezTo>
                  <a:pt x="58117" y="17495"/>
                  <a:pt x="58536" y="17625"/>
                  <a:pt x="58981" y="17625"/>
                </a:cubicBezTo>
                <a:cubicBezTo>
                  <a:pt x="59193" y="17625"/>
                  <a:pt x="59410" y="17596"/>
                  <a:pt x="59637" y="17509"/>
                </a:cubicBezTo>
                <a:cubicBezTo>
                  <a:pt x="59242" y="17326"/>
                  <a:pt x="59454" y="16749"/>
                  <a:pt x="59090" y="16688"/>
                </a:cubicBezTo>
                <a:cubicBezTo>
                  <a:pt x="58330" y="16566"/>
                  <a:pt x="57661" y="16202"/>
                  <a:pt x="56871" y="16202"/>
                </a:cubicBezTo>
                <a:cubicBezTo>
                  <a:pt x="56354" y="16171"/>
                  <a:pt x="55777" y="16171"/>
                  <a:pt x="55260" y="16080"/>
                </a:cubicBezTo>
                <a:cubicBezTo>
                  <a:pt x="53527" y="15746"/>
                  <a:pt x="51825" y="15472"/>
                  <a:pt x="50093" y="15259"/>
                </a:cubicBezTo>
                <a:cubicBezTo>
                  <a:pt x="49606" y="15198"/>
                  <a:pt x="49150" y="15077"/>
                  <a:pt x="48664" y="14986"/>
                </a:cubicBezTo>
                <a:cubicBezTo>
                  <a:pt x="48995" y="14885"/>
                  <a:pt x="49319" y="14852"/>
                  <a:pt x="49642" y="14852"/>
                </a:cubicBezTo>
                <a:cubicBezTo>
                  <a:pt x="50003" y="14852"/>
                  <a:pt x="50363" y="14893"/>
                  <a:pt x="50731" y="14925"/>
                </a:cubicBezTo>
                <a:cubicBezTo>
                  <a:pt x="52463" y="15077"/>
                  <a:pt x="54196" y="15229"/>
                  <a:pt x="55898" y="15411"/>
                </a:cubicBezTo>
                <a:cubicBezTo>
                  <a:pt x="57084" y="15533"/>
                  <a:pt x="58239" y="15685"/>
                  <a:pt x="59394" y="15685"/>
                </a:cubicBezTo>
                <a:cubicBezTo>
                  <a:pt x="59758" y="15685"/>
                  <a:pt x="59850" y="15898"/>
                  <a:pt x="59667" y="16202"/>
                </a:cubicBezTo>
                <a:cubicBezTo>
                  <a:pt x="59717" y="16212"/>
                  <a:pt x="59762" y="16217"/>
                  <a:pt x="59804" y="16217"/>
                </a:cubicBezTo>
                <a:cubicBezTo>
                  <a:pt x="60119" y="16217"/>
                  <a:pt x="60214" y="15937"/>
                  <a:pt x="60214" y="15776"/>
                </a:cubicBezTo>
                <a:cubicBezTo>
                  <a:pt x="60154" y="15168"/>
                  <a:pt x="59485" y="15411"/>
                  <a:pt x="59211" y="15198"/>
                </a:cubicBezTo>
                <a:cubicBezTo>
                  <a:pt x="59824" y="14522"/>
                  <a:pt x="60555" y="14419"/>
                  <a:pt x="61312" y="14419"/>
                </a:cubicBezTo>
                <a:cubicBezTo>
                  <a:pt x="61643" y="14419"/>
                  <a:pt x="61979" y="14439"/>
                  <a:pt x="62312" y="14439"/>
                </a:cubicBezTo>
                <a:cubicBezTo>
                  <a:pt x="62524" y="14439"/>
                  <a:pt x="62737" y="14439"/>
                  <a:pt x="62920" y="14499"/>
                </a:cubicBezTo>
                <a:cubicBezTo>
                  <a:pt x="63053" y="14544"/>
                  <a:pt x="63181" y="14565"/>
                  <a:pt x="63308" y="14565"/>
                </a:cubicBezTo>
                <a:cubicBezTo>
                  <a:pt x="63617" y="14565"/>
                  <a:pt x="63922" y="14441"/>
                  <a:pt x="64287" y="14226"/>
                </a:cubicBezTo>
                <a:cubicBezTo>
                  <a:pt x="63558" y="13648"/>
                  <a:pt x="62676" y="13466"/>
                  <a:pt x="62129" y="13071"/>
                </a:cubicBezTo>
                <a:cubicBezTo>
                  <a:pt x="62721" y="12866"/>
                  <a:pt x="63335" y="12807"/>
                  <a:pt x="63964" y="12807"/>
                </a:cubicBezTo>
                <a:cubicBezTo>
                  <a:pt x="64851" y="12807"/>
                  <a:pt x="65767" y="12926"/>
                  <a:pt x="66690" y="12926"/>
                </a:cubicBezTo>
                <a:cubicBezTo>
                  <a:pt x="66963" y="12926"/>
                  <a:pt x="67236" y="12915"/>
                  <a:pt x="67509" y="12888"/>
                </a:cubicBezTo>
                <a:cubicBezTo>
                  <a:pt x="67357" y="12280"/>
                  <a:pt x="66810" y="12372"/>
                  <a:pt x="66476" y="12129"/>
                </a:cubicBezTo>
                <a:cubicBezTo>
                  <a:pt x="66719" y="12007"/>
                  <a:pt x="67175" y="12129"/>
                  <a:pt x="67175" y="11733"/>
                </a:cubicBezTo>
                <a:cubicBezTo>
                  <a:pt x="67205" y="11277"/>
                  <a:pt x="66719" y="11399"/>
                  <a:pt x="66476" y="11247"/>
                </a:cubicBezTo>
                <a:cubicBezTo>
                  <a:pt x="66454" y="11233"/>
                  <a:pt x="66428" y="11228"/>
                  <a:pt x="66399" y="11228"/>
                </a:cubicBezTo>
                <a:cubicBezTo>
                  <a:pt x="66359" y="11228"/>
                  <a:pt x="66314" y="11236"/>
                  <a:pt x="66273" y="11236"/>
                </a:cubicBezTo>
                <a:cubicBezTo>
                  <a:pt x="66218" y="11236"/>
                  <a:pt x="66168" y="11222"/>
                  <a:pt x="66141" y="11156"/>
                </a:cubicBezTo>
                <a:cubicBezTo>
                  <a:pt x="66111" y="10852"/>
                  <a:pt x="66415" y="10882"/>
                  <a:pt x="66506" y="10700"/>
                </a:cubicBezTo>
                <a:cubicBezTo>
                  <a:pt x="66141" y="9818"/>
                  <a:pt x="65351" y="9758"/>
                  <a:pt x="64561" y="9666"/>
                </a:cubicBezTo>
                <a:cubicBezTo>
                  <a:pt x="64746" y="9583"/>
                  <a:pt x="64929" y="9552"/>
                  <a:pt x="65113" y="9552"/>
                </a:cubicBezTo>
                <a:cubicBezTo>
                  <a:pt x="65631" y="9552"/>
                  <a:pt x="66145" y="9799"/>
                  <a:pt x="66672" y="9799"/>
                </a:cubicBezTo>
                <a:cubicBezTo>
                  <a:pt x="66907" y="9799"/>
                  <a:pt x="67146" y="9749"/>
                  <a:pt x="67388" y="9606"/>
                </a:cubicBezTo>
                <a:cubicBezTo>
                  <a:pt x="67053" y="9241"/>
                  <a:pt x="66749" y="8876"/>
                  <a:pt x="66233" y="8663"/>
                </a:cubicBezTo>
                <a:cubicBezTo>
                  <a:pt x="66340" y="8640"/>
                  <a:pt x="66451" y="8633"/>
                  <a:pt x="66561" y="8633"/>
                </a:cubicBezTo>
                <a:cubicBezTo>
                  <a:pt x="66685" y="8633"/>
                  <a:pt x="66807" y="8641"/>
                  <a:pt x="66923" y="8641"/>
                </a:cubicBezTo>
                <a:cubicBezTo>
                  <a:pt x="67232" y="8641"/>
                  <a:pt x="67494" y="8585"/>
                  <a:pt x="67600" y="8177"/>
                </a:cubicBezTo>
                <a:cubicBezTo>
                  <a:pt x="67418" y="7721"/>
                  <a:pt x="66932" y="7812"/>
                  <a:pt x="66537" y="7448"/>
                </a:cubicBezTo>
                <a:lnTo>
                  <a:pt x="66537" y="7448"/>
                </a:lnTo>
                <a:cubicBezTo>
                  <a:pt x="66642" y="7474"/>
                  <a:pt x="66741" y="7484"/>
                  <a:pt x="66835" y="7484"/>
                </a:cubicBezTo>
                <a:cubicBezTo>
                  <a:pt x="67127" y="7484"/>
                  <a:pt x="67381" y="7390"/>
                  <a:pt x="67665" y="7390"/>
                </a:cubicBezTo>
                <a:cubicBezTo>
                  <a:pt x="67823" y="7390"/>
                  <a:pt x="67990" y="7419"/>
                  <a:pt x="68178" y="7508"/>
                </a:cubicBezTo>
                <a:cubicBezTo>
                  <a:pt x="67722" y="6566"/>
                  <a:pt x="66749" y="6657"/>
                  <a:pt x="66263" y="5958"/>
                </a:cubicBezTo>
                <a:lnTo>
                  <a:pt x="66263" y="5958"/>
                </a:lnTo>
                <a:cubicBezTo>
                  <a:pt x="66524" y="6029"/>
                  <a:pt x="66776" y="6087"/>
                  <a:pt x="67009" y="6087"/>
                </a:cubicBezTo>
                <a:cubicBezTo>
                  <a:pt x="67374" y="6087"/>
                  <a:pt x="67694" y="5947"/>
                  <a:pt x="67935" y="5502"/>
                </a:cubicBezTo>
                <a:cubicBezTo>
                  <a:pt x="67783" y="5441"/>
                  <a:pt x="67661" y="5411"/>
                  <a:pt x="67418" y="5320"/>
                </a:cubicBezTo>
                <a:cubicBezTo>
                  <a:pt x="68269" y="5077"/>
                  <a:pt x="67631" y="4013"/>
                  <a:pt x="68543" y="3891"/>
                </a:cubicBezTo>
                <a:cubicBezTo>
                  <a:pt x="67479" y="2949"/>
                  <a:pt x="66202" y="2949"/>
                  <a:pt x="65017" y="2797"/>
                </a:cubicBezTo>
                <a:cubicBezTo>
                  <a:pt x="63375" y="2584"/>
                  <a:pt x="61795" y="2250"/>
                  <a:pt x="60123" y="2189"/>
                </a:cubicBezTo>
                <a:cubicBezTo>
                  <a:pt x="58786" y="2128"/>
                  <a:pt x="57448" y="1764"/>
                  <a:pt x="56081" y="1703"/>
                </a:cubicBezTo>
                <a:cubicBezTo>
                  <a:pt x="54530" y="1642"/>
                  <a:pt x="53011" y="1368"/>
                  <a:pt x="51460" y="1216"/>
                </a:cubicBezTo>
                <a:cubicBezTo>
                  <a:pt x="49120" y="1004"/>
                  <a:pt x="46749" y="730"/>
                  <a:pt x="44378" y="609"/>
                </a:cubicBezTo>
                <a:cubicBezTo>
                  <a:pt x="42706" y="517"/>
                  <a:pt x="41035" y="396"/>
                  <a:pt x="39332" y="335"/>
                </a:cubicBezTo>
                <a:cubicBezTo>
                  <a:pt x="36171" y="244"/>
                  <a:pt x="33010" y="1"/>
                  <a:pt x="2984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4" name="Google Shape;2224;p8"/>
          <p:cNvSpPr/>
          <p:nvPr/>
        </p:nvSpPr>
        <p:spPr>
          <a:xfrm rot="-9283095">
            <a:off x="-769884" y="3384928"/>
            <a:ext cx="1736273" cy="1858535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25" name="Google Shape;2225;p8"/>
          <p:cNvGrpSpPr/>
          <p:nvPr/>
        </p:nvGrpSpPr>
        <p:grpSpPr>
          <a:xfrm rot="10644392">
            <a:off x="6114432" y="-593415"/>
            <a:ext cx="3222417" cy="1467439"/>
            <a:chOff x="3427375" y="613525"/>
            <a:chExt cx="1481825" cy="674800"/>
          </a:xfrm>
        </p:grpSpPr>
        <p:sp>
          <p:nvSpPr>
            <p:cNvPr id="2226" name="Google Shape;2226;p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06" name="Google Shape;2406;p8"/>
          <p:cNvSpPr/>
          <p:nvPr/>
        </p:nvSpPr>
        <p:spPr>
          <a:xfrm rot="3262498">
            <a:off x="7845261" y="2680375"/>
            <a:ext cx="2817496" cy="2652024"/>
          </a:xfrm>
          <a:custGeom>
            <a:rect b="b" l="l" r="r" t="t"/>
            <a:pathLst>
              <a:path extrusionOk="0" fill="none" h="36726" w="34292">
                <a:moveTo>
                  <a:pt x="2338" y="0"/>
                </a:moveTo>
                <a:cubicBezTo>
                  <a:pt x="434" y="3181"/>
                  <a:pt x="1" y="7230"/>
                  <a:pt x="1205" y="10748"/>
                </a:cubicBezTo>
                <a:cubicBezTo>
                  <a:pt x="2386" y="14290"/>
                  <a:pt x="5206" y="17206"/>
                  <a:pt x="8676" y="18580"/>
                </a:cubicBezTo>
                <a:cubicBezTo>
                  <a:pt x="10869" y="19423"/>
                  <a:pt x="13303" y="19688"/>
                  <a:pt x="15230" y="21038"/>
                </a:cubicBezTo>
                <a:cubicBezTo>
                  <a:pt x="19014" y="23712"/>
                  <a:pt x="19206" y="29375"/>
                  <a:pt x="22267" y="32870"/>
                </a:cubicBezTo>
                <a:cubicBezTo>
                  <a:pt x="25183" y="36195"/>
                  <a:pt x="30773" y="36725"/>
                  <a:pt x="34292" y="34026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7" name="Google Shape;2407;p8"/>
          <p:cNvSpPr/>
          <p:nvPr/>
        </p:nvSpPr>
        <p:spPr>
          <a:xfrm rot="-2700081">
            <a:off x="6679988" y="-1371326"/>
            <a:ext cx="2205657" cy="260256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8" name="Google Shape;2408;p8"/>
          <p:cNvSpPr/>
          <p:nvPr/>
        </p:nvSpPr>
        <p:spPr>
          <a:xfrm>
            <a:off x="-727600" y="118825"/>
            <a:ext cx="1773625" cy="688025"/>
          </a:xfrm>
          <a:custGeom>
            <a:rect b="b" l="l" r="r" t="t"/>
            <a:pathLst>
              <a:path extrusionOk="0" h="27521" w="70945">
                <a:moveTo>
                  <a:pt x="35199" y="1964"/>
                </a:moveTo>
                <a:lnTo>
                  <a:pt x="35199" y="1964"/>
                </a:lnTo>
                <a:cubicBezTo>
                  <a:pt x="34786" y="2653"/>
                  <a:pt x="33624" y="3167"/>
                  <a:pt x="32709" y="3167"/>
                </a:cubicBezTo>
                <a:cubicBezTo>
                  <a:pt x="32614" y="3167"/>
                  <a:pt x="32521" y="3161"/>
                  <a:pt x="32433" y="3150"/>
                </a:cubicBezTo>
                <a:cubicBezTo>
                  <a:pt x="33223" y="2420"/>
                  <a:pt x="34287" y="2359"/>
                  <a:pt x="35199" y="1964"/>
                </a:cubicBezTo>
                <a:close/>
                <a:moveTo>
                  <a:pt x="30913" y="4366"/>
                </a:moveTo>
                <a:lnTo>
                  <a:pt x="30974" y="4548"/>
                </a:lnTo>
                <a:cubicBezTo>
                  <a:pt x="30184" y="4791"/>
                  <a:pt x="29424" y="5065"/>
                  <a:pt x="28633" y="5308"/>
                </a:cubicBezTo>
                <a:cubicBezTo>
                  <a:pt x="28603" y="5277"/>
                  <a:pt x="28603" y="5217"/>
                  <a:pt x="28573" y="5156"/>
                </a:cubicBezTo>
                <a:cubicBezTo>
                  <a:pt x="29363" y="4882"/>
                  <a:pt x="30123" y="4609"/>
                  <a:pt x="30913" y="4366"/>
                </a:cubicBezTo>
                <a:close/>
                <a:moveTo>
                  <a:pt x="40786" y="4588"/>
                </a:moveTo>
                <a:cubicBezTo>
                  <a:pt x="42137" y="4588"/>
                  <a:pt x="43391" y="4745"/>
                  <a:pt x="43831" y="5065"/>
                </a:cubicBezTo>
                <a:cubicBezTo>
                  <a:pt x="43312" y="5219"/>
                  <a:pt x="42792" y="5300"/>
                  <a:pt x="42272" y="5300"/>
                </a:cubicBezTo>
                <a:cubicBezTo>
                  <a:pt x="41971" y="5300"/>
                  <a:pt x="41670" y="5272"/>
                  <a:pt x="41369" y="5217"/>
                </a:cubicBezTo>
                <a:cubicBezTo>
                  <a:pt x="41223" y="5189"/>
                  <a:pt x="41077" y="5177"/>
                  <a:pt x="40930" y="5177"/>
                </a:cubicBezTo>
                <a:cubicBezTo>
                  <a:pt x="40286" y="5177"/>
                  <a:pt x="39642" y="5399"/>
                  <a:pt x="38998" y="5399"/>
                </a:cubicBezTo>
                <a:cubicBezTo>
                  <a:pt x="38963" y="5401"/>
                  <a:pt x="38928" y="5401"/>
                  <a:pt x="38892" y="5401"/>
                </a:cubicBezTo>
                <a:cubicBezTo>
                  <a:pt x="38387" y="5401"/>
                  <a:pt x="37866" y="5262"/>
                  <a:pt x="37299" y="5262"/>
                </a:cubicBezTo>
                <a:cubicBezTo>
                  <a:pt x="37082" y="5262"/>
                  <a:pt x="36859" y="5282"/>
                  <a:pt x="36628" y="5338"/>
                </a:cubicBezTo>
                <a:cubicBezTo>
                  <a:pt x="37173" y="4844"/>
                  <a:pt x="39059" y="4588"/>
                  <a:pt x="40786" y="4588"/>
                </a:cubicBezTo>
                <a:close/>
                <a:moveTo>
                  <a:pt x="53712" y="5060"/>
                </a:moveTo>
                <a:cubicBezTo>
                  <a:pt x="54241" y="5060"/>
                  <a:pt x="54650" y="5080"/>
                  <a:pt x="54865" y="5125"/>
                </a:cubicBezTo>
                <a:cubicBezTo>
                  <a:pt x="53491" y="5211"/>
                  <a:pt x="52117" y="5432"/>
                  <a:pt x="50743" y="5432"/>
                </a:cubicBezTo>
                <a:cubicBezTo>
                  <a:pt x="50658" y="5432"/>
                  <a:pt x="50573" y="5431"/>
                  <a:pt x="50488" y="5429"/>
                </a:cubicBezTo>
                <a:cubicBezTo>
                  <a:pt x="50434" y="5428"/>
                  <a:pt x="50380" y="5428"/>
                  <a:pt x="50326" y="5428"/>
                </a:cubicBezTo>
                <a:cubicBezTo>
                  <a:pt x="48977" y="5428"/>
                  <a:pt x="47648" y="5765"/>
                  <a:pt x="46195" y="5765"/>
                </a:cubicBezTo>
                <a:cubicBezTo>
                  <a:pt x="46137" y="5765"/>
                  <a:pt x="46078" y="5765"/>
                  <a:pt x="46020" y="5764"/>
                </a:cubicBezTo>
                <a:cubicBezTo>
                  <a:pt x="46787" y="5442"/>
                  <a:pt x="51399" y="5060"/>
                  <a:pt x="53712" y="5060"/>
                </a:cubicBezTo>
                <a:close/>
                <a:moveTo>
                  <a:pt x="57388" y="5977"/>
                </a:moveTo>
                <a:lnTo>
                  <a:pt x="57388" y="5977"/>
                </a:lnTo>
                <a:cubicBezTo>
                  <a:pt x="55787" y="6584"/>
                  <a:pt x="46373" y="7967"/>
                  <a:pt x="44104" y="7967"/>
                </a:cubicBezTo>
                <a:cubicBezTo>
                  <a:pt x="43873" y="7967"/>
                  <a:pt x="43716" y="7953"/>
                  <a:pt x="43649" y="7922"/>
                </a:cubicBezTo>
                <a:cubicBezTo>
                  <a:pt x="48360" y="7223"/>
                  <a:pt x="52828" y="6250"/>
                  <a:pt x="57388" y="5977"/>
                </a:cubicBezTo>
                <a:close/>
                <a:moveTo>
                  <a:pt x="14803" y="9472"/>
                </a:moveTo>
                <a:lnTo>
                  <a:pt x="14803" y="9472"/>
                </a:lnTo>
                <a:cubicBezTo>
                  <a:pt x="14256" y="9928"/>
                  <a:pt x="13618" y="10110"/>
                  <a:pt x="12949" y="10232"/>
                </a:cubicBezTo>
                <a:cubicBezTo>
                  <a:pt x="13496" y="9837"/>
                  <a:pt x="14104" y="9563"/>
                  <a:pt x="14803" y="9472"/>
                </a:cubicBezTo>
                <a:close/>
                <a:moveTo>
                  <a:pt x="7038" y="12421"/>
                </a:moveTo>
                <a:cubicBezTo>
                  <a:pt x="7187" y="12421"/>
                  <a:pt x="7311" y="12538"/>
                  <a:pt x="7387" y="12785"/>
                </a:cubicBezTo>
                <a:cubicBezTo>
                  <a:pt x="6171" y="13484"/>
                  <a:pt x="4712" y="13667"/>
                  <a:pt x="3435" y="14335"/>
                </a:cubicBezTo>
                <a:cubicBezTo>
                  <a:pt x="3831" y="13879"/>
                  <a:pt x="4378" y="13667"/>
                  <a:pt x="4894" y="13454"/>
                </a:cubicBezTo>
                <a:cubicBezTo>
                  <a:pt x="5533" y="13211"/>
                  <a:pt x="6232" y="13028"/>
                  <a:pt x="6749" y="12542"/>
                </a:cubicBezTo>
                <a:cubicBezTo>
                  <a:pt x="6851" y="12463"/>
                  <a:pt x="6949" y="12421"/>
                  <a:pt x="7038" y="12421"/>
                </a:cubicBezTo>
                <a:close/>
                <a:moveTo>
                  <a:pt x="65264" y="16750"/>
                </a:moveTo>
                <a:cubicBezTo>
                  <a:pt x="65455" y="16750"/>
                  <a:pt x="65646" y="16756"/>
                  <a:pt x="65838" y="16767"/>
                </a:cubicBezTo>
                <a:cubicBezTo>
                  <a:pt x="65838" y="16828"/>
                  <a:pt x="65868" y="16889"/>
                  <a:pt x="65868" y="16949"/>
                </a:cubicBezTo>
                <a:cubicBezTo>
                  <a:pt x="64348" y="17193"/>
                  <a:pt x="62859" y="17405"/>
                  <a:pt x="61339" y="17648"/>
                </a:cubicBezTo>
                <a:cubicBezTo>
                  <a:pt x="62591" y="17036"/>
                  <a:pt x="63913" y="16750"/>
                  <a:pt x="65264" y="16750"/>
                </a:cubicBezTo>
                <a:close/>
                <a:moveTo>
                  <a:pt x="52616" y="25430"/>
                </a:moveTo>
                <a:lnTo>
                  <a:pt x="52616" y="25430"/>
                </a:lnTo>
                <a:cubicBezTo>
                  <a:pt x="54044" y="25521"/>
                  <a:pt x="55442" y="25794"/>
                  <a:pt x="56841" y="26159"/>
                </a:cubicBezTo>
                <a:cubicBezTo>
                  <a:pt x="56674" y="26212"/>
                  <a:pt x="56511" y="26234"/>
                  <a:pt x="56349" y="26234"/>
                </a:cubicBezTo>
                <a:cubicBezTo>
                  <a:pt x="55772" y="26234"/>
                  <a:pt x="55215" y="25964"/>
                  <a:pt x="54622" y="25916"/>
                </a:cubicBezTo>
                <a:cubicBezTo>
                  <a:pt x="53953" y="25855"/>
                  <a:pt x="53254" y="25734"/>
                  <a:pt x="52616" y="25430"/>
                </a:cubicBezTo>
                <a:close/>
                <a:moveTo>
                  <a:pt x="33208" y="1"/>
                </a:moveTo>
                <a:cubicBezTo>
                  <a:pt x="33141" y="1"/>
                  <a:pt x="33075" y="10"/>
                  <a:pt x="33010" y="19"/>
                </a:cubicBezTo>
                <a:cubicBezTo>
                  <a:pt x="32159" y="171"/>
                  <a:pt x="31308" y="293"/>
                  <a:pt x="30457" y="505"/>
                </a:cubicBezTo>
                <a:cubicBezTo>
                  <a:pt x="27022" y="1387"/>
                  <a:pt x="23649" y="2542"/>
                  <a:pt x="20275" y="3666"/>
                </a:cubicBezTo>
                <a:cubicBezTo>
                  <a:pt x="18208" y="4335"/>
                  <a:pt x="16141" y="5125"/>
                  <a:pt x="14104" y="5855"/>
                </a:cubicBezTo>
                <a:cubicBezTo>
                  <a:pt x="12554" y="6402"/>
                  <a:pt x="11034" y="6949"/>
                  <a:pt x="9515" y="7527"/>
                </a:cubicBezTo>
                <a:cubicBezTo>
                  <a:pt x="7630" y="8226"/>
                  <a:pt x="5715" y="8955"/>
                  <a:pt x="3861" y="9746"/>
                </a:cubicBezTo>
                <a:cubicBezTo>
                  <a:pt x="2676" y="10232"/>
                  <a:pt x="1399" y="10566"/>
                  <a:pt x="365" y="11387"/>
                </a:cubicBezTo>
                <a:cubicBezTo>
                  <a:pt x="183" y="11509"/>
                  <a:pt x="1" y="11630"/>
                  <a:pt x="122" y="11843"/>
                </a:cubicBezTo>
                <a:cubicBezTo>
                  <a:pt x="179" y="11956"/>
                  <a:pt x="283" y="11987"/>
                  <a:pt x="404" y="11987"/>
                </a:cubicBezTo>
                <a:cubicBezTo>
                  <a:pt x="478" y="11987"/>
                  <a:pt x="559" y="11976"/>
                  <a:pt x="639" y="11964"/>
                </a:cubicBezTo>
                <a:cubicBezTo>
                  <a:pt x="754" y="11942"/>
                  <a:pt x="868" y="11832"/>
                  <a:pt x="996" y="11832"/>
                </a:cubicBezTo>
                <a:cubicBezTo>
                  <a:pt x="1038" y="11832"/>
                  <a:pt x="1081" y="11843"/>
                  <a:pt x="1125" y="11873"/>
                </a:cubicBezTo>
                <a:cubicBezTo>
                  <a:pt x="1095" y="12025"/>
                  <a:pt x="882" y="12086"/>
                  <a:pt x="913" y="12208"/>
                </a:cubicBezTo>
                <a:cubicBezTo>
                  <a:pt x="1125" y="12512"/>
                  <a:pt x="1429" y="12481"/>
                  <a:pt x="1764" y="12572"/>
                </a:cubicBezTo>
                <a:cubicBezTo>
                  <a:pt x="1460" y="12816"/>
                  <a:pt x="1247" y="13028"/>
                  <a:pt x="1034" y="13211"/>
                </a:cubicBezTo>
                <a:cubicBezTo>
                  <a:pt x="1122" y="13278"/>
                  <a:pt x="1201" y="13304"/>
                  <a:pt x="1275" y="13304"/>
                </a:cubicBezTo>
                <a:cubicBezTo>
                  <a:pt x="1498" y="13304"/>
                  <a:pt x="1671" y="13071"/>
                  <a:pt x="1899" y="13071"/>
                </a:cubicBezTo>
                <a:cubicBezTo>
                  <a:pt x="1933" y="13071"/>
                  <a:pt x="1969" y="13077"/>
                  <a:pt x="2007" y="13089"/>
                </a:cubicBezTo>
                <a:cubicBezTo>
                  <a:pt x="2584" y="13667"/>
                  <a:pt x="1277" y="14457"/>
                  <a:pt x="2220" y="14974"/>
                </a:cubicBezTo>
                <a:cubicBezTo>
                  <a:pt x="2128" y="15734"/>
                  <a:pt x="2250" y="16372"/>
                  <a:pt x="2949" y="16706"/>
                </a:cubicBezTo>
                <a:cubicBezTo>
                  <a:pt x="2888" y="17253"/>
                  <a:pt x="3375" y="17740"/>
                  <a:pt x="3010" y="18287"/>
                </a:cubicBezTo>
                <a:cubicBezTo>
                  <a:pt x="3405" y="18348"/>
                  <a:pt x="3770" y="18287"/>
                  <a:pt x="3983" y="18712"/>
                </a:cubicBezTo>
                <a:cubicBezTo>
                  <a:pt x="3587" y="18712"/>
                  <a:pt x="3283" y="18834"/>
                  <a:pt x="2979" y="18986"/>
                </a:cubicBezTo>
                <a:cubicBezTo>
                  <a:pt x="3071" y="19123"/>
                  <a:pt x="3185" y="19145"/>
                  <a:pt x="3295" y="19145"/>
                </a:cubicBezTo>
                <a:cubicBezTo>
                  <a:pt x="3350" y="19145"/>
                  <a:pt x="3404" y="19140"/>
                  <a:pt x="3454" y="19140"/>
                </a:cubicBezTo>
                <a:cubicBezTo>
                  <a:pt x="3504" y="19140"/>
                  <a:pt x="3549" y="19145"/>
                  <a:pt x="3587" y="19168"/>
                </a:cubicBezTo>
                <a:cubicBezTo>
                  <a:pt x="3564" y="19617"/>
                  <a:pt x="3797" y="19699"/>
                  <a:pt x="4059" y="19699"/>
                </a:cubicBezTo>
                <a:cubicBezTo>
                  <a:pt x="4134" y="19699"/>
                  <a:pt x="4212" y="19692"/>
                  <a:pt x="4286" y="19685"/>
                </a:cubicBezTo>
                <a:cubicBezTo>
                  <a:pt x="4651" y="19624"/>
                  <a:pt x="5016" y="19503"/>
                  <a:pt x="5411" y="19411"/>
                </a:cubicBezTo>
                <a:lnTo>
                  <a:pt x="5411" y="19411"/>
                </a:lnTo>
                <a:cubicBezTo>
                  <a:pt x="5259" y="19685"/>
                  <a:pt x="5016" y="19655"/>
                  <a:pt x="4925" y="19715"/>
                </a:cubicBezTo>
                <a:cubicBezTo>
                  <a:pt x="4651" y="20992"/>
                  <a:pt x="5806" y="20658"/>
                  <a:pt x="6384" y="21083"/>
                </a:cubicBezTo>
                <a:lnTo>
                  <a:pt x="5198" y="21083"/>
                </a:lnTo>
                <a:cubicBezTo>
                  <a:pt x="4986" y="21083"/>
                  <a:pt x="4803" y="21174"/>
                  <a:pt x="4834" y="21387"/>
                </a:cubicBezTo>
                <a:cubicBezTo>
                  <a:pt x="4862" y="21586"/>
                  <a:pt x="4944" y="21785"/>
                  <a:pt x="5203" y="21785"/>
                </a:cubicBezTo>
                <a:cubicBezTo>
                  <a:pt x="5221" y="21785"/>
                  <a:pt x="5240" y="21784"/>
                  <a:pt x="5259" y="21782"/>
                </a:cubicBezTo>
                <a:cubicBezTo>
                  <a:pt x="5381" y="21772"/>
                  <a:pt x="5499" y="21769"/>
                  <a:pt x="5623" y="21769"/>
                </a:cubicBezTo>
                <a:cubicBezTo>
                  <a:pt x="5870" y="21769"/>
                  <a:pt x="6141" y="21782"/>
                  <a:pt x="6505" y="21782"/>
                </a:cubicBezTo>
                <a:cubicBezTo>
                  <a:pt x="5685" y="22299"/>
                  <a:pt x="4894" y="22238"/>
                  <a:pt x="4226" y="22725"/>
                </a:cubicBezTo>
                <a:cubicBezTo>
                  <a:pt x="4986" y="23059"/>
                  <a:pt x="5533" y="23697"/>
                  <a:pt x="6293" y="23910"/>
                </a:cubicBezTo>
                <a:cubicBezTo>
                  <a:pt x="5685" y="24305"/>
                  <a:pt x="4773" y="23819"/>
                  <a:pt x="4195" y="24548"/>
                </a:cubicBezTo>
                <a:cubicBezTo>
                  <a:pt x="4469" y="24883"/>
                  <a:pt x="4773" y="24913"/>
                  <a:pt x="5077" y="24974"/>
                </a:cubicBezTo>
                <a:cubicBezTo>
                  <a:pt x="5988" y="25112"/>
                  <a:pt x="6899" y="25161"/>
                  <a:pt x="7810" y="25161"/>
                </a:cubicBezTo>
                <a:cubicBezTo>
                  <a:pt x="8297" y="25161"/>
                  <a:pt x="8784" y="25147"/>
                  <a:pt x="9271" y="25126"/>
                </a:cubicBezTo>
                <a:cubicBezTo>
                  <a:pt x="11247" y="25035"/>
                  <a:pt x="13223" y="25095"/>
                  <a:pt x="15199" y="25004"/>
                </a:cubicBezTo>
                <a:cubicBezTo>
                  <a:pt x="17417" y="24883"/>
                  <a:pt x="19636" y="24943"/>
                  <a:pt x="21855" y="24852"/>
                </a:cubicBezTo>
                <a:cubicBezTo>
                  <a:pt x="22715" y="24813"/>
                  <a:pt x="23580" y="24802"/>
                  <a:pt x="24446" y="24802"/>
                </a:cubicBezTo>
                <a:cubicBezTo>
                  <a:pt x="25601" y="24802"/>
                  <a:pt x="26758" y="24822"/>
                  <a:pt x="27904" y="24822"/>
                </a:cubicBezTo>
                <a:cubicBezTo>
                  <a:pt x="28588" y="24822"/>
                  <a:pt x="29264" y="24814"/>
                  <a:pt x="29937" y="24814"/>
                </a:cubicBezTo>
                <a:cubicBezTo>
                  <a:pt x="30609" y="24814"/>
                  <a:pt x="31278" y="24822"/>
                  <a:pt x="31947" y="24852"/>
                </a:cubicBezTo>
                <a:cubicBezTo>
                  <a:pt x="34226" y="24943"/>
                  <a:pt x="36476" y="25247"/>
                  <a:pt x="38725" y="25247"/>
                </a:cubicBezTo>
                <a:lnTo>
                  <a:pt x="39150" y="25247"/>
                </a:lnTo>
                <a:cubicBezTo>
                  <a:pt x="40974" y="25430"/>
                  <a:pt x="42828" y="25612"/>
                  <a:pt x="44652" y="25825"/>
                </a:cubicBezTo>
                <a:cubicBezTo>
                  <a:pt x="45716" y="25946"/>
                  <a:pt x="46780" y="26068"/>
                  <a:pt x="47844" y="26129"/>
                </a:cubicBezTo>
                <a:cubicBezTo>
                  <a:pt x="48968" y="26220"/>
                  <a:pt x="50093" y="26524"/>
                  <a:pt x="51217" y="26615"/>
                </a:cubicBezTo>
                <a:cubicBezTo>
                  <a:pt x="53102" y="26798"/>
                  <a:pt x="54956" y="27193"/>
                  <a:pt x="56871" y="27405"/>
                </a:cubicBezTo>
                <a:cubicBezTo>
                  <a:pt x="57191" y="27437"/>
                  <a:pt x="57545" y="27520"/>
                  <a:pt x="57906" y="27520"/>
                </a:cubicBezTo>
                <a:cubicBezTo>
                  <a:pt x="58230" y="27520"/>
                  <a:pt x="58561" y="27453"/>
                  <a:pt x="58877" y="27223"/>
                </a:cubicBezTo>
                <a:cubicBezTo>
                  <a:pt x="58634" y="26980"/>
                  <a:pt x="58452" y="26798"/>
                  <a:pt x="58087" y="26737"/>
                </a:cubicBezTo>
                <a:cubicBezTo>
                  <a:pt x="57661" y="26676"/>
                  <a:pt x="57145" y="26585"/>
                  <a:pt x="56841" y="26159"/>
                </a:cubicBezTo>
                <a:lnTo>
                  <a:pt x="56841" y="26159"/>
                </a:lnTo>
                <a:cubicBezTo>
                  <a:pt x="56996" y="26234"/>
                  <a:pt x="57129" y="26266"/>
                  <a:pt x="57245" y="26266"/>
                </a:cubicBezTo>
                <a:cubicBezTo>
                  <a:pt x="57790" y="26266"/>
                  <a:pt x="57981" y="25575"/>
                  <a:pt x="58482" y="25399"/>
                </a:cubicBezTo>
                <a:cubicBezTo>
                  <a:pt x="54987" y="24275"/>
                  <a:pt x="51400" y="24092"/>
                  <a:pt x="47844" y="23515"/>
                </a:cubicBezTo>
                <a:cubicBezTo>
                  <a:pt x="47965" y="23484"/>
                  <a:pt x="48026" y="23454"/>
                  <a:pt x="48087" y="23454"/>
                </a:cubicBezTo>
                <a:cubicBezTo>
                  <a:pt x="48252" y="23439"/>
                  <a:pt x="48416" y="23433"/>
                  <a:pt x="48581" y="23433"/>
                </a:cubicBezTo>
                <a:cubicBezTo>
                  <a:pt x="49388" y="23433"/>
                  <a:pt x="50195" y="23578"/>
                  <a:pt x="51003" y="23578"/>
                </a:cubicBezTo>
                <a:cubicBezTo>
                  <a:pt x="51064" y="23578"/>
                  <a:pt x="51126" y="23577"/>
                  <a:pt x="51187" y="23576"/>
                </a:cubicBezTo>
                <a:cubicBezTo>
                  <a:pt x="51377" y="23568"/>
                  <a:pt x="51565" y="23564"/>
                  <a:pt x="51754" y="23564"/>
                </a:cubicBezTo>
                <a:cubicBezTo>
                  <a:pt x="53708" y="23564"/>
                  <a:pt x="55594" y="23972"/>
                  <a:pt x="57479" y="24305"/>
                </a:cubicBezTo>
                <a:cubicBezTo>
                  <a:pt x="57626" y="24325"/>
                  <a:pt x="57757" y="24341"/>
                  <a:pt x="57877" y="24341"/>
                </a:cubicBezTo>
                <a:cubicBezTo>
                  <a:pt x="58128" y="24341"/>
                  <a:pt x="58327" y="24269"/>
                  <a:pt x="58512" y="24001"/>
                </a:cubicBezTo>
                <a:cubicBezTo>
                  <a:pt x="58391" y="23910"/>
                  <a:pt x="58269" y="23788"/>
                  <a:pt x="58117" y="23758"/>
                </a:cubicBezTo>
                <a:cubicBezTo>
                  <a:pt x="57357" y="23576"/>
                  <a:pt x="56597" y="23424"/>
                  <a:pt x="55807" y="23241"/>
                </a:cubicBezTo>
                <a:cubicBezTo>
                  <a:pt x="56069" y="23224"/>
                  <a:pt x="56321" y="23186"/>
                  <a:pt x="56574" y="23186"/>
                </a:cubicBezTo>
                <a:cubicBezTo>
                  <a:pt x="56762" y="23186"/>
                  <a:pt x="56950" y="23207"/>
                  <a:pt x="57145" y="23272"/>
                </a:cubicBezTo>
                <a:cubicBezTo>
                  <a:pt x="57449" y="23383"/>
                  <a:pt x="57668" y="23447"/>
                  <a:pt x="57849" y="23447"/>
                </a:cubicBezTo>
                <a:cubicBezTo>
                  <a:pt x="58212" y="23447"/>
                  <a:pt x="58421" y="23191"/>
                  <a:pt x="58847" y="22542"/>
                </a:cubicBezTo>
                <a:cubicBezTo>
                  <a:pt x="57297" y="21934"/>
                  <a:pt x="55625" y="21813"/>
                  <a:pt x="54044" y="21417"/>
                </a:cubicBezTo>
                <a:cubicBezTo>
                  <a:pt x="54092" y="21416"/>
                  <a:pt x="54140" y="21416"/>
                  <a:pt x="54188" y="21416"/>
                </a:cubicBezTo>
                <a:cubicBezTo>
                  <a:pt x="55445" y="21416"/>
                  <a:pt x="56675" y="21790"/>
                  <a:pt x="57905" y="21995"/>
                </a:cubicBezTo>
                <a:cubicBezTo>
                  <a:pt x="58085" y="22023"/>
                  <a:pt x="58273" y="22076"/>
                  <a:pt x="58452" y="22076"/>
                </a:cubicBezTo>
                <a:cubicBezTo>
                  <a:pt x="58664" y="22076"/>
                  <a:pt x="58864" y="22002"/>
                  <a:pt x="59029" y="21721"/>
                </a:cubicBezTo>
                <a:cubicBezTo>
                  <a:pt x="57388" y="20931"/>
                  <a:pt x="55564" y="21022"/>
                  <a:pt x="53923" y="20354"/>
                </a:cubicBezTo>
                <a:cubicBezTo>
                  <a:pt x="54348" y="20232"/>
                  <a:pt x="54743" y="20141"/>
                  <a:pt x="55139" y="20141"/>
                </a:cubicBezTo>
                <a:cubicBezTo>
                  <a:pt x="56111" y="20141"/>
                  <a:pt x="57023" y="20384"/>
                  <a:pt x="57935" y="20627"/>
                </a:cubicBezTo>
                <a:cubicBezTo>
                  <a:pt x="58160" y="20698"/>
                  <a:pt x="58392" y="20761"/>
                  <a:pt x="58618" y="20761"/>
                </a:cubicBezTo>
                <a:cubicBezTo>
                  <a:pt x="58880" y="20761"/>
                  <a:pt x="59135" y="20676"/>
                  <a:pt x="59364" y="20414"/>
                </a:cubicBezTo>
                <a:cubicBezTo>
                  <a:pt x="59120" y="20171"/>
                  <a:pt x="58877" y="19898"/>
                  <a:pt x="58604" y="19594"/>
                </a:cubicBezTo>
                <a:cubicBezTo>
                  <a:pt x="59637" y="19442"/>
                  <a:pt x="60640" y="19259"/>
                  <a:pt x="61643" y="19107"/>
                </a:cubicBezTo>
                <a:cubicBezTo>
                  <a:pt x="63801" y="18773"/>
                  <a:pt x="65929" y="18439"/>
                  <a:pt x="68117" y="18317"/>
                </a:cubicBezTo>
                <a:cubicBezTo>
                  <a:pt x="68695" y="18256"/>
                  <a:pt x="69303" y="18135"/>
                  <a:pt x="69850" y="17770"/>
                </a:cubicBezTo>
                <a:cubicBezTo>
                  <a:pt x="69622" y="17512"/>
                  <a:pt x="69364" y="17474"/>
                  <a:pt x="69098" y="17474"/>
                </a:cubicBezTo>
                <a:cubicBezTo>
                  <a:pt x="68987" y="17474"/>
                  <a:pt x="68875" y="17480"/>
                  <a:pt x="68763" y="17480"/>
                </a:cubicBezTo>
                <a:cubicBezTo>
                  <a:pt x="68606" y="17480"/>
                  <a:pt x="68451" y="17467"/>
                  <a:pt x="68300" y="17405"/>
                </a:cubicBezTo>
                <a:cubicBezTo>
                  <a:pt x="68634" y="17071"/>
                  <a:pt x="69151" y="17162"/>
                  <a:pt x="69424" y="16889"/>
                </a:cubicBezTo>
                <a:cubicBezTo>
                  <a:pt x="69303" y="16700"/>
                  <a:pt x="69157" y="16653"/>
                  <a:pt x="69004" y="16653"/>
                </a:cubicBezTo>
                <a:cubicBezTo>
                  <a:pt x="68851" y="16653"/>
                  <a:pt x="68691" y="16701"/>
                  <a:pt x="68543" y="16701"/>
                </a:cubicBezTo>
                <a:cubicBezTo>
                  <a:pt x="68433" y="16701"/>
                  <a:pt x="68329" y="16675"/>
                  <a:pt x="68239" y="16585"/>
                </a:cubicBezTo>
                <a:cubicBezTo>
                  <a:pt x="68421" y="16493"/>
                  <a:pt x="68634" y="16463"/>
                  <a:pt x="68786" y="16281"/>
                </a:cubicBezTo>
                <a:cubicBezTo>
                  <a:pt x="68209" y="15673"/>
                  <a:pt x="67388" y="15977"/>
                  <a:pt x="66598" y="15764"/>
                </a:cubicBezTo>
                <a:cubicBezTo>
                  <a:pt x="68239" y="15338"/>
                  <a:pt x="69759" y="14943"/>
                  <a:pt x="70944" y="13788"/>
                </a:cubicBezTo>
                <a:cubicBezTo>
                  <a:pt x="70841" y="13555"/>
                  <a:pt x="70715" y="13482"/>
                  <a:pt x="70588" y="13482"/>
                </a:cubicBezTo>
                <a:cubicBezTo>
                  <a:pt x="70418" y="13482"/>
                  <a:pt x="70246" y="13614"/>
                  <a:pt x="70124" y="13667"/>
                </a:cubicBezTo>
                <a:cubicBezTo>
                  <a:pt x="69753" y="13839"/>
                  <a:pt x="69534" y="13942"/>
                  <a:pt x="69393" y="13942"/>
                </a:cubicBezTo>
                <a:cubicBezTo>
                  <a:pt x="69187" y="13942"/>
                  <a:pt x="69150" y="13722"/>
                  <a:pt x="69060" y="13180"/>
                </a:cubicBezTo>
                <a:cubicBezTo>
                  <a:pt x="69394" y="12968"/>
                  <a:pt x="69759" y="12724"/>
                  <a:pt x="69972" y="12299"/>
                </a:cubicBezTo>
                <a:lnTo>
                  <a:pt x="69972" y="12299"/>
                </a:lnTo>
                <a:cubicBezTo>
                  <a:pt x="68965" y="12432"/>
                  <a:pt x="68449" y="12500"/>
                  <a:pt x="68128" y="12500"/>
                </a:cubicBezTo>
                <a:cubicBezTo>
                  <a:pt x="67789" y="12500"/>
                  <a:pt x="67668" y="12424"/>
                  <a:pt x="67418" y="12268"/>
                </a:cubicBezTo>
                <a:cubicBezTo>
                  <a:pt x="69485" y="11265"/>
                  <a:pt x="69576" y="11205"/>
                  <a:pt x="69728" y="10566"/>
                </a:cubicBezTo>
                <a:cubicBezTo>
                  <a:pt x="69720" y="10565"/>
                  <a:pt x="69711" y="10565"/>
                  <a:pt x="69703" y="10565"/>
                </a:cubicBezTo>
                <a:cubicBezTo>
                  <a:pt x="69435" y="10565"/>
                  <a:pt x="69346" y="10967"/>
                  <a:pt x="69064" y="10967"/>
                </a:cubicBezTo>
                <a:cubicBezTo>
                  <a:pt x="69017" y="10967"/>
                  <a:pt x="68966" y="10956"/>
                  <a:pt x="68908" y="10931"/>
                </a:cubicBezTo>
                <a:cubicBezTo>
                  <a:pt x="68877" y="10445"/>
                  <a:pt x="69394" y="10171"/>
                  <a:pt x="69394" y="9746"/>
                </a:cubicBezTo>
                <a:cubicBezTo>
                  <a:pt x="69121" y="9259"/>
                  <a:pt x="68513" y="9624"/>
                  <a:pt x="68239" y="9198"/>
                </a:cubicBezTo>
                <a:cubicBezTo>
                  <a:pt x="68665" y="9138"/>
                  <a:pt x="69090" y="9229"/>
                  <a:pt x="69485" y="8925"/>
                </a:cubicBezTo>
                <a:cubicBezTo>
                  <a:pt x="68999" y="8499"/>
                  <a:pt x="68361" y="8682"/>
                  <a:pt x="67844" y="8408"/>
                </a:cubicBezTo>
                <a:cubicBezTo>
                  <a:pt x="68026" y="8317"/>
                  <a:pt x="68361" y="8226"/>
                  <a:pt x="67996" y="7983"/>
                </a:cubicBezTo>
                <a:cubicBezTo>
                  <a:pt x="68179" y="7799"/>
                  <a:pt x="68422" y="7793"/>
                  <a:pt x="68668" y="7793"/>
                </a:cubicBezTo>
                <a:cubicBezTo>
                  <a:pt x="68687" y="7793"/>
                  <a:pt x="68706" y="7793"/>
                  <a:pt x="68725" y="7793"/>
                </a:cubicBezTo>
                <a:cubicBezTo>
                  <a:pt x="68991" y="7793"/>
                  <a:pt x="69257" y="7785"/>
                  <a:pt x="69455" y="7557"/>
                </a:cubicBezTo>
                <a:cubicBezTo>
                  <a:pt x="69333" y="7344"/>
                  <a:pt x="69151" y="7253"/>
                  <a:pt x="68938" y="7223"/>
                </a:cubicBezTo>
                <a:cubicBezTo>
                  <a:pt x="68665" y="7132"/>
                  <a:pt x="68421" y="7040"/>
                  <a:pt x="68482" y="6584"/>
                </a:cubicBezTo>
                <a:cubicBezTo>
                  <a:pt x="68519" y="6311"/>
                  <a:pt x="68643" y="6256"/>
                  <a:pt x="68782" y="6256"/>
                </a:cubicBezTo>
                <a:cubicBezTo>
                  <a:pt x="68875" y="6256"/>
                  <a:pt x="68975" y="6281"/>
                  <a:pt x="69060" y="6281"/>
                </a:cubicBezTo>
                <a:cubicBezTo>
                  <a:pt x="69394" y="6250"/>
                  <a:pt x="69759" y="6281"/>
                  <a:pt x="69880" y="5885"/>
                </a:cubicBezTo>
                <a:cubicBezTo>
                  <a:pt x="69759" y="5703"/>
                  <a:pt x="69607" y="5612"/>
                  <a:pt x="69394" y="5551"/>
                </a:cubicBezTo>
                <a:cubicBezTo>
                  <a:pt x="68843" y="5384"/>
                  <a:pt x="68286" y="5342"/>
                  <a:pt x="67728" y="5342"/>
                </a:cubicBezTo>
                <a:cubicBezTo>
                  <a:pt x="67154" y="5342"/>
                  <a:pt x="66580" y="5387"/>
                  <a:pt x="66010" y="5387"/>
                </a:cubicBezTo>
                <a:cubicBezTo>
                  <a:pt x="65820" y="5387"/>
                  <a:pt x="65631" y="5382"/>
                  <a:pt x="65443" y="5369"/>
                </a:cubicBezTo>
                <a:cubicBezTo>
                  <a:pt x="65261" y="5356"/>
                  <a:pt x="65076" y="5350"/>
                  <a:pt x="64890" y="5350"/>
                </a:cubicBezTo>
                <a:cubicBezTo>
                  <a:pt x="64203" y="5350"/>
                  <a:pt x="63491" y="5432"/>
                  <a:pt x="62798" y="5551"/>
                </a:cubicBezTo>
                <a:cubicBezTo>
                  <a:pt x="62647" y="5580"/>
                  <a:pt x="62495" y="5590"/>
                  <a:pt x="62342" y="5590"/>
                </a:cubicBezTo>
                <a:cubicBezTo>
                  <a:pt x="61984" y="5590"/>
                  <a:pt x="61621" y="5535"/>
                  <a:pt x="61256" y="5535"/>
                </a:cubicBezTo>
                <a:cubicBezTo>
                  <a:pt x="60960" y="5535"/>
                  <a:pt x="60664" y="5571"/>
                  <a:pt x="60367" y="5703"/>
                </a:cubicBezTo>
                <a:cubicBezTo>
                  <a:pt x="60160" y="5798"/>
                  <a:pt x="59960" y="5838"/>
                  <a:pt x="59763" y="5838"/>
                </a:cubicBezTo>
                <a:cubicBezTo>
                  <a:pt x="59207" y="5838"/>
                  <a:pt x="58678" y="5524"/>
                  <a:pt x="58117" y="5277"/>
                </a:cubicBezTo>
                <a:cubicBezTo>
                  <a:pt x="58512" y="4943"/>
                  <a:pt x="59212" y="5369"/>
                  <a:pt x="59394" y="4639"/>
                </a:cubicBezTo>
                <a:cubicBezTo>
                  <a:pt x="59120" y="4578"/>
                  <a:pt x="58877" y="4518"/>
                  <a:pt x="58604" y="4457"/>
                </a:cubicBezTo>
                <a:cubicBezTo>
                  <a:pt x="57916" y="4342"/>
                  <a:pt x="57220" y="4316"/>
                  <a:pt x="56524" y="4316"/>
                </a:cubicBezTo>
                <a:cubicBezTo>
                  <a:pt x="55928" y="4316"/>
                  <a:pt x="55333" y="4335"/>
                  <a:pt x="54743" y="4335"/>
                </a:cubicBezTo>
                <a:cubicBezTo>
                  <a:pt x="54569" y="4332"/>
                  <a:pt x="54395" y="4330"/>
                  <a:pt x="54220" y="4330"/>
                </a:cubicBezTo>
                <a:cubicBezTo>
                  <a:pt x="52784" y="4330"/>
                  <a:pt x="51347" y="4433"/>
                  <a:pt x="49910" y="4487"/>
                </a:cubicBezTo>
                <a:cubicBezTo>
                  <a:pt x="48816" y="4548"/>
                  <a:pt x="47692" y="4609"/>
                  <a:pt x="46597" y="4822"/>
                </a:cubicBezTo>
                <a:cubicBezTo>
                  <a:pt x="46244" y="4905"/>
                  <a:pt x="45792" y="5101"/>
                  <a:pt x="45415" y="5101"/>
                </a:cubicBezTo>
                <a:cubicBezTo>
                  <a:pt x="45240" y="5101"/>
                  <a:pt x="45081" y="5059"/>
                  <a:pt x="44956" y="4943"/>
                </a:cubicBezTo>
                <a:cubicBezTo>
                  <a:pt x="44409" y="4457"/>
                  <a:pt x="43801" y="4244"/>
                  <a:pt x="43163" y="4062"/>
                </a:cubicBezTo>
                <a:cubicBezTo>
                  <a:pt x="42257" y="3781"/>
                  <a:pt x="41336" y="3685"/>
                  <a:pt x="40400" y="3685"/>
                </a:cubicBezTo>
                <a:cubicBezTo>
                  <a:pt x="40016" y="3685"/>
                  <a:pt x="39630" y="3701"/>
                  <a:pt x="39242" y="3727"/>
                </a:cubicBezTo>
                <a:cubicBezTo>
                  <a:pt x="38705" y="3752"/>
                  <a:pt x="38149" y="3913"/>
                  <a:pt x="37589" y="3913"/>
                </a:cubicBezTo>
                <a:cubicBezTo>
                  <a:pt x="37451" y="3913"/>
                  <a:pt x="37313" y="3903"/>
                  <a:pt x="37175" y="3879"/>
                </a:cubicBezTo>
                <a:cubicBezTo>
                  <a:pt x="37235" y="3575"/>
                  <a:pt x="37570" y="3515"/>
                  <a:pt x="37570" y="3180"/>
                </a:cubicBezTo>
                <a:cubicBezTo>
                  <a:pt x="37400" y="3095"/>
                  <a:pt x="37236" y="3062"/>
                  <a:pt x="37074" y="3062"/>
                </a:cubicBezTo>
                <a:cubicBezTo>
                  <a:pt x="36514" y="3062"/>
                  <a:pt x="35985" y="3457"/>
                  <a:pt x="35362" y="3457"/>
                </a:cubicBezTo>
                <a:cubicBezTo>
                  <a:pt x="35328" y="3457"/>
                  <a:pt x="35294" y="3456"/>
                  <a:pt x="35260" y="3454"/>
                </a:cubicBezTo>
                <a:cubicBezTo>
                  <a:pt x="35776" y="3028"/>
                  <a:pt x="36293" y="2755"/>
                  <a:pt x="36476" y="2177"/>
                </a:cubicBezTo>
                <a:cubicBezTo>
                  <a:pt x="36300" y="2002"/>
                  <a:pt x="36105" y="1958"/>
                  <a:pt x="35890" y="1958"/>
                </a:cubicBezTo>
                <a:cubicBezTo>
                  <a:pt x="35731" y="1958"/>
                  <a:pt x="35562" y="1982"/>
                  <a:pt x="35381" y="1995"/>
                </a:cubicBezTo>
                <a:cubicBezTo>
                  <a:pt x="35746" y="1630"/>
                  <a:pt x="36263" y="1600"/>
                  <a:pt x="36597" y="1174"/>
                </a:cubicBezTo>
                <a:cubicBezTo>
                  <a:pt x="36263" y="1144"/>
                  <a:pt x="36020" y="1113"/>
                  <a:pt x="35746" y="1113"/>
                </a:cubicBezTo>
                <a:cubicBezTo>
                  <a:pt x="36263" y="232"/>
                  <a:pt x="37175" y="536"/>
                  <a:pt x="37904" y="323"/>
                </a:cubicBezTo>
                <a:cubicBezTo>
                  <a:pt x="37486" y="162"/>
                  <a:pt x="37084" y="98"/>
                  <a:pt x="36692" y="98"/>
                </a:cubicBezTo>
                <a:cubicBezTo>
                  <a:pt x="35460" y="98"/>
                  <a:pt x="34331" y="731"/>
                  <a:pt x="33132" y="961"/>
                </a:cubicBezTo>
                <a:cubicBezTo>
                  <a:pt x="33193" y="657"/>
                  <a:pt x="33588" y="566"/>
                  <a:pt x="33618" y="262"/>
                </a:cubicBezTo>
                <a:cubicBezTo>
                  <a:pt x="33512" y="50"/>
                  <a:pt x="33362" y="1"/>
                  <a:pt x="3320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409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p9"/>
          <p:cNvSpPr txBox="1"/>
          <p:nvPr>
            <p:ph type="title"/>
          </p:nvPr>
        </p:nvSpPr>
        <p:spPr>
          <a:xfrm>
            <a:off x="646300" y="1605988"/>
            <a:ext cx="4178700" cy="67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2411" name="Google Shape;2411;p9"/>
          <p:cNvSpPr txBox="1"/>
          <p:nvPr>
            <p:ph idx="1" type="subTitle"/>
          </p:nvPr>
        </p:nvSpPr>
        <p:spPr>
          <a:xfrm>
            <a:off x="764475" y="2501913"/>
            <a:ext cx="3942300" cy="134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412" name="Google Shape;2412;p9"/>
          <p:cNvSpPr/>
          <p:nvPr/>
        </p:nvSpPr>
        <p:spPr>
          <a:xfrm>
            <a:off x="5971875" y="-80225"/>
            <a:ext cx="3942314" cy="1326370"/>
          </a:xfrm>
          <a:custGeom>
            <a:rect b="b" l="l" r="r" t="t"/>
            <a:pathLst>
              <a:path extrusionOk="0" h="24871" w="73923">
                <a:moveTo>
                  <a:pt x="47119" y="1"/>
                </a:moveTo>
                <a:cubicBezTo>
                  <a:pt x="45820" y="1"/>
                  <a:pt x="44521" y="19"/>
                  <a:pt x="43223" y="36"/>
                </a:cubicBezTo>
                <a:cubicBezTo>
                  <a:pt x="41581" y="36"/>
                  <a:pt x="39910" y="66"/>
                  <a:pt x="38268" y="188"/>
                </a:cubicBezTo>
                <a:cubicBezTo>
                  <a:pt x="35776" y="310"/>
                  <a:pt x="33314" y="614"/>
                  <a:pt x="30821" y="705"/>
                </a:cubicBezTo>
                <a:cubicBezTo>
                  <a:pt x="29302" y="735"/>
                  <a:pt x="27782" y="887"/>
                  <a:pt x="26292" y="887"/>
                </a:cubicBezTo>
                <a:cubicBezTo>
                  <a:pt x="25563" y="887"/>
                  <a:pt x="24925" y="1070"/>
                  <a:pt x="24317" y="1373"/>
                </a:cubicBezTo>
                <a:cubicBezTo>
                  <a:pt x="24013" y="1525"/>
                  <a:pt x="23709" y="1708"/>
                  <a:pt x="23344" y="1708"/>
                </a:cubicBezTo>
                <a:cubicBezTo>
                  <a:pt x="22918" y="1685"/>
                  <a:pt x="22493" y="1675"/>
                  <a:pt x="22068" y="1675"/>
                </a:cubicBezTo>
                <a:cubicBezTo>
                  <a:pt x="19802" y="1675"/>
                  <a:pt x="17552" y="1953"/>
                  <a:pt x="15303" y="1953"/>
                </a:cubicBezTo>
                <a:cubicBezTo>
                  <a:pt x="15207" y="1953"/>
                  <a:pt x="15112" y="1952"/>
                  <a:pt x="15016" y="1951"/>
                </a:cubicBezTo>
                <a:cubicBezTo>
                  <a:pt x="14894" y="1951"/>
                  <a:pt x="14772" y="1951"/>
                  <a:pt x="14681" y="1981"/>
                </a:cubicBezTo>
                <a:cubicBezTo>
                  <a:pt x="12949" y="2316"/>
                  <a:pt x="11186" y="2285"/>
                  <a:pt x="9453" y="2498"/>
                </a:cubicBezTo>
                <a:cubicBezTo>
                  <a:pt x="8085" y="2650"/>
                  <a:pt x="6718" y="2680"/>
                  <a:pt x="5380" y="2954"/>
                </a:cubicBezTo>
                <a:cubicBezTo>
                  <a:pt x="4924" y="3076"/>
                  <a:pt x="4286" y="2893"/>
                  <a:pt x="3921" y="3501"/>
                </a:cubicBezTo>
                <a:cubicBezTo>
                  <a:pt x="4276" y="3674"/>
                  <a:pt x="4637" y="3727"/>
                  <a:pt x="4998" y="3727"/>
                </a:cubicBezTo>
                <a:cubicBezTo>
                  <a:pt x="5571" y="3727"/>
                  <a:pt x="6148" y="3594"/>
                  <a:pt x="6711" y="3594"/>
                </a:cubicBezTo>
                <a:cubicBezTo>
                  <a:pt x="6980" y="3594"/>
                  <a:pt x="7246" y="3625"/>
                  <a:pt x="7508" y="3714"/>
                </a:cubicBezTo>
                <a:cubicBezTo>
                  <a:pt x="7234" y="3896"/>
                  <a:pt x="6930" y="3896"/>
                  <a:pt x="6596" y="3896"/>
                </a:cubicBezTo>
                <a:cubicBezTo>
                  <a:pt x="6436" y="3896"/>
                  <a:pt x="6277" y="3894"/>
                  <a:pt x="6118" y="3894"/>
                </a:cubicBezTo>
                <a:cubicBezTo>
                  <a:pt x="5640" y="3894"/>
                  <a:pt x="5167" y="3912"/>
                  <a:pt x="4711" y="4048"/>
                </a:cubicBezTo>
                <a:cubicBezTo>
                  <a:pt x="4529" y="4079"/>
                  <a:pt x="4377" y="4139"/>
                  <a:pt x="4377" y="4322"/>
                </a:cubicBezTo>
                <a:cubicBezTo>
                  <a:pt x="4377" y="4504"/>
                  <a:pt x="4529" y="4595"/>
                  <a:pt x="4711" y="4595"/>
                </a:cubicBezTo>
                <a:cubicBezTo>
                  <a:pt x="4833" y="4595"/>
                  <a:pt x="4955" y="4609"/>
                  <a:pt x="5076" y="4609"/>
                </a:cubicBezTo>
                <a:cubicBezTo>
                  <a:pt x="5137" y="4609"/>
                  <a:pt x="5198" y="4606"/>
                  <a:pt x="5259" y="4595"/>
                </a:cubicBezTo>
                <a:cubicBezTo>
                  <a:pt x="5655" y="4492"/>
                  <a:pt x="6048" y="4455"/>
                  <a:pt x="6440" y="4455"/>
                </a:cubicBezTo>
                <a:cubicBezTo>
                  <a:pt x="7311" y="4455"/>
                  <a:pt x="8177" y="4635"/>
                  <a:pt x="9058" y="4656"/>
                </a:cubicBezTo>
                <a:cubicBezTo>
                  <a:pt x="7477" y="5143"/>
                  <a:pt x="5745" y="5082"/>
                  <a:pt x="4164" y="5568"/>
                </a:cubicBezTo>
                <a:cubicBezTo>
                  <a:pt x="4164" y="5598"/>
                  <a:pt x="4164" y="5659"/>
                  <a:pt x="4164" y="5720"/>
                </a:cubicBezTo>
                <a:lnTo>
                  <a:pt x="6353" y="5720"/>
                </a:lnTo>
                <a:cubicBezTo>
                  <a:pt x="6163" y="5931"/>
                  <a:pt x="5890" y="5959"/>
                  <a:pt x="5603" y="5959"/>
                </a:cubicBezTo>
                <a:cubicBezTo>
                  <a:pt x="5498" y="5959"/>
                  <a:pt x="5392" y="5955"/>
                  <a:pt x="5286" y="5955"/>
                </a:cubicBezTo>
                <a:cubicBezTo>
                  <a:pt x="4851" y="5955"/>
                  <a:pt x="4444" y="6020"/>
                  <a:pt x="4316" y="6693"/>
                </a:cubicBezTo>
                <a:cubicBezTo>
                  <a:pt x="4481" y="6794"/>
                  <a:pt x="4643" y="6828"/>
                  <a:pt x="4805" y="6828"/>
                </a:cubicBezTo>
                <a:cubicBezTo>
                  <a:pt x="5111" y="6828"/>
                  <a:pt x="5417" y="6710"/>
                  <a:pt x="5738" y="6710"/>
                </a:cubicBezTo>
                <a:cubicBezTo>
                  <a:pt x="5908" y="6710"/>
                  <a:pt x="6082" y="6743"/>
                  <a:pt x="6262" y="6845"/>
                </a:cubicBezTo>
                <a:cubicBezTo>
                  <a:pt x="5562" y="7088"/>
                  <a:pt x="4833" y="6723"/>
                  <a:pt x="4347" y="7453"/>
                </a:cubicBezTo>
                <a:cubicBezTo>
                  <a:pt x="5113" y="7453"/>
                  <a:pt x="5849" y="7348"/>
                  <a:pt x="6576" y="7348"/>
                </a:cubicBezTo>
                <a:cubicBezTo>
                  <a:pt x="6888" y="7348"/>
                  <a:pt x="7198" y="7367"/>
                  <a:pt x="7508" y="7422"/>
                </a:cubicBezTo>
                <a:cubicBezTo>
                  <a:pt x="7629" y="7969"/>
                  <a:pt x="7325" y="8060"/>
                  <a:pt x="6900" y="8060"/>
                </a:cubicBezTo>
                <a:cubicBezTo>
                  <a:pt x="6687" y="8060"/>
                  <a:pt x="6476" y="8057"/>
                  <a:pt x="6268" y="8057"/>
                </a:cubicBezTo>
                <a:cubicBezTo>
                  <a:pt x="5642" y="8057"/>
                  <a:pt x="5038" y="8091"/>
                  <a:pt x="4468" y="8364"/>
                </a:cubicBezTo>
                <a:cubicBezTo>
                  <a:pt x="4924" y="8851"/>
                  <a:pt x="5532" y="8729"/>
                  <a:pt x="6079" y="8820"/>
                </a:cubicBezTo>
                <a:cubicBezTo>
                  <a:pt x="5532" y="9155"/>
                  <a:pt x="4772" y="9003"/>
                  <a:pt x="4255" y="9702"/>
                </a:cubicBezTo>
                <a:cubicBezTo>
                  <a:pt x="5562" y="9763"/>
                  <a:pt x="6778" y="9641"/>
                  <a:pt x="8025" y="9945"/>
                </a:cubicBezTo>
                <a:cubicBezTo>
                  <a:pt x="7660" y="10127"/>
                  <a:pt x="7356" y="10310"/>
                  <a:pt x="6991" y="10523"/>
                </a:cubicBezTo>
                <a:cubicBezTo>
                  <a:pt x="7660" y="10826"/>
                  <a:pt x="8328" y="10614"/>
                  <a:pt x="8906" y="10918"/>
                </a:cubicBezTo>
                <a:cubicBezTo>
                  <a:pt x="8389" y="11100"/>
                  <a:pt x="7721" y="10918"/>
                  <a:pt x="7386" y="11556"/>
                </a:cubicBezTo>
                <a:cubicBezTo>
                  <a:pt x="7538" y="11738"/>
                  <a:pt x="7842" y="11586"/>
                  <a:pt x="7873" y="11890"/>
                </a:cubicBezTo>
                <a:cubicBezTo>
                  <a:pt x="7333" y="12019"/>
                  <a:pt x="6815" y="12387"/>
                  <a:pt x="6208" y="12387"/>
                </a:cubicBezTo>
                <a:cubicBezTo>
                  <a:pt x="6097" y="12387"/>
                  <a:pt x="5984" y="12374"/>
                  <a:pt x="5866" y="12346"/>
                </a:cubicBezTo>
                <a:lnTo>
                  <a:pt x="5866" y="12346"/>
                </a:lnTo>
                <a:cubicBezTo>
                  <a:pt x="5903" y="12771"/>
                  <a:pt x="6046" y="12881"/>
                  <a:pt x="6222" y="12881"/>
                </a:cubicBezTo>
                <a:cubicBezTo>
                  <a:pt x="6411" y="12881"/>
                  <a:pt x="6637" y="12754"/>
                  <a:pt x="6812" y="12754"/>
                </a:cubicBezTo>
                <a:cubicBezTo>
                  <a:pt x="6882" y="12754"/>
                  <a:pt x="6944" y="12775"/>
                  <a:pt x="6991" y="12833"/>
                </a:cubicBezTo>
                <a:cubicBezTo>
                  <a:pt x="6885" y="12965"/>
                  <a:pt x="6756" y="13051"/>
                  <a:pt x="6604" y="13051"/>
                </a:cubicBezTo>
                <a:cubicBezTo>
                  <a:pt x="6582" y="13051"/>
                  <a:pt x="6559" y="13049"/>
                  <a:pt x="6535" y="13045"/>
                </a:cubicBezTo>
                <a:cubicBezTo>
                  <a:pt x="6480" y="13043"/>
                  <a:pt x="6425" y="13042"/>
                  <a:pt x="6371" y="13042"/>
                </a:cubicBezTo>
                <a:cubicBezTo>
                  <a:pt x="5663" y="13042"/>
                  <a:pt x="4977" y="13200"/>
                  <a:pt x="4293" y="13200"/>
                </a:cubicBezTo>
                <a:cubicBezTo>
                  <a:pt x="4240" y="13200"/>
                  <a:pt x="4187" y="13199"/>
                  <a:pt x="4134" y="13197"/>
                </a:cubicBezTo>
                <a:cubicBezTo>
                  <a:pt x="4090" y="13197"/>
                  <a:pt x="4045" y="13197"/>
                  <a:pt x="3999" y="13197"/>
                </a:cubicBezTo>
                <a:cubicBezTo>
                  <a:pt x="3545" y="13197"/>
                  <a:pt x="3048" y="13222"/>
                  <a:pt x="2827" y="13775"/>
                </a:cubicBezTo>
                <a:cubicBezTo>
                  <a:pt x="3040" y="13957"/>
                  <a:pt x="3283" y="14018"/>
                  <a:pt x="3526" y="14079"/>
                </a:cubicBezTo>
                <a:cubicBezTo>
                  <a:pt x="3070" y="14109"/>
                  <a:pt x="2918" y="14626"/>
                  <a:pt x="2401" y="14626"/>
                </a:cubicBezTo>
                <a:cubicBezTo>
                  <a:pt x="2365" y="14624"/>
                  <a:pt x="2329" y="14624"/>
                  <a:pt x="2292" y="14624"/>
                </a:cubicBezTo>
                <a:cubicBezTo>
                  <a:pt x="1633" y="14624"/>
                  <a:pt x="997" y="14875"/>
                  <a:pt x="334" y="14991"/>
                </a:cubicBezTo>
                <a:cubicBezTo>
                  <a:pt x="91" y="15021"/>
                  <a:pt x="0" y="15112"/>
                  <a:pt x="91" y="15386"/>
                </a:cubicBezTo>
                <a:lnTo>
                  <a:pt x="1307" y="15386"/>
                </a:lnTo>
                <a:cubicBezTo>
                  <a:pt x="1034" y="15568"/>
                  <a:pt x="730" y="15568"/>
                  <a:pt x="669" y="15933"/>
                </a:cubicBezTo>
                <a:cubicBezTo>
                  <a:pt x="734" y="16062"/>
                  <a:pt x="860" y="16100"/>
                  <a:pt x="993" y="16100"/>
                </a:cubicBezTo>
                <a:cubicBezTo>
                  <a:pt x="1047" y="16100"/>
                  <a:pt x="1102" y="16094"/>
                  <a:pt x="1155" y="16085"/>
                </a:cubicBezTo>
                <a:cubicBezTo>
                  <a:pt x="1273" y="16065"/>
                  <a:pt x="1378" y="15970"/>
                  <a:pt x="1495" y="15970"/>
                </a:cubicBezTo>
                <a:cubicBezTo>
                  <a:pt x="1559" y="15970"/>
                  <a:pt x="1627" y="15999"/>
                  <a:pt x="1702" y="16085"/>
                </a:cubicBezTo>
                <a:cubicBezTo>
                  <a:pt x="1398" y="16267"/>
                  <a:pt x="1398" y="16450"/>
                  <a:pt x="1672" y="16693"/>
                </a:cubicBezTo>
                <a:cubicBezTo>
                  <a:pt x="1793" y="16784"/>
                  <a:pt x="1930" y="16784"/>
                  <a:pt x="2063" y="16784"/>
                </a:cubicBezTo>
                <a:cubicBezTo>
                  <a:pt x="2196" y="16784"/>
                  <a:pt x="2325" y="16784"/>
                  <a:pt x="2432" y="16875"/>
                </a:cubicBezTo>
                <a:cubicBezTo>
                  <a:pt x="2037" y="17240"/>
                  <a:pt x="1307" y="16906"/>
                  <a:pt x="1003" y="17483"/>
                </a:cubicBezTo>
                <a:cubicBezTo>
                  <a:pt x="1489" y="17878"/>
                  <a:pt x="2037" y="17696"/>
                  <a:pt x="2553" y="17848"/>
                </a:cubicBezTo>
                <a:cubicBezTo>
                  <a:pt x="2532" y="17846"/>
                  <a:pt x="2510" y="17845"/>
                  <a:pt x="2489" y="17845"/>
                </a:cubicBezTo>
                <a:cubicBezTo>
                  <a:pt x="2170" y="17845"/>
                  <a:pt x="1872" y="18033"/>
                  <a:pt x="1554" y="18033"/>
                </a:cubicBezTo>
                <a:cubicBezTo>
                  <a:pt x="1532" y="18033"/>
                  <a:pt x="1511" y="18032"/>
                  <a:pt x="1489" y="18030"/>
                </a:cubicBezTo>
                <a:cubicBezTo>
                  <a:pt x="1471" y="18029"/>
                  <a:pt x="1452" y="18028"/>
                  <a:pt x="1434" y="18028"/>
                </a:cubicBezTo>
                <a:cubicBezTo>
                  <a:pt x="1104" y="18028"/>
                  <a:pt x="915" y="18286"/>
                  <a:pt x="973" y="18517"/>
                </a:cubicBezTo>
                <a:cubicBezTo>
                  <a:pt x="997" y="18685"/>
                  <a:pt x="1231" y="18739"/>
                  <a:pt x="1448" y="18739"/>
                </a:cubicBezTo>
                <a:cubicBezTo>
                  <a:pt x="1505" y="18739"/>
                  <a:pt x="1561" y="18736"/>
                  <a:pt x="1611" y="18729"/>
                </a:cubicBezTo>
                <a:cubicBezTo>
                  <a:pt x="1763" y="18699"/>
                  <a:pt x="1915" y="18608"/>
                  <a:pt x="2067" y="18608"/>
                </a:cubicBezTo>
                <a:cubicBezTo>
                  <a:pt x="2143" y="18608"/>
                  <a:pt x="2227" y="18585"/>
                  <a:pt x="2306" y="18585"/>
                </a:cubicBezTo>
                <a:cubicBezTo>
                  <a:pt x="2386" y="18585"/>
                  <a:pt x="2462" y="18608"/>
                  <a:pt x="2523" y="18699"/>
                </a:cubicBezTo>
                <a:cubicBezTo>
                  <a:pt x="2006" y="18851"/>
                  <a:pt x="1368" y="18760"/>
                  <a:pt x="973" y="19337"/>
                </a:cubicBezTo>
                <a:cubicBezTo>
                  <a:pt x="1169" y="19403"/>
                  <a:pt x="1362" y="19416"/>
                  <a:pt x="1551" y="19416"/>
                </a:cubicBezTo>
                <a:cubicBezTo>
                  <a:pt x="1689" y="19416"/>
                  <a:pt x="1824" y="19409"/>
                  <a:pt x="1958" y="19409"/>
                </a:cubicBezTo>
                <a:cubicBezTo>
                  <a:pt x="2238" y="19409"/>
                  <a:pt x="2509" y="19441"/>
                  <a:pt x="2766" y="19641"/>
                </a:cubicBezTo>
                <a:cubicBezTo>
                  <a:pt x="2401" y="19763"/>
                  <a:pt x="2097" y="19884"/>
                  <a:pt x="1763" y="19945"/>
                </a:cubicBezTo>
                <a:cubicBezTo>
                  <a:pt x="1155" y="20067"/>
                  <a:pt x="1337" y="20340"/>
                  <a:pt x="1581" y="20614"/>
                </a:cubicBezTo>
                <a:cubicBezTo>
                  <a:pt x="1481" y="20723"/>
                  <a:pt x="1369" y="20755"/>
                  <a:pt x="1248" y="20755"/>
                </a:cubicBezTo>
                <a:cubicBezTo>
                  <a:pt x="1088" y="20755"/>
                  <a:pt x="914" y="20699"/>
                  <a:pt x="740" y="20699"/>
                </a:cubicBezTo>
                <a:cubicBezTo>
                  <a:pt x="645" y="20699"/>
                  <a:pt x="549" y="20716"/>
                  <a:pt x="456" y="20766"/>
                </a:cubicBezTo>
                <a:cubicBezTo>
                  <a:pt x="821" y="21039"/>
                  <a:pt x="1277" y="20887"/>
                  <a:pt x="1611" y="21161"/>
                </a:cubicBezTo>
                <a:cubicBezTo>
                  <a:pt x="1450" y="21336"/>
                  <a:pt x="1271" y="21380"/>
                  <a:pt x="1082" y="21380"/>
                </a:cubicBezTo>
                <a:cubicBezTo>
                  <a:pt x="890" y="21380"/>
                  <a:pt x="687" y="21334"/>
                  <a:pt x="483" y="21334"/>
                </a:cubicBezTo>
                <a:cubicBezTo>
                  <a:pt x="433" y="21334"/>
                  <a:pt x="384" y="21337"/>
                  <a:pt x="334" y="21343"/>
                </a:cubicBezTo>
                <a:cubicBezTo>
                  <a:pt x="973" y="21921"/>
                  <a:pt x="1763" y="21921"/>
                  <a:pt x="2584" y="21921"/>
                </a:cubicBezTo>
                <a:cubicBezTo>
                  <a:pt x="2493" y="22377"/>
                  <a:pt x="2705" y="22468"/>
                  <a:pt x="3100" y="22498"/>
                </a:cubicBezTo>
                <a:cubicBezTo>
                  <a:pt x="4195" y="22498"/>
                  <a:pt x="5289" y="22407"/>
                  <a:pt x="6353" y="22194"/>
                </a:cubicBezTo>
                <a:cubicBezTo>
                  <a:pt x="7123" y="22049"/>
                  <a:pt x="7886" y="22008"/>
                  <a:pt x="8649" y="22008"/>
                </a:cubicBezTo>
                <a:cubicBezTo>
                  <a:pt x="9482" y="22008"/>
                  <a:pt x="10315" y="22057"/>
                  <a:pt x="11155" y="22073"/>
                </a:cubicBezTo>
                <a:cubicBezTo>
                  <a:pt x="11221" y="22073"/>
                  <a:pt x="11287" y="22072"/>
                  <a:pt x="11353" y="22072"/>
                </a:cubicBezTo>
                <a:cubicBezTo>
                  <a:pt x="11682" y="22072"/>
                  <a:pt x="12011" y="22093"/>
                  <a:pt x="12341" y="22346"/>
                </a:cubicBezTo>
                <a:cubicBezTo>
                  <a:pt x="12675" y="22590"/>
                  <a:pt x="13192" y="22711"/>
                  <a:pt x="13617" y="22742"/>
                </a:cubicBezTo>
                <a:cubicBezTo>
                  <a:pt x="14067" y="22773"/>
                  <a:pt x="14517" y="22786"/>
                  <a:pt x="14967" y="22786"/>
                </a:cubicBezTo>
                <a:cubicBezTo>
                  <a:pt x="16248" y="22786"/>
                  <a:pt x="17524" y="22680"/>
                  <a:pt x="18785" y="22590"/>
                </a:cubicBezTo>
                <a:cubicBezTo>
                  <a:pt x="20943" y="22407"/>
                  <a:pt x="23070" y="22225"/>
                  <a:pt x="25228" y="22194"/>
                </a:cubicBezTo>
                <a:cubicBezTo>
                  <a:pt x="26627" y="22194"/>
                  <a:pt x="28025" y="22225"/>
                  <a:pt x="29423" y="22316"/>
                </a:cubicBezTo>
                <a:cubicBezTo>
                  <a:pt x="31520" y="22407"/>
                  <a:pt x="33648" y="22468"/>
                  <a:pt x="35745" y="22590"/>
                </a:cubicBezTo>
                <a:cubicBezTo>
                  <a:pt x="37539" y="22681"/>
                  <a:pt x="39302" y="22772"/>
                  <a:pt x="41095" y="22863"/>
                </a:cubicBezTo>
                <a:cubicBezTo>
                  <a:pt x="42736" y="22954"/>
                  <a:pt x="44378" y="23015"/>
                  <a:pt x="46019" y="23167"/>
                </a:cubicBezTo>
                <a:cubicBezTo>
                  <a:pt x="47752" y="23319"/>
                  <a:pt x="49515" y="23501"/>
                  <a:pt x="51278" y="23623"/>
                </a:cubicBezTo>
                <a:cubicBezTo>
                  <a:pt x="51855" y="23653"/>
                  <a:pt x="52433" y="23684"/>
                  <a:pt x="53041" y="23775"/>
                </a:cubicBezTo>
                <a:cubicBezTo>
                  <a:pt x="54226" y="23988"/>
                  <a:pt x="55442" y="24170"/>
                  <a:pt x="56658" y="24261"/>
                </a:cubicBezTo>
                <a:cubicBezTo>
                  <a:pt x="57843" y="24353"/>
                  <a:pt x="59029" y="24535"/>
                  <a:pt x="60184" y="24656"/>
                </a:cubicBezTo>
                <a:cubicBezTo>
                  <a:pt x="60688" y="24700"/>
                  <a:pt x="61177" y="24871"/>
                  <a:pt x="61673" y="24871"/>
                </a:cubicBezTo>
                <a:cubicBezTo>
                  <a:pt x="61864" y="24871"/>
                  <a:pt x="62056" y="24846"/>
                  <a:pt x="62250" y="24778"/>
                </a:cubicBezTo>
                <a:cubicBezTo>
                  <a:pt x="62433" y="24413"/>
                  <a:pt x="61946" y="24322"/>
                  <a:pt x="61977" y="24018"/>
                </a:cubicBezTo>
                <a:cubicBezTo>
                  <a:pt x="62107" y="24012"/>
                  <a:pt x="62237" y="24010"/>
                  <a:pt x="62366" y="24010"/>
                </a:cubicBezTo>
                <a:cubicBezTo>
                  <a:pt x="63024" y="24010"/>
                  <a:pt x="63682" y="24073"/>
                  <a:pt x="64345" y="24073"/>
                </a:cubicBezTo>
                <a:cubicBezTo>
                  <a:pt x="64899" y="24073"/>
                  <a:pt x="65457" y="24029"/>
                  <a:pt x="66020" y="23866"/>
                </a:cubicBezTo>
                <a:cubicBezTo>
                  <a:pt x="65904" y="23606"/>
                  <a:pt x="65767" y="23531"/>
                  <a:pt x="65627" y="23531"/>
                </a:cubicBezTo>
                <a:cubicBezTo>
                  <a:pt x="65472" y="23531"/>
                  <a:pt x="65312" y="23622"/>
                  <a:pt x="65168" y="23653"/>
                </a:cubicBezTo>
                <a:cubicBezTo>
                  <a:pt x="64986" y="23532"/>
                  <a:pt x="64804" y="23410"/>
                  <a:pt x="64682" y="23289"/>
                </a:cubicBezTo>
                <a:cubicBezTo>
                  <a:pt x="64834" y="22924"/>
                  <a:pt x="64925" y="22559"/>
                  <a:pt x="65290" y="22559"/>
                </a:cubicBezTo>
                <a:cubicBezTo>
                  <a:pt x="64713" y="22012"/>
                  <a:pt x="63922" y="21890"/>
                  <a:pt x="63162" y="21556"/>
                </a:cubicBezTo>
                <a:lnTo>
                  <a:pt x="63162" y="21556"/>
                </a:lnTo>
                <a:cubicBezTo>
                  <a:pt x="63519" y="21594"/>
                  <a:pt x="63865" y="21611"/>
                  <a:pt x="64209" y="21611"/>
                </a:cubicBezTo>
                <a:cubicBezTo>
                  <a:pt x="64686" y="21611"/>
                  <a:pt x="65160" y="21579"/>
                  <a:pt x="65655" y="21526"/>
                </a:cubicBezTo>
                <a:cubicBezTo>
                  <a:pt x="65783" y="21510"/>
                  <a:pt x="65911" y="21503"/>
                  <a:pt x="66040" y="21503"/>
                </a:cubicBezTo>
                <a:cubicBezTo>
                  <a:pt x="66891" y="21503"/>
                  <a:pt x="67766" y="21811"/>
                  <a:pt x="68664" y="21890"/>
                </a:cubicBezTo>
                <a:cubicBezTo>
                  <a:pt x="69010" y="21925"/>
                  <a:pt x="69414" y="22146"/>
                  <a:pt x="69789" y="22146"/>
                </a:cubicBezTo>
                <a:cubicBezTo>
                  <a:pt x="70072" y="22146"/>
                  <a:pt x="70339" y="22019"/>
                  <a:pt x="70548" y="21587"/>
                </a:cubicBezTo>
                <a:cubicBezTo>
                  <a:pt x="70596" y="21597"/>
                  <a:pt x="70641" y="21602"/>
                  <a:pt x="70685" y="21602"/>
                </a:cubicBezTo>
                <a:cubicBezTo>
                  <a:pt x="71175" y="21602"/>
                  <a:pt x="71475" y="21016"/>
                  <a:pt x="71976" y="21016"/>
                </a:cubicBezTo>
                <a:cubicBezTo>
                  <a:pt x="72095" y="21016"/>
                  <a:pt x="72226" y="21049"/>
                  <a:pt x="72372" y="21131"/>
                </a:cubicBezTo>
                <a:cubicBezTo>
                  <a:pt x="72220" y="20675"/>
                  <a:pt x="71856" y="20675"/>
                  <a:pt x="71673" y="20431"/>
                </a:cubicBezTo>
                <a:cubicBezTo>
                  <a:pt x="71856" y="20371"/>
                  <a:pt x="72099" y="20371"/>
                  <a:pt x="72129" y="20067"/>
                </a:cubicBezTo>
                <a:cubicBezTo>
                  <a:pt x="71947" y="20006"/>
                  <a:pt x="71734" y="19915"/>
                  <a:pt x="71521" y="19793"/>
                </a:cubicBezTo>
                <a:cubicBezTo>
                  <a:pt x="72251" y="19459"/>
                  <a:pt x="71339" y="19094"/>
                  <a:pt x="71552" y="18760"/>
                </a:cubicBezTo>
                <a:cubicBezTo>
                  <a:pt x="71629" y="18734"/>
                  <a:pt x="71711" y="18728"/>
                  <a:pt x="71794" y="18728"/>
                </a:cubicBezTo>
                <a:cubicBezTo>
                  <a:pt x="71876" y="18728"/>
                  <a:pt x="71960" y="18734"/>
                  <a:pt x="72042" y="18734"/>
                </a:cubicBezTo>
                <a:cubicBezTo>
                  <a:pt x="72171" y="18734"/>
                  <a:pt x="72296" y="18718"/>
                  <a:pt x="72403" y="18638"/>
                </a:cubicBezTo>
                <a:cubicBezTo>
                  <a:pt x="72342" y="18395"/>
                  <a:pt x="72007" y="18425"/>
                  <a:pt x="72038" y="18091"/>
                </a:cubicBezTo>
                <a:cubicBezTo>
                  <a:pt x="72281" y="18061"/>
                  <a:pt x="72615" y="18030"/>
                  <a:pt x="72676" y="17696"/>
                </a:cubicBezTo>
                <a:cubicBezTo>
                  <a:pt x="72737" y="17240"/>
                  <a:pt x="72099" y="17483"/>
                  <a:pt x="72068" y="17118"/>
                </a:cubicBezTo>
                <a:cubicBezTo>
                  <a:pt x="72142" y="17077"/>
                  <a:pt x="72222" y="17067"/>
                  <a:pt x="72304" y="17067"/>
                </a:cubicBezTo>
                <a:cubicBezTo>
                  <a:pt x="72384" y="17067"/>
                  <a:pt x="72466" y="17077"/>
                  <a:pt x="72545" y="17077"/>
                </a:cubicBezTo>
                <a:cubicBezTo>
                  <a:pt x="72686" y="17077"/>
                  <a:pt x="72820" y="17046"/>
                  <a:pt x="72919" y="16875"/>
                </a:cubicBezTo>
                <a:cubicBezTo>
                  <a:pt x="72889" y="16632"/>
                  <a:pt x="72342" y="16632"/>
                  <a:pt x="72615" y="16267"/>
                </a:cubicBezTo>
                <a:cubicBezTo>
                  <a:pt x="72804" y="15998"/>
                  <a:pt x="72849" y="15513"/>
                  <a:pt x="73282" y="15513"/>
                </a:cubicBezTo>
                <a:cubicBezTo>
                  <a:pt x="73337" y="15513"/>
                  <a:pt x="73398" y="15521"/>
                  <a:pt x="73466" y="15538"/>
                </a:cubicBezTo>
                <a:cubicBezTo>
                  <a:pt x="73436" y="15173"/>
                  <a:pt x="72950" y="15203"/>
                  <a:pt x="72889" y="14900"/>
                </a:cubicBezTo>
                <a:cubicBezTo>
                  <a:pt x="72958" y="14859"/>
                  <a:pt x="73024" y="14844"/>
                  <a:pt x="73088" y="14844"/>
                </a:cubicBezTo>
                <a:cubicBezTo>
                  <a:pt x="73284" y="14844"/>
                  <a:pt x="73462" y="14985"/>
                  <a:pt x="73665" y="14985"/>
                </a:cubicBezTo>
                <a:cubicBezTo>
                  <a:pt x="73746" y="14985"/>
                  <a:pt x="73831" y="14963"/>
                  <a:pt x="73922" y="14900"/>
                </a:cubicBezTo>
                <a:cubicBezTo>
                  <a:pt x="72828" y="13684"/>
                  <a:pt x="71308" y="13927"/>
                  <a:pt x="70001" y="13623"/>
                </a:cubicBezTo>
                <a:cubicBezTo>
                  <a:pt x="68634" y="13289"/>
                  <a:pt x="67266" y="13106"/>
                  <a:pt x="65959" y="12863"/>
                </a:cubicBezTo>
                <a:cubicBezTo>
                  <a:pt x="66262" y="12507"/>
                  <a:pt x="66639" y="12437"/>
                  <a:pt x="67041" y="12437"/>
                </a:cubicBezTo>
                <a:cubicBezTo>
                  <a:pt x="67303" y="12437"/>
                  <a:pt x="67576" y="12467"/>
                  <a:pt x="67845" y="12467"/>
                </a:cubicBezTo>
                <a:cubicBezTo>
                  <a:pt x="68116" y="12467"/>
                  <a:pt x="68383" y="12437"/>
                  <a:pt x="68634" y="12316"/>
                </a:cubicBezTo>
                <a:cubicBezTo>
                  <a:pt x="68238" y="12194"/>
                  <a:pt x="67874" y="12194"/>
                  <a:pt x="67570" y="11951"/>
                </a:cubicBezTo>
                <a:cubicBezTo>
                  <a:pt x="67611" y="11784"/>
                  <a:pt x="67703" y="11746"/>
                  <a:pt x="67814" y="11746"/>
                </a:cubicBezTo>
                <a:cubicBezTo>
                  <a:pt x="67905" y="11746"/>
                  <a:pt x="68010" y="11772"/>
                  <a:pt x="68108" y="11772"/>
                </a:cubicBezTo>
                <a:cubicBezTo>
                  <a:pt x="68236" y="11772"/>
                  <a:pt x="68353" y="11728"/>
                  <a:pt x="68421" y="11526"/>
                </a:cubicBezTo>
                <a:cubicBezTo>
                  <a:pt x="68137" y="11526"/>
                  <a:pt x="67880" y="11539"/>
                  <a:pt x="67642" y="11539"/>
                </a:cubicBezTo>
                <a:cubicBezTo>
                  <a:pt x="67522" y="11539"/>
                  <a:pt x="67408" y="11536"/>
                  <a:pt x="67296" y="11526"/>
                </a:cubicBezTo>
                <a:cubicBezTo>
                  <a:pt x="66931" y="11495"/>
                  <a:pt x="66597" y="11404"/>
                  <a:pt x="66263" y="11343"/>
                </a:cubicBezTo>
                <a:cubicBezTo>
                  <a:pt x="66344" y="10970"/>
                  <a:pt x="66515" y="10879"/>
                  <a:pt x="66719" y="10879"/>
                </a:cubicBezTo>
                <a:cubicBezTo>
                  <a:pt x="66915" y="10879"/>
                  <a:pt x="67141" y="10963"/>
                  <a:pt x="67347" y="10963"/>
                </a:cubicBezTo>
                <a:cubicBezTo>
                  <a:pt x="67486" y="10963"/>
                  <a:pt x="67616" y="10924"/>
                  <a:pt x="67722" y="10796"/>
                </a:cubicBezTo>
                <a:cubicBezTo>
                  <a:pt x="67387" y="10675"/>
                  <a:pt x="67053" y="10553"/>
                  <a:pt x="66719" y="10431"/>
                </a:cubicBezTo>
                <a:cubicBezTo>
                  <a:pt x="67083" y="9945"/>
                  <a:pt x="67661" y="10188"/>
                  <a:pt x="68086" y="10006"/>
                </a:cubicBezTo>
                <a:cubicBezTo>
                  <a:pt x="68056" y="9763"/>
                  <a:pt x="67752" y="9702"/>
                  <a:pt x="67813" y="9337"/>
                </a:cubicBezTo>
                <a:lnTo>
                  <a:pt x="67813" y="9337"/>
                </a:lnTo>
                <a:cubicBezTo>
                  <a:pt x="67935" y="9507"/>
                  <a:pt x="68050" y="9568"/>
                  <a:pt x="68161" y="9568"/>
                </a:cubicBezTo>
                <a:cubicBezTo>
                  <a:pt x="68434" y="9568"/>
                  <a:pt x="68681" y="9198"/>
                  <a:pt x="68955" y="9198"/>
                </a:cubicBezTo>
                <a:cubicBezTo>
                  <a:pt x="69065" y="9198"/>
                  <a:pt x="69180" y="9258"/>
                  <a:pt x="69302" y="9428"/>
                </a:cubicBezTo>
                <a:cubicBezTo>
                  <a:pt x="69485" y="8820"/>
                  <a:pt x="69120" y="8699"/>
                  <a:pt x="68694" y="8638"/>
                </a:cubicBezTo>
                <a:cubicBezTo>
                  <a:pt x="68755" y="8486"/>
                  <a:pt x="68816" y="8364"/>
                  <a:pt x="68877" y="8273"/>
                </a:cubicBezTo>
                <a:cubicBezTo>
                  <a:pt x="68725" y="8152"/>
                  <a:pt x="68542" y="8060"/>
                  <a:pt x="68360" y="7939"/>
                </a:cubicBezTo>
                <a:cubicBezTo>
                  <a:pt x="68482" y="7787"/>
                  <a:pt x="68542" y="7665"/>
                  <a:pt x="68634" y="7574"/>
                </a:cubicBezTo>
                <a:cubicBezTo>
                  <a:pt x="68421" y="7392"/>
                  <a:pt x="68238" y="7209"/>
                  <a:pt x="67874" y="6875"/>
                </a:cubicBezTo>
                <a:lnTo>
                  <a:pt x="67874" y="6875"/>
                </a:lnTo>
                <a:cubicBezTo>
                  <a:pt x="68111" y="6943"/>
                  <a:pt x="68304" y="6973"/>
                  <a:pt x="68461" y="6973"/>
                </a:cubicBezTo>
                <a:cubicBezTo>
                  <a:pt x="69289" y="6973"/>
                  <a:pt x="69128" y="6140"/>
                  <a:pt x="69333" y="5629"/>
                </a:cubicBezTo>
                <a:cubicBezTo>
                  <a:pt x="68998" y="5507"/>
                  <a:pt x="68664" y="5416"/>
                  <a:pt x="68299" y="5386"/>
                </a:cubicBezTo>
                <a:cubicBezTo>
                  <a:pt x="68385" y="5214"/>
                  <a:pt x="68507" y="5164"/>
                  <a:pt x="68643" y="5164"/>
                </a:cubicBezTo>
                <a:cubicBezTo>
                  <a:pt x="68840" y="5164"/>
                  <a:pt x="69067" y="5270"/>
                  <a:pt x="69259" y="5270"/>
                </a:cubicBezTo>
                <a:cubicBezTo>
                  <a:pt x="69405" y="5270"/>
                  <a:pt x="69531" y="5208"/>
                  <a:pt x="69606" y="4991"/>
                </a:cubicBezTo>
                <a:cubicBezTo>
                  <a:pt x="69211" y="4656"/>
                  <a:pt x="68573" y="4747"/>
                  <a:pt x="68117" y="4200"/>
                </a:cubicBezTo>
                <a:lnTo>
                  <a:pt x="68117" y="4200"/>
                </a:lnTo>
                <a:cubicBezTo>
                  <a:pt x="68725" y="4231"/>
                  <a:pt x="69150" y="4261"/>
                  <a:pt x="69576" y="4261"/>
                </a:cubicBezTo>
                <a:cubicBezTo>
                  <a:pt x="69819" y="3957"/>
                  <a:pt x="69272" y="3836"/>
                  <a:pt x="69454" y="3471"/>
                </a:cubicBezTo>
                <a:lnTo>
                  <a:pt x="69454" y="3471"/>
                </a:lnTo>
                <a:cubicBezTo>
                  <a:pt x="69705" y="3516"/>
                  <a:pt x="69887" y="3902"/>
                  <a:pt x="70167" y="3902"/>
                </a:cubicBezTo>
                <a:cubicBezTo>
                  <a:pt x="70260" y="3902"/>
                  <a:pt x="70365" y="3859"/>
                  <a:pt x="70488" y="3744"/>
                </a:cubicBezTo>
                <a:cubicBezTo>
                  <a:pt x="70245" y="3501"/>
                  <a:pt x="70032" y="3258"/>
                  <a:pt x="69758" y="2954"/>
                </a:cubicBezTo>
                <a:cubicBezTo>
                  <a:pt x="69971" y="2954"/>
                  <a:pt x="70093" y="2893"/>
                  <a:pt x="70153" y="2711"/>
                </a:cubicBezTo>
                <a:cubicBezTo>
                  <a:pt x="69667" y="2468"/>
                  <a:pt x="69181" y="2346"/>
                  <a:pt x="68725" y="2164"/>
                </a:cubicBezTo>
                <a:cubicBezTo>
                  <a:pt x="66506" y="1313"/>
                  <a:pt x="64165" y="1161"/>
                  <a:pt x="61886" y="887"/>
                </a:cubicBezTo>
                <a:cubicBezTo>
                  <a:pt x="59971" y="674"/>
                  <a:pt x="58086" y="431"/>
                  <a:pt x="56171" y="310"/>
                </a:cubicBezTo>
                <a:cubicBezTo>
                  <a:pt x="54104" y="188"/>
                  <a:pt x="52038" y="66"/>
                  <a:pt x="49971" y="36"/>
                </a:cubicBezTo>
                <a:cubicBezTo>
                  <a:pt x="49020" y="10"/>
                  <a:pt x="48069" y="1"/>
                  <a:pt x="471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13" name="Google Shape;2413;p9"/>
          <p:cNvGrpSpPr/>
          <p:nvPr/>
        </p:nvGrpSpPr>
        <p:grpSpPr>
          <a:xfrm rot="-2161921">
            <a:off x="-1088636" y="-164823"/>
            <a:ext cx="3222425" cy="1467442"/>
            <a:chOff x="3427375" y="613525"/>
            <a:chExt cx="1481825" cy="674800"/>
          </a:xfrm>
        </p:grpSpPr>
        <p:sp>
          <p:nvSpPr>
            <p:cNvPr id="2414" name="Google Shape;2414;p9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9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9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9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9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9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9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9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9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9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9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9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9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9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9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9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9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9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9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9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9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9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9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9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9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9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9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9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9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9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9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9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9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9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9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9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9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9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9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9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9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9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9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9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9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9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9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9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9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9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9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9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9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9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9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9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9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9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9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9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9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9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9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9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9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9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9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9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9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9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9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9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9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9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9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9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9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9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9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9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9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9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9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9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9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9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9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9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9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9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9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9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9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9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9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9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9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9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9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9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9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9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9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9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9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9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9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9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9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9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9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9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9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9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9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9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9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9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9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9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9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9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9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9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9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9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9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9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9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9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9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9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9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9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9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9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9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9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9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9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9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9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9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9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9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9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9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9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9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9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9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9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9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9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9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9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9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9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9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9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9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9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9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9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9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9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9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9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9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9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9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9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9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9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9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9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9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9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9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9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4" name="Google Shape;2594;p9"/>
          <p:cNvGrpSpPr/>
          <p:nvPr/>
        </p:nvGrpSpPr>
        <p:grpSpPr>
          <a:xfrm>
            <a:off x="-1811685" y="3842335"/>
            <a:ext cx="3222377" cy="1467420"/>
            <a:chOff x="3427375" y="613525"/>
            <a:chExt cx="1481825" cy="674800"/>
          </a:xfrm>
        </p:grpSpPr>
        <p:sp>
          <p:nvSpPr>
            <p:cNvPr id="2595" name="Google Shape;2595;p9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9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9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9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9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9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9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9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9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9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9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9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9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9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9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9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9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9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9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9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9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9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9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9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9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9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9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9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9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9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9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9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9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9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9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9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9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9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9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9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9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9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9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9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9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9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9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9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9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9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9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9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9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9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9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9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9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9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9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9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9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9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9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9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9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9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9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9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9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9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9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9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9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9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9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9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9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9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9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9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9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9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9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9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9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9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9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9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9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9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9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9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9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9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9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9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9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9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9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9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9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9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9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9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9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9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9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9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9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9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9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9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9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9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9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9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9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9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9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9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9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9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9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9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9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9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9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9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9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9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9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9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9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9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9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9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9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9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9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9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9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9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9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9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9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9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9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9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9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9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9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9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9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9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9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9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9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9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9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9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9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9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9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9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9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9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9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9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9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9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9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9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9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9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9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9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9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9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9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5" name="Google Shape;2775;p9"/>
          <p:cNvGrpSpPr/>
          <p:nvPr/>
        </p:nvGrpSpPr>
        <p:grpSpPr>
          <a:xfrm rot="-1957123">
            <a:off x="6777761" y="4181745"/>
            <a:ext cx="3222352" cy="1467409"/>
            <a:chOff x="3427375" y="613525"/>
            <a:chExt cx="1481825" cy="674800"/>
          </a:xfrm>
        </p:grpSpPr>
        <p:sp>
          <p:nvSpPr>
            <p:cNvPr id="2776" name="Google Shape;2776;p9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9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9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9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9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9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9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9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9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9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9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9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9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9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9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9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9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9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9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9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9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9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9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9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9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9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9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9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9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9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9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9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9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9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9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9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9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9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9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9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9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9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9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9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9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9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9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9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9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9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9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9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9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9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9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9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9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9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9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9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9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9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9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9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9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9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9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9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9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9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9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9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9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9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9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9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9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9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9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9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9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9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9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9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9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9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9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9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9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9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9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9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9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9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9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9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9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9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9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9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9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9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9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9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9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9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9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9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9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9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9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9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9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9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9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9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9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9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9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9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9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9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9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9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9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9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9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9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9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9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9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9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9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9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9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9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9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9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9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9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9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9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9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9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9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9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9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9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9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9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9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9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9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9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9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9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9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9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9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9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9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9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9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9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9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9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9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9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9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9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9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9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9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9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9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9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9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9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9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9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56" name="Google Shape;2956;p9"/>
          <p:cNvSpPr/>
          <p:nvPr/>
        </p:nvSpPr>
        <p:spPr>
          <a:xfrm rot="-6094134">
            <a:off x="-88064" y="-1625082"/>
            <a:ext cx="2205634" cy="2602550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7" name="Google Shape;2957;p9"/>
          <p:cNvSpPr/>
          <p:nvPr/>
        </p:nvSpPr>
        <p:spPr>
          <a:xfrm rot="10627597">
            <a:off x="-241219" y="3499638"/>
            <a:ext cx="2205602" cy="260255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8" name="Google Shape;2958;p9"/>
          <p:cNvSpPr/>
          <p:nvPr/>
        </p:nvSpPr>
        <p:spPr>
          <a:xfrm rot="-1710802">
            <a:off x="4591559" y="-1729460"/>
            <a:ext cx="4309912" cy="3782660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959" name="Shape 2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0" name="Google Shape;2960;p10"/>
          <p:cNvSpPr txBox="1"/>
          <p:nvPr>
            <p:ph type="title"/>
          </p:nvPr>
        </p:nvSpPr>
        <p:spPr>
          <a:xfrm>
            <a:off x="4572000" y="730525"/>
            <a:ext cx="4032600" cy="8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100"/>
              <a:buNone/>
              <a:defRPr sz="3500">
                <a:solidFill>
                  <a:schemeClr val="lt1"/>
                </a:solidFill>
              </a:defRPr>
            </a:lvl1pPr>
            <a:lvl2pPr lvl="1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2pPr>
            <a:lvl3pPr lvl="2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3pPr>
            <a:lvl4pPr lvl="3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4pPr>
            <a:lvl5pPr lvl="4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5pPr>
            <a:lvl6pPr lvl="5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6pPr>
            <a:lvl7pPr lvl="6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7pPr>
            <a:lvl8pPr lvl="7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8pPr>
            <a:lvl9pPr lvl="8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1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961" name="Shape 2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2" name="Google Shape;2962;p11"/>
          <p:cNvSpPr txBox="1"/>
          <p:nvPr>
            <p:ph hasCustomPrompt="1" type="title"/>
          </p:nvPr>
        </p:nvSpPr>
        <p:spPr>
          <a:xfrm>
            <a:off x="1214150" y="1500325"/>
            <a:ext cx="6715800" cy="106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b="0" sz="90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963" name="Google Shape;2963;p11"/>
          <p:cNvSpPr txBox="1"/>
          <p:nvPr>
            <p:ph idx="1" type="subTitle"/>
          </p:nvPr>
        </p:nvSpPr>
        <p:spPr>
          <a:xfrm>
            <a:off x="2298450" y="2740721"/>
            <a:ext cx="4547100" cy="3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964" name="Google Shape;2964;p11"/>
          <p:cNvSpPr/>
          <p:nvPr/>
        </p:nvSpPr>
        <p:spPr>
          <a:xfrm rot="-393138">
            <a:off x="-1215834" y="3256511"/>
            <a:ext cx="5147873" cy="1996964"/>
          </a:xfrm>
          <a:custGeom>
            <a:rect b="b" l="l" r="r" t="t"/>
            <a:pathLst>
              <a:path extrusionOk="0" h="27521" w="70945">
                <a:moveTo>
                  <a:pt x="35199" y="1964"/>
                </a:moveTo>
                <a:lnTo>
                  <a:pt x="35199" y="1964"/>
                </a:lnTo>
                <a:cubicBezTo>
                  <a:pt x="34786" y="2653"/>
                  <a:pt x="33624" y="3167"/>
                  <a:pt x="32709" y="3167"/>
                </a:cubicBezTo>
                <a:cubicBezTo>
                  <a:pt x="32614" y="3167"/>
                  <a:pt x="32521" y="3161"/>
                  <a:pt x="32433" y="3150"/>
                </a:cubicBezTo>
                <a:cubicBezTo>
                  <a:pt x="33223" y="2420"/>
                  <a:pt x="34287" y="2359"/>
                  <a:pt x="35199" y="1964"/>
                </a:cubicBezTo>
                <a:close/>
                <a:moveTo>
                  <a:pt x="30913" y="4366"/>
                </a:moveTo>
                <a:lnTo>
                  <a:pt x="30974" y="4548"/>
                </a:lnTo>
                <a:cubicBezTo>
                  <a:pt x="30184" y="4791"/>
                  <a:pt x="29424" y="5065"/>
                  <a:pt x="28633" y="5308"/>
                </a:cubicBezTo>
                <a:cubicBezTo>
                  <a:pt x="28603" y="5277"/>
                  <a:pt x="28603" y="5217"/>
                  <a:pt x="28573" y="5156"/>
                </a:cubicBezTo>
                <a:cubicBezTo>
                  <a:pt x="29363" y="4882"/>
                  <a:pt x="30123" y="4609"/>
                  <a:pt x="30913" y="4366"/>
                </a:cubicBezTo>
                <a:close/>
                <a:moveTo>
                  <a:pt x="40786" y="4588"/>
                </a:moveTo>
                <a:cubicBezTo>
                  <a:pt x="42137" y="4588"/>
                  <a:pt x="43391" y="4745"/>
                  <a:pt x="43831" y="5065"/>
                </a:cubicBezTo>
                <a:cubicBezTo>
                  <a:pt x="43312" y="5219"/>
                  <a:pt x="42792" y="5300"/>
                  <a:pt x="42272" y="5300"/>
                </a:cubicBezTo>
                <a:cubicBezTo>
                  <a:pt x="41971" y="5300"/>
                  <a:pt x="41670" y="5272"/>
                  <a:pt x="41369" y="5217"/>
                </a:cubicBezTo>
                <a:cubicBezTo>
                  <a:pt x="41223" y="5189"/>
                  <a:pt x="41077" y="5177"/>
                  <a:pt x="40930" y="5177"/>
                </a:cubicBezTo>
                <a:cubicBezTo>
                  <a:pt x="40286" y="5177"/>
                  <a:pt x="39642" y="5399"/>
                  <a:pt x="38998" y="5399"/>
                </a:cubicBezTo>
                <a:cubicBezTo>
                  <a:pt x="38963" y="5401"/>
                  <a:pt x="38928" y="5401"/>
                  <a:pt x="38892" y="5401"/>
                </a:cubicBezTo>
                <a:cubicBezTo>
                  <a:pt x="38387" y="5401"/>
                  <a:pt x="37866" y="5262"/>
                  <a:pt x="37299" y="5262"/>
                </a:cubicBezTo>
                <a:cubicBezTo>
                  <a:pt x="37082" y="5262"/>
                  <a:pt x="36859" y="5282"/>
                  <a:pt x="36628" y="5338"/>
                </a:cubicBezTo>
                <a:cubicBezTo>
                  <a:pt x="37173" y="4844"/>
                  <a:pt x="39059" y="4588"/>
                  <a:pt x="40786" y="4588"/>
                </a:cubicBezTo>
                <a:close/>
                <a:moveTo>
                  <a:pt x="53712" y="5060"/>
                </a:moveTo>
                <a:cubicBezTo>
                  <a:pt x="54241" y="5060"/>
                  <a:pt x="54650" y="5080"/>
                  <a:pt x="54865" y="5125"/>
                </a:cubicBezTo>
                <a:cubicBezTo>
                  <a:pt x="53491" y="5211"/>
                  <a:pt x="52117" y="5432"/>
                  <a:pt x="50743" y="5432"/>
                </a:cubicBezTo>
                <a:cubicBezTo>
                  <a:pt x="50658" y="5432"/>
                  <a:pt x="50573" y="5431"/>
                  <a:pt x="50488" y="5429"/>
                </a:cubicBezTo>
                <a:cubicBezTo>
                  <a:pt x="50434" y="5428"/>
                  <a:pt x="50380" y="5428"/>
                  <a:pt x="50326" y="5428"/>
                </a:cubicBezTo>
                <a:cubicBezTo>
                  <a:pt x="48977" y="5428"/>
                  <a:pt x="47648" y="5765"/>
                  <a:pt x="46195" y="5765"/>
                </a:cubicBezTo>
                <a:cubicBezTo>
                  <a:pt x="46137" y="5765"/>
                  <a:pt x="46078" y="5765"/>
                  <a:pt x="46020" y="5764"/>
                </a:cubicBezTo>
                <a:cubicBezTo>
                  <a:pt x="46787" y="5442"/>
                  <a:pt x="51399" y="5060"/>
                  <a:pt x="53712" y="5060"/>
                </a:cubicBezTo>
                <a:close/>
                <a:moveTo>
                  <a:pt x="57388" y="5977"/>
                </a:moveTo>
                <a:lnTo>
                  <a:pt x="57388" y="5977"/>
                </a:lnTo>
                <a:cubicBezTo>
                  <a:pt x="55787" y="6584"/>
                  <a:pt x="46373" y="7967"/>
                  <a:pt x="44104" y="7967"/>
                </a:cubicBezTo>
                <a:cubicBezTo>
                  <a:pt x="43873" y="7967"/>
                  <a:pt x="43716" y="7953"/>
                  <a:pt x="43649" y="7922"/>
                </a:cubicBezTo>
                <a:cubicBezTo>
                  <a:pt x="48360" y="7223"/>
                  <a:pt x="52828" y="6250"/>
                  <a:pt x="57388" y="5977"/>
                </a:cubicBezTo>
                <a:close/>
                <a:moveTo>
                  <a:pt x="14803" y="9472"/>
                </a:moveTo>
                <a:lnTo>
                  <a:pt x="14803" y="9472"/>
                </a:lnTo>
                <a:cubicBezTo>
                  <a:pt x="14256" y="9928"/>
                  <a:pt x="13618" y="10110"/>
                  <a:pt x="12949" y="10232"/>
                </a:cubicBezTo>
                <a:cubicBezTo>
                  <a:pt x="13496" y="9837"/>
                  <a:pt x="14104" y="9563"/>
                  <a:pt x="14803" y="9472"/>
                </a:cubicBezTo>
                <a:close/>
                <a:moveTo>
                  <a:pt x="7038" y="12421"/>
                </a:moveTo>
                <a:cubicBezTo>
                  <a:pt x="7187" y="12421"/>
                  <a:pt x="7311" y="12538"/>
                  <a:pt x="7387" y="12785"/>
                </a:cubicBezTo>
                <a:cubicBezTo>
                  <a:pt x="6171" y="13484"/>
                  <a:pt x="4712" y="13667"/>
                  <a:pt x="3435" y="14335"/>
                </a:cubicBezTo>
                <a:cubicBezTo>
                  <a:pt x="3831" y="13879"/>
                  <a:pt x="4378" y="13667"/>
                  <a:pt x="4894" y="13454"/>
                </a:cubicBezTo>
                <a:cubicBezTo>
                  <a:pt x="5533" y="13211"/>
                  <a:pt x="6232" y="13028"/>
                  <a:pt x="6749" y="12542"/>
                </a:cubicBezTo>
                <a:cubicBezTo>
                  <a:pt x="6851" y="12463"/>
                  <a:pt x="6949" y="12421"/>
                  <a:pt x="7038" y="12421"/>
                </a:cubicBezTo>
                <a:close/>
                <a:moveTo>
                  <a:pt x="65264" y="16750"/>
                </a:moveTo>
                <a:cubicBezTo>
                  <a:pt x="65455" y="16750"/>
                  <a:pt x="65646" y="16756"/>
                  <a:pt x="65838" y="16767"/>
                </a:cubicBezTo>
                <a:cubicBezTo>
                  <a:pt x="65838" y="16828"/>
                  <a:pt x="65868" y="16889"/>
                  <a:pt x="65868" y="16949"/>
                </a:cubicBezTo>
                <a:cubicBezTo>
                  <a:pt x="64348" y="17193"/>
                  <a:pt x="62859" y="17405"/>
                  <a:pt x="61339" y="17648"/>
                </a:cubicBezTo>
                <a:cubicBezTo>
                  <a:pt x="62591" y="17036"/>
                  <a:pt x="63913" y="16750"/>
                  <a:pt x="65264" y="16750"/>
                </a:cubicBezTo>
                <a:close/>
                <a:moveTo>
                  <a:pt x="52616" y="25430"/>
                </a:moveTo>
                <a:lnTo>
                  <a:pt x="52616" y="25430"/>
                </a:lnTo>
                <a:cubicBezTo>
                  <a:pt x="54044" y="25521"/>
                  <a:pt x="55442" y="25794"/>
                  <a:pt x="56841" y="26159"/>
                </a:cubicBezTo>
                <a:cubicBezTo>
                  <a:pt x="56674" y="26212"/>
                  <a:pt x="56511" y="26234"/>
                  <a:pt x="56349" y="26234"/>
                </a:cubicBezTo>
                <a:cubicBezTo>
                  <a:pt x="55772" y="26234"/>
                  <a:pt x="55215" y="25964"/>
                  <a:pt x="54622" y="25916"/>
                </a:cubicBezTo>
                <a:cubicBezTo>
                  <a:pt x="53953" y="25855"/>
                  <a:pt x="53254" y="25734"/>
                  <a:pt x="52616" y="25430"/>
                </a:cubicBezTo>
                <a:close/>
                <a:moveTo>
                  <a:pt x="33208" y="1"/>
                </a:moveTo>
                <a:cubicBezTo>
                  <a:pt x="33141" y="1"/>
                  <a:pt x="33075" y="10"/>
                  <a:pt x="33010" y="19"/>
                </a:cubicBezTo>
                <a:cubicBezTo>
                  <a:pt x="32159" y="171"/>
                  <a:pt x="31308" y="293"/>
                  <a:pt x="30457" y="505"/>
                </a:cubicBezTo>
                <a:cubicBezTo>
                  <a:pt x="27022" y="1387"/>
                  <a:pt x="23649" y="2542"/>
                  <a:pt x="20275" y="3666"/>
                </a:cubicBezTo>
                <a:cubicBezTo>
                  <a:pt x="18208" y="4335"/>
                  <a:pt x="16141" y="5125"/>
                  <a:pt x="14104" y="5855"/>
                </a:cubicBezTo>
                <a:cubicBezTo>
                  <a:pt x="12554" y="6402"/>
                  <a:pt x="11034" y="6949"/>
                  <a:pt x="9515" y="7527"/>
                </a:cubicBezTo>
                <a:cubicBezTo>
                  <a:pt x="7630" y="8226"/>
                  <a:pt x="5715" y="8955"/>
                  <a:pt x="3861" y="9746"/>
                </a:cubicBezTo>
                <a:cubicBezTo>
                  <a:pt x="2676" y="10232"/>
                  <a:pt x="1399" y="10566"/>
                  <a:pt x="365" y="11387"/>
                </a:cubicBezTo>
                <a:cubicBezTo>
                  <a:pt x="183" y="11509"/>
                  <a:pt x="1" y="11630"/>
                  <a:pt x="122" y="11843"/>
                </a:cubicBezTo>
                <a:cubicBezTo>
                  <a:pt x="179" y="11956"/>
                  <a:pt x="283" y="11987"/>
                  <a:pt x="404" y="11987"/>
                </a:cubicBezTo>
                <a:cubicBezTo>
                  <a:pt x="478" y="11987"/>
                  <a:pt x="559" y="11976"/>
                  <a:pt x="639" y="11964"/>
                </a:cubicBezTo>
                <a:cubicBezTo>
                  <a:pt x="754" y="11942"/>
                  <a:pt x="868" y="11832"/>
                  <a:pt x="996" y="11832"/>
                </a:cubicBezTo>
                <a:cubicBezTo>
                  <a:pt x="1038" y="11832"/>
                  <a:pt x="1081" y="11843"/>
                  <a:pt x="1125" y="11873"/>
                </a:cubicBezTo>
                <a:cubicBezTo>
                  <a:pt x="1095" y="12025"/>
                  <a:pt x="882" y="12086"/>
                  <a:pt x="913" y="12208"/>
                </a:cubicBezTo>
                <a:cubicBezTo>
                  <a:pt x="1125" y="12512"/>
                  <a:pt x="1429" y="12481"/>
                  <a:pt x="1764" y="12572"/>
                </a:cubicBezTo>
                <a:cubicBezTo>
                  <a:pt x="1460" y="12816"/>
                  <a:pt x="1247" y="13028"/>
                  <a:pt x="1034" y="13211"/>
                </a:cubicBezTo>
                <a:cubicBezTo>
                  <a:pt x="1122" y="13278"/>
                  <a:pt x="1201" y="13304"/>
                  <a:pt x="1275" y="13304"/>
                </a:cubicBezTo>
                <a:cubicBezTo>
                  <a:pt x="1498" y="13304"/>
                  <a:pt x="1671" y="13071"/>
                  <a:pt x="1899" y="13071"/>
                </a:cubicBezTo>
                <a:cubicBezTo>
                  <a:pt x="1933" y="13071"/>
                  <a:pt x="1969" y="13077"/>
                  <a:pt x="2007" y="13089"/>
                </a:cubicBezTo>
                <a:cubicBezTo>
                  <a:pt x="2584" y="13667"/>
                  <a:pt x="1277" y="14457"/>
                  <a:pt x="2220" y="14974"/>
                </a:cubicBezTo>
                <a:cubicBezTo>
                  <a:pt x="2128" y="15734"/>
                  <a:pt x="2250" y="16372"/>
                  <a:pt x="2949" y="16706"/>
                </a:cubicBezTo>
                <a:cubicBezTo>
                  <a:pt x="2888" y="17253"/>
                  <a:pt x="3375" y="17740"/>
                  <a:pt x="3010" y="18287"/>
                </a:cubicBezTo>
                <a:cubicBezTo>
                  <a:pt x="3405" y="18348"/>
                  <a:pt x="3770" y="18287"/>
                  <a:pt x="3983" y="18712"/>
                </a:cubicBezTo>
                <a:cubicBezTo>
                  <a:pt x="3587" y="18712"/>
                  <a:pt x="3283" y="18834"/>
                  <a:pt x="2979" y="18986"/>
                </a:cubicBezTo>
                <a:cubicBezTo>
                  <a:pt x="3071" y="19123"/>
                  <a:pt x="3185" y="19145"/>
                  <a:pt x="3295" y="19145"/>
                </a:cubicBezTo>
                <a:cubicBezTo>
                  <a:pt x="3350" y="19145"/>
                  <a:pt x="3404" y="19140"/>
                  <a:pt x="3454" y="19140"/>
                </a:cubicBezTo>
                <a:cubicBezTo>
                  <a:pt x="3504" y="19140"/>
                  <a:pt x="3549" y="19145"/>
                  <a:pt x="3587" y="19168"/>
                </a:cubicBezTo>
                <a:cubicBezTo>
                  <a:pt x="3564" y="19617"/>
                  <a:pt x="3797" y="19699"/>
                  <a:pt x="4059" y="19699"/>
                </a:cubicBezTo>
                <a:cubicBezTo>
                  <a:pt x="4134" y="19699"/>
                  <a:pt x="4212" y="19692"/>
                  <a:pt x="4286" y="19685"/>
                </a:cubicBezTo>
                <a:cubicBezTo>
                  <a:pt x="4651" y="19624"/>
                  <a:pt x="5016" y="19503"/>
                  <a:pt x="5411" y="19411"/>
                </a:cubicBezTo>
                <a:lnTo>
                  <a:pt x="5411" y="19411"/>
                </a:lnTo>
                <a:cubicBezTo>
                  <a:pt x="5259" y="19685"/>
                  <a:pt x="5016" y="19655"/>
                  <a:pt x="4925" y="19715"/>
                </a:cubicBezTo>
                <a:cubicBezTo>
                  <a:pt x="4651" y="20992"/>
                  <a:pt x="5806" y="20658"/>
                  <a:pt x="6384" y="21083"/>
                </a:cubicBezTo>
                <a:lnTo>
                  <a:pt x="5198" y="21083"/>
                </a:lnTo>
                <a:cubicBezTo>
                  <a:pt x="4986" y="21083"/>
                  <a:pt x="4803" y="21174"/>
                  <a:pt x="4834" y="21387"/>
                </a:cubicBezTo>
                <a:cubicBezTo>
                  <a:pt x="4862" y="21586"/>
                  <a:pt x="4944" y="21785"/>
                  <a:pt x="5203" y="21785"/>
                </a:cubicBezTo>
                <a:cubicBezTo>
                  <a:pt x="5221" y="21785"/>
                  <a:pt x="5240" y="21784"/>
                  <a:pt x="5259" y="21782"/>
                </a:cubicBezTo>
                <a:cubicBezTo>
                  <a:pt x="5381" y="21772"/>
                  <a:pt x="5499" y="21769"/>
                  <a:pt x="5623" y="21769"/>
                </a:cubicBezTo>
                <a:cubicBezTo>
                  <a:pt x="5870" y="21769"/>
                  <a:pt x="6141" y="21782"/>
                  <a:pt x="6505" y="21782"/>
                </a:cubicBezTo>
                <a:cubicBezTo>
                  <a:pt x="5685" y="22299"/>
                  <a:pt x="4894" y="22238"/>
                  <a:pt x="4226" y="22725"/>
                </a:cubicBezTo>
                <a:cubicBezTo>
                  <a:pt x="4986" y="23059"/>
                  <a:pt x="5533" y="23697"/>
                  <a:pt x="6293" y="23910"/>
                </a:cubicBezTo>
                <a:cubicBezTo>
                  <a:pt x="5685" y="24305"/>
                  <a:pt x="4773" y="23819"/>
                  <a:pt x="4195" y="24548"/>
                </a:cubicBezTo>
                <a:cubicBezTo>
                  <a:pt x="4469" y="24883"/>
                  <a:pt x="4773" y="24913"/>
                  <a:pt x="5077" y="24974"/>
                </a:cubicBezTo>
                <a:cubicBezTo>
                  <a:pt x="5988" y="25112"/>
                  <a:pt x="6899" y="25161"/>
                  <a:pt x="7810" y="25161"/>
                </a:cubicBezTo>
                <a:cubicBezTo>
                  <a:pt x="8297" y="25161"/>
                  <a:pt x="8784" y="25147"/>
                  <a:pt x="9271" y="25126"/>
                </a:cubicBezTo>
                <a:cubicBezTo>
                  <a:pt x="11247" y="25035"/>
                  <a:pt x="13223" y="25095"/>
                  <a:pt x="15199" y="25004"/>
                </a:cubicBezTo>
                <a:cubicBezTo>
                  <a:pt x="17417" y="24883"/>
                  <a:pt x="19636" y="24943"/>
                  <a:pt x="21855" y="24852"/>
                </a:cubicBezTo>
                <a:cubicBezTo>
                  <a:pt x="22715" y="24813"/>
                  <a:pt x="23580" y="24802"/>
                  <a:pt x="24446" y="24802"/>
                </a:cubicBezTo>
                <a:cubicBezTo>
                  <a:pt x="25601" y="24802"/>
                  <a:pt x="26758" y="24822"/>
                  <a:pt x="27904" y="24822"/>
                </a:cubicBezTo>
                <a:cubicBezTo>
                  <a:pt x="28588" y="24822"/>
                  <a:pt x="29264" y="24814"/>
                  <a:pt x="29937" y="24814"/>
                </a:cubicBezTo>
                <a:cubicBezTo>
                  <a:pt x="30609" y="24814"/>
                  <a:pt x="31278" y="24822"/>
                  <a:pt x="31947" y="24852"/>
                </a:cubicBezTo>
                <a:cubicBezTo>
                  <a:pt x="34226" y="24943"/>
                  <a:pt x="36476" y="25247"/>
                  <a:pt x="38725" y="25247"/>
                </a:cubicBezTo>
                <a:lnTo>
                  <a:pt x="39150" y="25247"/>
                </a:lnTo>
                <a:cubicBezTo>
                  <a:pt x="40974" y="25430"/>
                  <a:pt x="42828" y="25612"/>
                  <a:pt x="44652" y="25825"/>
                </a:cubicBezTo>
                <a:cubicBezTo>
                  <a:pt x="45716" y="25946"/>
                  <a:pt x="46780" y="26068"/>
                  <a:pt x="47844" y="26129"/>
                </a:cubicBezTo>
                <a:cubicBezTo>
                  <a:pt x="48968" y="26220"/>
                  <a:pt x="50093" y="26524"/>
                  <a:pt x="51217" y="26615"/>
                </a:cubicBezTo>
                <a:cubicBezTo>
                  <a:pt x="53102" y="26798"/>
                  <a:pt x="54956" y="27193"/>
                  <a:pt x="56871" y="27405"/>
                </a:cubicBezTo>
                <a:cubicBezTo>
                  <a:pt x="57191" y="27437"/>
                  <a:pt x="57545" y="27520"/>
                  <a:pt x="57906" y="27520"/>
                </a:cubicBezTo>
                <a:cubicBezTo>
                  <a:pt x="58230" y="27520"/>
                  <a:pt x="58561" y="27453"/>
                  <a:pt x="58877" y="27223"/>
                </a:cubicBezTo>
                <a:cubicBezTo>
                  <a:pt x="58634" y="26980"/>
                  <a:pt x="58452" y="26798"/>
                  <a:pt x="58087" y="26737"/>
                </a:cubicBezTo>
                <a:cubicBezTo>
                  <a:pt x="57661" y="26676"/>
                  <a:pt x="57145" y="26585"/>
                  <a:pt x="56841" y="26159"/>
                </a:cubicBezTo>
                <a:lnTo>
                  <a:pt x="56841" y="26159"/>
                </a:lnTo>
                <a:cubicBezTo>
                  <a:pt x="56996" y="26234"/>
                  <a:pt x="57129" y="26266"/>
                  <a:pt x="57245" y="26266"/>
                </a:cubicBezTo>
                <a:cubicBezTo>
                  <a:pt x="57790" y="26266"/>
                  <a:pt x="57981" y="25575"/>
                  <a:pt x="58482" y="25399"/>
                </a:cubicBezTo>
                <a:cubicBezTo>
                  <a:pt x="54987" y="24275"/>
                  <a:pt x="51400" y="24092"/>
                  <a:pt x="47844" y="23515"/>
                </a:cubicBezTo>
                <a:cubicBezTo>
                  <a:pt x="47965" y="23484"/>
                  <a:pt x="48026" y="23454"/>
                  <a:pt x="48087" y="23454"/>
                </a:cubicBezTo>
                <a:cubicBezTo>
                  <a:pt x="48252" y="23439"/>
                  <a:pt x="48416" y="23433"/>
                  <a:pt x="48581" y="23433"/>
                </a:cubicBezTo>
                <a:cubicBezTo>
                  <a:pt x="49388" y="23433"/>
                  <a:pt x="50195" y="23578"/>
                  <a:pt x="51003" y="23578"/>
                </a:cubicBezTo>
                <a:cubicBezTo>
                  <a:pt x="51064" y="23578"/>
                  <a:pt x="51126" y="23577"/>
                  <a:pt x="51187" y="23576"/>
                </a:cubicBezTo>
                <a:cubicBezTo>
                  <a:pt x="51377" y="23568"/>
                  <a:pt x="51565" y="23564"/>
                  <a:pt x="51754" y="23564"/>
                </a:cubicBezTo>
                <a:cubicBezTo>
                  <a:pt x="53708" y="23564"/>
                  <a:pt x="55594" y="23972"/>
                  <a:pt x="57479" y="24305"/>
                </a:cubicBezTo>
                <a:cubicBezTo>
                  <a:pt x="57626" y="24325"/>
                  <a:pt x="57757" y="24341"/>
                  <a:pt x="57877" y="24341"/>
                </a:cubicBezTo>
                <a:cubicBezTo>
                  <a:pt x="58128" y="24341"/>
                  <a:pt x="58327" y="24269"/>
                  <a:pt x="58512" y="24001"/>
                </a:cubicBezTo>
                <a:cubicBezTo>
                  <a:pt x="58391" y="23910"/>
                  <a:pt x="58269" y="23788"/>
                  <a:pt x="58117" y="23758"/>
                </a:cubicBezTo>
                <a:cubicBezTo>
                  <a:pt x="57357" y="23576"/>
                  <a:pt x="56597" y="23424"/>
                  <a:pt x="55807" y="23241"/>
                </a:cubicBezTo>
                <a:cubicBezTo>
                  <a:pt x="56069" y="23224"/>
                  <a:pt x="56321" y="23186"/>
                  <a:pt x="56574" y="23186"/>
                </a:cubicBezTo>
                <a:cubicBezTo>
                  <a:pt x="56762" y="23186"/>
                  <a:pt x="56950" y="23207"/>
                  <a:pt x="57145" y="23272"/>
                </a:cubicBezTo>
                <a:cubicBezTo>
                  <a:pt x="57449" y="23383"/>
                  <a:pt x="57668" y="23447"/>
                  <a:pt x="57849" y="23447"/>
                </a:cubicBezTo>
                <a:cubicBezTo>
                  <a:pt x="58212" y="23447"/>
                  <a:pt x="58421" y="23191"/>
                  <a:pt x="58847" y="22542"/>
                </a:cubicBezTo>
                <a:cubicBezTo>
                  <a:pt x="57297" y="21934"/>
                  <a:pt x="55625" y="21813"/>
                  <a:pt x="54044" y="21417"/>
                </a:cubicBezTo>
                <a:cubicBezTo>
                  <a:pt x="54092" y="21416"/>
                  <a:pt x="54140" y="21416"/>
                  <a:pt x="54188" y="21416"/>
                </a:cubicBezTo>
                <a:cubicBezTo>
                  <a:pt x="55445" y="21416"/>
                  <a:pt x="56675" y="21790"/>
                  <a:pt x="57905" y="21995"/>
                </a:cubicBezTo>
                <a:cubicBezTo>
                  <a:pt x="58085" y="22023"/>
                  <a:pt x="58273" y="22076"/>
                  <a:pt x="58452" y="22076"/>
                </a:cubicBezTo>
                <a:cubicBezTo>
                  <a:pt x="58664" y="22076"/>
                  <a:pt x="58864" y="22002"/>
                  <a:pt x="59029" y="21721"/>
                </a:cubicBezTo>
                <a:cubicBezTo>
                  <a:pt x="57388" y="20931"/>
                  <a:pt x="55564" y="21022"/>
                  <a:pt x="53923" y="20354"/>
                </a:cubicBezTo>
                <a:cubicBezTo>
                  <a:pt x="54348" y="20232"/>
                  <a:pt x="54743" y="20141"/>
                  <a:pt x="55139" y="20141"/>
                </a:cubicBezTo>
                <a:cubicBezTo>
                  <a:pt x="56111" y="20141"/>
                  <a:pt x="57023" y="20384"/>
                  <a:pt x="57935" y="20627"/>
                </a:cubicBezTo>
                <a:cubicBezTo>
                  <a:pt x="58160" y="20698"/>
                  <a:pt x="58392" y="20761"/>
                  <a:pt x="58618" y="20761"/>
                </a:cubicBezTo>
                <a:cubicBezTo>
                  <a:pt x="58880" y="20761"/>
                  <a:pt x="59135" y="20676"/>
                  <a:pt x="59364" y="20414"/>
                </a:cubicBezTo>
                <a:cubicBezTo>
                  <a:pt x="59120" y="20171"/>
                  <a:pt x="58877" y="19898"/>
                  <a:pt x="58604" y="19594"/>
                </a:cubicBezTo>
                <a:cubicBezTo>
                  <a:pt x="59637" y="19442"/>
                  <a:pt x="60640" y="19259"/>
                  <a:pt x="61643" y="19107"/>
                </a:cubicBezTo>
                <a:cubicBezTo>
                  <a:pt x="63801" y="18773"/>
                  <a:pt x="65929" y="18439"/>
                  <a:pt x="68117" y="18317"/>
                </a:cubicBezTo>
                <a:cubicBezTo>
                  <a:pt x="68695" y="18256"/>
                  <a:pt x="69303" y="18135"/>
                  <a:pt x="69850" y="17770"/>
                </a:cubicBezTo>
                <a:cubicBezTo>
                  <a:pt x="69622" y="17512"/>
                  <a:pt x="69364" y="17474"/>
                  <a:pt x="69098" y="17474"/>
                </a:cubicBezTo>
                <a:cubicBezTo>
                  <a:pt x="68987" y="17474"/>
                  <a:pt x="68875" y="17480"/>
                  <a:pt x="68763" y="17480"/>
                </a:cubicBezTo>
                <a:cubicBezTo>
                  <a:pt x="68606" y="17480"/>
                  <a:pt x="68451" y="17467"/>
                  <a:pt x="68300" y="17405"/>
                </a:cubicBezTo>
                <a:cubicBezTo>
                  <a:pt x="68634" y="17071"/>
                  <a:pt x="69151" y="17162"/>
                  <a:pt x="69424" y="16889"/>
                </a:cubicBezTo>
                <a:cubicBezTo>
                  <a:pt x="69303" y="16700"/>
                  <a:pt x="69157" y="16653"/>
                  <a:pt x="69004" y="16653"/>
                </a:cubicBezTo>
                <a:cubicBezTo>
                  <a:pt x="68851" y="16653"/>
                  <a:pt x="68691" y="16701"/>
                  <a:pt x="68543" y="16701"/>
                </a:cubicBezTo>
                <a:cubicBezTo>
                  <a:pt x="68433" y="16701"/>
                  <a:pt x="68329" y="16675"/>
                  <a:pt x="68239" y="16585"/>
                </a:cubicBezTo>
                <a:cubicBezTo>
                  <a:pt x="68421" y="16493"/>
                  <a:pt x="68634" y="16463"/>
                  <a:pt x="68786" y="16281"/>
                </a:cubicBezTo>
                <a:cubicBezTo>
                  <a:pt x="68209" y="15673"/>
                  <a:pt x="67388" y="15977"/>
                  <a:pt x="66598" y="15764"/>
                </a:cubicBezTo>
                <a:cubicBezTo>
                  <a:pt x="68239" y="15338"/>
                  <a:pt x="69759" y="14943"/>
                  <a:pt x="70944" y="13788"/>
                </a:cubicBezTo>
                <a:cubicBezTo>
                  <a:pt x="70841" y="13555"/>
                  <a:pt x="70715" y="13482"/>
                  <a:pt x="70588" y="13482"/>
                </a:cubicBezTo>
                <a:cubicBezTo>
                  <a:pt x="70418" y="13482"/>
                  <a:pt x="70246" y="13614"/>
                  <a:pt x="70124" y="13667"/>
                </a:cubicBezTo>
                <a:cubicBezTo>
                  <a:pt x="69753" y="13839"/>
                  <a:pt x="69534" y="13942"/>
                  <a:pt x="69393" y="13942"/>
                </a:cubicBezTo>
                <a:cubicBezTo>
                  <a:pt x="69187" y="13942"/>
                  <a:pt x="69150" y="13722"/>
                  <a:pt x="69060" y="13180"/>
                </a:cubicBezTo>
                <a:cubicBezTo>
                  <a:pt x="69394" y="12968"/>
                  <a:pt x="69759" y="12724"/>
                  <a:pt x="69972" y="12299"/>
                </a:cubicBezTo>
                <a:lnTo>
                  <a:pt x="69972" y="12299"/>
                </a:lnTo>
                <a:cubicBezTo>
                  <a:pt x="68965" y="12432"/>
                  <a:pt x="68449" y="12500"/>
                  <a:pt x="68128" y="12500"/>
                </a:cubicBezTo>
                <a:cubicBezTo>
                  <a:pt x="67789" y="12500"/>
                  <a:pt x="67668" y="12424"/>
                  <a:pt x="67418" y="12268"/>
                </a:cubicBezTo>
                <a:cubicBezTo>
                  <a:pt x="69485" y="11265"/>
                  <a:pt x="69576" y="11205"/>
                  <a:pt x="69728" y="10566"/>
                </a:cubicBezTo>
                <a:cubicBezTo>
                  <a:pt x="69720" y="10565"/>
                  <a:pt x="69711" y="10565"/>
                  <a:pt x="69703" y="10565"/>
                </a:cubicBezTo>
                <a:cubicBezTo>
                  <a:pt x="69435" y="10565"/>
                  <a:pt x="69346" y="10967"/>
                  <a:pt x="69064" y="10967"/>
                </a:cubicBezTo>
                <a:cubicBezTo>
                  <a:pt x="69017" y="10967"/>
                  <a:pt x="68966" y="10956"/>
                  <a:pt x="68908" y="10931"/>
                </a:cubicBezTo>
                <a:cubicBezTo>
                  <a:pt x="68877" y="10445"/>
                  <a:pt x="69394" y="10171"/>
                  <a:pt x="69394" y="9746"/>
                </a:cubicBezTo>
                <a:cubicBezTo>
                  <a:pt x="69121" y="9259"/>
                  <a:pt x="68513" y="9624"/>
                  <a:pt x="68239" y="9198"/>
                </a:cubicBezTo>
                <a:cubicBezTo>
                  <a:pt x="68665" y="9138"/>
                  <a:pt x="69090" y="9229"/>
                  <a:pt x="69485" y="8925"/>
                </a:cubicBezTo>
                <a:cubicBezTo>
                  <a:pt x="68999" y="8499"/>
                  <a:pt x="68361" y="8682"/>
                  <a:pt x="67844" y="8408"/>
                </a:cubicBezTo>
                <a:cubicBezTo>
                  <a:pt x="68026" y="8317"/>
                  <a:pt x="68361" y="8226"/>
                  <a:pt x="67996" y="7983"/>
                </a:cubicBezTo>
                <a:cubicBezTo>
                  <a:pt x="68179" y="7799"/>
                  <a:pt x="68422" y="7793"/>
                  <a:pt x="68668" y="7793"/>
                </a:cubicBezTo>
                <a:cubicBezTo>
                  <a:pt x="68687" y="7793"/>
                  <a:pt x="68706" y="7793"/>
                  <a:pt x="68725" y="7793"/>
                </a:cubicBezTo>
                <a:cubicBezTo>
                  <a:pt x="68991" y="7793"/>
                  <a:pt x="69257" y="7785"/>
                  <a:pt x="69455" y="7557"/>
                </a:cubicBezTo>
                <a:cubicBezTo>
                  <a:pt x="69333" y="7344"/>
                  <a:pt x="69151" y="7253"/>
                  <a:pt x="68938" y="7223"/>
                </a:cubicBezTo>
                <a:cubicBezTo>
                  <a:pt x="68665" y="7132"/>
                  <a:pt x="68421" y="7040"/>
                  <a:pt x="68482" y="6584"/>
                </a:cubicBezTo>
                <a:cubicBezTo>
                  <a:pt x="68519" y="6311"/>
                  <a:pt x="68643" y="6256"/>
                  <a:pt x="68782" y="6256"/>
                </a:cubicBezTo>
                <a:cubicBezTo>
                  <a:pt x="68875" y="6256"/>
                  <a:pt x="68975" y="6281"/>
                  <a:pt x="69060" y="6281"/>
                </a:cubicBezTo>
                <a:cubicBezTo>
                  <a:pt x="69394" y="6250"/>
                  <a:pt x="69759" y="6281"/>
                  <a:pt x="69880" y="5885"/>
                </a:cubicBezTo>
                <a:cubicBezTo>
                  <a:pt x="69759" y="5703"/>
                  <a:pt x="69607" y="5612"/>
                  <a:pt x="69394" y="5551"/>
                </a:cubicBezTo>
                <a:cubicBezTo>
                  <a:pt x="68843" y="5384"/>
                  <a:pt x="68286" y="5342"/>
                  <a:pt x="67728" y="5342"/>
                </a:cubicBezTo>
                <a:cubicBezTo>
                  <a:pt x="67154" y="5342"/>
                  <a:pt x="66580" y="5387"/>
                  <a:pt x="66010" y="5387"/>
                </a:cubicBezTo>
                <a:cubicBezTo>
                  <a:pt x="65820" y="5387"/>
                  <a:pt x="65631" y="5382"/>
                  <a:pt x="65443" y="5369"/>
                </a:cubicBezTo>
                <a:cubicBezTo>
                  <a:pt x="65261" y="5356"/>
                  <a:pt x="65076" y="5350"/>
                  <a:pt x="64890" y="5350"/>
                </a:cubicBezTo>
                <a:cubicBezTo>
                  <a:pt x="64203" y="5350"/>
                  <a:pt x="63491" y="5432"/>
                  <a:pt x="62798" y="5551"/>
                </a:cubicBezTo>
                <a:cubicBezTo>
                  <a:pt x="62647" y="5580"/>
                  <a:pt x="62495" y="5590"/>
                  <a:pt x="62342" y="5590"/>
                </a:cubicBezTo>
                <a:cubicBezTo>
                  <a:pt x="61984" y="5590"/>
                  <a:pt x="61621" y="5535"/>
                  <a:pt x="61256" y="5535"/>
                </a:cubicBezTo>
                <a:cubicBezTo>
                  <a:pt x="60960" y="5535"/>
                  <a:pt x="60664" y="5571"/>
                  <a:pt x="60367" y="5703"/>
                </a:cubicBezTo>
                <a:cubicBezTo>
                  <a:pt x="60160" y="5798"/>
                  <a:pt x="59960" y="5838"/>
                  <a:pt x="59763" y="5838"/>
                </a:cubicBezTo>
                <a:cubicBezTo>
                  <a:pt x="59207" y="5838"/>
                  <a:pt x="58678" y="5524"/>
                  <a:pt x="58117" y="5277"/>
                </a:cubicBezTo>
                <a:cubicBezTo>
                  <a:pt x="58512" y="4943"/>
                  <a:pt x="59212" y="5369"/>
                  <a:pt x="59394" y="4639"/>
                </a:cubicBezTo>
                <a:cubicBezTo>
                  <a:pt x="59120" y="4578"/>
                  <a:pt x="58877" y="4518"/>
                  <a:pt x="58604" y="4457"/>
                </a:cubicBezTo>
                <a:cubicBezTo>
                  <a:pt x="57916" y="4342"/>
                  <a:pt x="57220" y="4316"/>
                  <a:pt x="56524" y="4316"/>
                </a:cubicBezTo>
                <a:cubicBezTo>
                  <a:pt x="55928" y="4316"/>
                  <a:pt x="55333" y="4335"/>
                  <a:pt x="54743" y="4335"/>
                </a:cubicBezTo>
                <a:cubicBezTo>
                  <a:pt x="54569" y="4332"/>
                  <a:pt x="54395" y="4330"/>
                  <a:pt x="54220" y="4330"/>
                </a:cubicBezTo>
                <a:cubicBezTo>
                  <a:pt x="52784" y="4330"/>
                  <a:pt x="51347" y="4433"/>
                  <a:pt x="49910" y="4487"/>
                </a:cubicBezTo>
                <a:cubicBezTo>
                  <a:pt x="48816" y="4548"/>
                  <a:pt x="47692" y="4609"/>
                  <a:pt x="46597" y="4822"/>
                </a:cubicBezTo>
                <a:cubicBezTo>
                  <a:pt x="46244" y="4905"/>
                  <a:pt x="45792" y="5101"/>
                  <a:pt x="45415" y="5101"/>
                </a:cubicBezTo>
                <a:cubicBezTo>
                  <a:pt x="45240" y="5101"/>
                  <a:pt x="45081" y="5059"/>
                  <a:pt x="44956" y="4943"/>
                </a:cubicBezTo>
                <a:cubicBezTo>
                  <a:pt x="44409" y="4457"/>
                  <a:pt x="43801" y="4244"/>
                  <a:pt x="43163" y="4062"/>
                </a:cubicBezTo>
                <a:cubicBezTo>
                  <a:pt x="42257" y="3781"/>
                  <a:pt x="41336" y="3685"/>
                  <a:pt x="40400" y="3685"/>
                </a:cubicBezTo>
                <a:cubicBezTo>
                  <a:pt x="40016" y="3685"/>
                  <a:pt x="39630" y="3701"/>
                  <a:pt x="39242" y="3727"/>
                </a:cubicBezTo>
                <a:cubicBezTo>
                  <a:pt x="38705" y="3752"/>
                  <a:pt x="38149" y="3913"/>
                  <a:pt x="37589" y="3913"/>
                </a:cubicBezTo>
                <a:cubicBezTo>
                  <a:pt x="37451" y="3913"/>
                  <a:pt x="37313" y="3903"/>
                  <a:pt x="37175" y="3879"/>
                </a:cubicBezTo>
                <a:cubicBezTo>
                  <a:pt x="37235" y="3575"/>
                  <a:pt x="37570" y="3515"/>
                  <a:pt x="37570" y="3180"/>
                </a:cubicBezTo>
                <a:cubicBezTo>
                  <a:pt x="37400" y="3095"/>
                  <a:pt x="37236" y="3062"/>
                  <a:pt x="37074" y="3062"/>
                </a:cubicBezTo>
                <a:cubicBezTo>
                  <a:pt x="36514" y="3062"/>
                  <a:pt x="35985" y="3457"/>
                  <a:pt x="35362" y="3457"/>
                </a:cubicBezTo>
                <a:cubicBezTo>
                  <a:pt x="35328" y="3457"/>
                  <a:pt x="35294" y="3456"/>
                  <a:pt x="35260" y="3454"/>
                </a:cubicBezTo>
                <a:cubicBezTo>
                  <a:pt x="35776" y="3028"/>
                  <a:pt x="36293" y="2755"/>
                  <a:pt x="36476" y="2177"/>
                </a:cubicBezTo>
                <a:cubicBezTo>
                  <a:pt x="36300" y="2002"/>
                  <a:pt x="36105" y="1958"/>
                  <a:pt x="35890" y="1958"/>
                </a:cubicBezTo>
                <a:cubicBezTo>
                  <a:pt x="35731" y="1958"/>
                  <a:pt x="35562" y="1982"/>
                  <a:pt x="35381" y="1995"/>
                </a:cubicBezTo>
                <a:cubicBezTo>
                  <a:pt x="35746" y="1630"/>
                  <a:pt x="36263" y="1600"/>
                  <a:pt x="36597" y="1174"/>
                </a:cubicBezTo>
                <a:cubicBezTo>
                  <a:pt x="36263" y="1144"/>
                  <a:pt x="36020" y="1113"/>
                  <a:pt x="35746" y="1113"/>
                </a:cubicBezTo>
                <a:cubicBezTo>
                  <a:pt x="36263" y="232"/>
                  <a:pt x="37175" y="536"/>
                  <a:pt x="37904" y="323"/>
                </a:cubicBezTo>
                <a:cubicBezTo>
                  <a:pt x="37486" y="162"/>
                  <a:pt x="37084" y="98"/>
                  <a:pt x="36692" y="98"/>
                </a:cubicBezTo>
                <a:cubicBezTo>
                  <a:pt x="35460" y="98"/>
                  <a:pt x="34331" y="731"/>
                  <a:pt x="33132" y="961"/>
                </a:cubicBezTo>
                <a:cubicBezTo>
                  <a:pt x="33193" y="657"/>
                  <a:pt x="33588" y="566"/>
                  <a:pt x="33618" y="262"/>
                </a:cubicBezTo>
                <a:cubicBezTo>
                  <a:pt x="33512" y="50"/>
                  <a:pt x="33362" y="1"/>
                  <a:pt x="3320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5" name="Google Shape;2965;p11"/>
          <p:cNvSpPr/>
          <p:nvPr/>
        </p:nvSpPr>
        <p:spPr>
          <a:xfrm>
            <a:off x="6845550" y="184225"/>
            <a:ext cx="3754705" cy="1140088"/>
          </a:xfrm>
          <a:custGeom>
            <a:rect b="b" l="l" r="r" t="t"/>
            <a:pathLst>
              <a:path extrusionOk="0" h="20665" w="68057">
                <a:moveTo>
                  <a:pt x="38238" y="16622"/>
                </a:moveTo>
                <a:cubicBezTo>
                  <a:pt x="34520" y="16918"/>
                  <a:pt x="30826" y="17214"/>
                  <a:pt x="27135" y="17214"/>
                </a:cubicBezTo>
                <a:cubicBezTo>
                  <a:pt x="26661" y="17214"/>
                  <a:pt x="26188" y="17210"/>
                  <a:pt x="25715" y="17199"/>
                </a:cubicBezTo>
                <a:cubicBezTo>
                  <a:pt x="25715" y="17138"/>
                  <a:pt x="25715" y="17047"/>
                  <a:pt x="25715" y="16986"/>
                </a:cubicBezTo>
                <a:lnTo>
                  <a:pt x="38238" y="16622"/>
                </a:lnTo>
                <a:close/>
                <a:moveTo>
                  <a:pt x="54757" y="16367"/>
                </a:moveTo>
                <a:cubicBezTo>
                  <a:pt x="56089" y="16367"/>
                  <a:pt x="57421" y="16398"/>
                  <a:pt x="58756" y="16470"/>
                </a:cubicBezTo>
                <a:cubicBezTo>
                  <a:pt x="58664" y="16926"/>
                  <a:pt x="58300" y="16956"/>
                  <a:pt x="57935" y="16956"/>
                </a:cubicBezTo>
                <a:cubicBezTo>
                  <a:pt x="55929" y="16926"/>
                  <a:pt x="53923" y="16926"/>
                  <a:pt x="51886" y="16926"/>
                </a:cubicBezTo>
                <a:cubicBezTo>
                  <a:pt x="50883" y="16926"/>
                  <a:pt x="49880" y="16986"/>
                  <a:pt x="48877" y="17078"/>
                </a:cubicBezTo>
                <a:cubicBezTo>
                  <a:pt x="47631" y="17138"/>
                  <a:pt x="46385" y="17138"/>
                  <a:pt x="45169" y="17138"/>
                </a:cubicBezTo>
                <a:cubicBezTo>
                  <a:pt x="44476" y="17138"/>
                  <a:pt x="43794" y="17237"/>
                  <a:pt x="43116" y="17237"/>
                </a:cubicBezTo>
                <a:cubicBezTo>
                  <a:pt x="42664" y="17237"/>
                  <a:pt x="42214" y="17193"/>
                  <a:pt x="41764" y="17047"/>
                </a:cubicBezTo>
                <a:cubicBezTo>
                  <a:pt x="46091" y="16698"/>
                  <a:pt x="50417" y="16367"/>
                  <a:pt x="54757" y="16367"/>
                </a:cubicBezTo>
                <a:close/>
                <a:moveTo>
                  <a:pt x="11265" y="1"/>
                </a:moveTo>
                <a:cubicBezTo>
                  <a:pt x="10963" y="1"/>
                  <a:pt x="10663" y="14"/>
                  <a:pt x="10366" y="56"/>
                </a:cubicBezTo>
                <a:cubicBezTo>
                  <a:pt x="9799" y="145"/>
                  <a:pt x="9232" y="192"/>
                  <a:pt x="8678" y="192"/>
                </a:cubicBezTo>
                <a:cubicBezTo>
                  <a:pt x="8280" y="192"/>
                  <a:pt x="7889" y="168"/>
                  <a:pt x="7508" y="117"/>
                </a:cubicBezTo>
                <a:cubicBezTo>
                  <a:pt x="7338" y="94"/>
                  <a:pt x="7180" y="80"/>
                  <a:pt x="7030" y="80"/>
                </a:cubicBezTo>
                <a:cubicBezTo>
                  <a:pt x="6590" y="80"/>
                  <a:pt x="6222" y="195"/>
                  <a:pt x="5837" y="512"/>
                </a:cubicBezTo>
                <a:cubicBezTo>
                  <a:pt x="5858" y="511"/>
                  <a:pt x="5880" y="510"/>
                  <a:pt x="5902" y="510"/>
                </a:cubicBezTo>
                <a:cubicBezTo>
                  <a:pt x="6420" y="510"/>
                  <a:pt x="6862" y="848"/>
                  <a:pt x="7387" y="877"/>
                </a:cubicBezTo>
                <a:cubicBezTo>
                  <a:pt x="9591" y="929"/>
                  <a:pt x="11818" y="1004"/>
                  <a:pt x="14028" y="1004"/>
                </a:cubicBezTo>
                <a:cubicBezTo>
                  <a:pt x="14378" y="1004"/>
                  <a:pt x="14728" y="1003"/>
                  <a:pt x="15077" y="998"/>
                </a:cubicBezTo>
                <a:cubicBezTo>
                  <a:pt x="15284" y="998"/>
                  <a:pt x="15500" y="994"/>
                  <a:pt x="15715" y="994"/>
                </a:cubicBezTo>
                <a:cubicBezTo>
                  <a:pt x="16036" y="994"/>
                  <a:pt x="16354" y="1004"/>
                  <a:pt x="16627" y="1059"/>
                </a:cubicBezTo>
                <a:cubicBezTo>
                  <a:pt x="17256" y="1206"/>
                  <a:pt x="17890" y="1247"/>
                  <a:pt x="18525" y="1247"/>
                </a:cubicBezTo>
                <a:cubicBezTo>
                  <a:pt x="19334" y="1247"/>
                  <a:pt x="20143" y="1181"/>
                  <a:pt x="20943" y="1181"/>
                </a:cubicBezTo>
                <a:cubicBezTo>
                  <a:pt x="21451" y="1190"/>
                  <a:pt x="21958" y="1193"/>
                  <a:pt x="22466" y="1193"/>
                </a:cubicBezTo>
                <a:cubicBezTo>
                  <a:pt x="23691" y="1193"/>
                  <a:pt x="24916" y="1172"/>
                  <a:pt x="26141" y="1150"/>
                </a:cubicBezTo>
                <a:cubicBezTo>
                  <a:pt x="28481" y="1150"/>
                  <a:pt x="30822" y="1333"/>
                  <a:pt x="33193" y="1424"/>
                </a:cubicBezTo>
                <a:cubicBezTo>
                  <a:pt x="35290" y="1485"/>
                  <a:pt x="37387" y="1515"/>
                  <a:pt x="39485" y="1545"/>
                </a:cubicBezTo>
                <a:cubicBezTo>
                  <a:pt x="39527" y="1551"/>
                  <a:pt x="39569" y="1552"/>
                  <a:pt x="39609" y="1552"/>
                </a:cubicBezTo>
                <a:cubicBezTo>
                  <a:pt x="39672" y="1552"/>
                  <a:pt x="39733" y="1549"/>
                  <a:pt x="39794" y="1549"/>
                </a:cubicBezTo>
                <a:cubicBezTo>
                  <a:pt x="39921" y="1549"/>
                  <a:pt x="40048" y="1565"/>
                  <a:pt x="40184" y="1667"/>
                </a:cubicBezTo>
                <a:cubicBezTo>
                  <a:pt x="40093" y="1667"/>
                  <a:pt x="40001" y="1697"/>
                  <a:pt x="39941" y="1697"/>
                </a:cubicBezTo>
                <a:lnTo>
                  <a:pt x="28603" y="1697"/>
                </a:lnTo>
                <a:cubicBezTo>
                  <a:pt x="27459" y="1697"/>
                  <a:pt x="26339" y="1860"/>
                  <a:pt x="25222" y="1860"/>
                </a:cubicBezTo>
                <a:cubicBezTo>
                  <a:pt x="25062" y="1860"/>
                  <a:pt x="24902" y="1857"/>
                  <a:pt x="24743" y="1849"/>
                </a:cubicBezTo>
                <a:cubicBezTo>
                  <a:pt x="24376" y="1816"/>
                  <a:pt x="24000" y="1792"/>
                  <a:pt x="23630" y="1792"/>
                </a:cubicBezTo>
                <a:cubicBezTo>
                  <a:pt x="23325" y="1792"/>
                  <a:pt x="23025" y="1808"/>
                  <a:pt x="22737" y="1849"/>
                </a:cubicBezTo>
                <a:cubicBezTo>
                  <a:pt x="21763" y="2018"/>
                  <a:pt x="20777" y="2060"/>
                  <a:pt x="19794" y="2060"/>
                </a:cubicBezTo>
                <a:cubicBezTo>
                  <a:pt x="19182" y="2060"/>
                  <a:pt x="18571" y="2043"/>
                  <a:pt x="17965" y="2032"/>
                </a:cubicBezTo>
                <a:cubicBezTo>
                  <a:pt x="16141" y="2001"/>
                  <a:pt x="14317" y="2001"/>
                  <a:pt x="12463" y="1941"/>
                </a:cubicBezTo>
                <a:cubicBezTo>
                  <a:pt x="10670" y="1880"/>
                  <a:pt x="8876" y="1880"/>
                  <a:pt x="7083" y="1697"/>
                </a:cubicBezTo>
                <a:cubicBezTo>
                  <a:pt x="6900" y="1697"/>
                  <a:pt x="6688" y="1758"/>
                  <a:pt x="6657" y="1849"/>
                </a:cubicBezTo>
                <a:cubicBezTo>
                  <a:pt x="6625" y="2202"/>
                  <a:pt x="6467" y="2276"/>
                  <a:pt x="6275" y="2276"/>
                </a:cubicBezTo>
                <a:cubicBezTo>
                  <a:pt x="6136" y="2276"/>
                  <a:pt x="5980" y="2237"/>
                  <a:pt x="5842" y="2237"/>
                </a:cubicBezTo>
                <a:cubicBezTo>
                  <a:pt x="5808" y="2237"/>
                  <a:pt x="5776" y="2239"/>
                  <a:pt x="5745" y="2245"/>
                </a:cubicBezTo>
                <a:cubicBezTo>
                  <a:pt x="5654" y="2265"/>
                  <a:pt x="5563" y="2265"/>
                  <a:pt x="5471" y="2265"/>
                </a:cubicBezTo>
                <a:lnTo>
                  <a:pt x="5471" y="2265"/>
                </a:lnTo>
                <a:cubicBezTo>
                  <a:pt x="5286" y="2265"/>
                  <a:pt x="5097" y="2265"/>
                  <a:pt x="4894" y="2427"/>
                </a:cubicBezTo>
                <a:cubicBezTo>
                  <a:pt x="5956" y="2545"/>
                  <a:pt x="6931" y="3006"/>
                  <a:pt x="8015" y="3006"/>
                </a:cubicBezTo>
                <a:cubicBezTo>
                  <a:pt x="8049" y="3006"/>
                  <a:pt x="8082" y="3005"/>
                  <a:pt x="8116" y="3004"/>
                </a:cubicBezTo>
                <a:lnTo>
                  <a:pt x="8116" y="3004"/>
                </a:lnTo>
                <a:cubicBezTo>
                  <a:pt x="7919" y="3187"/>
                  <a:pt x="7698" y="3210"/>
                  <a:pt x="7474" y="3210"/>
                </a:cubicBezTo>
                <a:cubicBezTo>
                  <a:pt x="7399" y="3210"/>
                  <a:pt x="7324" y="3207"/>
                  <a:pt x="7249" y="3207"/>
                </a:cubicBezTo>
                <a:cubicBezTo>
                  <a:pt x="7100" y="3207"/>
                  <a:pt x="6951" y="3217"/>
                  <a:pt x="6809" y="3278"/>
                </a:cubicBezTo>
                <a:cubicBezTo>
                  <a:pt x="5685" y="3704"/>
                  <a:pt x="4499" y="3734"/>
                  <a:pt x="3344" y="3764"/>
                </a:cubicBezTo>
                <a:cubicBezTo>
                  <a:pt x="2280" y="3764"/>
                  <a:pt x="1460" y="4463"/>
                  <a:pt x="457" y="4646"/>
                </a:cubicBezTo>
                <a:cubicBezTo>
                  <a:pt x="396" y="4646"/>
                  <a:pt x="335" y="4737"/>
                  <a:pt x="305" y="4798"/>
                </a:cubicBezTo>
                <a:cubicBezTo>
                  <a:pt x="92" y="5011"/>
                  <a:pt x="1" y="5163"/>
                  <a:pt x="365" y="5345"/>
                </a:cubicBezTo>
                <a:cubicBezTo>
                  <a:pt x="465" y="5399"/>
                  <a:pt x="576" y="5425"/>
                  <a:pt x="694" y="5425"/>
                </a:cubicBezTo>
                <a:cubicBezTo>
                  <a:pt x="1042" y="5425"/>
                  <a:pt x="1445" y="5192"/>
                  <a:pt x="1764" y="4737"/>
                </a:cubicBezTo>
                <a:cubicBezTo>
                  <a:pt x="2311" y="5071"/>
                  <a:pt x="2949" y="5071"/>
                  <a:pt x="3557" y="5315"/>
                </a:cubicBezTo>
                <a:cubicBezTo>
                  <a:pt x="2189" y="5558"/>
                  <a:pt x="2189" y="5558"/>
                  <a:pt x="2341" y="6318"/>
                </a:cubicBezTo>
                <a:cubicBezTo>
                  <a:pt x="1885" y="6530"/>
                  <a:pt x="1429" y="6713"/>
                  <a:pt x="1065" y="7321"/>
                </a:cubicBezTo>
                <a:cubicBezTo>
                  <a:pt x="1794" y="7092"/>
                  <a:pt x="2497" y="6924"/>
                  <a:pt x="3172" y="6924"/>
                </a:cubicBezTo>
                <a:cubicBezTo>
                  <a:pt x="3932" y="6924"/>
                  <a:pt x="4658" y="7136"/>
                  <a:pt x="5350" y="7716"/>
                </a:cubicBezTo>
                <a:cubicBezTo>
                  <a:pt x="4104" y="7929"/>
                  <a:pt x="2615" y="7564"/>
                  <a:pt x="1672" y="8840"/>
                </a:cubicBezTo>
                <a:cubicBezTo>
                  <a:pt x="1834" y="8898"/>
                  <a:pt x="1995" y="8918"/>
                  <a:pt x="2157" y="8918"/>
                </a:cubicBezTo>
                <a:cubicBezTo>
                  <a:pt x="2500" y="8918"/>
                  <a:pt x="2847" y="8829"/>
                  <a:pt x="3201" y="8829"/>
                </a:cubicBezTo>
                <a:cubicBezTo>
                  <a:pt x="3466" y="8829"/>
                  <a:pt x="3736" y="8879"/>
                  <a:pt x="4013" y="9053"/>
                </a:cubicBezTo>
                <a:cubicBezTo>
                  <a:pt x="3927" y="9044"/>
                  <a:pt x="3845" y="9040"/>
                  <a:pt x="3766" y="9040"/>
                </a:cubicBezTo>
                <a:cubicBezTo>
                  <a:pt x="3031" y="9040"/>
                  <a:pt x="2567" y="9407"/>
                  <a:pt x="2128" y="9874"/>
                </a:cubicBezTo>
                <a:cubicBezTo>
                  <a:pt x="1794" y="10269"/>
                  <a:pt x="1885" y="10421"/>
                  <a:pt x="2372" y="10573"/>
                </a:cubicBezTo>
                <a:cubicBezTo>
                  <a:pt x="2858" y="10755"/>
                  <a:pt x="3375" y="10603"/>
                  <a:pt x="4043" y="10816"/>
                </a:cubicBezTo>
                <a:cubicBezTo>
                  <a:pt x="3192" y="11120"/>
                  <a:pt x="2372" y="10877"/>
                  <a:pt x="1824" y="11576"/>
                </a:cubicBezTo>
                <a:cubicBezTo>
                  <a:pt x="3219" y="11819"/>
                  <a:pt x="4597" y="12047"/>
                  <a:pt x="6006" y="12047"/>
                </a:cubicBezTo>
                <a:cubicBezTo>
                  <a:pt x="6532" y="12047"/>
                  <a:pt x="7062" y="12015"/>
                  <a:pt x="7600" y="11941"/>
                </a:cubicBezTo>
                <a:lnTo>
                  <a:pt x="7600" y="11941"/>
                </a:lnTo>
                <a:cubicBezTo>
                  <a:pt x="7478" y="12488"/>
                  <a:pt x="7478" y="12488"/>
                  <a:pt x="7113" y="12518"/>
                </a:cubicBezTo>
                <a:cubicBezTo>
                  <a:pt x="5835" y="12603"/>
                  <a:pt x="4557" y="12795"/>
                  <a:pt x="3280" y="12795"/>
                </a:cubicBezTo>
                <a:cubicBezTo>
                  <a:pt x="3190" y="12795"/>
                  <a:pt x="3100" y="12794"/>
                  <a:pt x="3010" y="12792"/>
                </a:cubicBezTo>
                <a:cubicBezTo>
                  <a:pt x="2675" y="12792"/>
                  <a:pt x="2341" y="12944"/>
                  <a:pt x="2037" y="13035"/>
                </a:cubicBezTo>
                <a:cubicBezTo>
                  <a:pt x="1703" y="13126"/>
                  <a:pt x="1703" y="13430"/>
                  <a:pt x="1946" y="13521"/>
                </a:cubicBezTo>
                <a:cubicBezTo>
                  <a:pt x="2402" y="13734"/>
                  <a:pt x="2736" y="14160"/>
                  <a:pt x="3314" y="14220"/>
                </a:cubicBezTo>
                <a:cubicBezTo>
                  <a:pt x="3557" y="14251"/>
                  <a:pt x="3922" y="14190"/>
                  <a:pt x="4134" y="14433"/>
                </a:cubicBezTo>
                <a:cubicBezTo>
                  <a:pt x="3283" y="15011"/>
                  <a:pt x="2037" y="14555"/>
                  <a:pt x="1338" y="15588"/>
                </a:cubicBezTo>
                <a:cubicBezTo>
                  <a:pt x="1672" y="15923"/>
                  <a:pt x="2068" y="15953"/>
                  <a:pt x="2463" y="15983"/>
                </a:cubicBezTo>
                <a:cubicBezTo>
                  <a:pt x="3338" y="15983"/>
                  <a:pt x="4194" y="16022"/>
                  <a:pt x="5062" y="16022"/>
                </a:cubicBezTo>
                <a:cubicBezTo>
                  <a:pt x="5279" y="16022"/>
                  <a:pt x="5496" y="16020"/>
                  <a:pt x="5715" y="16014"/>
                </a:cubicBezTo>
                <a:cubicBezTo>
                  <a:pt x="6966" y="15992"/>
                  <a:pt x="8201" y="15907"/>
                  <a:pt x="9443" y="15907"/>
                </a:cubicBezTo>
                <a:cubicBezTo>
                  <a:pt x="9921" y="15907"/>
                  <a:pt x="10401" y="15919"/>
                  <a:pt x="10882" y="15953"/>
                </a:cubicBezTo>
                <a:cubicBezTo>
                  <a:pt x="11142" y="15970"/>
                  <a:pt x="11403" y="15977"/>
                  <a:pt x="11665" y="15977"/>
                </a:cubicBezTo>
                <a:cubicBezTo>
                  <a:pt x="12811" y="15977"/>
                  <a:pt x="13969" y="15834"/>
                  <a:pt x="15107" y="15710"/>
                </a:cubicBezTo>
                <a:cubicBezTo>
                  <a:pt x="15218" y="15697"/>
                  <a:pt x="15339" y="15680"/>
                  <a:pt x="15466" y="15680"/>
                </a:cubicBezTo>
                <a:cubicBezTo>
                  <a:pt x="15652" y="15680"/>
                  <a:pt x="15851" y="15717"/>
                  <a:pt x="16050" y="15862"/>
                </a:cubicBezTo>
                <a:cubicBezTo>
                  <a:pt x="15472" y="15862"/>
                  <a:pt x="15563" y="16500"/>
                  <a:pt x="15107" y="16591"/>
                </a:cubicBezTo>
                <a:cubicBezTo>
                  <a:pt x="15473" y="16943"/>
                  <a:pt x="15850" y="17036"/>
                  <a:pt x="16229" y="17036"/>
                </a:cubicBezTo>
                <a:cubicBezTo>
                  <a:pt x="16651" y="17036"/>
                  <a:pt x="17076" y="16921"/>
                  <a:pt x="17486" y="16921"/>
                </a:cubicBezTo>
                <a:cubicBezTo>
                  <a:pt x="17535" y="16921"/>
                  <a:pt x="17582" y="16922"/>
                  <a:pt x="17630" y="16926"/>
                </a:cubicBezTo>
                <a:cubicBezTo>
                  <a:pt x="17942" y="16948"/>
                  <a:pt x="18257" y="16962"/>
                  <a:pt x="18575" y="16962"/>
                </a:cubicBezTo>
                <a:cubicBezTo>
                  <a:pt x="19127" y="16962"/>
                  <a:pt x="19685" y="16920"/>
                  <a:pt x="20244" y="16804"/>
                </a:cubicBezTo>
                <a:cubicBezTo>
                  <a:pt x="20852" y="16696"/>
                  <a:pt x="21322" y="16642"/>
                  <a:pt x="21691" y="16642"/>
                </a:cubicBezTo>
                <a:cubicBezTo>
                  <a:pt x="22152" y="16642"/>
                  <a:pt x="22456" y="16726"/>
                  <a:pt x="22676" y="16895"/>
                </a:cubicBezTo>
                <a:cubicBezTo>
                  <a:pt x="22311" y="16986"/>
                  <a:pt x="21977" y="17047"/>
                  <a:pt x="21551" y="17169"/>
                </a:cubicBezTo>
                <a:cubicBezTo>
                  <a:pt x="21993" y="17564"/>
                  <a:pt x="22470" y="17639"/>
                  <a:pt x="22955" y="17639"/>
                </a:cubicBezTo>
                <a:cubicBezTo>
                  <a:pt x="23104" y="17639"/>
                  <a:pt x="23255" y="17632"/>
                  <a:pt x="23405" y="17625"/>
                </a:cubicBezTo>
                <a:cubicBezTo>
                  <a:pt x="23800" y="17625"/>
                  <a:pt x="24196" y="17716"/>
                  <a:pt x="24135" y="18172"/>
                </a:cubicBezTo>
                <a:cubicBezTo>
                  <a:pt x="24104" y="18506"/>
                  <a:pt x="23709" y="18476"/>
                  <a:pt x="23405" y="18506"/>
                </a:cubicBezTo>
                <a:cubicBezTo>
                  <a:pt x="23307" y="18525"/>
                  <a:pt x="23210" y="18532"/>
                  <a:pt x="23112" y="18532"/>
                </a:cubicBezTo>
                <a:cubicBezTo>
                  <a:pt x="22787" y="18532"/>
                  <a:pt x="22461" y="18452"/>
                  <a:pt x="22106" y="18452"/>
                </a:cubicBezTo>
                <a:cubicBezTo>
                  <a:pt x="21875" y="18452"/>
                  <a:pt x="21632" y="18486"/>
                  <a:pt x="21369" y="18597"/>
                </a:cubicBezTo>
                <a:cubicBezTo>
                  <a:pt x="22068" y="18871"/>
                  <a:pt x="22737" y="19023"/>
                  <a:pt x="23132" y="19479"/>
                </a:cubicBezTo>
                <a:cubicBezTo>
                  <a:pt x="22913" y="19819"/>
                  <a:pt x="22616" y="19887"/>
                  <a:pt x="22290" y="19887"/>
                </a:cubicBezTo>
                <a:cubicBezTo>
                  <a:pt x="22073" y="19887"/>
                  <a:pt x="21843" y="19857"/>
                  <a:pt x="21614" y="19857"/>
                </a:cubicBezTo>
                <a:cubicBezTo>
                  <a:pt x="21328" y="19857"/>
                  <a:pt x="21045" y="19904"/>
                  <a:pt x="20791" y="20117"/>
                </a:cubicBezTo>
                <a:cubicBezTo>
                  <a:pt x="21399" y="20604"/>
                  <a:pt x="22098" y="20664"/>
                  <a:pt x="22767" y="20664"/>
                </a:cubicBezTo>
                <a:cubicBezTo>
                  <a:pt x="23101" y="20659"/>
                  <a:pt x="23437" y="20658"/>
                  <a:pt x="23772" y="20658"/>
                </a:cubicBezTo>
                <a:cubicBezTo>
                  <a:pt x="24444" y="20658"/>
                  <a:pt x="25119" y="20664"/>
                  <a:pt x="25795" y="20664"/>
                </a:cubicBezTo>
                <a:cubicBezTo>
                  <a:pt x="26810" y="20664"/>
                  <a:pt x="27828" y="20649"/>
                  <a:pt x="28846" y="20573"/>
                </a:cubicBezTo>
                <a:cubicBezTo>
                  <a:pt x="30548" y="20421"/>
                  <a:pt x="32251" y="20360"/>
                  <a:pt x="33983" y="20300"/>
                </a:cubicBezTo>
                <a:cubicBezTo>
                  <a:pt x="36679" y="20214"/>
                  <a:pt x="39349" y="19838"/>
                  <a:pt x="42042" y="19838"/>
                </a:cubicBezTo>
                <a:cubicBezTo>
                  <a:pt x="42233" y="19838"/>
                  <a:pt x="42424" y="19840"/>
                  <a:pt x="42615" y="19844"/>
                </a:cubicBezTo>
                <a:cubicBezTo>
                  <a:pt x="43031" y="19852"/>
                  <a:pt x="43446" y="19856"/>
                  <a:pt x="43862" y="19856"/>
                </a:cubicBezTo>
                <a:cubicBezTo>
                  <a:pt x="44996" y="19856"/>
                  <a:pt x="46131" y="19827"/>
                  <a:pt x="47266" y="19783"/>
                </a:cubicBezTo>
                <a:cubicBezTo>
                  <a:pt x="49029" y="19661"/>
                  <a:pt x="50822" y="19631"/>
                  <a:pt x="52585" y="19570"/>
                </a:cubicBezTo>
                <a:cubicBezTo>
                  <a:pt x="52762" y="19564"/>
                  <a:pt x="52939" y="19562"/>
                  <a:pt x="53118" y="19562"/>
                </a:cubicBezTo>
                <a:cubicBezTo>
                  <a:pt x="53831" y="19562"/>
                  <a:pt x="54561" y="19600"/>
                  <a:pt x="55290" y="19600"/>
                </a:cubicBezTo>
                <a:cubicBezTo>
                  <a:pt x="55504" y="19597"/>
                  <a:pt x="55717" y="19596"/>
                  <a:pt x="55930" y="19596"/>
                </a:cubicBezTo>
                <a:cubicBezTo>
                  <a:pt x="57662" y="19596"/>
                  <a:pt x="59394" y="19695"/>
                  <a:pt x="61126" y="19722"/>
                </a:cubicBezTo>
                <a:lnTo>
                  <a:pt x="65838" y="19722"/>
                </a:lnTo>
                <a:cubicBezTo>
                  <a:pt x="66172" y="19722"/>
                  <a:pt x="66446" y="19600"/>
                  <a:pt x="66658" y="19357"/>
                </a:cubicBezTo>
                <a:cubicBezTo>
                  <a:pt x="66263" y="18901"/>
                  <a:pt x="65655" y="19145"/>
                  <a:pt x="65260" y="18780"/>
                </a:cubicBezTo>
                <a:cubicBezTo>
                  <a:pt x="65333" y="18743"/>
                  <a:pt x="65416" y="18733"/>
                  <a:pt x="65502" y="18733"/>
                </a:cubicBezTo>
                <a:cubicBezTo>
                  <a:pt x="65615" y="18733"/>
                  <a:pt x="65733" y="18751"/>
                  <a:pt x="65842" y="18751"/>
                </a:cubicBezTo>
                <a:cubicBezTo>
                  <a:pt x="65998" y="18751"/>
                  <a:pt x="66134" y="18714"/>
                  <a:pt x="66203" y="18537"/>
                </a:cubicBezTo>
                <a:cubicBezTo>
                  <a:pt x="66354" y="18111"/>
                  <a:pt x="65747" y="18293"/>
                  <a:pt x="65625" y="17989"/>
                </a:cubicBezTo>
                <a:cubicBezTo>
                  <a:pt x="65899" y="17868"/>
                  <a:pt x="65807" y="17686"/>
                  <a:pt x="65716" y="17473"/>
                </a:cubicBezTo>
                <a:cubicBezTo>
                  <a:pt x="65560" y="17187"/>
                  <a:pt x="65271" y="17101"/>
                  <a:pt x="65020" y="17101"/>
                </a:cubicBezTo>
                <a:cubicBezTo>
                  <a:pt x="64977" y="17101"/>
                  <a:pt x="64935" y="17104"/>
                  <a:pt x="64895" y="17108"/>
                </a:cubicBezTo>
                <a:cubicBezTo>
                  <a:pt x="64720" y="17118"/>
                  <a:pt x="64545" y="17123"/>
                  <a:pt x="64370" y="17123"/>
                </a:cubicBezTo>
                <a:cubicBezTo>
                  <a:pt x="63225" y="17123"/>
                  <a:pt x="62091" y="16931"/>
                  <a:pt x="60931" y="16931"/>
                </a:cubicBezTo>
                <a:cubicBezTo>
                  <a:pt x="60704" y="16931"/>
                  <a:pt x="60475" y="16938"/>
                  <a:pt x="60245" y="16956"/>
                </a:cubicBezTo>
                <a:cubicBezTo>
                  <a:pt x="60496" y="16614"/>
                  <a:pt x="60746" y="16443"/>
                  <a:pt x="61061" y="16443"/>
                </a:cubicBezTo>
                <a:cubicBezTo>
                  <a:pt x="61166" y="16443"/>
                  <a:pt x="61278" y="16462"/>
                  <a:pt x="61400" y="16500"/>
                </a:cubicBezTo>
                <a:cubicBezTo>
                  <a:pt x="61643" y="16591"/>
                  <a:pt x="61947" y="16591"/>
                  <a:pt x="62221" y="16591"/>
                </a:cubicBezTo>
                <a:cubicBezTo>
                  <a:pt x="62708" y="16559"/>
                  <a:pt x="63195" y="16526"/>
                  <a:pt x="63683" y="16526"/>
                </a:cubicBezTo>
                <a:cubicBezTo>
                  <a:pt x="64107" y="16526"/>
                  <a:pt x="64532" y="16551"/>
                  <a:pt x="64956" y="16622"/>
                </a:cubicBezTo>
                <a:cubicBezTo>
                  <a:pt x="65167" y="16664"/>
                  <a:pt x="65404" y="16726"/>
                  <a:pt x="65631" y="16726"/>
                </a:cubicBezTo>
                <a:cubicBezTo>
                  <a:pt x="65894" y="16726"/>
                  <a:pt x="66144" y="16642"/>
                  <a:pt x="66324" y="16348"/>
                </a:cubicBezTo>
                <a:cubicBezTo>
                  <a:pt x="66111" y="16014"/>
                  <a:pt x="65625" y="16014"/>
                  <a:pt x="65199" y="15619"/>
                </a:cubicBezTo>
                <a:cubicBezTo>
                  <a:pt x="66051" y="15588"/>
                  <a:pt x="66658" y="15315"/>
                  <a:pt x="67297" y="15041"/>
                </a:cubicBezTo>
                <a:cubicBezTo>
                  <a:pt x="67631" y="14859"/>
                  <a:pt x="67874" y="14676"/>
                  <a:pt x="67661" y="14251"/>
                </a:cubicBezTo>
                <a:cubicBezTo>
                  <a:pt x="67297" y="13582"/>
                  <a:pt x="67388" y="13005"/>
                  <a:pt x="68026" y="12549"/>
                </a:cubicBezTo>
                <a:cubicBezTo>
                  <a:pt x="68057" y="12549"/>
                  <a:pt x="68026" y="12488"/>
                  <a:pt x="68026" y="12427"/>
                </a:cubicBezTo>
                <a:cubicBezTo>
                  <a:pt x="67901" y="12361"/>
                  <a:pt x="67775" y="12337"/>
                  <a:pt x="67648" y="12337"/>
                </a:cubicBezTo>
                <a:cubicBezTo>
                  <a:pt x="67344" y="12337"/>
                  <a:pt x="67029" y="12472"/>
                  <a:pt x="66681" y="12472"/>
                </a:cubicBezTo>
                <a:cubicBezTo>
                  <a:pt x="66575" y="12472"/>
                  <a:pt x="66467" y="12459"/>
                  <a:pt x="66354" y="12427"/>
                </a:cubicBezTo>
                <a:cubicBezTo>
                  <a:pt x="66628" y="12245"/>
                  <a:pt x="66841" y="12154"/>
                  <a:pt x="67023" y="12032"/>
                </a:cubicBezTo>
                <a:cubicBezTo>
                  <a:pt x="66871" y="11789"/>
                  <a:pt x="67084" y="11394"/>
                  <a:pt x="66598" y="11302"/>
                </a:cubicBezTo>
                <a:cubicBezTo>
                  <a:pt x="66902" y="11211"/>
                  <a:pt x="67145" y="11333"/>
                  <a:pt x="67388" y="11150"/>
                </a:cubicBezTo>
                <a:cubicBezTo>
                  <a:pt x="67054" y="10603"/>
                  <a:pt x="66446" y="10695"/>
                  <a:pt x="65990" y="10482"/>
                </a:cubicBezTo>
                <a:cubicBezTo>
                  <a:pt x="66111" y="9114"/>
                  <a:pt x="66324" y="7807"/>
                  <a:pt x="66172" y="6439"/>
                </a:cubicBezTo>
                <a:cubicBezTo>
                  <a:pt x="66522" y="6322"/>
                  <a:pt x="66592" y="5645"/>
                  <a:pt x="67135" y="5645"/>
                </a:cubicBezTo>
                <a:cubicBezTo>
                  <a:pt x="67158" y="5645"/>
                  <a:pt x="67181" y="5646"/>
                  <a:pt x="67206" y="5649"/>
                </a:cubicBezTo>
                <a:cubicBezTo>
                  <a:pt x="67266" y="5071"/>
                  <a:pt x="66628" y="5102"/>
                  <a:pt x="66537" y="4707"/>
                </a:cubicBezTo>
                <a:cubicBezTo>
                  <a:pt x="66810" y="4524"/>
                  <a:pt x="67084" y="4342"/>
                  <a:pt x="67236" y="4038"/>
                </a:cubicBezTo>
                <a:cubicBezTo>
                  <a:pt x="67114" y="3886"/>
                  <a:pt x="66841" y="3673"/>
                  <a:pt x="66871" y="3552"/>
                </a:cubicBezTo>
                <a:cubicBezTo>
                  <a:pt x="67114" y="2792"/>
                  <a:pt x="66476" y="2792"/>
                  <a:pt x="66081" y="2701"/>
                </a:cubicBezTo>
                <a:cubicBezTo>
                  <a:pt x="65102" y="2436"/>
                  <a:pt x="64122" y="2263"/>
                  <a:pt x="63123" y="2263"/>
                </a:cubicBezTo>
                <a:cubicBezTo>
                  <a:pt x="62974" y="2263"/>
                  <a:pt x="62826" y="2267"/>
                  <a:pt x="62677" y="2275"/>
                </a:cubicBezTo>
                <a:cubicBezTo>
                  <a:pt x="62563" y="2279"/>
                  <a:pt x="62449" y="2281"/>
                  <a:pt x="62335" y="2281"/>
                </a:cubicBezTo>
                <a:cubicBezTo>
                  <a:pt x="60864" y="2281"/>
                  <a:pt x="59413" y="1965"/>
                  <a:pt x="57942" y="1965"/>
                </a:cubicBezTo>
                <a:cubicBezTo>
                  <a:pt x="57828" y="1965"/>
                  <a:pt x="57715" y="1967"/>
                  <a:pt x="57601" y="1971"/>
                </a:cubicBezTo>
                <a:cubicBezTo>
                  <a:pt x="57373" y="1971"/>
                  <a:pt x="57123" y="2077"/>
                  <a:pt x="56888" y="2077"/>
                </a:cubicBezTo>
                <a:cubicBezTo>
                  <a:pt x="56841" y="2077"/>
                  <a:pt x="56795" y="2072"/>
                  <a:pt x="56749" y="2062"/>
                </a:cubicBezTo>
                <a:cubicBezTo>
                  <a:pt x="55835" y="1875"/>
                  <a:pt x="54906" y="1830"/>
                  <a:pt x="53983" y="1830"/>
                </a:cubicBezTo>
                <a:cubicBezTo>
                  <a:pt x="53556" y="1830"/>
                  <a:pt x="53130" y="1840"/>
                  <a:pt x="52707" y="1849"/>
                </a:cubicBezTo>
                <a:cubicBezTo>
                  <a:pt x="52190" y="1849"/>
                  <a:pt x="51704" y="1819"/>
                  <a:pt x="51521" y="1211"/>
                </a:cubicBezTo>
                <a:cubicBezTo>
                  <a:pt x="51451" y="975"/>
                  <a:pt x="51179" y="886"/>
                  <a:pt x="50976" y="886"/>
                </a:cubicBezTo>
                <a:cubicBezTo>
                  <a:pt x="50917" y="886"/>
                  <a:pt x="50863" y="894"/>
                  <a:pt x="50822" y="907"/>
                </a:cubicBezTo>
                <a:cubicBezTo>
                  <a:pt x="50385" y="976"/>
                  <a:pt x="49951" y="1002"/>
                  <a:pt x="49519" y="1002"/>
                </a:cubicBezTo>
                <a:cubicBezTo>
                  <a:pt x="48810" y="1002"/>
                  <a:pt x="48105" y="933"/>
                  <a:pt x="47388" y="877"/>
                </a:cubicBezTo>
                <a:cubicBezTo>
                  <a:pt x="45351" y="755"/>
                  <a:pt x="43315" y="664"/>
                  <a:pt x="41278" y="603"/>
                </a:cubicBezTo>
                <a:cubicBezTo>
                  <a:pt x="39446" y="578"/>
                  <a:pt x="37593" y="429"/>
                  <a:pt x="35754" y="429"/>
                </a:cubicBezTo>
                <a:cubicBezTo>
                  <a:pt x="35365" y="429"/>
                  <a:pt x="34978" y="435"/>
                  <a:pt x="34591" y="451"/>
                </a:cubicBezTo>
                <a:cubicBezTo>
                  <a:pt x="34366" y="460"/>
                  <a:pt x="34141" y="463"/>
                  <a:pt x="33916" y="463"/>
                </a:cubicBezTo>
                <a:cubicBezTo>
                  <a:pt x="32530" y="463"/>
                  <a:pt x="31144" y="321"/>
                  <a:pt x="29758" y="269"/>
                </a:cubicBezTo>
                <a:cubicBezTo>
                  <a:pt x="29682" y="265"/>
                  <a:pt x="29605" y="264"/>
                  <a:pt x="29529" y="264"/>
                </a:cubicBezTo>
                <a:cubicBezTo>
                  <a:pt x="29074" y="264"/>
                  <a:pt x="28619" y="317"/>
                  <a:pt x="28164" y="317"/>
                </a:cubicBezTo>
                <a:cubicBezTo>
                  <a:pt x="28027" y="317"/>
                  <a:pt x="27889" y="312"/>
                  <a:pt x="27752" y="299"/>
                </a:cubicBezTo>
                <a:cubicBezTo>
                  <a:pt x="27251" y="243"/>
                  <a:pt x="26753" y="227"/>
                  <a:pt x="26257" y="227"/>
                </a:cubicBezTo>
                <a:cubicBezTo>
                  <a:pt x="25654" y="227"/>
                  <a:pt x="25054" y="250"/>
                  <a:pt x="24455" y="250"/>
                </a:cubicBezTo>
                <a:cubicBezTo>
                  <a:pt x="23963" y="250"/>
                  <a:pt x="23471" y="234"/>
                  <a:pt x="22980" y="178"/>
                </a:cubicBezTo>
                <a:cubicBezTo>
                  <a:pt x="22929" y="168"/>
                  <a:pt x="22878" y="164"/>
                  <a:pt x="22829" y="164"/>
                </a:cubicBezTo>
                <a:cubicBezTo>
                  <a:pt x="22730" y="164"/>
                  <a:pt x="22635" y="178"/>
                  <a:pt x="22554" y="178"/>
                </a:cubicBezTo>
                <a:cubicBezTo>
                  <a:pt x="22008" y="227"/>
                  <a:pt x="21462" y="277"/>
                  <a:pt x="20916" y="277"/>
                </a:cubicBezTo>
                <a:cubicBezTo>
                  <a:pt x="20794" y="277"/>
                  <a:pt x="20671" y="274"/>
                  <a:pt x="20548" y="269"/>
                </a:cubicBezTo>
                <a:cubicBezTo>
                  <a:pt x="19241" y="238"/>
                  <a:pt x="17934" y="87"/>
                  <a:pt x="16627" y="87"/>
                </a:cubicBezTo>
                <a:cubicBezTo>
                  <a:pt x="16514" y="89"/>
                  <a:pt x="16402" y="91"/>
                  <a:pt x="16289" y="91"/>
                </a:cubicBezTo>
                <a:cubicBezTo>
                  <a:pt x="15388" y="91"/>
                  <a:pt x="14473" y="11"/>
                  <a:pt x="13570" y="11"/>
                </a:cubicBezTo>
                <a:cubicBezTo>
                  <a:pt x="13362" y="11"/>
                  <a:pt x="13155" y="15"/>
                  <a:pt x="12949" y="26"/>
                </a:cubicBezTo>
                <a:cubicBezTo>
                  <a:pt x="12849" y="29"/>
                  <a:pt x="12748" y="31"/>
                  <a:pt x="12646" y="31"/>
                </a:cubicBezTo>
                <a:cubicBezTo>
                  <a:pt x="12189" y="31"/>
                  <a:pt x="11726" y="1"/>
                  <a:pt x="1126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6" name="Google Shape;2966;p11"/>
          <p:cNvGrpSpPr/>
          <p:nvPr/>
        </p:nvGrpSpPr>
        <p:grpSpPr>
          <a:xfrm rot="-10611622">
            <a:off x="-996737" y="-230205"/>
            <a:ext cx="3222323" cy="1467396"/>
            <a:chOff x="3427375" y="613525"/>
            <a:chExt cx="1481825" cy="674800"/>
          </a:xfrm>
        </p:grpSpPr>
        <p:sp>
          <p:nvSpPr>
            <p:cNvPr id="2967" name="Google Shape;2967;p11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11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11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11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11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11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11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11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11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11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11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11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11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11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11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11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11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11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11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11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11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11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11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11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11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11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11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11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11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11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11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11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11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11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11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11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11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11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11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11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11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11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11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11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11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11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11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11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11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11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11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11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11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11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11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11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11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11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11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11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11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11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11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11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11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11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11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11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11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11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11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11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11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11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11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11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11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11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11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11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11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11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11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11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11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11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11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11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11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11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11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11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11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11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11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11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11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11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11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11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11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11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11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11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11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11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11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11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11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11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11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11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11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11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11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11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11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11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11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11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11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11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11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11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11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11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11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11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11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11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11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11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11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11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11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11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11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11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11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11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11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11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11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11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11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11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11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11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11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11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11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11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11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11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11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11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11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11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11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11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11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11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11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11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11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11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11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11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11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11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11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11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11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11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11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11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11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11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11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11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7" name="Google Shape;3147;p11"/>
          <p:cNvSpPr/>
          <p:nvPr/>
        </p:nvSpPr>
        <p:spPr>
          <a:xfrm rot="-5790754">
            <a:off x="-880893" y="-106722"/>
            <a:ext cx="1736245" cy="1858505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48" name="Google Shape;3148;p11"/>
          <p:cNvGrpSpPr/>
          <p:nvPr/>
        </p:nvGrpSpPr>
        <p:grpSpPr>
          <a:xfrm rot="10212040">
            <a:off x="6527734" y="3986003"/>
            <a:ext cx="3222268" cy="1467371"/>
            <a:chOff x="3427375" y="613525"/>
            <a:chExt cx="1481825" cy="674800"/>
          </a:xfrm>
        </p:grpSpPr>
        <p:sp>
          <p:nvSpPr>
            <p:cNvPr id="3149" name="Google Shape;3149;p11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11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11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11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11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11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11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11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11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11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11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11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11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11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11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11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11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11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11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11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11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11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11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11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11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11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11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11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11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11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11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11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11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11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11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11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11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11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11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11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11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11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11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11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11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11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11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11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11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11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11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11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11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11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11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11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11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11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11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11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11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11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11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11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11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11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11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11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11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11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11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11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11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11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11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11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11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11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11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11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11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11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11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11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11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11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11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11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11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11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11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11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11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11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11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11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11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11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11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11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11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11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11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11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11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11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11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11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11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11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11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11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11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11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11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11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11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11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11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11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11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11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11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11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11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11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11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11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11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11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11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11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11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11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11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11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11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11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11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11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11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11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11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11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11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11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11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11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11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11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11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11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11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11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11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11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11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11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11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11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11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11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11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11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11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11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11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11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11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11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11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11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11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11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11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11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11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11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11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11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9" name="Google Shape;3329;p11"/>
          <p:cNvSpPr/>
          <p:nvPr/>
        </p:nvSpPr>
        <p:spPr>
          <a:xfrm rot="8914579">
            <a:off x="98115" y="3335491"/>
            <a:ext cx="2379454" cy="3465566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0" name="Google Shape;3330;p11"/>
          <p:cNvSpPr/>
          <p:nvPr/>
        </p:nvSpPr>
        <p:spPr>
          <a:xfrm rot="-2018253">
            <a:off x="7445472" y="-859444"/>
            <a:ext cx="1736218" cy="1858476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accent4"/>
        </a:solidFill>
      </p:bgPr>
    </p:bg>
    <p:spTree>
      <p:nvGrpSpPr>
        <p:cNvPr id="3331" name="Shape 333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3332" name="Shape 3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3" name="Google Shape;3333;p13"/>
          <p:cNvSpPr txBox="1"/>
          <p:nvPr>
            <p:ph hasCustomPrompt="1" type="title"/>
          </p:nvPr>
        </p:nvSpPr>
        <p:spPr>
          <a:xfrm>
            <a:off x="1352703" y="1437135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b="0" sz="34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3334" name="Google Shape;3334;p13"/>
          <p:cNvSpPr txBox="1"/>
          <p:nvPr>
            <p:ph hasCustomPrompt="1" idx="2" type="title"/>
          </p:nvPr>
        </p:nvSpPr>
        <p:spPr>
          <a:xfrm>
            <a:off x="1352718" y="3513887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b="0" sz="34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3335" name="Google Shape;3335;p13"/>
          <p:cNvSpPr txBox="1"/>
          <p:nvPr>
            <p:ph hasCustomPrompt="1" idx="3" type="title"/>
          </p:nvPr>
        </p:nvSpPr>
        <p:spPr>
          <a:xfrm>
            <a:off x="1352718" y="2475517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b="0" sz="34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3336" name="Google Shape;3336;p13"/>
          <p:cNvSpPr txBox="1"/>
          <p:nvPr>
            <p:ph hasCustomPrompt="1" idx="4" type="title"/>
          </p:nvPr>
        </p:nvSpPr>
        <p:spPr>
          <a:xfrm>
            <a:off x="5032078" y="1437135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b="0" sz="32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3337" name="Google Shape;3337;p13"/>
          <p:cNvSpPr txBox="1"/>
          <p:nvPr>
            <p:ph hasCustomPrompt="1" idx="5" type="title"/>
          </p:nvPr>
        </p:nvSpPr>
        <p:spPr>
          <a:xfrm>
            <a:off x="5032093" y="3513885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b="0" sz="32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3338" name="Google Shape;3338;p13"/>
          <p:cNvSpPr txBox="1"/>
          <p:nvPr>
            <p:ph hasCustomPrompt="1" idx="6" type="title"/>
          </p:nvPr>
        </p:nvSpPr>
        <p:spPr>
          <a:xfrm>
            <a:off x="5032093" y="2475510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b="0" sz="32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3339" name="Google Shape;3339;p13"/>
          <p:cNvSpPr txBox="1"/>
          <p:nvPr>
            <p:ph idx="1" type="subTitle"/>
          </p:nvPr>
        </p:nvSpPr>
        <p:spPr>
          <a:xfrm>
            <a:off x="2079123" y="1516856"/>
            <a:ext cx="24930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3340" name="Google Shape;3340;p13"/>
          <p:cNvSpPr txBox="1"/>
          <p:nvPr>
            <p:ph idx="7" type="subTitle"/>
          </p:nvPr>
        </p:nvSpPr>
        <p:spPr>
          <a:xfrm>
            <a:off x="2079137" y="1837630"/>
            <a:ext cx="22113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41" name="Google Shape;3341;p13"/>
          <p:cNvSpPr txBox="1"/>
          <p:nvPr>
            <p:ph idx="8" type="subTitle"/>
          </p:nvPr>
        </p:nvSpPr>
        <p:spPr>
          <a:xfrm>
            <a:off x="2079123" y="3593606"/>
            <a:ext cx="24930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3342" name="Google Shape;3342;p13"/>
          <p:cNvSpPr txBox="1"/>
          <p:nvPr>
            <p:ph idx="9" type="subTitle"/>
          </p:nvPr>
        </p:nvSpPr>
        <p:spPr>
          <a:xfrm>
            <a:off x="2079137" y="3918830"/>
            <a:ext cx="22113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43" name="Google Shape;3343;p13"/>
          <p:cNvSpPr txBox="1"/>
          <p:nvPr>
            <p:ph idx="13" type="subTitle"/>
          </p:nvPr>
        </p:nvSpPr>
        <p:spPr>
          <a:xfrm>
            <a:off x="2079123" y="2555231"/>
            <a:ext cx="24930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3344" name="Google Shape;3344;p13"/>
          <p:cNvSpPr txBox="1"/>
          <p:nvPr>
            <p:ph idx="14" type="subTitle"/>
          </p:nvPr>
        </p:nvSpPr>
        <p:spPr>
          <a:xfrm>
            <a:off x="2079137" y="2880455"/>
            <a:ext cx="22113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45" name="Google Shape;3345;p13"/>
          <p:cNvSpPr txBox="1"/>
          <p:nvPr>
            <p:ph idx="15" type="subTitle"/>
          </p:nvPr>
        </p:nvSpPr>
        <p:spPr>
          <a:xfrm>
            <a:off x="5834699" y="1516856"/>
            <a:ext cx="24930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3346" name="Google Shape;3346;p13"/>
          <p:cNvSpPr txBox="1"/>
          <p:nvPr>
            <p:ph idx="16" type="subTitle"/>
          </p:nvPr>
        </p:nvSpPr>
        <p:spPr>
          <a:xfrm>
            <a:off x="5834712" y="1837630"/>
            <a:ext cx="22113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47" name="Google Shape;3347;p13"/>
          <p:cNvSpPr txBox="1"/>
          <p:nvPr>
            <p:ph idx="17" type="subTitle"/>
          </p:nvPr>
        </p:nvSpPr>
        <p:spPr>
          <a:xfrm>
            <a:off x="5834699" y="3593606"/>
            <a:ext cx="24930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3348" name="Google Shape;3348;p13"/>
          <p:cNvSpPr txBox="1"/>
          <p:nvPr>
            <p:ph idx="18" type="subTitle"/>
          </p:nvPr>
        </p:nvSpPr>
        <p:spPr>
          <a:xfrm>
            <a:off x="5834712" y="3918830"/>
            <a:ext cx="22113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49" name="Google Shape;3349;p13"/>
          <p:cNvSpPr txBox="1"/>
          <p:nvPr>
            <p:ph idx="19" type="subTitle"/>
          </p:nvPr>
        </p:nvSpPr>
        <p:spPr>
          <a:xfrm>
            <a:off x="5834699" y="2555231"/>
            <a:ext cx="24930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3350" name="Google Shape;3350;p13"/>
          <p:cNvSpPr txBox="1"/>
          <p:nvPr>
            <p:ph idx="20" type="subTitle"/>
          </p:nvPr>
        </p:nvSpPr>
        <p:spPr>
          <a:xfrm>
            <a:off x="5834712" y="2880455"/>
            <a:ext cx="22113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51" name="Google Shape;3351;p13"/>
          <p:cNvSpPr txBox="1"/>
          <p:nvPr>
            <p:ph idx="21"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sp>
        <p:nvSpPr>
          <p:cNvPr id="3352" name="Google Shape;3352;p13"/>
          <p:cNvSpPr/>
          <p:nvPr/>
        </p:nvSpPr>
        <p:spPr>
          <a:xfrm flipH="1" rot="-5400000">
            <a:off x="-1157561" y="3357086"/>
            <a:ext cx="2999272" cy="1661776"/>
          </a:xfrm>
          <a:custGeom>
            <a:rect b="b" l="l" r="r" t="t"/>
            <a:pathLst>
              <a:path extrusionOk="0" h="20665" w="68057">
                <a:moveTo>
                  <a:pt x="38238" y="16622"/>
                </a:moveTo>
                <a:cubicBezTo>
                  <a:pt x="34520" y="16918"/>
                  <a:pt x="30826" y="17214"/>
                  <a:pt x="27135" y="17214"/>
                </a:cubicBezTo>
                <a:cubicBezTo>
                  <a:pt x="26661" y="17214"/>
                  <a:pt x="26188" y="17210"/>
                  <a:pt x="25715" y="17199"/>
                </a:cubicBezTo>
                <a:cubicBezTo>
                  <a:pt x="25715" y="17138"/>
                  <a:pt x="25715" y="17047"/>
                  <a:pt x="25715" y="16986"/>
                </a:cubicBezTo>
                <a:lnTo>
                  <a:pt x="38238" y="16622"/>
                </a:lnTo>
                <a:close/>
                <a:moveTo>
                  <a:pt x="54757" y="16367"/>
                </a:moveTo>
                <a:cubicBezTo>
                  <a:pt x="56089" y="16367"/>
                  <a:pt x="57421" y="16398"/>
                  <a:pt x="58756" y="16470"/>
                </a:cubicBezTo>
                <a:cubicBezTo>
                  <a:pt x="58664" y="16926"/>
                  <a:pt x="58300" y="16956"/>
                  <a:pt x="57935" y="16956"/>
                </a:cubicBezTo>
                <a:cubicBezTo>
                  <a:pt x="55929" y="16926"/>
                  <a:pt x="53923" y="16926"/>
                  <a:pt x="51886" y="16926"/>
                </a:cubicBezTo>
                <a:cubicBezTo>
                  <a:pt x="50883" y="16926"/>
                  <a:pt x="49880" y="16986"/>
                  <a:pt x="48877" y="17078"/>
                </a:cubicBezTo>
                <a:cubicBezTo>
                  <a:pt x="47631" y="17138"/>
                  <a:pt x="46385" y="17138"/>
                  <a:pt x="45169" y="17138"/>
                </a:cubicBezTo>
                <a:cubicBezTo>
                  <a:pt x="44476" y="17138"/>
                  <a:pt x="43794" y="17237"/>
                  <a:pt x="43116" y="17237"/>
                </a:cubicBezTo>
                <a:cubicBezTo>
                  <a:pt x="42664" y="17237"/>
                  <a:pt x="42214" y="17193"/>
                  <a:pt x="41764" y="17047"/>
                </a:cubicBezTo>
                <a:cubicBezTo>
                  <a:pt x="46091" y="16698"/>
                  <a:pt x="50417" y="16367"/>
                  <a:pt x="54757" y="16367"/>
                </a:cubicBezTo>
                <a:close/>
                <a:moveTo>
                  <a:pt x="11265" y="1"/>
                </a:moveTo>
                <a:cubicBezTo>
                  <a:pt x="10963" y="1"/>
                  <a:pt x="10663" y="14"/>
                  <a:pt x="10366" y="56"/>
                </a:cubicBezTo>
                <a:cubicBezTo>
                  <a:pt x="9799" y="145"/>
                  <a:pt x="9232" y="192"/>
                  <a:pt x="8678" y="192"/>
                </a:cubicBezTo>
                <a:cubicBezTo>
                  <a:pt x="8280" y="192"/>
                  <a:pt x="7889" y="168"/>
                  <a:pt x="7508" y="117"/>
                </a:cubicBezTo>
                <a:cubicBezTo>
                  <a:pt x="7338" y="94"/>
                  <a:pt x="7180" y="80"/>
                  <a:pt x="7030" y="80"/>
                </a:cubicBezTo>
                <a:cubicBezTo>
                  <a:pt x="6590" y="80"/>
                  <a:pt x="6222" y="195"/>
                  <a:pt x="5837" y="512"/>
                </a:cubicBezTo>
                <a:cubicBezTo>
                  <a:pt x="5858" y="511"/>
                  <a:pt x="5880" y="510"/>
                  <a:pt x="5902" y="510"/>
                </a:cubicBezTo>
                <a:cubicBezTo>
                  <a:pt x="6420" y="510"/>
                  <a:pt x="6862" y="848"/>
                  <a:pt x="7387" y="877"/>
                </a:cubicBezTo>
                <a:cubicBezTo>
                  <a:pt x="9591" y="929"/>
                  <a:pt x="11818" y="1004"/>
                  <a:pt x="14028" y="1004"/>
                </a:cubicBezTo>
                <a:cubicBezTo>
                  <a:pt x="14378" y="1004"/>
                  <a:pt x="14728" y="1003"/>
                  <a:pt x="15077" y="998"/>
                </a:cubicBezTo>
                <a:cubicBezTo>
                  <a:pt x="15284" y="998"/>
                  <a:pt x="15500" y="994"/>
                  <a:pt x="15715" y="994"/>
                </a:cubicBezTo>
                <a:cubicBezTo>
                  <a:pt x="16036" y="994"/>
                  <a:pt x="16354" y="1004"/>
                  <a:pt x="16627" y="1059"/>
                </a:cubicBezTo>
                <a:cubicBezTo>
                  <a:pt x="17256" y="1206"/>
                  <a:pt x="17890" y="1247"/>
                  <a:pt x="18525" y="1247"/>
                </a:cubicBezTo>
                <a:cubicBezTo>
                  <a:pt x="19334" y="1247"/>
                  <a:pt x="20143" y="1181"/>
                  <a:pt x="20943" y="1181"/>
                </a:cubicBezTo>
                <a:cubicBezTo>
                  <a:pt x="21451" y="1190"/>
                  <a:pt x="21958" y="1193"/>
                  <a:pt x="22466" y="1193"/>
                </a:cubicBezTo>
                <a:cubicBezTo>
                  <a:pt x="23691" y="1193"/>
                  <a:pt x="24916" y="1172"/>
                  <a:pt x="26141" y="1150"/>
                </a:cubicBezTo>
                <a:cubicBezTo>
                  <a:pt x="28481" y="1150"/>
                  <a:pt x="30822" y="1333"/>
                  <a:pt x="33193" y="1424"/>
                </a:cubicBezTo>
                <a:cubicBezTo>
                  <a:pt x="35290" y="1485"/>
                  <a:pt x="37387" y="1515"/>
                  <a:pt x="39485" y="1545"/>
                </a:cubicBezTo>
                <a:cubicBezTo>
                  <a:pt x="39527" y="1551"/>
                  <a:pt x="39569" y="1552"/>
                  <a:pt x="39609" y="1552"/>
                </a:cubicBezTo>
                <a:cubicBezTo>
                  <a:pt x="39672" y="1552"/>
                  <a:pt x="39733" y="1549"/>
                  <a:pt x="39794" y="1549"/>
                </a:cubicBezTo>
                <a:cubicBezTo>
                  <a:pt x="39921" y="1549"/>
                  <a:pt x="40048" y="1565"/>
                  <a:pt x="40184" y="1667"/>
                </a:cubicBezTo>
                <a:cubicBezTo>
                  <a:pt x="40093" y="1667"/>
                  <a:pt x="40001" y="1697"/>
                  <a:pt x="39941" y="1697"/>
                </a:cubicBezTo>
                <a:lnTo>
                  <a:pt x="28603" y="1697"/>
                </a:lnTo>
                <a:cubicBezTo>
                  <a:pt x="27459" y="1697"/>
                  <a:pt x="26339" y="1860"/>
                  <a:pt x="25222" y="1860"/>
                </a:cubicBezTo>
                <a:cubicBezTo>
                  <a:pt x="25062" y="1860"/>
                  <a:pt x="24902" y="1857"/>
                  <a:pt x="24743" y="1849"/>
                </a:cubicBezTo>
                <a:cubicBezTo>
                  <a:pt x="24376" y="1816"/>
                  <a:pt x="24000" y="1792"/>
                  <a:pt x="23630" y="1792"/>
                </a:cubicBezTo>
                <a:cubicBezTo>
                  <a:pt x="23325" y="1792"/>
                  <a:pt x="23025" y="1808"/>
                  <a:pt x="22737" y="1849"/>
                </a:cubicBezTo>
                <a:cubicBezTo>
                  <a:pt x="21763" y="2018"/>
                  <a:pt x="20777" y="2060"/>
                  <a:pt x="19794" y="2060"/>
                </a:cubicBezTo>
                <a:cubicBezTo>
                  <a:pt x="19182" y="2060"/>
                  <a:pt x="18571" y="2043"/>
                  <a:pt x="17965" y="2032"/>
                </a:cubicBezTo>
                <a:cubicBezTo>
                  <a:pt x="16141" y="2001"/>
                  <a:pt x="14317" y="2001"/>
                  <a:pt x="12463" y="1941"/>
                </a:cubicBezTo>
                <a:cubicBezTo>
                  <a:pt x="10670" y="1880"/>
                  <a:pt x="8876" y="1880"/>
                  <a:pt x="7083" y="1697"/>
                </a:cubicBezTo>
                <a:cubicBezTo>
                  <a:pt x="6900" y="1697"/>
                  <a:pt x="6688" y="1758"/>
                  <a:pt x="6657" y="1849"/>
                </a:cubicBezTo>
                <a:cubicBezTo>
                  <a:pt x="6625" y="2202"/>
                  <a:pt x="6467" y="2276"/>
                  <a:pt x="6275" y="2276"/>
                </a:cubicBezTo>
                <a:cubicBezTo>
                  <a:pt x="6136" y="2276"/>
                  <a:pt x="5980" y="2237"/>
                  <a:pt x="5842" y="2237"/>
                </a:cubicBezTo>
                <a:cubicBezTo>
                  <a:pt x="5808" y="2237"/>
                  <a:pt x="5776" y="2239"/>
                  <a:pt x="5745" y="2245"/>
                </a:cubicBezTo>
                <a:cubicBezTo>
                  <a:pt x="5654" y="2265"/>
                  <a:pt x="5563" y="2265"/>
                  <a:pt x="5471" y="2265"/>
                </a:cubicBezTo>
                <a:lnTo>
                  <a:pt x="5471" y="2265"/>
                </a:lnTo>
                <a:cubicBezTo>
                  <a:pt x="5286" y="2265"/>
                  <a:pt x="5097" y="2265"/>
                  <a:pt x="4894" y="2427"/>
                </a:cubicBezTo>
                <a:cubicBezTo>
                  <a:pt x="5956" y="2545"/>
                  <a:pt x="6931" y="3006"/>
                  <a:pt x="8015" y="3006"/>
                </a:cubicBezTo>
                <a:cubicBezTo>
                  <a:pt x="8049" y="3006"/>
                  <a:pt x="8082" y="3005"/>
                  <a:pt x="8116" y="3004"/>
                </a:cubicBezTo>
                <a:lnTo>
                  <a:pt x="8116" y="3004"/>
                </a:lnTo>
                <a:cubicBezTo>
                  <a:pt x="7919" y="3187"/>
                  <a:pt x="7698" y="3210"/>
                  <a:pt x="7474" y="3210"/>
                </a:cubicBezTo>
                <a:cubicBezTo>
                  <a:pt x="7399" y="3210"/>
                  <a:pt x="7324" y="3207"/>
                  <a:pt x="7249" y="3207"/>
                </a:cubicBezTo>
                <a:cubicBezTo>
                  <a:pt x="7100" y="3207"/>
                  <a:pt x="6951" y="3217"/>
                  <a:pt x="6809" y="3278"/>
                </a:cubicBezTo>
                <a:cubicBezTo>
                  <a:pt x="5685" y="3704"/>
                  <a:pt x="4499" y="3734"/>
                  <a:pt x="3344" y="3764"/>
                </a:cubicBezTo>
                <a:cubicBezTo>
                  <a:pt x="2280" y="3764"/>
                  <a:pt x="1460" y="4463"/>
                  <a:pt x="457" y="4646"/>
                </a:cubicBezTo>
                <a:cubicBezTo>
                  <a:pt x="396" y="4646"/>
                  <a:pt x="335" y="4737"/>
                  <a:pt x="305" y="4798"/>
                </a:cubicBezTo>
                <a:cubicBezTo>
                  <a:pt x="92" y="5011"/>
                  <a:pt x="1" y="5163"/>
                  <a:pt x="365" y="5345"/>
                </a:cubicBezTo>
                <a:cubicBezTo>
                  <a:pt x="465" y="5399"/>
                  <a:pt x="576" y="5425"/>
                  <a:pt x="694" y="5425"/>
                </a:cubicBezTo>
                <a:cubicBezTo>
                  <a:pt x="1042" y="5425"/>
                  <a:pt x="1445" y="5192"/>
                  <a:pt x="1764" y="4737"/>
                </a:cubicBezTo>
                <a:cubicBezTo>
                  <a:pt x="2311" y="5071"/>
                  <a:pt x="2949" y="5071"/>
                  <a:pt x="3557" y="5315"/>
                </a:cubicBezTo>
                <a:cubicBezTo>
                  <a:pt x="2189" y="5558"/>
                  <a:pt x="2189" y="5558"/>
                  <a:pt x="2341" y="6318"/>
                </a:cubicBezTo>
                <a:cubicBezTo>
                  <a:pt x="1885" y="6530"/>
                  <a:pt x="1429" y="6713"/>
                  <a:pt x="1065" y="7321"/>
                </a:cubicBezTo>
                <a:cubicBezTo>
                  <a:pt x="1794" y="7092"/>
                  <a:pt x="2497" y="6924"/>
                  <a:pt x="3172" y="6924"/>
                </a:cubicBezTo>
                <a:cubicBezTo>
                  <a:pt x="3932" y="6924"/>
                  <a:pt x="4658" y="7136"/>
                  <a:pt x="5350" y="7716"/>
                </a:cubicBezTo>
                <a:cubicBezTo>
                  <a:pt x="4104" y="7929"/>
                  <a:pt x="2615" y="7564"/>
                  <a:pt x="1672" y="8840"/>
                </a:cubicBezTo>
                <a:cubicBezTo>
                  <a:pt x="1834" y="8898"/>
                  <a:pt x="1995" y="8918"/>
                  <a:pt x="2157" y="8918"/>
                </a:cubicBezTo>
                <a:cubicBezTo>
                  <a:pt x="2500" y="8918"/>
                  <a:pt x="2847" y="8829"/>
                  <a:pt x="3201" y="8829"/>
                </a:cubicBezTo>
                <a:cubicBezTo>
                  <a:pt x="3466" y="8829"/>
                  <a:pt x="3736" y="8879"/>
                  <a:pt x="4013" y="9053"/>
                </a:cubicBezTo>
                <a:cubicBezTo>
                  <a:pt x="3927" y="9044"/>
                  <a:pt x="3845" y="9040"/>
                  <a:pt x="3766" y="9040"/>
                </a:cubicBezTo>
                <a:cubicBezTo>
                  <a:pt x="3031" y="9040"/>
                  <a:pt x="2567" y="9407"/>
                  <a:pt x="2128" y="9874"/>
                </a:cubicBezTo>
                <a:cubicBezTo>
                  <a:pt x="1794" y="10269"/>
                  <a:pt x="1885" y="10421"/>
                  <a:pt x="2372" y="10573"/>
                </a:cubicBezTo>
                <a:cubicBezTo>
                  <a:pt x="2858" y="10755"/>
                  <a:pt x="3375" y="10603"/>
                  <a:pt x="4043" y="10816"/>
                </a:cubicBezTo>
                <a:cubicBezTo>
                  <a:pt x="3192" y="11120"/>
                  <a:pt x="2372" y="10877"/>
                  <a:pt x="1824" y="11576"/>
                </a:cubicBezTo>
                <a:cubicBezTo>
                  <a:pt x="3219" y="11819"/>
                  <a:pt x="4597" y="12047"/>
                  <a:pt x="6006" y="12047"/>
                </a:cubicBezTo>
                <a:cubicBezTo>
                  <a:pt x="6532" y="12047"/>
                  <a:pt x="7062" y="12015"/>
                  <a:pt x="7600" y="11941"/>
                </a:cubicBezTo>
                <a:lnTo>
                  <a:pt x="7600" y="11941"/>
                </a:lnTo>
                <a:cubicBezTo>
                  <a:pt x="7478" y="12488"/>
                  <a:pt x="7478" y="12488"/>
                  <a:pt x="7113" y="12518"/>
                </a:cubicBezTo>
                <a:cubicBezTo>
                  <a:pt x="5835" y="12603"/>
                  <a:pt x="4557" y="12795"/>
                  <a:pt x="3280" y="12795"/>
                </a:cubicBezTo>
                <a:cubicBezTo>
                  <a:pt x="3190" y="12795"/>
                  <a:pt x="3100" y="12794"/>
                  <a:pt x="3010" y="12792"/>
                </a:cubicBezTo>
                <a:cubicBezTo>
                  <a:pt x="2675" y="12792"/>
                  <a:pt x="2341" y="12944"/>
                  <a:pt x="2037" y="13035"/>
                </a:cubicBezTo>
                <a:cubicBezTo>
                  <a:pt x="1703" y="13126"/>
                  <a:pt x="1703" y="13430"/>
                  <a:pt x="1946" y="13521"/>
                </a:cubicBezTo>
                <a:cubicBezTo>
                  <a:pt x="2402" y="13734"/>
                  <a:pt x="2736" y="14160"/>
                  <a:pt x="3314" y="14220"/>
                </a:cubicBezTo>
                <a:cubicBezTo>
                  <a:pt x="3557" y="14251"/>
                  <a:pt x="3922" y="14190"/>
                  <a:pt x="4134" y="14433"/>
                </a:cubicBezTo>
                <a:cubicBezTo>
                  <a:pt x="3283" y="15011"/>
                  <a:pt x="2037" y="14555"/>
                  <a:pt x="1338" y="15588"/>
                </a:cubicBezTo>
                <a:cubicBezTo>
                  <a:pt x="1672" y="15923"/>
                  <a:pt x="2068" y="15953"/>
                  <a:pt x="2463" y="15983"/>
                </a:cubicBezTo>
                <a:cubicBezTo>
                  <a:pt x="3338" y="15983"/>
                  <a:pt x="4194" y="16022"/>
                  <a:pt x="5062" y="16022"/>
                </a:cubicBezTo>
                <a:cubicBezTo>
                  <a:pt x="5279" y="16022"/>
                  <a:pt x="5496" y="16020"/>
                  <a:pt x="5715" y="16014"/>
                </a:cubicBezTo>
                <a:cubicBezTo>
                  <a:pt x="6966" y="15992"/>
                  <a:pt x="8201" y="15907"/>
                  <a:pt x="9443" y="15907"/>
                </a:cubicBezTo>
                <a:cubicBezTo>
                  <a:pt x="9921" y="15907"/>
                  <a:pt x="10401" y="15919"/>
                  <a:pt x="10882" y="15953"/>
                </a:cubicBezTo>
                <a:cubicBezTo>
                  <a:pt x="11142" y="15970"/>
                  <a:pt x="11403" y="15977"/>
                  <a:pt x="11665" y="15977"/>
                </a:cubicBezTo>
                <a:cubicBezTo>
                  <a:pt x="12811" y="15977"/>
                  <a:pt x="13969" y="15834"/>
                  <a:pt x="15107" y="15710"/>
                </a:cubicBezTo>
                <a:cubicBezTo>
                  <a:pt x="15218" y="15697"/>
                  <a:pt x="15339" y="15680"/>
                  <a:pt x="15466" y="15680"/>
                </a:cubicBezTo>
                <a:cubicBezTo>
                  <a:pt x="15652" y="15680"/>
                  <a:pt x="15851" y="15717"/>
                  <a:pt x="16050" y="15862"/>
                </a:cubicBezTo>
                <a:cubicBezTo>
                  <a:pt x="15472" y="15862"/>
                  <a:pt x="15563" y="16500"/>
                  <a:pt x="15107" y="16591"/>
                </a:cubicBezTo>
                <a:cubicBezTo>
                  <a:pt x="15473" y="16943"/>
                  <a:pt x="15850" y="17036"/>
                  <a:pt x="16229" y="17036"/>
                </a:cubicBezTo>
                <a:cubicBezTo>
                  <a:pt x="16651" y="17036"/>
                  <a:pt x="17076" y="16921"/>
                  <a:pt x="17486" y="16921"/>
                </a:cubicBezTo>
                <a:cubicBezTo>
                  <a:pt x="17535" y="16921"/>
                  <a:pt x="17582" y="16922"/>
                  <a:pt x="17630" y="16926"/>
                </a:cubicBezTo>
                <a:cubicBezTo>
                  <a:pt x="17942" y="16948"/>
                  <a:pt x="18257" y="16962"/>
                  <a:pt x="18575" y="16962"/>
                </a:cubicBezTo>
                <a:cubicBezTo>
                  <a:pt x="19127" y="16962"/>
                  <a:pt x="19685" y="16920"/>
                  <a:pt x="20244" y="16804"/>
                </a:cubicBezTo>
                <a:cubicBezTo>
                  <a:pt x="20852" y="16696"/>
                  <a:pt x="21322" y="16642"/>
                  <a:pt x="21691" y="16642"/>
                </a:cubicBezTo>
                <a:cubicBezTo>
                  <a:pt x="22152" y="16642"/>
                  <a:pt x="22456" y="16726"/>
                  <a:pt x="22676" y="16895"/>
                </a:cubicBezTo>
                <a:cubicBezTo>
                  <a:pt x="22311" y="16986"/>
                  <a:pt x="21977" y="17047"/>
                  <a:pt x="21551" y="17169"/>
                </a:cubicBezTo>
                <a:cubicBezTo>
                  <a:pt x="21993" y="17564"/>
                  <a:pt x="22470" y="17639"/>
                  <a:pt x="22955" y="17639"/>
                </a:cubicBezTo>
                <a:cubicBezTo>
                  <a:pt x="23104" y="17639"/>
                  <a:pt x="23255" y="17632"/>
                  <a:pt x="23405" y="17625"/>
                </a:cubicBezTo>
                <a:cubicBezTo>
                  <a:pt x="23800" y="17625"/>
                  <a:pt x="24196" y="17716"/>
                  <a:pt x="24135" y="18172"/>
                </a:cubicBezTo>
                <a:cubicBezTo>
                  <a:pt x="24104" y="18506"/>
                  <a:pt x="23709" y="18476"/>
                  <a:pt x="23405" y="18506"/>
                </a:cubicBezTo>
                <a:cubicBezTo>
                  <a:pt x="23307" y="18525"/>
                  <a:pt x="23210" y="18532"/>
                  <a:pt x="23112" y="18532"/>
                </a:cubicBezTo>
                <a:cubicBezTo>
                  <a:pt x="22787" y="18532"/>
                  <a:pt x="22461" y="18452"/>
                  <a:pt x="22106" y="18452"/>
                </a:cubicBezTo>
                <a:cubicBezTo>
                  <a:pt x="21875" y="18452"/>
                  <a:pt x="21632" y="18486"/>
                  <a:pt x="21369" y="18597"/>
                </a:cubicBezTo>
                <a:cubicBezTo>
                  <a:pt x="22068" y="18871"/>
                  <a:pt x="22737" y="19023"/>
                  <a:pt x="23132" y="19479"/>
                </a:cubicBezTo>
                <a:cubicBezTo>
                  <a:pt x="22913" y="19819"/>
                  <a:pt x="22616" y="19887"/>
                  <a:pt x="22290" y="19887"/>
                </a:cubicBezTo>
                <a:cubicBezTo>
                  <a:pt x="22073" y="19887"/>
                  <a:pt x="21843" y="19857"/>
                  <a:pt x="21614" y="19857"/>
                </a:cubicBezTo>
                <a:cubicBezTo>
                  <a:pt x="21328" y="19857"/>
                  <a:pt x="21045" y="19904"/>
                  <a:pt x="20791" y="20117"/>
                </a:cubicBezTo>
                <a:cubicBezTo>
                  <a:pt x="21399" y="20604"/>
                  <a:pt x="22098" y="20664"/>
                  <a:pt x="22767" y="20664"/>
                </a:cubicBezTo>
                <a:cubicBezTo>
                  <a:pt x="23101" y="20659"/>
                  <a:pt x="23437" y="20658"/>
                  <a:pt x="23772" y="20658"/>
                </a:cubicBezTo>
                <a:cubicBezTo>
                  <a:pt x="24444" y="20658"/>
                  <a:pt x="25119" y="20664"/>
                  <a:pt x="25795" y="20664"/>
                </a:cubicBezTo>
                <a:cubicBezTo>
                  <a:pt x="26810" y="20664"/>
                  <a:pt x="27828" y="20649"/>
                  <a:pt x="28846" y="20573"/>
                </a:cubicBezTo>
                <a:cubicBezTo>
                  <a:pt x="30548" y="20421"/>
                  <a:pt x="32251" y="20360"/>
                  <a:pt x="33983" y="20300"/>
                </a:cubicBezTo>
                <a:cubicBezTo>
                  <a:pt x="36679" y="20214"/>
                  <a:pt x="39349" y="19838"/>
                  <a:pt x="42042" y="19838"/>
                </a:cubicBezTo>
                <a:cubicBezTo>
                  <a:pt x="42233" y="19838"/>
                  <a:pt x="42424" y="19840"/>
                  <a:pt x="42615" y="19844"/>
                </a:cubicBezTo>
                <a:cubicBezTo>
                  <a:pt x="43031" y="19852"/>
                  <a:pt x="43446" y="19856"/>
                  <a:pt x="43862" y="19856"/>
                </a:cubicBezTo>
                <a:cubicBezTo>
                  <a:pt x="44996" y="19856"/>
                  <a:pt x="46131" y="19827"/>
                  <a:pt x="47266" y="19783"/>
                </a:cubicBezTo>
                <a:cubicBezTo>
                  <a:pt x="49029" y="19661"/>
                  <a:pt x="50822" y="19631"/>
                  <a:pt x="52585" y="19570"/>
                </a:cubicBezTo>
                <a:cubicBezTo>
                  <a:pt x="52762" y="19564"/>
                  <a:pt x="52939" y="19562"/>
                  <a:pt x="53118" y="19562"/>
                </a:cubicBezTo>
                <a:cubicBezTo>
                  <a:pt x="53831" y="19562"/>
                  <a:pt x="54561" y="19600"/>
                  <a:pt x="55290" y="19600"/>
                </a:cubicBezTo>
                <a:cubicBezTo>
                  <a:pt x="55504" y="19597"/>
                  <a:pt x="55717" y="19596"/>
                  <a:pt x="55930" y="19596"/>
                </a:cubicBezTo>
                <a:cubicBezTo>
                  <a:pt x="57662" y="19596"/>
                  <a:pt x="59394" y="19695"/>
                  <a:pt x="61126" y="19722"/>
                </a:cubicBezTo>
                <a:lnTo>
                  <a:pt x="65838" y="19722"/>
                </a:lnTo>
                <a:cubicBezTo>
                  <a:pt x="66172" y="19722"/>
                  <a:pt x="66446" y="19600"/>
                  <a:pt x="66658" y="19357"/>
                </a:cubicBezTo>
                <a:cubicBezTo>
                  <a:pt x="66263" y="18901"/>
                  <a:pt x="65655" y="19145"/>
                  <a:pt x="65260" y="18780"/>
                </a:cubicBezTo>
                <a:cubicBezTo>
                  <a:pt x="65333" y="18743"/>
                  <a:pt x="65416" y="18733"/>
                  <a:pt x="65502" y="18733"/>
                </a:cubicBezTo>
                <a:cubicBezTo>
                  <a:pt x="65615" y="18733"/>
                  <a:pt x="65733" y="18751"/>
                  <a:pt x="65842" y="18751"/>
                </a:cubicBezTo>
                <a:cubicBezTo>
                  <a:pt x="65998" y="18751"/>
                  <a:pt x="66134" y="18714"/>
                  <a:pt x="66203" y="18537"/>
                </a:cubicBezTo>
                <a:cubicBezTo>
                  <a:pt x="66354" y="18111"/>
                  <a:pt x="65747" y="18293"/>
                  <a:pt x="65625" y="17989"/>
                </a:cubicBezTo>
                <a:cubicBezTo>
                  <a:pt x="65899" y="17868"/>
                  <a:pt x="65807" y="17686"/>
                  <a:pt x="65716" y="17473"/>
                </a:cubicBezTo>
                <a:cubicBezTo>
                  <a:pt x="65560" y="17187"/>
                  <a:pt x="65271" y="17101"/>
                  <a:pt x="65020" y="17101"/>
                </a:cubicBezTo>
                <a:cubicBezTo>
                  <a:pt x="64977" y="17101"/>
                  <a:pt x="64935" y="17104"/>
                  <a:pt x="64895" y="17108"/>
                </a:cubicBezTo>
                <a:cubicBezTo>
                  <a:pt x="64720" y="17118"/>
                  <a:pt x="64545" y="17123"/>
                  <a:pt x="64370" y="17123"/>
                </a:cubicBezTo>
                <a:cubicBezTo>
                  <a:pt x="63225" y="17123"/>
                  <a:pt x="62091" y="16931"/>
                  <a:pt x="60931" y="16931"/>
                </a:cubicBezTo>
                <a:cubicBezTo>
                  <a:pt x="60704" y="16931"/>
                  <a:pt x="60475" y="16938"/>
                  <a:pt x="60245" y="16956"/>
                </a:cubicBezTo>
                <a:cubicBezTo>
                  <a:pt x="60496" y="16614"/>
                  <a:pt x="60746" y="16443"/>
                  <a:pt x="61061" y="16443"/>
                </a:cubicBezTo>
                <a:cubicBezTo>
                  <a:pt x="61166" y="16443"/>
                  <a:pt x="61278" y="16462"/>
                  <a:pt x="61400" y="16500"/>
                </a:cubicBezTo>
                <a:cubicBezTo>
                  <a:pt x="61643" y="16591"/>
                  <a:pt x="61947" y="16591"/>
                  <a:pt x="62221" y="16591"/>
                </a:cubicBezTo>
                <a:cubicBezTo>
                  <a:pt x="62708" y="16559"/>
                  <a:pt x="63195" y="16526"/>
                  <a:pt x="63683" y="16526"/>
                </a:cubicBezTo>
                <a:cubicBezTo>
                  <a:pt x="64107" y="16526"/>
                  <a:pt x="64532" y="16551"/>
                  <a:pt x="64956" y="16622"/>
                </a:cubicBezTo>
                <a:cubicBezTo>
                  <a:pt x="65167" y="16664"/>
                  <a:pt x="65404" y="16726"/>
                  <a:pt x="65631" y="16726"/>
                </a:cubicBezTo>
                <a:cubicBezTo>
                  <a:pt x="65894" y="16726"/>
                  <a:pt x="66144" y="16642"/>
                  <a:pt x="66324" y="16348"/>
                </a:cubicBezTo>
                <a:cubicBezTo>
                  <a:pt x="66111" y="16014"/>
                  <a:pt x="65625" y="16014"/>
                  <a:pt x="65199" y="15619"/>
                </a:cubicBezTo>
                <a:cubicBezTo>
                  <a:pt x="66051" y="15588"/>
                  <a:pt x="66658" y="15315"/>
                  <a:pt x="67297" y="15041"/>
                </a:cubicBezTo>
                <a:cubicBezTo>
                  <a:pt x="67631" y="14859"/>
                  <a:pt x="67874" y="14676"/>
                  <a:pt x="67661" y="14251"/>
                </a:cubicBezTo>
                <a:cubicBezTo>
                  <a:pt x="67297" y="13582"/>
                  <a:pt x="67388" y="13005"/>
                  <a:pt x="68026" y="12549"/>
                </a:cubicBezTo>
                <a:cubicBezTo>
                  <a:pt x="68057" y="12549"/>
                  <a:pt x="68026" y="12488"/>
                  <a:pt x="68026" y="12427"/>
                </a:cubicBezTo>
                <a:cubicBezTo>
                  <a:pt x="67901" y="12361"/>
                  <a:pt x="67775" y="12337"/>
                  <a:pt x="67648" y="12337"/>
                </a:cubicBezTo>
                <a:cubicBezTo>
                  <a:pt x="67344" y="12337"/>
                  <a:pt x="67029" y="12472"/>
                  <a:pt x="66681" y="12472"/>
                </a:cubicBezTo>
                <a:cubicBezTo>
                  <a:pt x="66575" y="12472"/>
                  <a:pt x="66467" y="12459"/>
                  <a:pt x="66354" y="12427"/>
                </a:cubicBezTo>
                <a:cubicBezTo>
                  <a:pt x="66628" y="12245"/>
                  <a:pt x="66841" y="12154"/>
                  <a:pt x="67023" y="12032"/>
                </a:cubicBezTo>
                <a:cubicBezTo>
                  <a:pt x="66871" y="11789"/>
                  <a:pt x="67084" y="11394"/>
                  <a:pt x="66598" y="11302"/>
                </a:cubicBezTo>
                <a:cubicBezTo>
                  <a:pt x="66902" y="11211"/>
                  <a:pt x="67145" y="11333"/>
                  <a:pt x="67388" y="11150"/>
                </a:cubicBezTo>
                <a:cubicBezTo>
                  <a:pt x="67054" y="10603"/>
                  <a:pt x="66446" y="10695"/>
                  <a:pt x="65990" y="10482"/>
                </a:cubicBezTo>
                <a:cubicBezTo>
                  <a:pt x="66111" y="9114"/>
                  <a:pt x="66324" y="7807"/>
                  <a:pt x="66172" y="6439"/>
                </a:cubicBezTo>
                <a:cubicBezTo>
                  <a:pt x="66522" y="6322"/>
                  <a:pt x="66592" y="5645"/>
                  <a:pt x="67135" y="5645"/>
                </a:cubicBezTo>
                <a:cubicBezTo>
                  <a:pt x="67158" y="5645"/>
                  <a:pt x="67181" y="5646"/>
                  <a:pt x="67206" y="5649"/>
                </a:cubicBezTo>
                <a:cubicBezTo>
                  <a:pt x="67266" y="5071"/>
                  <a:pt x="66628" y="5102"/>
                  <a:pt x="66537" y="4707"/>
                </a:cubicBezTo>
                <a:cubicBezTo>
                  <a:pt x="66810" y="4524"/>
                  <a:pt x="67084" y="4342"/>
                  <a:pt x="67236" y="4038"/>
                </a:cubicBezTo>
                <a:cubicBezTo>
                  <a:pt x="67114" y="3886"/>
                  <a:pt x="66841" y="3673"/>
                  <a:pt x="66871" y="3552"/>
                </a:cubicBezTo>
                <a:cubicBezTo>
                  <a:pt x="67114" y="2792"/>
                  <a:pt x="66476" y="2792"/>
                  <a:pt x="66081" y="2701"/>
                </a:cubicBezTo>
                <a:cubicBezTo>
                  <a:pt x="65102" y="2436"/>
                  <a:pt x="64122" y="2263"/>
                  <a:pt x="63123" y="2263"/>
                </a:cubicBezTo>
                <a:cubicBezTo>
                  <a:pt x="62974" y="2263"/>
                  <a:pt x="62826" y="2267"/>
                  <a:pt x="62677" y="2275"/>
                </a:cubicBezTo>
                <a:cubicBezTo>
                  <a:pt x="62563" y="2279"/>
                  <a:pt x="62449" y="2281"/>
                  <a:pt x="62335" y="2281"/>
                </a:cubicBezTo>
                <a:cubicBezTo>
                  <a:pt x="60864" y="2281"/>
                  <a:pt x="59413" y="1965"/>
                  <a:pt x="57942" y="1965"/>
                </a:cubicBezTo>
                <a:cubicBezTo>
                  <a:pt x="57828" y="1965"/>
                  <a:pt x="57715" y="1967"/>
                  <a:pt x="57601" y="1971"/>
                </a:cubicBezTo>
                <a:cubicBezTo>
                  <a:pt x="57373" y="1971"/>
                  <a:pt x="57123" y="2077"/>
                  <a:pt x="56888" y="2077"/>
                </a:cubicBezTo>
                <a:cubicBezTo>
                  <a:pt x="56841" y="2077"/>
                  <a:pt x="56795" y="2072"/>
                  <a:pt x="56749" y="2062"/>
                </a:cubicBezTo>
                <a:cubicBezTo>
                  <a:pt x="55835" y="1875"/>
                  <a:pt x="54906" y="1830"/>
                  <a:pt x="53983" y="1830"/>
                </a:cubicBezTo>
                <a:cubicBezTo>
                  <a:pt x="53556" y="1830"/>
                  <a:pt x="53130" y="1840"/>
                  <a:pt x="52707" y="1849"/>
                </a:cubicBezTo>
                <a:cubicBezTo>
                  <a:pt x="52190" y="1849"/>
                  <a:pt x="51704" y="1819"/>
                  <a:pt x="51521" y="1211"/>
                </a:cubicBezTo>
                <a:cubicBezTo>
                  <a:pt x="51451" y="975"/>
                  <a:pt x="51179" y="886"/>
                  <a:pt x="50976" y="886"/>
                </a:cubicBezTo>
                <a:cubicBezTo>
                  <a:pt x="50917" y="886"/>
                  <a:pt x="50863" y="894"/>
                  <a:pt x="50822" y="907"/>
                </a:cubicBezTo>
                <a:cubicBezTo>
                  <a:pt x="50385" y="976"/>
                  <a:pt x="49951" y="1002"/>
                  <a:pt x="49519" y="1002"/>
                </a:cubicBezTo>
                <a:cubicBezTo>
                  <a:pt x="48810" y="1002"/>
                  <a:pt x="48105" y="933"/>
                  <a:pt x="47388" y="877"/>
                </a:cubicBezTo>
                <a:cubicBezTo>
                  <a:pt x="45351" y="755"/>
                  <a:pt x="43315" y="664"/>
                  <a:pt x="41278" y="603"/>
                </a:cubicBezTo>
                <a:cubicBezTo>
                  <a:pt x="39446" y="578"/>
                  <a:pt x="37593" y="429"/>
                  <a:pt x="35754" y="429"/>
                </a:cubicBezTo>
                <a:cubicBezTo>
                  <a:pt x="35365" y="429"/>
                  <a:pt x="34978" y="435"/>
                  <a:pt x="34591" y="451"/>
                </a:cubicBezTo>
                <a:cubicBezTo>
                  <a:pt x="34366" y="460"/>
                  <a:pt x="34141" y="463"/>
                  <a:pt x="33916" y="463"/>
                </a:cubicBezTo>
                <a:cubicBezTo>
                  <a:pt x="32530" y="463"/>
                  <a:pt x="31144" y="321"/>
                  <a:pt x="29758" y="269"/>
                </a:cubicBezTo>
                <a:cubicBezTo>
                  <a:pt x="29682" y="265"/>
                  <a:pt x="29605" y="264"/>
                  <a:pt x="29529" y="264"/>
                </a:cubicBezTo>
                <a:cubicBezTo>
                  <a:pt x="29074" y="264"/>
                  <a:pt x="28619" y="317"/>
                  <a:pt x="28164" y="317"/>
                </a:cubicBezTo>
                <a:cubicBezTo>
                  <a:pt x="28027" y="317"/>
                  <a:pt x="27889" y="312"/>
                  <a:pt x="27752" y="299"/>
                </a:cubicBezTo>
                <a:cubicBezTo>
                  <a:pt x="27251" y="243"/>
                  <a:pt x="26753" y="227"/>
                  <a:pt x="26257" y="227"/>
                </a:cubicBezTo>
                <a:cubicBezTo>
                  <a:pt x="25654" y="227"/>
                  <a:pt x="25054" y="250"/>
                  <a:pt x="24455" y="250"/>
                </a:cubicBezTo>
                <a:cubicBezTo>
                  <a:pt x="23963" y="250"/>
                  <a:pt x="23471" y="234"/>
                  <a:pt x="22980" y="178"/>
                </a:cubicBezTo>
                <a:cubicBezTo>
                  <a:pt x="22929" y="168"/>
                  <a:pt x="22878" y="164"/>
                  <a:pt x="22829" y="164"/>
                </a:cubicBezTo>
                <a:cubicBezTo>
                  <a:pt x="22730" y="164"/>
                  <a:pt x="22635" y="178"/>
                  <a:pt x="22554" y="178"/>
                </a:cubicBezTo>
                <a:cubicBezTo>
                  <a:pt x="22008" y="227"/>
                  <a:pt x="21462" y="277"/>
                  <a:pt x="20916" y="277"/>
                </a:cubicBezTo>
                <a:cubicBezTo>
                  <a:pt x="20794" y="277"/>
                  <a:pt x="20671" y="274"/>
                  <a:pt x="20548" y="269"/>
                </a:cubicBezTo>
                <a:cubicBezTo>
                  <a:pt x="19241" y="238"/>
                  <a:pt x="17934" y="87"/>
                  <a:pt x="16627" y="87"/>
                </a:cubicBezTo>
                <a:cubicBezTo>
                  <a:pt x="16514" y="89"/>
                  <a:pt x="16402" y="91"/>
                  <a:pt x="16289" y="91"/>
                </a:cubicBezTo>
                <a:cubicBezTo>
                  <a:pt x="15388" y="91"/>
                  <a:pt x="14473" y="11"/>
                  <a:pt x="13570" y="11"/>
                </a:cubicBezTo>
                <a:cubicBezTo>
                  <a:pt x="13362" y="11"/>
                  <a:pt x="13155" y="15"/>
                  <a:pt x="12949" y="26"/>
                </a:cubicBezTo>
                <a:cubicBezTo>
                  <a:pt x="12849" y="29"/>
                  <a:pt x="12748" y="31"/>
                  <a:pt x="12646" y="31"/>
                </a:cubicBezTo>
                <a:cubicBezTo>
                  <a:pt x="12189" y="31"/>
                  <a:pt x="11726" y="1"/>
                  <a:pt x="1126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3" name="Google Shape;3353;p13"/>
          <p:cNvSpPr/>
          <p:nvPr/>
        </p:nvSpPr>
        <p:spPr>
          <a:xfrm rot="10800000">
            <a:off x="6816841" y="-185689"/>
            <a:ext cx="2913059" cy="1092239"/>
          </a:xfrm>
          <a:custGeom>
            <a:rect b="b" l="l" r="r" t="t"/>
            <a:pathLst>
              <a:path extrusionOk="0" h="22980" w="63953">
                <a:moveTo>
                  <a:pt x="15198" y="2634"/>
                </a:moveTo>
                <a:lnTo>
                  <a:pt x="15198" y="2695"/>
                </a:lnTo>
                <a:lnTo>
                  <a:pt x="8845" y="2695"/>
                </a:lnTo>
                <a:lnTo>
                  <a:pt x="8845" y="2634"/>
                </a:lnTo>
                <a:close/>
                <a:moveTo>
                  <a:pt x="28663" y="2634"/>
                </a:moveTo>
                <a:cubicBezTo>
                  <a:pt x="28663" y="2634"/>
                  <a:pt x="28663" y="2665"/>
                  <a:pt x="28633" y="2695"/>
                </a:cubicBezTo>
                <a:lnTo>
                  <a:pt x="20882" y="2695"/>
                </a:lnTo>
                <a:cubicBezTo>
                  <a:pt x="20882" y="2665"/>
                  <a:pt x="20882" y="2634"/>
                  <a:pt x="20882" y="2634"/>
                </a:cubicBezTo>
                <a:close/>
                <a:moveTo>
                  <a:pt x="35046" y="2695"/>
                </a:moveTo>
                <a:cubicBezTo>
                  <a:pt x="35046" y="2726"/>
                  <a:pt x="35046" y="2786"/>
                  <a:pt x="35046" y="2817"/>
                </a:cubicBezTo>
                <a:lnTo>
                  <a:pt x="29697" y="2817"/>
                </a:lnTo>
                <a:cubicBezTo>
                  <a:pt x="29697" y="2786"/>
                  <a:pt x="29697" y="2726"/>
                  <a:pt x="29697" y="2695"/>
                </a:cubicBezTo>
                <a:close/>
                <a:moveTo>
                  <a:pt x="17515" y="3688"/>
                </a:moveTo>
                <a:cubicBezTo>
                  <a:pt x="19847" y="3688"/>
                  <a:pt x="22183" y="3764"/>
                  <a:pt x="24529" y="3850"/>
                </a:cubicBezTo>
                <a:lnTo>
                  <a:pt x="12189" y="3850"/>
                </a:lnTo>
                <a:cubicBezTo>
                  <a:pt x="13963" y="3732"/>
                  <a:pt x="15738" y="3688"/>
                  <a:pt x="17515" y="3688"/>
                </a:cubicBezTo>
                <a:close/>
                <a:moveTo>
                  <a:pt x="51825" y="11343"/>
                </a:moveTo>
                <a:cubicBezTo>
                  <a:pt x="53928" y="11343"/>
                  <a:pt x="56030" y="11580"/>
                  <a:pt x="58133" y="11601"/>
                </a:cubicBezTo>
                <a:lnTo>
                  <a:pt x="50335" y="11601"/>
                </a:lnTo>
                <a:cubicBezTo>
                  <a:pt x="50335" y="11510"/>
                  <a:pt x="50335" y="11449"/>
                  <a:pt x="50335" y="11388"/>
                </a:cubicBezTo>
                <a:cubicBezTo>
                  <a:pt x="50832" y="11356"/>
                  <a:pt x="51329" y="11343"/>
                  <a:pt x="51825" y="11343"/>
                </a:cubicBezTo>
                <a:close/>
                <a:moveTo>
                  <a:pt x="45663" y="15056"/>
                </a:moveTo>
                <a:cubicBezTo>
                  <a:pt x="46623" y="15056"/>
                  <a:pt x="47583" y="15066"/>
                  <a:pt x="48542" y="15066"/>
                </a:cubicBezTo>
                <a:cubicBezTo>
                  <a:pt x="44834" y="15309"/>
                  <a:pt x="41126" y="15553"/>
                  <a:pt x="37417" y="15796"/>
                </a:cubicBezTo>
                <a:cubicBezTo>
                  <a:pt x="40107" y="15140"/>
                  <a:pt x="42881" y="15056"/>
                  <a:pt x="45663" y="15056"/>
                </a:cubicBezTo>
                <a:close/>
                <a:moveTo>
                  <a:pt x="2219" y="8288"/>
                </a:moveTo>
                <a:lnTo>
                  <a:pt x="2219" y="8288"/>
                </a:lnTo>
                <a:cubicBezTo>
                  <a:pt x="2341" y="10932"/>
                  <a:pt x="3161" y="13425"/>
                  <a:pt x="4134" y="16009"/>
                </a:cubicBezTo>
                <a:cubicBezTo>
                  <a:pt x="2979" y="14975"/>
                  <a:pt x="1520" y="9078"/>
                  <a:pt x="2219" y="8288"/>
                </a:cubicBezTo>
                <a:close/>
                <a:moveTo>
                  <a:pt x="8815" y="19352"/>
                </a:moveTo>
                <a:lnTo>
                  <a:pt x="8815" y="19352"/>
                </a:lnTo>
                <a:cubicBezTo>
                  <a:pt x="9301" y="20203"/>
                  <a:pt x="10365" y="20416"/>
                  <a:pt x="11277" y="20841"/>
                </a:cubicBezTo>
                <a:cubicBezTo>
                  <a:pt x="11057" y="21010"/>
                  <a:pt x="10804" y="21046"/>
                  <a:pt x="10544" y="21046"/>
                </a:cubicBezTo>
                <a:cubicBezTo>
                  <a:pt x="10349" y="21046"/>
                  <a:pt x="10149" y="21025"/>
                  <a:pt x="9956" y="21025"/>
                </a:cubicBezTo>
                <a:cubicBezTo>
                  <a:pt x="9803" y="21025"/>
                  <a:pt x="9653" y="21038"/>
                  <a:pt x="9514" y="21085"/>
                </a:cubicBezTo>
                <a:cubicBezTo>
                  <a:pt x="9362" y="21358"/>
                  <a:pt x="9970" y="21419"/>
                  <a:pt x="9940" y="21662"/>
                </a:cubicBezTo>
                <a:lnTo>
                  <a:pt x="8481" y="21662"/>
                </a:lnTo>
                <a:cubicBezTo>
                  <a:pt x="8572" y="21237"/>
                  <a:pt x="9149" y="21085"/>
                  <a:pt x="9210" y="20720"/>
                </a:cubicBezTo>
                <a:cubicBezTo>
                  <a:pt x="9271" y="20264"/>
                  <a:pt x="8450" y="19990"/>
                  <a:pt x="8815" y="19352"/>
                </a:cubicBezTo>
                <a:close/>
                <a:moveTo>
                  <a:pt x="29954" y="0"/>
                </a:moveTo>
                <a:cubicBezTo>
                  <a:pt x="28772" y="0"/>
                  <a:pt x="27554" y="58"/>
                  <a:pt x="26353" y="81"/>
                </a:cubicBezTo>
                <a:cubicBezTo>
                  <a:pt x="23131" y="142"/>
                  <a:pt x="19909" y="81"/>
                  <a:pt x="16687" y="233"/>
                </a:cubicBezTo>
                <a:cubicBezTo>
                  <a:pt x="16019" y="253"/>
                  <a:pt x="15350" y="260"/>
                  <a:pt x="14681" y="260"/>
                </a:cubicBezTo>
                <a:cubicBezTo>
                  <a:pt x="13344" y="260"/>
                  <a:pt x="12006" y="233"/>
                  <a:pt x="10669" y="233"/>
                </a:cubicBezTo>
                <a:lnTo>
                  <a:pt x="8420" y="233"/>
                </a:lnTo>
                <a:cubicBezTo>
                  <a:pt x="8633" y="474"/>
                  <a:pt x="8894" y="573"/>
                  <a:pt x="9160" y="573"/>
                </a:cubicBezTo>
                <a:cubicBezTo>
                  <a:pt x="9197" y="573"/>
                  <a:pt x="9234" y="571"/>
                  <a:pt x="9271" y="568"/>
                </a:cubicBezTo>
                <a:cubicBezTo>
                  <a:pt x="9770" y="540"/>
                  <a:pt x="10268" y="529"/>
                  <a:pt x="10768" y="529"/>
                </a:cubicBezTo>
                <a:cubicBezTo>
                  <a:pt x="11913" y="529"/>
                  <a:pt x="13062" y="586"/>
                  <a:pt x="14225" y="628"/>
                </a:cubicBezTo>
                <a:cubicBezTo>
                  <a:pt x="14720" y="642"/>
                  <a:pt x="15216" y="648"/>
                  <a:pt x="15713" y="648"/>
                </a:cubicBezTo>
                <a:cubicBezTo>
                  <a:pt x="17356" y="648"/>
                  <a:pt x="19013" y="584"/>
                  <a:pt x="20669" y="537"/>
                </a:cubicBezTo>
                <a:cubicBezTo>
                  <a:pt x="22350" y="498"/>
                  <a:pt x="24030" y="487"/>
                  <a:pt x="25713" y="487"/>
                </a:cubicBezTo>
                <a:cubicBezTo>
                  <a:pt x="27957" y="487"/>
                  <a:pt x="30205" y="507"/>
                  <a:pt x="32463" y="507"/>
                </a:cubicBezTo>
                <a:cubicBezTo>
                  <a:pt x="33344" y="507"/>
                  <a:pt x="34200" y="720"/>
                  <a:pt x="35103" y="722"/>
                </a:cubicBezTo>
                <a:lnTo>
                  <a:pt x="35103" y="722"/>
                </a:lnTo>
                <a:cubicBezTo>
                  <a:pt x="28737" y="813"/>
                  <a:pt x="22387" y="1071"/>
                  <a:pt x="16064" y="1071"/>
                </a:cubicBezTo>
                <a:cubicBezTo>
                  <a:pt x="13633" y="1071"/>
                  <a:pt x="11207" y="1033"/>
                  <a:pt x="8785" y="932"/>
                </a:cubicBezTo>
                <a:lnTo>
                  <a:pt x="8785" y="932"/>
                </a:lnTo>
                <a:cubicBezTo>
                  <a:pt x="8481" y="1206"/>
                  <a:pt x="8967" y="1145"/>
                  <a:pt x="8876" y="1388"/>
                </a:cubicBezTo>
                <a:cubicBezTo>
                  <a:pt x="8839" y="1387"/>
                  <a:pt x="8802" y="1387"/>
                  <a:pt x="8765" y="1387"/>
                </a:cubicBezTo>
                <a:cubicBezTo>
                  <a:pt x="8000" y="1387"/>
                  <a:pt x="7250" y="1602"/>
                  <a:pt x="6467" y="1602"/>
                </a:cubicBezTo>
                <a:cubicBezTo>
                  <a:pt x="6200" y="1602"/>
                  <a:pt x="5930" y="1577"/>
                  <a:pt x="5654" y="1510"/>
                </a:cubicBezTo>
                <a:cubicBezTo>
                  <a:pt x="5545" y="1485"/>
                  <a:pt x="5434" y="1473"/>
                  <a:pt x="5326" y="1473"/>
                </a:cubicBezTo>
                <a:cubicBezTo>
                  <a:pt x="5040" y="1473"/>
                  <a:pt x="4775" y="1552"/>
                  <a:pt x="4620" y="1662"/>
                </a:cubicBezTo>
                <a:cubicBezTo>
                  <a:pt x="4377" y="1875"/>
                  <a:pt x="4347" y="2209"/>
                  <a:pt x="4651" y="2422"/>
                </a:cubicBezTo>
                <a:cubicBezTo>
                  <a:pt x="4894" y="2574"/>
                  <a:pt x="4894" y="2634"/>
                  <a:pt x="4711" y="2786"/>
                </a:cubicBezTo>
                <a:cubicBezTo>
                  <a:pt x="4256" y="3151"/>
                  <a:pt x="4529" y="3303"/>
                  <a:pt x="5137" y="3455"/>
                </a:cubicBezTo>
                <a:cubicBezTo>
                  <a:pt x="5563" y="3546"/>
                  <a:pt x="5988" y="3516"/>
                  <a:pt x="6474" y="3607"/>
                </a:cubicBezTo>
                <a:cubicBezTo>
                  <a:pt x="6049" y="3759"/>
                  <a:pt x="6170" y="3941"/>
                  <a:pt x="6444" y="4124"/>
                </a:cubicBezTo>
                <a:cubicBezTo>
                  <a:pt x="5902" y="4044"/>
                  <a:pt x="5394" y="3956"/>
                  <a:pt x="4910" y="3956"/>
                </a:cubicBezTo>
                <a:cubicBezTo>
                  <a:pt x="4471" y="3956"/>
                  <a:pt x="4052" y="4029"/>
                  <a:pt x="3648" y="4245"/>
                </a:cubicBezTo>
                <a:cubicBezTo>
                  <a:pt x="3860" y="4458"/>
                  <a:pt x="4347" y="4306"/>
                  <a:pt x="4377" y="4610"/>
                </a:cubicBezTo>
                <a:cubicBezTo>
                  <a:pt x="3951" y="4830"/>
                  <a:pt x="3574" y="4945"/>
                  <a:pt x="3225" y="4945"/>
                </a:cubicBezTo>
                <a:cubicBezTo>
                  <a:pt x="2802" y="4945"/>
                  <a:pt x="2419" y="4777"/>
                  <a:pt x="2037" y="4428"/>
                </a:cubicBezTo>
                <a:cubicBezTo>
                  <a:pt x="1398" y="5431"/>
                  <a:pt x="1550" y="6434"/>
                  <a:pt x="1064" y="7376"/>
                </a:cubicBezTo>
                <a:cubicBezTo>
                  <a:pt x="863" y="7354"/>
                  <a:pt x="694" y="7167"/>
                  <a:pt x="461" y="7167"/>
                </a:cubicBezTo>
                <a:cubicBezTo>
                  <a:pt x="378" y="7167"/>
                  <a:pt x="287" y="7191"/>
                  <a:pt x="183" y="7255"/>
                </a:cubicBezTo>
                <a:cubicBezTo>
                  <a:pt x="0" y="7802"/>
                  <a:pt x="912" y="7680"/>
                  <a:pt x="1155" y="7984"/>
                </a:cubicBezTo>
                <a:cubicBezTo>
                  <a:pt x="1246" y="9139"/>
                  <a:pt x="1307" y="10294"/>
                  <a:pt x="1550" y="11449"/>
                </a:cubicBezTo>
                <a:cubicBezTo>
                  <a:pt x="2067" y="13911"/>
                  <a:pt x="3101" y="16252"/>
                  <a:pt x="4104" y="18623"/>
                </a:cubicBezTo>
                <a:cubicBezTo>
                  <a:pt x="4651" y="19930"/>
                  <a:pt x="5715" y="21024"/>
                  <a:pt x="7721" y="21662"/>
                </a:cubicBezTo>
                <a:cubicBezTo>
                  <a:pt x="8207" y="21814"/>
                  <a:pt x="8785" y="21905"/>
                  <a:pt x="9210" y="22179"/>
                </a:cubicBezTo>
                <a:cubicBezTo>
                  <a:pt x="9149" y="22331"/>
                  <a:pt x="8815" y="22392"/>
                  <a:pt x="8906" y="22635"/>
                </a:cubicBezTo>
                <a:cubicBezTo>
                  <a:pt x="9709" y="22795"/>
                  <a:pt x="10513" y="22980"/>
                  <a:pt x="11379" y="22980"/>
                </a:cubicBezTo>
                <a:cubicBezTo>
                  <a:pt x="11496" y="22980"/>
                  <a:pt x="11614" y="22976"/>
                  <a:pt x="11733" y="22969"/>
                </a:cubicBezTo>
                <a:cubicBezTo>
                  <a:pt x="13283" y="22848"/>
                  <a:pt x="14833" y="22726"/>
                  <a:pt x="16353" y="22544"/>
                </a:cubicBezTo>
                <a:cubicBezTo>
                  <a:pt x="18268" y="22300"/>
                  <a:pt x="20213" y="22240"/>
                  <a:pt x="22128" y="22088"/>
                </a:cubicBezTo>
                <a:cubicBezTo>
                  <a:pt x="24043" y="21936"/>
                  <a:pt x="25958" y="21753"/>
                  <a:pt x="27873" y="21601"/>
                </a:cubicBezTo>
                <a:cubicBezTo>
                  <a:pt x="29849" y="21419"/>
                  <a:pt x="31855" y="21328"/>
                  <a:pt x="33831" y="21145"/>
                </a:cubicBezTo>
                <a:cubicBezTo>
                  <a:pt x="36597" y="20872"/>
                  <a:pt x="39393" y="20781"/>
                  <a:pt x="42159" y="20598"/>
                </a:cubicBezTo>
                <a:cubicBezTo>
                  <a:pt x="43040" y="20537"/>
                  <a:pt x="43983" y="20568"/>
                  <a:pt x="44712" y="20051"/>
                </a:cubicBezTo>
                <a:cubicBezTo>
                  <a:pt x="44347" y="19899"/>
                  <a:pt x="44013" y="19778"/>
                  <a:pt x="43648" y="19626"/>
                </a:cubicBezTo>
                <a:cubicBezTo>
                  <a:pt x="44165" y="19322"/>
                  <a:pt x="43861" y="18957"/>
                  <a:pt x="43709" y="18714"/>
                </a:cubicBezTo>
                <a:cubicBezTo>
                  <a:pt x="43602" y="18539"/>
                  <a:pt x="43388" y="18507"/>
                  <a:pt x="43136" y="18507"/>
                </a:cubicBezTo>
                <a:cubicBezTo>
                  <a:pt x="42987" y="18507"/>
                  <a:pt x="42824" y="18518"/>
                  <a:pt x="42662" y="18518"/>
                </a:cubicBezTo>
                <a:cubicBezTo>
                  <a:pt x="42476" y="18518"/>
                  <a:pt x="42292" y="18504"/>
                  <a:pt x="42129" y="18440"/>
                </a:cubicBezTo>
                <a:cubicBezTo>
                  <a:pt x="45016" y="18106"/>
                  <a:pt x="47904" y="17954"/>
                  <a:pt x="50883" y="17316"/>
                </a:cubicBezTo>
                <a:cubicBezTo>
                  <a:pt x="50183" y="17042"/>
                  <a:pt x="49636" y="17255"/>
                  <a:pt x="49211" y="17042"/>
                </a:cubicBezTo>
                <a:cubicBezTo>
                  <a:pt x="49424" y="16708"/>
                  <a:pt x="50062" y="16799"/>
                  <a:pt x="50305" y="16434"/>
                </a:cubicBezTo>
                <a:lnTo>
                  <a:pt x="50305" y="16434"/>
                </a:lnTo>
                <a:cubicBezTo>
                  <a:pt x="49211" y="16556"/>
                  <a:pt x="48147" y="16556"/>
                  <a:pt x="47114" y="16616"/>
                </a:cubicBezTo>
                <a:cubicBezTo>
                  <a:pt x="46440" y="16660"/>
                  <a:pt x="45767" y="16754"/>
                  <a:pt x="45127" y="16754"/>
                </a:cubicBezTo>
                <a:cubicBezTo>
                  <a:pt x="44439" y="16754"/>
                  <a:pt x="43790" y="16646"/>
                  <a:pt x="43223" y="16252"/>
                </a:cubicBezTo>
                <a:cubicBezTo>
                  <a:pt x="44136" y="15937"/>
                  <a:pt x="45105" y="15883"/>
                  <a:pt x="46090" y="15883"/>
                </a:cubicBezTo>
                <a:cubicBezTo>
                  <a:pt x="46605" y="15883"/>
                  <a:pt x="47124" y="15898"/>
                  <a:pt x="47641" y="15898"/>
                </a:cubicBezTo>
                <a:cubicBezTo>
                  <a:pt x="48045" y="15898"/>
                  <a:pt x="48447" y="15889"/>
                  <a:pt x="48846" y="15857"/>
                </a:cubicBezTo>
                <a:cubicBezTo>
                  <a:pt x="48755" y="15492"/>
                  <a:pt x="48208" y="15735"/>
                  <a:pt x="48025" y="15522"/>
                </a:cubicBezTo>
                <a:cubicBezTo>
                  <a:pt x="48451" y="15249"/>
                  <a:pt x="49120" y="15370"/>
                  <a:pt x="49606" y="15066"/>
                </a:cubicBezTo>
                <a:cubicBezTo>
                  <a:pt x="49332" y="14884"/>
                  <a:pt x="49059" y="14702"/>
                  <a:pt x="48755" y="14458"/>
                </a:cubicBezTo>
                <a:cubicBezTo>
                  <a:pt x="49211" y="14306"/>
                  <a:pt x="49758" y="14428"/>
                  <a:pt x="50062" y="14002"/>
                </a:cubicBezTo>
                <a:cubicBezTo>
                  <a:pt x="49798" y="13887"/>
                  <a:pt x="49529" y="13850"/>
                  <a:pt x="49256" y="13850"/>
                </a:cubicBezTo>
                <a:cubicBezTo>
                  <a:pt x="48768" y="13850"/>
                  <a:pt x="48268" y="13968"/>
                  <a:pt x="47759" y="13968"/>
                </a:cubicBezTo>
                <a:cubicBezTo>
                  <a:pt x="47506" y="13968"/>
                  <a:pt x="47250" y="13939"/>
                  <a:pt x="46992" y="13850"/>
                </a:cubicBezTo>
                <a:cubicBezTo>
                  <a:pt x="48664" y="13638"/>
                  <a:pt x="50275" y="13455"/>
                  <a:pt x="51703" y="12878"/>
                </a:cubicBezTo>
                <a:cubicBezTo>
                  <a:pt x="51399" y="12391"/>
                  <a:pt x="50791" y="12665"/>
                  <a:pt x="50305" y="12483"/>
                </a:cubicBezTo>
                <a:cubicBezTo>
                  <a:pt x="51100" y="12397"/>
                  <a:pt x="51736" y="12021"/>
                  <a:pt x="52509" y="12021"/>
                </a:cubicBezTo>
                <a:cubicBezTo>
                  <a:pt x="52564" y="12021"/>
                  <a:pt x="52620" y="12023"/>
                  <a:pt x="52676" y="12027"/>
                </a:cubicBezTo>
                <a:cubicBezTo>
                  <a:pt x="53954" y="12121"/>
                  <a:pt x="55224" y="12175"/>
                  <a:pt x="56494" y="12175"/>
                </a:cubicBezTo>
                <a:cubicBezTo>
                  <a:pt x="57671" y="12175"/>
                  <a:pt x="58848" y="12129"/>
                  <a:pt x="60032" y="12027"/>
                </a:cubicBezTo>
                <a:cubicBezTo>
                  <a:pt x="60080" y="12021"/>
                  <a:pt x="60129" y="12018"/>
                  <a:pt x="60177" y="12018"/>
                </a:cubicBezTo>
                <a:cubicBezTo>
                  <a:pt x="60371" y="12018"/>
                  <a:pt x="60561" y="12057"/>
                  <a:pt x="60731" y="12057"/>
                </a:cubicBezTo>
                <a:cubicBezTo>
                  <a:pt x="60966" y="12080"/>
                  <a:pt x="61198" y="12091"/>
                  <a:pt x="61431" y="12091"/>
                </a:cubicBezTo>
                <a:cubicBezTo>
                  <a:pt x="62129" y="12091"/>
                  <a:pt x="62836" y="11989"/>
                  <a:pt x="63679" y="11784"/>
                </a:cubicBezTo>
                <a:cubicBezTo>
                  <a:pt x="62615" y="11692"/>
                  <a:pt x="61795" y="11632"/>
                  <a:pt x="60852" y="11571"/>
                </a:cubicBezTo>
                <a:cubicBezTo>
                  <a:pt x="61582" y="11328"/>
                  <a:pt x="62220" y="11328"/>
                  <a:pt x="62858" y="11236"/>
                </a:cubicBezTo>
                <a:cubicBezTo>
                  <a:pt x="58785" y="10932"/>
                  <a:pt x="54712" y="11176"/>
                  <a:pt x="50579" y="10811"/>
                </a:cubicBezTo>
                <a:cubicBezTo>
                  <a:pt x="50761" y="10750"/>
                  <a:pt x="51035" y="10689"/>
                  <a:pt x="50883" y="10416"/>
                </a:cubicBezTo>
                <a:lnTo>
                  <a:pt x="47569" y="10416"/>
                </a:lnTo>
                <a:cubicBezTo>
                  <a:pt x="47617" y="10250"/>
                  <a:pt x="47738" y="10232"/>
                  <a:pt x="47846" y="10232"/>
                </a:cubicBezTo>
                <a:cubicBezTo>
                  <a:pt x="47877" y="10232"/>
                  <a:pt x="47907" y="10233"/>
                  <a:pt x="47934" y="10233"/>
                </a:cubicBezTo>
                <a:cubicBezTo>
                  <a:pt x="48142" y="10229"/>
                  <a:pt x="48350" y="10227"/>
                  <a:pt x="48558" y="10227"/>
                </a:cubicBezTo>
                <a:cubicBezTo>
                  <a:pt x="49839" y="10227"/>
                  <a:pt x="51117" y="10298"/>
                  <a:pt x="52372" y="10325"/>
                </a:cubicBezTo>
                <a:cubicBezTo>
                  <a:pt x="54778" y="10377"/>
                  <a:pt x="57161" y="10519"/>
                  <a:pt x="59561" y="10519"/>
                </a:cubicBezTo>
                <a:cubicBezTo>
                  <a:pt x="59950" y="10519"/>
                  <a:pt x="60340" y="10515"/>
                  <a:pt x="60731" y="10507"/>
                </a:cubicBezTo>
                <a:cubicBezTo>
                  <a:pt x="61035" y="10477"/>
                  <a:pt x="61339" y="10477"/>
                  <a:pt x="61612" y="10355"/>
                </a:cubicBezTo>
                <a:cubicBezTo>
                  <a:pt x="61687" y="10317"/>
                  <a:pt x="61704" y="10291"/>
                  <a:pt x="61721" y="10291"/>
                </a:cubicBezTo>
                <a:cubicBezTo>
                  <a:pt x="61731" y="10291"/>
                  <a:pt x="61741" y="10301"/>
                  <a:pt x="61764" y="10325"/>
                </a:cubicBezTo>
                <a:cubicBezTo>
                  <a:pt x="61521" y="9990"/>
                  <a:pt x="61156" y="10142"/>
                  <a:pt x="60944" y="9990"/>
                </a:cubicBezTo>
                <a:cubicBezTo>
                  <a:pt x="62190" y="9869"/>
                  <a:pt x="62342" y="9717"/>
                  <a:pt x="61977" y="9109"/>
                </a:cubicBezTo>
                <a:cubicBezTo>
                  <a:pt x="62048" y="9010"/>
                  <a:pt x="62157" y="8978"/>
                  <a:pt x="62284" y="8978"/>
                </a:cubicBezTo>
                <a:cubicBezTo>
                  <a:pt x="62505" y="8978"/>
                  <a:pt x="62783" y="9074"/>
                  <a:pt x="63012" y="9074"/>
                </a:cubicBezTo>
                <a:cubicBezTo>
                  <a:pt x="63216" y="9074"/>
                  <a:pt x="63381" y="8999"/>
                  <a:pt x="63436" y="8714"/>
                </a:cubicBezTo>
                <a:cubicBezTo>
                  <a:pt x="62737" y="8653"/>
                  <a:pt x="62007" y="8774"/>
                  <a:pt x="61399" y="8410"/>
                </a:cubicBezTo>
                <a:cubicBezTo>
                  <a:pt x="61567" y="8303"/>
                  <a:pt x="61747" y="8269"/>
                  <a:pt x="61934" y="8269"/>
                </a:cubicBezTo>
                <a:cubicBezTo>
                  <a:pt x="62270" y="8269"/>
                  <a:pt x="62626" y="8380"/>
                  <a:pt x="62960" y="8380"/>
                </a:cubicBezTo>
                <a:cubicBezTo>
                  <a:pt x="63183" y="8380"/>
                  <a:pt x="63396" y="8331"/>
                  <a:pt x="63588" y="8166"/>
                </a:cubicBezTo>
                <a:cubicBezTo>
                  <a:pt x="62585" y="7832"/>
                  <a:pt x="61278" y="8166"/>
                  <a:pt x="60427" y="7498"/>
                </a:cubicBezTo>
                <a:cubicBezTo>
                  <a:pt x="61430" y="7407"/>
                  <a:pt x="62342" y="7315"/>
                  <a:pt x="63254" y="7224"/>
                </a:cubicBezTo>
                <a:cubicBezTo>
                  <a:pt x="63254" y="7163"/>
                  <a:pt x="63284" y="7103"/>
                  <a:pt x="63284" y="7042"/>
                </a:cubicBezTo>
                <a:cubicBezTo>
                  <a:pt x="62555" y="7042"/>
                  <a:pt x="61855" y="7042"/>
                  <a:pt x="61430" y="6707"/>
                </a:cubicBezTo>
                <a:cubicBezTo>
                  <a:pt x="61947" y="6008"/>
                  <a:pt x="63254" y="6647"/>
                  <a:pt x="63953" y="6039"/>
                </a:cubicBezTo>
                <a:cubicBezTo>
                  <a:pt x="63254" y="5704"/>
                  <a:pt x="62433" y="5796"/>
                  <a:pt x="61795" y="5583"/>
                </a:cubicBezTo>
                <a:cubicBezTo>
                  <a:pt x="62585" y="5097"/>
                  <a:pt x="61187" y="5218"/>
                  <a:pt x="61308" y="4884"/>
                </a:cubicBezTo>
                <a:lnTo>
                  <a:pt x="61308" y="4884"/>
                </a:lnTo>
                <a:cubicBezTo>
                  <a:pt x="60351" y="4929"/>
                  <a:pt x="59393" y="4967"/>
                  <a:pt x="58436" y="4967"/>
                </a:cubicBezTo>
                <a:cubicBezTo>
                  <a:pt x="57478" y="4967"/>
                  <a:pt x="56521" y="4929"/>
                  <a:pt x="55564" y="4823"/>
                </a:cubicBezTo>
                <a:cubicBezTo>
                  <a:pt x="55427" y="4808"/>
                  <a:pt x="55282" y="4800"/>
                  <a:pt x="55138" y="4800"/>
                </a:cubicBezTo>
                <a:cubicBezTo>
                  <a:pt x="54994" y="4800"/>
                  <a:pt x="54849" y="4808"/>
                  <a:pt x="54712" y="4823"/>
                </a:cubicBezTo>
                <a:cubicBezTo>
                  <a:pt x="54377" y="4831"/>
                  <a:pt x="54042" y="4835"/>
                  <a:pt x="53708" y="4835"/>
                </a:cubicBezTo>
                <a:cubicBezTo>
                  <a:pt x="51649" y="4835"/>
                  <a:pt x="49605" y="4693"/>
                  <a:pt x="47539" y="4641"/>
                </a:cubicBezTo>
                <a:cubicBezTo>
                  <a:pt x="47874" y="4390"/>
                  <a:pt x="48237" y="4239"/>
                  <a:pt x="48659" y="4239"/>
                </a:cubicBezTo>
                <a:cubicBezTo>
                  <a:pt x="48850" y="4239"/>
                  <a:pt x="49054" y="4270"/>
                  <a:pt x="49272" y="4337"/>
                </a:cubicBezTo>
                <a:cubicBezTo>
                  <a:pt x="49454" y="4397"/>
                  <a:pt x="49667" y="4397"/>
                  <a:pt x="49880" y="4397"/>
                </a:cubicBezTo>
                <a:cubicBezTo>
                  <a:pt x="50332" y="4380"/>
                  <a:pt x="50785" y="4373"/>
                  <a:pt x="51238" y="4373"/>
                </a:cubicBezTo>
                <a:cubicBezTo>
                  <a:pt x="53155" y="4373"/>
                  <a:pt x="55068" y="4506"/>
                  <a:pt x="56962" y="4580"/>
                </a:cubicBezTo>
                <a:cubicBezTo>
                  <a:pt x="58390" y="4610"/>
                  <a:pt x="59910" y="4549"/>
                  <a:pt x="61308" y="4884"/>
                </a:cubicBezTo>
                <a:cubicBezTo>
                  <a:pt x="61643" y="4641"/>
                  <a:pt x="61977" y="4367"/>
                  <a:pt x="62372" y="4185"/>
                </a:cubicBezTo>
                <a:cubicBezTo>
                  <a:pt x="61643" y="3394"/>
                  <a:pt x="60427" y="3607"/>
                  <a:pt x="59363" y="3516"/>
                </a:cubicBezTo>
                <a:cubicBezTo>
                  <a:pt x="60396" y="3303"/>
                  <a:pt x="61703" y="3729"/>
                  <a:pt x="62463" y="2847"/>
                </a:cubicBezTo>
                <a:cubicBezTo>
                  <a:pt x="62251" y="2756"/>
                  <a:pt x="62068" y="2634"/>
                  <a:pt x="61855" y="2604"/>
                </a:cubicBezTo>
                <a:cubicBezTo>
                  <a:pt x="60184" y="2513"/>
                  <a:pt x="58542" y="2361"/>
                  <a:pt x="56871" y="2331"/>
                </a:cubicBezTo>
                <a:cubicBezTo>
                  <a:pt x="54986" y="2300"/>
                  <a:pt x="53071" y="2270"/>
                  <a:pt x="51187" y="2209"/>
                </a:cubicBezTo>
                <a:cubicBezTo>
                  <a:pt x="49971" y="2148"/>
                  <a:pt x="48816" y="1996"/>
                  <a:pt x="47661" y="1814"/>
                </a:cubicBezTo>
                <a:cubicBezTo>
                  <a:pt x="46464" y="1653"/>
                  <a:pt x="45197" y="1579"/>
                  <a:pt x="43939" y="1579"/>
                </a:cubicBezTo>
                <a:cubicBezTo>
                  <a:pt x="43537" y="1579"/>
                  <a:pt x="43135" y="1586"/>
                  <a:pt x="42737" y="1601"/>
                </a:cubicBezTo>
                <a:cubicBezTo>
                  <a:pt x="42573" y="1614"/>
                  <a:pt x="42409" y="1621"/>
                  <a:pt x="42243" y="1621"/>
                </a:cubicBezTo>
                <a:cubicBezTo>
                  <a:pt x="42009" y="1621"/>
                  <a:pt x="41770" y="1606"/>
                  <a:pt x="41521" y="1571"/>
                </a:cubicBezTo>
                <a:cubicBezTo>
                  <a:pt x="40526" y="1376"/>
                  <a:pt x="39519" y="1318"/>
                  <a:pt x="38507" y="1318"/>
                </a:cubicBezTo>
                <a:cubicBezTo>
                  <a:pt x="37942" y="1318"/>
                  <a:pt x="37376" y="1336"/>
                  <a:pt x="36809" y="1358"/>
                </a:cubicBezTo>
                <a:cubicBezTo>
                  <a:pt x="36726" y="1363"/>
                  <a:pt x="36563" y="1366"/>
                  <a:pt x="36347" y="1366"/>
                </a:cubicBezTo>
                <a:cubicBezTo>
                  <a:pt x="35303" y="1366"/>
                  <a:pt x="33022" y="1307"/>
                  <a:pt x="32493" y="1206"/>
                </a:cubicBezTo>
                <a:lnTo>
                  <a:pt x="32493" y="1206"/>
                </a:lnTo>
                <a:cubicBezTo>
                  <a:pt x="33071" y="1211"/>
                  <a:pt x="33641" y="1216"/>
                  <a:pt x="34207" y="1216"/>
                </a:cubicBezTo>
                <a:cubicBezTo>
                  <a:pt x="36738" y="1216"/>
                  <a:pt x="39175" y="1125"/>
                  <a:pt x="41733" y="628"/>
                </a:cubicBezTo>
                <a:cubicBezTo>
                  <a:pt x="41338" y="476"/>
                  <a:pt x="41247" y="385"/>
                  <a:pt x="41126" y="385"/>
                </a:cubicBezTo>
                <a:cubicBezTo>
                  <a:pt x="37782" y="142"/>
                  <a:pt x="34408" y="112"/>
                  <a:pt x="31065" y="20"/>
                </a:cubicBezTo>
                <a:cubicBezTo>
                  <a:pt x="30699" y="6"/>
                  <a:pt x="30328" y="0"/>
                  <a:pt x="299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54" name="Google Shape;3354;p13"/>
          <p:cNvGrpSpPr/>
          <p:nvPr/>
        </p:nvGrpSpPr>
        <p:grpSpPr>
          <a:xfrm rot="-1737551">
            <a:off x="7583498" y="4202165"/>
            <a:ext cx="3551950" cy="1617503"/>
            <a:chOff x="3427375" y="613525"/>
            <a:chExt cx="1481825" cy="674800"/>
          </a:xfrm>
        </p:grpSpPr>
        <p:sp>
          <p:nvSpPr>
            <p:cNvPr id="3355" name="Google Shape;3355;p1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1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1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1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1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1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1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1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1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1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1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1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1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1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1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1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1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1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1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1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1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1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1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1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1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1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1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1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1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1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1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1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1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1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1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1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1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1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1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1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1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1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1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1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1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1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1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1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1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1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1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1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1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1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1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1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1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1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1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1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1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1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1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1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1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1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1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1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1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1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1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1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1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1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1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1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1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1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1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1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1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1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1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1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1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1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1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1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1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1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1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1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1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1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1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1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1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1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1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1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1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1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1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1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1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1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1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1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1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1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1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1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1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1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1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1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1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1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1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1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1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1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1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1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1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1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1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1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1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1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1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1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1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1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1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1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1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1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1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1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1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1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1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1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1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1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1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1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1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1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1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1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1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1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1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1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1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1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1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1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1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1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1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1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1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1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1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1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1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1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1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1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1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1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1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1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1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1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1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1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5" name="Google Shape;3535;p13"/>
          <p:cNvGrpSpPr/>
          <p:nvPr/>
        </p:nvGrpSpPr>
        <p:grpSpPr>
          <a:xfrm rot="7116948">
            <a:off x="-1983765" y="-95514"/>
            <a:ext cx="3551920" cy="1617489"/>
            <a:chOff x="3427375" y="613525"/>
            <a:chExt cx="1481825" cy="674800"/>
          </a:xfrm>
        </p:grpSpPr>
        <p:sp>
          <p:nvSpPr>
            <p:cNvPr id="3536" name="Google Shape;3536;p1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1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1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1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1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1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1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1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1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1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1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1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1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1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1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1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1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1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1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1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1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1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1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1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1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1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1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1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1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1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1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1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1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1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1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1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1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1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1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1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1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1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1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1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1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1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1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1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1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1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1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1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1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1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1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1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1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1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1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1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1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1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1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1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1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1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1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1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1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1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1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1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1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1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1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1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1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1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1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1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1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1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1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1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1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1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1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1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1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1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1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1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1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1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1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1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1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1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1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1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1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1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1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1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1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1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1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1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1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1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1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1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1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1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1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1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1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1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1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1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1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1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1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1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1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1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1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1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1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1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1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1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1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1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1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1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1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1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1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1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1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1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1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1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1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1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1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1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1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1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1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1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1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1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1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1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1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1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1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1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1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1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1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1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1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1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1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1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1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1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1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1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1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1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1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1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1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1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1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1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16" name="Google Shape;3716;p13"/>
          <p:cNvSpPr/>
          <p:nvPr/>
        </p:nvSpPr>
        <p:spPr>
          <a:xfrm rot="-9291648">
            <a:off x="-1665490" y="2307784"/>
            <a:ext cx="3862724" cy="3636001"/>
          </a:xfrm>
          <a:custGeom>
            <a:rect b="b" l="l" r="r" t="t"/>
            <a:pathLst>
              <a:path extrusionOk="0" fill="none" h="36726" w="34292">
                <a:moveTo>
                  <a:pt x="2338" y="0"/>
                </a:moveTo>
                <a:cubicBezTo>
                  <a:pt x="434" y="3181"/>
                  <a:pt x="1" y="7230"/>
                  <a:pt x="1205" y="10748"/>
                </a:cubicBezTo>
                <a:cubicBezTo>
                  <a:pt x="2386" y="14290"/>
                  <a:pt x="5206" y="17206"/>
                  <a:pt x="8676" y="18580"/>
                </a:cubicBezTo>
                <a:cubicBezTo>
                  <a:pt x="10869" y="19423"/>
                  <a:pt x="13303" y="19688"/>
                  <a:pt x="15230" y="21038"/>
                </a:cubicBezTo>
                <a:cubicBezTo>
                  <a:pt x="19014" y="23712"/>
                  <a:pt x="19206" y="29375"/>
                  <a:pt x="22267" y="32870"/>
                </a:cubicBezTo>
                <a:cubicBezTo>
                  <a:pt x="25183" y="36195"/>
                  <a:pt x="30773" y="36725"/>
                  <a:pt x="34292" y="34026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7" name="Google Shape;3717;p13"/>
          <p:cNvSpPr/>
          <p:nvPr/>
        </p:nvSpPr>
        <p:spPr>
          <a:xfrm rot="-2331527">
            <a:off x="6358726" y="-692215"/>
            <a:ext cx="1902133" cy="1401531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1">
    <p:spTree>
      <p:nvGrpSpPr>
        <p:cNvPr id="3718" name="Shape 3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9" name="Google Shape;3719;p14"/>
          <p:cNvSpPr txBox="1"/>
          <p:nvPr>
            <p:ph type="title"/>
          </p:nvPr>
        </p:nvSpPr>
        <p:spPr>
          <a:xfrm>
            <a:off x="1820208" y="3330299"/>
            <a:ext cx="3772200" cy="40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700"/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None/>
              <a:defRPr sz="29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720" name="Google Shape;3720;p14"/>
          <p:cNvSpPr txBox="1"/>
          <p:nvPr>
            <p:ph idx="1" type="subTitle"/>
          </p:nvPr>
        </p:nvSpPr>
        <p:spPr>
          <a:xfrm>
            <a:off x="1097750" y="1450800"/>
            <a:ext cx="5217000" cy="143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721" name="Google Shape;3721;p14"/>
          <p:cNvGrpSpPr/>
          <p:nvPr/>
        </p:nvGrpSpPr>
        <p:grpSpPr>
          <a:xfrm>
            <a:off x="7603240" y="-466240"/>
            <a:ext cx="3222377" cy="1467420"/>
            <a:chOff x="3427375" y="613525"/>
            <a:chExt cx="1481825" cy="674800"/>
          </a:xfrm>
        </p:grpSpPr>
        <p:sp>
          <p:nvSpPr>
            <p:cNvPr id="3722" name="Google Shape;3722;p14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14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14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14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14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14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14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14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14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14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14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14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14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14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14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14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14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14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14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14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14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14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14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14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14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14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14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14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14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14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14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14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14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14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14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14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14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14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14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14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14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14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14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14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14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14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14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14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14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14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14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14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14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14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14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14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14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14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14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14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14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14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14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14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14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14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14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14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14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14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14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14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14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14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14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14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14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14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14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14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14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14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14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14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14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14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14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14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14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14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14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14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14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14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14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14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14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14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14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14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14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14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14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14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14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14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14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14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14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14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14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14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14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14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14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14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14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14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14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14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14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14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14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14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14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14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14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14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14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14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14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14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14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14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14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14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14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14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14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14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14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14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14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14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14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14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14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14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14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14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14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14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14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14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14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14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14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14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14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14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14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14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14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14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14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14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14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14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14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14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14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14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14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14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14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14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14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14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14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14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02" name="Google Shape;3902;p14"/>
          <p:cNvSpPr/>
          <p:nvPr/>
        </p:nvSpPr>
        <p:spPr>
          <a:xfrm rot="-10606485">
            <a:off x="7290903" y="3715791"/>
            <a:ext cx="1930260" cy="1465267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3" name="Google Shape;3903;p14"/>
          <p:cNvSpPr/>
          <p:nvPr/>
        </p:nvSpPr>
        <p:spPr>
          <a:xfrm rot="4231773">
            <a:off x="-1263370" y="3201409"/>
            <a:ext cx="2695868" cy="1357823"/>
          </a:xfrm>
          <a:custGeom>
            <a:rect b="b" l="l" r="r" t="t"/>
            <a:pathLst>
              <a:path extrusionOk="0" h="34875" w="69242">
                <a:moveTo>
                  <a:pt x="63776" y="6151"/>
                </a:moveTo>
                <a:cubicBezTo>
                  <a:pt x="64247" y="6151"/>
                  <a:pt x="64728" y="6322"/>
                  <a:pt x="65017" y="6665"/>
                </a:cubicBezTo>
                <a:cubicBezTo>
                  <a:pt x="64907" y="6630"/>
                  <a:pt x="64794" y="6617"/>
                  <a:pt x="64677" y="6617"/>
                </a:cubicBezTo>
                <a:cubicBezTo>
                  <a:pt x="64355" y="6617"/>
                  <a:pt x="64012" y="6716"/>
                  <a:pt x="63681" y="6716"/>
                </a:cubicBezTo>
                <a:cubicBezTo>
                  <a:pt x="63403" y="6716"/>
                  <a:pt x="63133" y="6647"/>
                  <a:pt x="62889" y="6392"/>
                </a:cubicBezTo>
                <a:cubicBezTo>
                  <a:pt x="63136" y="6231"/>
                  <a:pt x="63453" y="6151"/>
                  <a:pt x="63776" y="6151"/>
                </a:cubicBezTo>
                <a:close/>
                <a:moveTo>
                  <a:pt x="61488" y="6386"/>
                </a:moveTo>
                <a:cubicBezTo>
                  <a:pt x="61785" y="6386"/>
                  <a:pt x="62081" y="6457"/>
                  <a:pt x="62368" y="6457"/>
                </a:cubicBezTo>
                <a:cubicBezTo>
                  <a:pt x="62452" y="6457"/>
                  <a:pt x="62535" y="6451"/>
                  <a:pt x="62617" y="6435"/>
                </a:cubicBezTo>
                <a:lnTo>
                  <a:pt x="62617" y="6435"/>
                </a:lnTo>
                <a:cubicBezTo>
                  <a:pt x="62209" y="6532"/>
                  <a:pt x="61812" y="6776"/>
                  <a:pt x="61370" y="6776"/>
                </a:cubicBezTo>
                <a:cubicBezTo>
                  <a:pt x="61177" y="6776"/>
                  <a:pt x="60976" y="6729"/>
                  <a:pt x="60762" y="6604"/>
                </a:cubicBezTo>
                <a:cubicBezTo>
                  <a:pt x="61001" y="6433"/>
                  <a:pt x="61245" y="6386"/>
                  <a:pt x="61488" y="6386"/>
                </a:cubicBezTo>
                <a:close/>
                <a:moveTo>
                  <a:pt x="60647" y="19297"/>
                </a:moveTo>
                <a:cubicBezTo>
                  <a:pt x="60798" y="19297"/>
                  <a:pt x="60966" y="19329"/>
                  <a:pt x="61157" y="19401"/>
                </a:cubicBezTo>
                <a:cubicBezTo>
                  <a:pt x="61318" y="19463"/>
                  <a:pt x="61510" y="19474"/>
                  <a:pt x="61718" y="19474"/>
                </a:cubicBezTo>
                <a:cubicBezTo>
                  <a:pt x="61838" y="19474"/>
                  <a:pt x="61963" y="19471"/>
                  <a:pt x="62090" y="19471"/>
                </a:cubicBezTo>
                <a:cubicBezTo>
                  <a:pt x="62283" y="19471"/>
                  <a:pt x="62482" y="19479"/>
                  <a:pt x="62677" y="19522"/>
                </a:cubicBezTo>
                <a:cubicBezTo>
                  <a:pt x="62363" y="20131"/>
                  <a:pt x="61737" y="20448"/>
                  <a:pt x="60967" y="20448"/>
                </a:cubicBezTo>
                <a:cubicBezTo>
                  <a:pt x="60468" y="20448"/>
                  <a:pt x="59907" y="20314"/>
                  <a:pt x="59333" y="20039"/>
                </a:cubicBezTo>
                <a:cubicBezTo>
                  <a:pt x="59762" y="19706"/>
                  <a:pt x="60097" y="19297"/>
                  <a:pt x="60647" y="19297"/>
                </a:cubicBezTo>
                <a:close/>
                <a:moveTo>
                  <a:pt x="4925" y="24477"/>
                </a:moveTo>
                <a:cubicBezTo>
                  <a:pt x="5897" y="24477"/>
                  <a:pt x="6779" y="24629"/>
                  <a:pt x="7600" y="25146"/>
                </a:cubicBezTo>
                <a:cubicBezTo>
                  <a:pt x="7464" y="25127"/>
                  <a:pt x="7330" y="25120"/>
                  <a:pt x="7197" y="25120"/>
                </a:cubicBezTo>
                <a:cubicBezTo>
                  <a:pt x="6754" y="25120"/>
                  <a:pt x="6324" y="25200"/>
                  <a:pt x="5900" y="25200"/>
                </a:cubicBezTo>
                <a:cubicBezTo>
                  <a:pt x="5624" y="25200"/>
                  <a:pt x="5350" y="25166"/>
                  <a:pt x="5077" y="25054"/>
                </a:cubicBezTo>
                <a:cubicBezTo>
                  <a:pt x="4985" y="24781"/>
                  <a:pt x="5320" y="24963"/>
                  <a:pt x="5350" y="24811"/>
                </a:cubicBezTo>
                <a:cubicBezTo>
                  <a:pt x="5229" y="24720"/>
                  <a:pt x="5107" y="24629"/>
                  <a:pt x="4925" y="24477"/>
                </a:cubicBezTo>
                <a:close/>
                <a:moveTo>
                  <a:pt x="43436" y="27456"/>
                </a:moveTo>
                <a:cubicBezTo>
                  <a:pt x="43141" y="27536"/>
                  <a:pt x="42941" y="27806"/>
                  <a:pt x="42668" y="27806"/>
                </a:cubicBezTo>
                <a:cubicBezTo>
                  <a:pt x="42632" y="27806"/>
                  <a:pt x="42594" y="27801"/>
                  <a:pt x="42555" y="27790"/>
                </a:cubicBezTo>
                <a:lnTo>
                  <a:pt x="42555" y="27790"/>
                </a:lnTo>
                <a:cubicBezTo>
                  <a:pt x="42585" y="28155"/>
                  <a:pt x="42585" y="28459"/>
                  <a:pt x="42980" y="28611"/>
                </a:cubicBezTo>
                <a:cubicBezTo>
                  <a:pt x="43098" y="28640"/>
                  <a:pt x="43357" y="29038"/>
                  <a:pt x="42827" y="29038"/>
                </a:cubicBezTo>
                <a:cubicBezTo>
                  <a:pt x="42808" y="29038"/>
                  <a:pt x="42788" y="29037"/>
                  <a:pt x="42767" y="29036"/>
                </a:cubicBezTo>
                <a:lnTo>
                  <a:pt x="42767" y="29036"/>
                </a:lnTo>
                <a:cubicBezTo>
                  <a:pt x="42950" y="29188"/>
                  <a:pt x="43071" y="29279"/>
                  <a:pt x="43193" y="29371"/>
                </a:cubicBezTo>
                <a:cubicBezTo>
                  <a:pt x="43223" y="29462"/>
                  <a:pt x="43132" y="29462"/>
                  <a:pt x="43102" y="29462"/>
                </a:cubicBezTo>
                <a:cubicBezTo>
                  <a:pt x="42857" y="29579"/>
                  <a:pt x="42619" y="29624"/>
                  <a:pt x="42386" y="29624"/>
                </a:cubicBezTo>
                <a:cubicBezTo>
                  <a:pt x="41895" y="29624"/>
                  <a:pt x="41428" y="29424"/>
                  <a:pt x="40974" y="29279"/>
                </a:cubicBezTo>
                <a:cubicBezTo>
                  <a:pt x="40123" y="29006"/>
                  <a:pt x="39302" y="28823"/>
                  <a:pt x="38421" y="28823"/>
                </a:cubicBezTo>
                <a:cubicBezTo>
                  <a:pt x="38330" y="28580"/>
                  <a:pt x="38512" y="28428"/>
                  <a:pt x="38542" y="28246"/>
                </a:cubicBezTo>
                <a:cubicBezTo>
                  <a:pt x="38390" y="28033"/>
                  <a:pt x="38056" y="28033"/>
                  <a:pt x="37934" y="27638"/>
                </a:cubicBezTo>
                <a:lnTo>
                  <a:pt x="37934" y="27638"/>
                </a:lnTo>
                <a:cubicBezTo>
                  <a:pt x="38204" y="27651"/>
                  <a:pt x="38471" y="27657"/>
                  <a:pt x="38737" y="27657"/>
                </a:cubicBezTo>
                <a:cubicBezTo>
                  <a:pt x="40332" y="27657"/>
                  <a:pt x="41873" y="27456"/>
                  <a:pt x="43436" y="27456"/>
                </a:cubicBezTo>
                <a:close/>
                <a:moveTo>
                  <a:pt x="39241" y="30769"/>
                </a:moveTo>
                <a:cubicBezTo>
                  <a:pt x="39728" y="30982"/>
                  <a:pt x="40396" y="30678"/>
                  <a:pt x="40944" y="31437"/>
                </a:cubicBezTo>
                <a:cubicBezTo>
                  <a:pt x="40214" y="31255"/>
                  <a:pt x="39697" y="31103"/>
                  <a:pt x="39181" y="30951"/>
                </a:cubicBezTo>
                <a:cubicBezTo>
                  <a:pt x="39211" y="30890"/>
                  <a:pt x="39211" y="30830"/>
                  <a:pt x="39241" y="30769"/>
                </a:cubicBezTo>
                <a:close/>
                <a:moveTo>
                  <a:pt x="37589" y="0"/>
                </a:moveTo>
                <a:cubicBezTo>
                  <a:pt x="36735" y="0"/>
                  <a:pt x="35889" y="233"/>
                  <a:pt x="35031" y="233"/>
                </a:cubicBezTo>
                <a:cubicBezTo>
                  <a:pt x="34925" y="233"/>
                  <a:pt x="34819" y="229"/>
                  <a:pt x="34712" y="221"/>
                </a:cubicBezTo>
                <a:cubicBezTo>
                  <a:pt x="34241" y="172"/>
                  <a:pt x="33769" y="122"/>
                  <a:pt x="33314" y="122"/>
                </a:cubicBezTo>
                <a:cubicBezTo>
                  <a:pt x="33212" y="122"/>
                  <a:pt x="33111" y="124"/>
                  <a:pt x="33010" y="130"/>
                </a:cubicBezTo>
                <a:cubicBezTo>
                  <a:pt x="31521" y="191"/>
                  <a:pt x="30032" y="221"/>
                  <a:pt x="28542" y="221"/>
                </a:cubicBezTo>
                <a:cubicBezTo>
                  <a:pt x="26776" y="221"/>
                  <a:pt x="25010" y="497"/>
                  <a:pt x="23245" y="497"/>
                </a:cubicBezTo>
                <a:cubicBezTo>
                  <a:pt x="23156" y="497"/>
                  <a:pt x="23068" y="496"/>
                  <a:pt x="22980" y="495"/>
                </a:cubicBezTo>
                <a:cubicBezTo>
                  <a:pt x="22300" y="495"/>
                  <a:pt x="21631" y="442"/>
                  <a:pt x="20961" y="442"/>
                </a:cubicBezTo>
                <a:cubicBezTo>
                  <a:pt x="20491" y="442"/>
                  <a:pt x="20021" y="468"/>
                  <a:pt x="19545" y="556"/>
                </a:cubicBezTo>
                <a:cubicBezTo>
                  <a:pt x="19059" y="647"/>
                  <a:pt x="18603" y="890"/>
                  <a:pt x="18086" y="920"/>
                </a:cubicBezTo>
                <a:cubicBezTo>
                  <a:pt x="16384" y="951"/>
                  <a:pt x="14682" y="1012"/>
                  <a:pt x="12980" y="1042"/>
                </a:cubicBezTo>
                <a:cubicBezTo>
                  <a:pt x="11723" y="1042"/>
                  <a:pt x="10453" y="1028"/>
                  <a:pt x="9188" y="1028"/>
                </a:cubicBezTo>
                <a:cubicBezTo>
                  <a:pt x="8555" y="1028"/>
                  <a:pt x="7924" y="1032"/>
                  <a:pt x="7296" y="1042"/>
                </a:cubicBezTo>
                <a:cubicBezTo>
                  <a:pt x="6049" y="1072"/>
                  <a:pt x="4773" y="1072"/>
                  <a:pt x="3557" y="1467"/>
                </a:cubicBezTo>
                <a:cubicBezTo>
                  <a:pt x="3314" y="1559"/>
                  <a:pt x="2919" y="1498"/>
                  <a:pt x="2888" y="1954"/>
                </a:cubicBezTo>
                <a:cubicBezTo>
                  <a:pt x="3800" y="2714"/>
                  <a:pt x="4742" y="2774"/>
                  <a:pt x="6019" y="3018"/>
                </a:cubicBezTo>
                <a:cubicBezTo>
                  <a:pt x="5628" y="3478"/>
                  <a:pt x="5080" y="3642"/>
                  <a:pt x="4574" y="3642"/>
                </a:cubicBezTo>
                <a:cubicBezTo>
                  <a:pt x="4411" y="3642"/>
                  <a:pt x="4252" y="3625"/>
                  <a:pt x="4104" y="3595"/>
                </a:cubicBezTo>
                <a:cubicBezTo>
                  <a:pt x="3986" y="3572"/>
                  <a:pt x="3876" y="3561"/>
                  <a:pt x="3771" y="3561"/>
                </a:cubicBezTo>
                <a:cubicBezTo>
                  <a:pt x="3200" y="3561"/>
                  <a:pt x="2799" y="3871"/>
                  <a:pt x="2311" y="4051"/>
                </a:cubicBezTo>
                <a:cubicBezTo>
                  <a:pt x="2280" y="3778"/>
                  <a:pt x="2189" y="3474"/>
                  <a:pt x="2189" y="3200"/>
                </a:cubicBezTo>
                <a:cubicBezTo>
                  <a:pt x="2189" y="2653"/>
                  <a:pt x="2219" y="2653"/>
                  <a:pt x="2007" y="2501"/>
                </a:cubicBezTo>
                <a:cubicBezTo>
                  <a:pt x="1855" y="2562"/>
                  <a:pt x="1885" y="2805"/>
                  <a:pt x="1824" y="2835"/>
                </a:cubicBezTo>
                <a:cubicBezTo>
                  <a:pt x="1004" y="3413"/>
                  <a:pt x="1125" y="4477"/>
                  <a:pt x="548" y="5176"/>
                </a:cubicBezTo>
                <a:cubicBezTo>
                  <a:pt x="487" y="5267"/>
                  <a:pt x="457" y="5388"/>
                  <a:pt x="457" y="5510"/>
                </a:cubicBezTo>
                <a:cubicBezTo>
                  <a:pt x="365" y="7303"/>
                  <a:pt x="244" y="9066"/>
                  <a:pt x="305" y="10860"/>
                </a:cubicBezTo>
                <a:cubicBezTo>
                  <a:pt x="365" y="11863"/>
                  <a:pt x="335" y="12896"/>
                  <a:pt x="305" y="13899"/>
                </a:cubicBezTo>
                <a:cubicBezTo>
                  <a:pt x="305" y="14993"/>
                  <a:pt x="335" y="16057"/>
                  <a:pt x="213" y="17152"/>
                </a:cubicBezTo>
                <a:cubicBezTo>
                  <a:pt x="1" y="18702"/>
                  <a:pt x="426" y="20161"/>
                  <a:pt x="1004" y="21589"/>
                </a:cubicBezTo>
                <a:cubicBezTo>
                  <a:pt x="1247" y="22197"/>
                  <a:pt x="1764" y="22866"/>
                  <a:pt x="1064" y="23504"/>
                </a:cubicBezTo>
                <a:cubicBezTo>
                  <a:pt x="1034" y="23565"/>
                  <a:pt x="1004" y="23656"/>
                  <a:pt x="1034" y="23717"/>
                </a:cubicBezTo>
                <a:cubicBezTo>
                  <a:pt x="1490" y="24325"/>
                  <a:pt x="1277" y="25146"/>
                  <a:pt x="1672" y="25814"/>
                </a:cubicBezTo>
                <a:cubicBezTo>
                  <a:pt x="1794" y="26027"/>
                  <a:pt x="2098" y="26270"/>
                  <a:pt x="1946" y="26635"/>
                </a:cubicBezTo>
                <a:cubicBezTo>
                  <a:pt x="1794" y="26665"/>
                  <a:pt x="1642" y="26696"/>
                  <a:pt x="1490" y="26726"/>
                </a:cubicBezTo>
                <a:cubicBezTo>
                  <a:pt x="1703" y="27121"/>
                  <a:pt x="1247" y="27243"/>
                  <a:pt x="1156" y="27486"/>
                </a:cubicBezTo>
                <a:cubicBezTo>
                  <a:pt x="1277" y="27881"/>
                  <a:pt x="1672" y="27881"/>
                  <a:pt x="1976" y="28094"/>
                </a:cubicBezTo>
                <a:cubicBezTo>
                  <a:pt x="1794" y="28580"/>
                  <a:pt x="1095" y="28763"/>
                  <a:pt x="1216" y="29340"/>
                </a:cubicBezTo>
                <a:cubicBezTo>
                  <a:pt x="1520" y="29918"/>
                  <a:pt x="2584" y="29431"/>
                  <a:pt x="2645" y="30434"/>
                </a:cubicBezTo>
                <a:cubicBezTo>
                  <a:pt x="2485" y="30422"/>
                  <a:pt x="2326" y="30414"/>
                  <a:pt x="2169" y="30414"/>
                </a:cubicBezTo>
                <a:cubicBezTo>
                  <a:pt x="1581" y="30414"/>
                  <a:pt x="1021" y="30518"/>
                  <a:pt x="517" y="30830"/>
                </a:cubicBezTo>
                <a:cubicBezTo>
                  <a:pt x="305" y="30951"/>
                  <a:pt x="153" y="31042"/>
                  <a:pt x="183" y="31286"/>
                </a:cubicBezTo>
                <a:cubicBezTo>
                  <a:pt x="305" y="31772"/>
                  <a:pt x="1399" y="32653"/>
                  <a:pt x="1916" y="32653"/>
                </a:cubicBezTo>
                <a:cubicBezTo>
                  <a:pt x="2919" y="32653"/>
                  <a:pt x="3922" y="32441"/>
                  <a:pt x="4925" y="32380"/>
                </a:cubicBezTo>
                <a:cubicBezTo>
                  <a:pt x="5606" y="32336"/>
                  <a:pt x="6292" y="32328"/>
                  <a:pt x="6980" y="32328"/>
                </a:cubicBezTo>
                <a:cubicBezTo>
                  <a:pt x="7435" y="32328"/>
                  <a:pt x="7891" y="32332"/>
                  <a:pt x="8348" y="32332"/>
                </a:cubicBezTo>
                <a:cubicBezTo>
                  <a:pt x="9140" y="32332"/>
                  <a:pt x="9935" y="32320"/>
                  <a:pt x="10730" y="32258"/>
                </a:cubicBezTo>
                <a:cubicBezTo>
                  <a:pt x="11023" y="32232"/>
                  <a:pt x="11321" y="32221"/>
                  <a:pt x="11621" y="32221"/>
                </a:cubicBezTo>
                <a:cubicBezTo>
                  <a:pt x="12379" y="32221"/>
                  <a:pt x="13151" y="32293"/>
                  <a:pt x="13891" y="32380"/>
                </a:cubicBezTo>
                <a:cubicBezTo>
                  <a:pt x="14591" y="32471"/>
                  <a:pt x="15350" y="32501"/>
                  <a:pt x="16080" y="32836"/>
                </a:cubicBezTo>
                <a:cubicBezTo>
                  <a:pt x="15928" y="32905"/>
                  <a:pt x="15795" y="32924"/>
                  <a:pt x="15672" y="32924"/>
                </a:cubicBezTo>
                <a:cubicBezTo>
                  <a:pt x="15525" y="32924"/>
                  <a:pt x="15392" y="32896"/>
                  <a:pt x="15259" y="32896"/>
                </a:cubicBezTo>
                <a:cubicBezTo>
                  <a:pt x="14487" y="32910"/>
                  <a:pt x="13708" y="32936"/>
                  <a:pt x="12932" y="32936"/>
                </a:cubicBezTo>
                <a:cubicBezTo>
                  <a:pt x="11967" y="32936"/>
                  <a:pt x="11005" y="32896"/>
                  <a:pt x="10062" y="32745"/>
                </a:cubicBezTo>
                <a:cubicBezTo>
                  <a:pt x="9509" y="32666"/>
                  <a:pt x="8956" y="32587"/>
                  <a:pt x="8403" y="32587"/>
                </a:cubicBezTo>
                <a:cubicBezTo>
                  <a:pt x="8318" y="32587"/>
                  <a:pt x="8232" y="32588"/>
                  <a:pt x="8147" y="32593"/>
                </a:cubicBezTo>
                <a:cubicBezTo>
                  <a:pt x="7843" y="32593"/>
                  <a:pt x="7812" y="32714"/>
                  <a:pt x="7721" y="32836"/>
                </a:cubicBezTo>
                <a:cubicBezTo>
                  <a:pt x="7934" y="32988"/>
                  <a:pt x="8177" y="33079"/>
                  <a:pt x="8329" y="33231"/>
                </a:cubicBezTo>
                <a:cubicBezTo>
                  <a:pt x="9059" y="34082"/>
                  <a:pt x="9970" y="34538"/>
                  <a:pt x="11095" y="34599"/>
                </a:cubicBezTo>
                <a:cubicBezTo>
                  <a:pt x="11165" y="34601"/>
                  <a:pt x="11235" y="34602"/>
                  <a:pt x="11304" y="34602"/>
                </a:cubicBezTo>
                <a:cubicBezTo>
                  <a:pt x="11706" y="34602"/>
                  <a:pt x="12107" y="34567"/>
                  <a:pt x="12500" y="34567"/>
                </a:cubicBezTo>
                <a:cubicBezTo>
                  <a:pt x="12871" y="34567"/>
                  <a:pt x="13235" y="34598"/>
                  <a:pt x="13587" y="34720"/>
                </a:cubicBezTo>
                <a:cubicBezTo>
                  <a:pt x="13923" y="34851"/>
                  <a:pt x="14259" y="34867"/>
                  <a:pt x="14594" y="34867"/>
                </a:cubicBezTo>
                <a:cubicBezTo>
                  <a:pt x="14705" y="34867"/>
                  <a:pt x="14815" y="34865"/>
                  <a:pt x="14926" y="34865"/>
                </a:cubicBezTo>
                <a:cubicBezTo>
                  <a:pt x="15027" y="34865"/>
                  <a:pt x="15128" y="34867"/>
                  <a:pt x="15229" y="34872"/>
                </a:cubicBezTo>
                <a:cubicBezTo>
                  <a:pt x="15262" y="34874"/>
                  <a:pt x="15295" y="34874"/>
                  <a:pt x="15328" y="34874"/>
                </a:cubicBezTo>
                <a:cubicBezTo>
                  <a:pt x="16019" y="34874"/>
                  <a:pt x="16686" y="34597"/>
                  <a:pt x="17352" y="34597"/>
                </a:cubicBezTo>
                <a:cubicBezTo>
                  <a:pt x="17384" y="34597"/>
                  <a:pt x="17416" y="34597"/>
                  <a:pt x="17448" y="34599"/>
                </a:cubicBezTo>
                <a:cubicBezTo>
                  <a:pt x="17611" y="34605"/>
                  <a:pt x="17775" y="34608"/>
                  <a:pt x="17939" y="34608"/>
                </a:cubicBezTo>
                <a:cubicBezTo>
                  <a:pt x="19325" y="34608"/>
                  <a:pt x="20709" y="34391"/>
                  <a:pt x="22068" y="34173"/>
                </a:cubicBezTo>
                <a:cubicBezTo>
                  <a:pt x="23177" y="33997"/>
                  <a:pt x="24286" y="33778"/>
                  <a:pt x="25378" y="33778"/>
                </a:cubicBezTo>
                <a:cubicBezTo>
                  <a:pt x="25603" y="33778"/>
                  <a:pt x="25827" y="33788"/>
                  <a:pt x="26050" y="33808"/>
                </a:cubicBezTo>
                <a:cubicBezTo>
                  <a:pt x="26240" y="33832"/>
                  <a:pt x="26428" y="33841"/>
                  <a:pt x="26615" y="33841"/>
                </a:cubicBezTo>
                <a:cubicBezTo>
                  <a:pt x="27615" y="33841"/>
                  <a:pt x="28584" y="33564"/>
                  <a:pt x="29571" y="33564"/>
                </a:cubicBezTo>
                <a:cubicBezTo>
                  <a:pt x="29613" y="33564"/>
                  <a:pt x="29655" y="33564"/>
                  <a:pt x="29697" y="33565"/>
                </a:cubicBezTo>
                <a:cubicBezTo>
                  <a:pt x="29978" y="33583"/>
                  <a:pt x="30279" y="33600"/>
                  <a:pt x="30577" y="33600"/>
                </a:cubicBezTo>
                <a:cubicBezTo>
                  <a:pt x="30795" y="33600"/>
                  <a:pt x="31011" y="33591"/>
                  <a:pt x="31217" y="33565"/>
                </a:cubicBezTo>
                <a:cubicBezTo>
                  <a:pt x="32615" y="33474"/>
                  <a:pt x="34044" y="33322"/>
                  <a:pt x="35442" y="33322"/>
                </a:cubicBezTo>
                <a:cubicBezTo>
                  <a:pt x="35746" y="33322"/>
                  <a:pt x="36050" y="33261"/>
                  <a:pt x="36323" y="33231"/>
                </a:cubicBezTo>
                <a:cubicBezTo>
                  <a:pt x="36668" y="33231"/>
                  <a:pt x="37014" y="32987"/>
                  <a:pt x="37359" y="32987"/>
                </a:cubicBezTo>
                <a:cubicBezTo>
                  <a:pt x="37469" y="32987"/>
                  <a:pt x="37580" y="33012"/>
                  <a:pt x="37691" y="33079"/>
                </a:cubicBezTo>
                <a:cubicBezTo>
                  <a:pt x="38056" y="33352"/>
                  <a:pt x="38482" y="33292"/>
                  <a:pt x="38877" y="33352"/>
                </a:cubicBezTo>
                <a:cubicBezTo>
                  <a:pt x="38927" y="33360"/>
                  <a:pt x="38976" y="33363"/>
                  <a:pt x="39024" y="33363"/>
                </a:cubicBezTo>
                <a:cubicBezTo>
                  <a:pt x="39303" y="33363"/>
                  <a:pt x="39548" y="33250"/>
                  <a:pt x="39844" y="33250"/>
                </a:cubicBezTo>
                <a:cubicBezTo>
                  <a:pt x="39895" y="33250"/>
                  <a:pt x="39947" y="33253"/>
                  <a:pt x="40001" y="33261"/>
                </a:cubicBezTo>
                <a:cubicBezTo>
                  <a:pt x="41215" y="33435"/>
                  <a:pt x="42388" y="33850"/>
                  <a:pt x="43636" y="33850"/>
                </a:cubicBezTo>
                <a:cubicBezTo>
                  <a:pt x="43920" y="33850"/>
                  <a:pt x="44207" y="33829"/>
                  <a:pt x="44500" y="33778"/>
                </a:cubicBezTo>
                <a:cubicBezTo>
                  <a:pt x="45351" y="33626"/>
                  <a:pt x="46232" y="33839"/>
                  <a:pt x="47084" y="33504"/>
                </a:cubicBezTo>
                <a:cubicBezTo>
                  <a:pt x="46871" y="32349"/>
                  <a:pt x="45625" y="32319"/>
                  <a:pt x="44956" y="31498"/>
                </a:cubicBezTo>
                <a:lnTo>
                  <a:pt x="44956" y="31498"/>
                </a:lnTo>
                <a:cubicBezTo>
                  <a:pt x="45109" y="31519"/>
                  <a:pt x="45257" y="31530"/>
                  <a:pt x="45398" y="31530"/>
                </a:cubicBezTo>
                <a:cubicBezTo>
                  <a:pt x="46070" y="31530"/>
                  <a:pt x="46623" y="31303"/>
                  <a:pt x="47175" y="30951"/>
                </a:cubicBezTo>
                <a:cubicBezTo>
                  <a:pt x="46658" y="30130"/>
                  <a:pt x="45746" y="30009"/>
                  <a:pt x="45017" y="29583"/>
                </a:cubicBezTo>
                <a:cubicBezTo>
                  <a:pt x="45290" y="29188"/>
                  <a:pt x="45685" y="29371"/>
                  <a:pt x="46020" y="29279"/>
                </a:cubicBezTo>
                <a:cubicBezTo>
                  <a:pt x="46111" y="28307"/>
                  <a:pt x="45898" y="27912"/>
                  <a:pt x="44895" y="27364"/>
                </a:cubicBezTo>
                <a:cubicBezTo>
                  <a:pt x="45057" y="27364"/>
                  <a:pt x="45192" y="27351"/>
                  <a:pt x="45318" y="27351"/>
                </a:cubicBezTo>
                <a:cubicBezTo>
                  <a:pt x="45381" y="27351"/>
                  <a:pt x="45442" y="27354"/>
                  <a:pt x="45503" y="27364"/>
                </a:cubicBezTo>
                <a:cubicBezTo>
                  <a:pt x="46099" y="27486"/>
                  <a:pt x="46694" y="27530"/>
                  <a:pt x="47290" y="27530"/>
                </a:cubicBezTo>
                <a:cubicBezTo>
                  <a:pt x="48031" y="27530"/>
                  <a:pt x="48773" y="27462"/>
                  <a:pt x="49515" y="27395"/>
                </a:cubicBezTo>
                <a:cubicBezTo>
                  <a:pt x="49800" y="27371"/>
                  <a:pt x="50067" y="27236"/>
                  <a:pt x="50358" y="27236"/>
                </a:cubicBezTo>
                <a:cubicBezTo>
                  <a:pt x="50439" y="27236"/>
                  <a:pt x="50523" y="27247"/>
                  <a:pt x="50609" y="27273"/>
                </a:cubicBezTo>
                <a:cubicBezTo>
                  <a:pt x="51187" y="27425"/>
                  <a:pt x="51795" y="27516"/>
                  <a:pt x="52403" y="27516"/>
                </a:cubicBezTo>
                <a:cubicBezTo>
                  <a:pt x="53223" y="27516"/>
                  <a:pt x="53983" y="27273"/>
                  <a:pt x="54774" y="27243"/>
                </a:cubicBezTo>
                <a:cubicBezTo>
                  <a:pt x="56810" y="27182"/>
                  <a:pt x="58847" y="27273"/>
                  <a:pt x="60883" y="27091"/>
                </a:cubicBezTo>
                <a:cubicBezTo>
                  <a:pt x="61390" y="27050"/>
                  <a:pt x="61893" y="27040"/>
                  <a:pt x="62394" y="27040"/>
                </a:cubicBezTo>
                <a:cubicBezTo>
                  <a:pt x="62895" y="27040"/>
                  <a:pt x="63394" y="27050"/>
                  <a:pt x="63891" y="27050"/>
                </a:cubicBezTo>
                <a:cubicBezTo>
                  <a:pt x="64389" y="27050"/>
                  <a:pt x="64885" y="27040"/>
                  <a:pt x="65382" y="27000"/>
                </a:cubicBezTo>
                <a:cubicBezTo>
                  <a:pt x="66598" y="26909"/>
                  <a:pt x="67753" y="26787"/>
                  <a:pt x="68847" y="26361"/>
                </a:cubicBezTo>
                <a:cubicBezTo>
                  <a:pt x="68816" y="26088"/>
                  <a:pt x="68786" y="25845"/>
                  <a:pt x="68786" y="25723"/>
                </a:cubicBezTo>
                <a:cubicBezTo>
                  <a:pt x="67935" y="25054"/>
                  <a:pt x="66841" y="25480"/>
                  <a:pt x="66081" y="24781"/>
                </a:cubicBezTo>
                <a:cubicBezTo>
                  <a:pt x="66415" y="24447"/>
                  <a:pt x="66871" y="24477"/>
                  <a:pt x="67266" y="24355"/>
                </a:cubicBezTo>
                <a:cubicBezTo>
                  <a:pt x="67844" y="24143"/>
                  <a:pt x="68026" y="23839"/>
                  <a:pt x="67661" y="23383"/>
                </a:cubicBezTo>
                <a:cubicBezTo>
                  <a:pt x="67509" y="23187"/>
                  <a:pt x="67279" y="23100"/>
                  <a:pt x="67026" y="23100"/>
                </a:cubicBezTo>
                <a:cubicBezTo>
                  <a:pt x="66926" y="23100"/>
                  <a:pt x="66823" y="23114"/>
                  <a:pt x="66719" y="23140"/>
                </a:cubicBezTo>
                <a:cubicBezTo>
                  <a:pt x="66573" y="23184"/>
                  <a:pt x="66427" y="23217"/>
                  <a:pt x="66279" y="23217"/>
                </a:cubicBezTo>
                <a:cubicBezTo>
                  <a:pt x="66027" y="23217"/>
                  <a:pt x="65771" y="23123"/>
                  <a:pt x="65503" y="22836"/>
                </a:cubicBezTo>
                <a:cubicBezTo>
                  <a:pt x="66202" y="22744"/>
                  <a:pt x="66233" y="22045"/>
                  <a:pt x="66719" y="21832"/>
                </a:cubicBezTo>
                <a:cubicBezTo>
                  <a:pt x="66902" y="21741"/>
                  <a:pt x="66902" y="21529"/>
                  <a:pt x="66841" y="21498"/>
                </a:cubicBezTo>
                <a:cubicBezTo>
                  <a:pt x="66214" y="21140"/>
                  <a:pt x="65909" y="20312"/>
                  <a:pt x="65092" y="20312"/>
                </a:cubicBezTo>
                <a:cubicBezTo>
                  <a:pt x="65077" y="20312"/>
                  <a:pt x="65062" y="20312"/>
                  <a:pt x="65047" y="20313"/>
                </a:cubicBezTo>
                <a:cubicBezTo>
                  <a:pt x="65022" y="20314"/>
                  <a:pt x="64996" y="20314"/>
                  <a:pt x="64971" y="20314"/>
                </a:cubicBezTo>
                <a:cubicBezTo>
                  <a:pt x="64160" y="20314"/>
                  <a:pt x="63566" y="19849"/>
                  <a:pt x="62859" y="19614"/>
                </a:cubicBezTo>
                <a:cubicBezTo>
                  <a:pt x="63862" y="19340"/>
                  <a:pt x="64865" y="19431"/>
                  <a:pt x="65868" y="19310"/>
                </a:cubicBezTo>
                <a:cubicBezTo>
                  <a:pt x="66628" y="19249"/>
                  <a:pt x="67479" y="19310"/>
                  <a:pt x="68026" y="18611"/>
                </a:cubicBezTo>
                <a:cubicBezTo>
                  <a:pt x="67783" y="18276"/>
                  <a:pt x="67327" y="18185"/>
                  <a:pt x="67054" y="17911"/>
                </a:cubicBezTo>
                <a:cubicBezTo>
                  <a:pt x="66447" y="17305"/>
                  <a:pt x="65698" y="17146"/>
                  <a:pt x="64956" y="17146"/>
                </a:cubicBezTo>
                <a:cubicBezTo>
                  <a:pt x="64731" y="17146"/>
                  <a:pt x="64507" y="17161"/>
                  <a:pt x="64288" y="17182"/>
                </a:cubicBezTo>
                <a:cubicBezTo>
                  <a:pt x="62950" y="17273"/>
                  <a:pt x="61643" y="17395"/>
                  <a:pt x="60306" y="17395"/>
                </a:cubicBezTo>
                <a:cubicBezTo>
                  <a:pt x="59850" y="17395"/>
                  <a:pt x="59850" y="17395"/>
                  <a:pt x="59546" y="16908"/>
                </a:cubicBezTo>
                <a:cubicBezTo>
                  <a:pt x="60694" y="16626"/>
                  <a:pt x="61842" y="16534"/>
                  <a:pt x="62991" y="16534"/>
                </a:cubicBezTo>
                <a:cubicBezTo>
                  <a:pt x="63940" y="16534"/>
                  <a:pt x="64889" y="16596"/>
                  <a:pt x="65838" y="16665"/>
                </a:cubicBezTo>
                <a:cubicBezTo>
                  <a:pt x="66173" y="16710"/>
                  <a:pt x="66558" y="16853"/>
                  <a:pt x="66895" y="16853"/>
                </a:cubicBezTo>
                <a:cubicBezTo>
                  <a:pt x="67017" y="16853"/>
                  <a:pt x="67132" y="16835"/>
                  <a:pt x="67236" y="16787"/>
                </a:cubicBezTo>
                <a:cubicBezTo>
                  <a:pt x="67661" y="16604"/>
                  <a:pt x="68026" y="16149"/>
                  <a:pt x="68300" y="15693"/>
                </a:cubicBezTo>
                <a:cubicBezTo>
                  <a:pt x="68421" y="15510"/>
                  <a:pt x="68239" y="15115"/>
                  <a:pt x="68209" y="14811"/>
                </a:cubicBezTo>
                <a:cubicBezTo>
                  <a:pt x="67175" y="14507"/>
                  <a:pt x="66111" y="14477"/>
                  <a:pt x="65108" y="14386"/>
                </a:cubicBezTo>
                <a:cubicBezTo>
                  <a:pt x="64525" y="14321"/>
                  <a:pt x="63957" y="14179"/>
                  <a:pt x="63382" y="14179"/>
                </a:cubicBezTo>
                <a:cubicBezTo>
                  <a:pt x="63148" y="14179"/>
                  <a:pt x="62914" y="14203"/>
                  <a:pt x="62677" y="14264"/>
                </a:cubicBezTo>
                <a:cubicBezTo>
                  <a:pt x="62632" y="14274"/>
                  <a:pt x="62592" y="14279"/>
                  <a:pt x="62556" y="14279"/>
                </a:cubicBezTo>
                <a:cubicBezTo>
                  <a:pt x="62270" y="14279"/>
                  <a:pt x="62238" y="13973"/>
                  <a:pt x="62373" y="13595"/>
                </a:cubicBezTo>
                <a:cubicBezTo>
                  <a:pt x="62708" y="13562"/>
                  <a:pt x="63045" y="13549"/>
                  <a:pt x="63382" y="13549"/>
                </a:cubicBezTo>
                <a:cubicBezTo>
                  <a:pt x="64724" y="13549"/>
                  <a:pt x="66072" y="13759"/>
                  <a:pt x="67405" y="13759"/>
                </a:cubicBezTo>
                <a:cubicBezTo>
                  <a:pt x="67888" y="13759"/>
                  <a:pt x="68369" y="13731"/>
                  <a:pt x="68847" y="13656"/>
                </a:cubicBezTo>
                <a:cubicBezTo>
                  <a:pt x="68634" y="13322"/>
                  <a:pt x="68877" y="12805"/>
                  <a:pt x="68634" y="12531"/>
                </a:cubicBezTo>
                <a:cubicBezTo>
                  <a:pt x="66324" y="11863"/>
                  <a:pt x="64014" y="11863"/>
                  <a:pt x="61734" y="11468"/>
                </a:cubicBezTo>
                <a:cubicBezTo>
                  <a:pt x="61917" y="11072"/>
                  <a:pt x="62494" y="11316"/>
                  <a:pt x="62555" y="10829"/>
                </a:cubicBezTo>
                <a:cubicBezTo>
                  <a:pt x="61765" y="10434"/>
                  <a:pt x="60731" y="11012"/>
                  <a:pt x="60063" y="10130"/>
                </a:cubicBezTo>
                <a:cubicBezTo>
                  <a:pt x="60451" y="10067"/>
                  <a:pt x="60730" y="10033"/>
                  <a:pt x="60956" y="10033"/>
                </a:cubicBezTo>
                <a:cubicBezTo>
                  <a:pt x="61385" y="10033"/>
                  <a:pt x="61620" y="10156"/>
                  <a:pt x="62038" y="10434"/>
                </a:cubicBezTo>
                <a:cubicBezTo>
                  <a:pt x="62480" y="10264"/>
                  <a:pt x="63319" y="10161"/>
                  <a:pt x="64085" y="10161"/>
                </a:cubicBezTo>
                <a:cubicBezTo>
                  <a:pt x="64691" y="10161"/>
                  <a:pt x="65252" y="10226"/>
                  <a:pt x="65534" y="10373"/>
                </a:cubicBezTo>
                <a:cubicBezTo>
                  <a:pt x="65871" y="10537"/>
                  <a:pt x="66191" y="10604"/>
                  <a:pt x="66500" y="10604"/>
                </a:cubicBezTo>
                <a:cubicBezTo>
                  <a:pt x="67109" y="10604"/>
                  <a:pt x="67674" y="10342"/>
                  <a:pt x="68239" y="10039"/>
                </a:cubicBezTo>
                <a:cubicBezTo>
                  <a:pt x="68239" y="10039"/>
                  <a:pt x="68269" y="10009"/>
                  <a:pt x="68300" y="9978"/>
                </a:cubicBezTo>
                <a:cubicBezTo>
                  <a:pt x="68209" y="9917"/>
                  <a:pt x="68117" y="9887"/>
                  <a:pt x="67996" y="9826"/>
                </a:cubicBezTo>
                <a:cubicBezTo>
                  <a:pt x="68330" y="9644"/>
                  <a:pt x="68482" y="9340"/>
                  <a:pt x="68513" y="8975"/>
                </a:cubicBezTo>
                <a:cubicBezTo>
                  <a:pt x="68361" y="8945"/>
                  <a:pt x="68209" y="8975"/>
                  <a:pt x="68148" y="8914"/>
                </a:cubicBezTo>
                <a:cubicBezTo>
                  <a:pt x="67905" y="8732"/>
                  <a:pt x="67418" y="8975"/>
                  <a:pt x="67388" y="8519"/>
                </a:cubicBezTo>
                <a:cubicBezTo>
                  <a:pt x="67357" y="8246"/>
                  <a:pt x="67540" y="8033"/>
                  <a:pt x="67874" y="7911"/>
                </a:cubicBezTo>
                <a:cubicBezTo>
                  <a:pt x="68087" y="7851"/>
                  <a:pt x="68026" y="7486"/>
                  <a:pt x="67813" y="7364"/>
                </a:cubicBezTo>
                <a:cubicBezTo>
                  <a:pt x="67570" y="7243"/>
                  <a:pt x="67388" y="7060"/>
                  <a:pt x="67114" y="6969"/>
                </a:cubicBezTo>
                <a:cubicBezTo>
                  <a:pt x="66780" y="6878"/>
                  <a:pt x="66354" y="6908"/>
                  <a:pt x="66050" y="6635"/>
                </a:cubicBezTo>
                <a:cubicBezTo>
                  <a:pt x="66129" y="6556"/>
                  <a:pt x="66208" y="6477"/>
                  <a:pt x="66228" y="6477"/>
                </a:cubicBezTo>
                <a:cubicBezTo>
                  <a:pt x="66231" y="6477"/>
                  <a:pt x="66233" y="6479"/>
                  <a:pt x="66233" y="6483"/>
                </a:cubicBezTo>
                <a:cubicBezTo>
                  <a:pt x="66474" y="6582"/>
                  <a:pt x="66701" y="6623"/>
                  <a:pt x="66916" y="6623"/>
                </a:cubicBezTo>
                <a:cubicBezTo>
                  <a:pt x="67624" y="6623"/>
                  <a:pt x="68218" y="6178"/>
                  <a:pt x="68847" y="5875"/>
                </a:cubicBezTo>
                <a:cubicBezTo>
                  <a:pt x="69060" y="5753"/>
                  <a:pt x="69242" y="5571"/>
                  <a:pt x="69212" y="5267"/>
                </a:cubicBezTo>
                <a:cubicBezTo>
                  <a:pt x="69212" y="5085"/>
                  <a:pt x="69212" y="4841"/>
                  <a:pt x="68999" y="4811"/>
                </a:cubicBezTo>
                <a:cubicBezTo>
                  <a:pt x="68482" y="4781"/>
                  <a:pt x="68057" y="4477"/>
                  <a:pt x="67570" y="4355"/>
                </a:cubicBezTo>
                <a:cubicBezTo>
                  <a:pt x="65595" y="3869"/>
                  <a:pt x="63558" y="3595"/>
                  <a:pt x="61491" y="3504"/>
                </a:cubicBezTo>
                <a:cubicBezTo>
                  <a:pt x="61461" y="3230"/>
                  <a:pt x="61613" y="3170"/>
                  <a:pt x="61734" y="3048"/>
                </a:cubicBezTo>
                <a:cubicBezTo>
                  <a:pt x="62190" y="2622"/>
                  <a:pt x="62190" y="2075"/>
                  <a:pt x="61582" y="1893"/>
                </a:cubicBezTo>
                <a:cubicBezTo>
                  <a:pt x="60214" y="1437"/>
                  <a:pt x="59029" y="616"/>
                  <a:pt x="57448" y="525"/>
                </a:cubicBezTo>
                <a:cubicBezTo>
                  <a:pt x="55321" y="404"/>
                  <a:pt x="53193" y="464"/>
                  <a:pt x="51096" y="221"/>
                </a:cubicBezTo>
                <a:cubicBezTo>
                  <a:pt x="50967" y="208"/>
                  <a:pt x="50837" y="202"/>
                  <a:pt x="50707" y="202"/>
                </a:cubicBezTo>
                <a:cubicBezTo>
                  <a:pt x="50079" y="202"/>
                  <a:pt x="49442" y="331"/>
                  <a:pt x="48829" y="331"/>
                </a:cubicBezTo>
                <a:cubicBezTo>
                  <a:pt x="48702" y="331"/>
                  <a:pt x="48576" y="326"/>
                  <a:pt x="48451" y="312"/>
                </a:cubicBezTo>
                <a:cubicBezTo>
                  <a:pt x="46840" y="100"/>
                  <a:pt x="45199" y="130"/>
                  <a:pt x="43588" y="69"/>
                </a:cubicBezTo>
                <a:cubicBezTo>
                  <a:pt x="43552" y="68"/>
                  <a:pt x="43517" y="67"/>
                  <a:pt x="43481" y="67"/>
                </a:cubicBezTo>
                <a:cubicBezTo>
                  <a:pt x="42836" y="67"/>
                  <a:pt x="42192" y="258"/>
                  <a:pt x="41560" y="258"/>
                </a:cubicBezTo>
                <a:cubicBezTo>
                  <a:pt x="41364" y="258"/>
                  <a:pt x="41168" y="239"/>
                  <a:pt x="40974" y="191"/>
                </a:cubicBezTo>
                <a:cubicBezTo>
                  <a:pt x="40718" y="129"/>
                  <a:pt x="40463" y="111"/>
                  <a:pt x="40207" y="111"/>
                </a:cubicBezTo>
                <a:cubicBezTo>
                  <a:pt x="39837" y="111"/>
                  <a:pt x="39467" y="149"/>
                  <a:pt x="39096" y="149"/>
                </a:cubicBezTo>
                <a:cubicBezTo>
                  <a:pt x="38841" y="149"/>
                  <a:pt x="38585" y="131"/>
                  <a:pt x="38330" y="69"/>
                </a:cubicBezTo>
                <a:cubicBezTo>
                  <a:pt x="38082" y="20"/>
                  <a:pt x="37835" y="0"/>
                  <a:pt x="3758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4" name="Google Shape;3904;p14"/>
          <p:cNvSpPr/>
          <p:nvPr/>
        </p:nvSpPr>
        <p:spPr>
          <a:xfrm rot="-640842">
            <a:off x="8288366" y="-284405"/>
            <a:ext cx="2205658" cy="260249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05" name="Google Shape;3905;p14"/>
          <p:cNvGrpSpPr/>
          <p:nvPr/>
        </p:nvGrpSpPr>
        <p:grpSpPr>
          <a:xfrm rot="-2272776">
            <a:off x="-1071811" y="-593334"/>
            <a:ext cx="3222344" cy="1467405"/>
            <a:chOff x="3427375" y="613525"/>
            <a:chExt cx="1481825" cy="674800"/>
          </a:xfrm>
        </p:grpSpPr>
        <p:sp>
          <p:nvSpPr>
            <p:cNvPr id="3906" name="Google Shape;3906;p14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14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14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14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14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14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14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14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14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14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14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14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14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14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14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14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14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14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14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14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14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14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14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14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14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14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14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14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14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14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14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14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14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14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14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14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14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14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14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14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14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14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14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14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14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14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14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14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14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14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14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14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14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14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14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14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14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14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14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14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14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14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14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14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14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14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14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14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14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14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14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14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14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14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14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14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14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14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14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14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14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14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14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14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14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14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14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14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14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14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14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14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14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14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14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14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14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14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14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14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14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14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14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14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14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14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14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14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14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14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14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14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14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14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14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14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14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14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14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14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14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14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14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14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14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14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14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14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14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14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14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14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14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14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14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14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14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14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14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14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14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14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14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14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14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14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14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14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14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14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14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14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14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14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14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14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14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14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14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14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14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14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14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14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14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14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14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14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14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14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14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14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14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14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14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14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14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14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14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14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86" name="Google Shape;4086;p14"/>
          <p:cNvSpPr/>
          <p:nvPr/>
        </p:nvSpPr>
        <p:spPr>
          <a:xfrm rot="-9167639">
            <a:off x="-644782" y="2591044"/>
            <a:ext cx="2205630" cy="260249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7" name="Google Shape;4087;p14"/>
          <p:cNvSpPr/>
          <p:nvPr/>
        </p:nvSpPr>
        <p:spPr>
          <a:xfrm rot="4583687">
            <a:off x="8288387" y="2669454"/>
            <a:ext cx="2205650" cy="2602482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_1">
    <p:spTree>
      <p:nvGrpSpPr>
        <p:cNvPr id="4088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9" name="Google Shape;4089;p15"/>
          <p:cNvSpPr/>
          <p:nvPr/>
        </p:nvSpPr>
        <p:spPr>
          <a:xfrm rot="1551283">
            <a:off x="-407938" y="104571"/>
            <a:ext cx="1413109" cy="1087550"/>
          </a:xfrm>
          <a:custGeom>
            <a:rect b="b" l="l" r="r" t="t"/>
            <a:pathLst>
              <a:path extrusionOk="0" h="17239" w="65838">
                <a:moveTo>
                  <a:pt x="54712" y="6632"/>
                </a:moveTo>
                <a:cubicBezTo>
                  <a:pt x="55807" y="6784"/>
                  <a:pt x="56901" y="6905"/>
                  <a:pt x="57965" y="7027"/>
                </a:cubicBezTo>
                <a:cubicBezTo>
                  <a:pt x="57972" y="7028"/>
                  <a:pt x="57979" y="7028"/>
                  <a:pt x="57986" y="7029"/>
                </a:cubicBezTo>
                <a:lnTo>
                  <a:pt x="57986" y="7029"/>
                </a:lnTo>
                <a:cubicBezTo>
                  <a:pt x="57722" y="7071"/>
                  <a:pt x="57459" y="7088"/>
                  <a:pt x="57198" y="7088"/>
                </a:cubicBezTo>
                <a:cubicBezTo>
                  <a:pt x="56352" y="7088"/>
                  <a:pt x="55523" y="6907"/>
                  <a:pt x="54712" y="6814"/>
                </a:cubicBezTo>
                <a:cubicBezTo>
                  <a:pt x="54712" y="6753"/>
                  <a:pt x="54712" y="6693"/>
                  <a:pt x="54712" y="6632"/>
                </a:cubicBezTo>
                <a:close/>
                <a:moveTo>
                  <a:pt x="53253" y="7483"/>
                </a:moveTo>
                <a:lnTo>
                  <a:pt x="53253" y="7483"/>
                </a:lnTo>
                <a:cubicBezTo>
                  <a:pt x="54256" y="7513"/>
                  <a:pt x="55168" y="7696"/>
                  <a:pt x="56080" y="7878"/>
                </a:cubicBezTo>
                <a:cubicBezTo>
                  <a:pt x="56010" y="7876"/>
                  <a:pt x="55940" y="7875"/>
                  <a:pt x="55870" y="7875"/>
                </a:cubicBezTo>
                <a:cubicBezTo>
                  <a:pt x="55567" y="7875"/>
                  <a:pt x="55263" y="7892"/>
                  <a:pt x="54960" y="7892"/>
                </a:cubicBezTo>
                <a:cubicBezTo>
                  <a:pt x="54391" y="7892"/>
                  <a:pt x="53822" y="7832"/>
                  <a:pt x="53253" y="7483"/>
                </a:cubicBezTo>
                <a:close/>
                <a:moveTo>
                  <a:pt x="17294" y="1"/>
                </a:moveTo>
                <a:cubicBezTo>
                  <a:pt x="17072" y="1"/>
                  <a:pt x="16849" y="3"/>
                  <a:pt x="16627" y="6"/>
                </a:cubicBezTo>
                <a:cubicBezTo>
                  <a:pt x="13040" y="36"/>
                  <a:pt x="9453" y="97"/>
                  <a:pt x="5867" y="279"/>
                </a:cubicBezTo>
                <a:cubicBezTo>
                  <a:pt x="4499" y="340"/>
                  <a:pt x="3131" y="583"/>
                  <a:pt x="1763" y="826"/>
                </a:cubicBezTo>
                <a:cubicBezTo>
                  <a:pt x="1490" y="887"/>
                  <a:pt x="1490" y="1069"/>
                  <a:pt x="1368" y="1191"/>
                </a:cubicBezTo>
                <a:cubicBezTo>
                  <a:pt x="1491" y="1289"/>
                  <a:pt x="1554" y="1506"/>
                  <a:pt x="1750" y="1506"/>
                </a:cubicBezTo>
                <a:cubicBezTo>
                  <a:pt x="1796" y="1506"/>
                  <a:pt x="1851" y="1494"/>
                  <a:pt x="1915" y="1465"/>
                </a:cubicBezTo>
                <a:cubicBezTo>
                  <a:pt x="2028" y="1408"/>
                  <a:pt x="2148" y="1384"/>
                  <a:pt x="2274" y="1384"/>
                </a:cubicBezTo>
                <a:cubicBezTo>
                  <a:pt x="2419" y="1384"/>
                  <a:pt x="2573" y="1416"/>
                  <a:pt x="2736" y="1465"/>
                </a:cubicBezTo>
                <a:cubicBezTo>
                  <a:pt x="2675" y="2225"/>
                  <a:pt x="2857" y="2893"/>
                  <a:pt x="3404" y="3410"/>
                </a:cubicBezTo>
                <a:cubicBezTo>
                  <a:pt x="3222" y="3714"/>
                  <a:pt x="2432" y="3714"/>
                  <a:pt x="2979" y="4322"/>
                </a:cubicBezTo>
                <a:cubicBezTo>
                  <a:pt x="3009" y="4322"/>
                  <a:pt x="2979" y="4413"/>
                  <a:pt x="2949" y="4443"/>
                </a:cubicBezTo>
                <a:cubicBezTo>
                  <a:pt x="2584" y="4656"/>
                  <a:pt x="2645" y="5082"/>
                  <a:pt x="2493" y="5477"/>
                </a:cubicBezTo>
                <a:cubicBezTo>
                  <a:pt x="2158" y="5294"/>
                  <a:pt x="1915" y="5173"/>
                  <a:pt x="1885" y="4778"/>
                </a:cubicBezTo>
                <a:cubicBezTo>
                  <a:pt x="1885" y="4474"/>
                  <a:pt x="1824" y="4109"/>
                  <a:pt x="1429" y="4048"/>
                </a:cubicBezTo>
                <a:cubicBezTo>
                  <a:pt x="1389" y="4040"/>
                  <a:pt x="1352" y="4036"/>
                  <a:pt x="1318" y="4036"/>
                </a:cubicBezTo>
                <a:cubicBezTo>
                  <a:pt x="991" y="4036"/>
                  <a:pt x="928" y="4406"/>
                  <a:pt x="790" y="4626"/>
                </a:cubicBezTo>
                <a:cubicBezTo>
                  <a:pt x="730" y="4747"/>
                  <a:pt x="699" y="4869"/>
                  <a:pt x="638" y="4991"/>
                </a:cubicBezTo>
                <a:cubicBezTo>
                  <a:pt x="31" y="6845"/>
                  <a:pt x="31" y="8790"/>
                  <a:pt x="0" y="10674"/>
                </a:cubicBezTo>
                <a:cubicBezTo>
                  <a:pt x="0" y="11890"/>
                  <a:pt x="456" y="13106"/>
                  <a:pt x="1094" y="14200"/>
                </a:cubicBezTo>
                <a:cubicBezTo>
                  <a:pt x="1229" y="14416"/>
                  <a:pt x="1387" y="14702"/>
                  <a:pt x="1696" y="14702"/>
                </a:cubicBezTo>
                <a:cubicBezTo>
                  <a:pt x="1736" y="14702"/>
                  <a:pt x="1778" y="14697"/>
                  <a:pt x="1824" y="14687"/>
                </a:cubicBezTo>
                <a:cubicBezTo>
                  <a:pt x="2128" y="13988"/>
                  <a:pt x="1398" y="13592"/>
                  <a:pt x="1338" y="12893"/>
                </a:cubicBezTo>
                <a:lnTo>
                  <a:pt x="1338" y="12893"/>
                </a:lnTo>
                <a:cubicBezTo>
                  <a:pt x="1467" y="12989"/>
                  <a:pt x="1562" y="13026"/>
                  <a:pt x="1636" y="13026"/>
                </a:cubicBezTo>
                <a:cubicBezTo>
                  <a:pt x="1893" y="13026"/>
                  <a:pt x="1885" y="12576"/>
                  <a:pt x="2097" y="12529"/>
                </a:cubicBezTo>
                <a:cubicBezTo>
                  <a:pt x="2766" y="13167"/>
                  <a:pt x="2857" y="14170"/>
                  <a:pt x="3617" y="14535"/>
                </a:cubicBezTo>
                <a:cubicBezTo>
                  <a:pt x="3465" y="14869"/>
                  <a:pt x="3040" y="14899"/>
                  <a:pt x="3131" y="15295"/>
                </a:cubicBezTo>
                <a:cubicBezTo>
                  <a:pt x="3192" y="15659"/>
                  <a:pt x="3587" y="15629"/>
                  <a:pt x="3891" y="15690"/>
                </a:cubicBezTo>
                <a:cubicBezTo>
                  <a:pt x="4711" y="15903"/>
                  <a:pt x="5654" y="15690"/>
                  <a:pt x="6414" y="16328"/>
                </a:cubicBezTo>
                <a:cubicBezTo>
                  <a:pt x="6474" y="16369"/>
                  <a:pt x="6559" y="16382"/>
                  <a:pt x="6656" y="16382"/>
                </a:cubicBezTo>
                <a:cubicBezTo>
                  <a:pt x="6849" y="16382"/>
                  <a:pt x="7092" y="16328"/>
                  <a:pt x="7295" y="16328"/>
                </a:cubicBezTo>
                <a:cubicBezTo>
                  <a:pt x="7265" y="16176"/>
                  <a:pt x="7234" y="16055"/>
                  <a:pt x="7174" y="15933"/>
                </a:cubicBezTo>
                <a:cubicBezTo>
                  <a:pt x="7261" y="15892"/>
                  <a:pt x="7344" y="15876"/>
                  <a:pt x="7422" y="15876"/>
                </a:cubicBezTo>
                <a:cubicBezTo>
                  <a:pt x="7713" y="15876"/>
                  <a:pt x="7954" y="16097"/>
                  <a:pt x="8243" y="16097"/>
                </a:cubicBezTo>
                <a:cubicBezTo>
                  <a:pt x="8281" y="16097"/>
                  <a:pt x="8319" y="16093"/>
                  <a:pt x="8359" y="16085"/>
                </a:cubicBezTo>
                <a:cubicBezTo>
                  <a:pt x="9066" y="15948"/>
                  <a:pt x="9772" y="15931"/>
                  <a:pt x="10492" y="15931"/>
                </a:cubicBezTo>
                <a:cubicBezTo>
                  <a:pt x="10732" y="15931"/>
                  <a:pt x="10973" y="15933"/>
                  <a:pt x="11216" y="15933"/>
                </a:cubicBezTo>
                <a:cubicBezTo>
                  <a:pt x="11461" y="15937"/>
                  <a:pt x="11707" y="15939"/>
                  <a:pt x="11953" y="15939"/>
                </a:cubicBezTo>
                <a:cubicBezTo>
                  <a:pt x="13508" y="15939"/>
                  <a:pt x="15083" y="15864"/>
                  <a:pt x="16657" y="15811"/>
                </a:cubicBezTo>
                <a:cubicBezTo>
                  <a:pt x="17143" y="15781"/>
                  <a:pt x="17630" y="15811"/>
                  <a:pt x="18116" y="15751"/>
                </a:cubicBezTo>
                <a:cubicBezTo>
                  <a:pt x="19545" y="15629"/>
                  <a:pt x="21004" y="15599"/>
                  <a:pt x="22432" y="15538"/>
                </a:cubicBezTo>
                <a:cubicBezTo>
                  <a:pt x="23000" y="15528"/>
                  <a:pt x="23570" y="15524"/>
                  <a:pt x="24142" y="15524"/>
                </a:cubicBezTo>
                <a:cubicBezTo>
                  <a:pt x="25286" y="15524"/>
                  <a:pt x="26434" y="15538"/>
                  <a:pt x="27569" y="15538"/>
                </a:cubicBezTo>
                <a:lnTo>
                  <a:pt x="30730" y="15538"/>
                </a:lnTo>
                <a:cubicBezTo>
                  <a:pt x="30383" y="15645"/>
                  <a:pt x="30059" y="15822"/>
                  <a:pt x="29697" y="15822"/>
                </a:cubicBezTo>
                <a:cubicBezTo>
                  <a:pt x="29647" y="15822"/>
                  <a:pt x="29596" y="15819"/>
                  <a:pt x="29545" y="15811"/>
                </a:cubicBezTo>
                <a:cubicBezTo>
                  <a:pt x="29209" y="15774"/>
                  <a:pt x="28873" y="15761"/>
                  <a:pt x="28536" y="15761"/>
                </a:cubicBezTo>
                <a:cubicBezTo>
                  <a:pt x="27662" y="15761"/>
                  <a:pt x="26788" y="15852"/>
                  <a:pt x="25914" y="15852"/>
                </a:cubicBezTo>
                <a:cubicBezTo>
                  <a:pt x="25757" y="15852"/>
                  <a:pt x="25599" y="15849"/>
                  <a:pt x="25441" y="15842"/>
                </a:cubicBezTo>
                <a:cubicBezTo>
                  <a:pt x="25083" y="15826"/>
                  <a:pt x="24725" y="15820"/>
                  <a:pt x="24366" y="15820"/>
                </a:cubicBezTo>
                <a:cubicBezTo>
                  <a:pt x="22597" y="15820"/>
                  <a:pt x="20828" y="15984"/>
                  <a:pt x="19058" y="16085"/>
                </a:cubicBezTo>
                <a:cubicBezTo>
                  <a:pt x="17721" y="16146"/>
                  <a:pt x="16414" y="16237"/>
                  <a:pt x="15076" y="16328"/>
                </a:cubicBezTo>
                <a:cubicBezTo>
                  <a:pt x="14707" y="16374"/>
                  <a:pt x="14320" y="16491"/>
                  <a:pt x="13969" y="16491"/>
                </a:cubicBezTo>
                <a:cubicBezTo>
                  <a:pt x="13858" y="16491"/>
                  <a:pt x="13750" y="16479"/>
                  <a:pt x="13648" y="16450"/>
                </a:cubicBezTo>
                <a:cubicBezTo>
                  <a:pt x="13303" y="16363"/>
                  <a:pt x="12958" y="16332"/>
                  <a:pt x="12616" y="16332"/>
                </a:cubicBezTo>
                <a:cubicBezTo>
                  <a:pt x="12235" y="16332"/>
                  <a:pt x="11858" y="16371"/>
                  <a:pt x="11490" y="16419"/>
                </a:cubicBezTo>
                <a:cubicBezTo>
                  <a:pt x="10131" y="16530"/>
                  <a:pt x="8798" y="16666"/>
                  <a:pt x="7421" y="16666"/>
                </a:cubicBezTo>
                <a:cubicBezTo>
                  <a:pt x="7288" y="16666"/>
                  <a:pt x="7155" y="16665"/>
                  <a:pt x="7022" y="16662"/>
                </a:cubicBezTo>
                <a:cubicBezTo>
                  <a:pt x="6971" y="16657"/>
                  <a:pt x="6922" y="16653"/>
                  <a:pt x="6875" y="16653"/>
                </a:cubicBezTo>
                <a:cubicBezTo>
                  <a:pt x="6661" y="16653"/>
                  <a:pt x="6471" y="16724"/>
                  <a:pt x="6322" y="16997"/>
                </a:cubicBezTo>
                <a:cubicBezTo>
                  <a:pt x="6726" y="17064"/>
                  <a:pt x="7120" y="17085"/>
                  <a:pt x="7504" y="17085"/>
                </a:cubicBezTo>
                <a:cubicBezTo>
                  <a:pt x="7816" y="17085"/>
                  <a:pt x="8121" y="17071"/>
                  <a:pt x="8420" y="17058"/>
                </a:cubicBezTo>
                <a:cubicBezTo>
                  <a:pt x="8981" y="17043"/>
                  <a:pt x="9540" y="17039"/>
                  <a:pt x="10099" y="17039"/>
                </a:cubicBezTo>
                <a:cubicBezTo>
                  <a:pt x="10870" y="17039"/>
                  <a:pt x="11639" y="17047"/>
                  <a:pt x="12408" y="17047"/>
                </a:cubicBezTo>
                <a:cubicBezTo>
                  <a:pt x="13437" y="17047"/>
                  <a:pt x="14467" y="17033"/>
                  <a:pt x="15502" y="16966"/>
                </a:cubicBezTo>
                <a:cubicBezTo>
                  <a:pt x="17508" y="16814"/>
                  <a:pt x="19514" y="16754"/>
                  <a:pt x="21551" y="16662"/>
                </a:cubicBezTo>
                <a:cubicBezTo>
                  <a:pt x="23891" y="16571"/>
                  <a:pt x="26262" y="16602"/>
                  <a:pt x="28603" y="16541"/>
                </a:cubicBezTo>
                <a:cubicBezTo>
                  <a:pt x="31824" y="16419"/>
                  <a:pt x="35016" y="16510"/>
                  <a:pt x="38238" y="16389"/>
                </a:cubicBezTo>
                <a:cubicBezTo>
                  <a:pt x="39072" y="16350"/>
                  <a:pt x="39905" y="16339"/>
                  <a:pt x="40739" y="16339"/>
                </a:cubicBezTo>
                <a:cubicBezTo>
                  <a:pt x="41851" y="16339"/>
                  <a:pt x="42962" y="16358"/>
                  <a:pt x="44074" y="16358"/>
                </a:cubicBezTo>
                <a:cubicBezTo>
                  <a:pt x="47235" y="16389"/>
                  <a:pt x="50427" y="16358"/>
                  <a:pt x="53618" y="16480"/>
                </a:cubicBezTo>
                <a:cubicBezTo>
                  <a:pt x="55685" y="16571"/>
                  <a:pt x="57722" y="16723"/>
                  <a:pt x="59788" y="16814"/>
                </a:cubicBezTo>
                <a:cubicBezTo>
                  <a:pt x="60731" y="16845"/>
                  <a:pt x="61673" y="17027"/>
                  <a:pt x="62615" y="17149"/>
                </a:cubicBezTo>
                <a:cubicBezTo>
                  <a:pt x="62950" y="17202"/>
                  <a:pt x="63296" y="17238"/>
                  <a:pt x="63644" y="17238"/>
                </a:cubicBezTo>
                <a:cubicBezTo>
                  <a:pt x="64086" y="17238"/>
                  <a:pt x="64531" y="17180"/>
                  <a:pt x="64956" y="17027"/>
                </a:cubicBezTo>
                <a:cubicBezTo>
                  <a:pt x="62372" y="16206"/>
                  <a:pt x="59697" y="16024"/>
                  <a:pt x="57022" y="15872"/>
                </a:cubicBezTo>
                <a:cubicBezTo>
                  <a:pt x="54378" y="15690"/>
                  <a:pt x="51734" y="15629"/>
                  <a:pt x="49059" y="15538"/>
                </a:cubicBezTo>
                <a:cubicBezTo>
                  <a:pt x="49160" y="15295"/>
                  <a:pt x="49315" y="15254"/>
                  <a:pt x="49480" y="15254"/>
                </a:cubicBezTo>
                <a:cubicBezTo>
                  <a:pt x="49562" y="15254"/>
                  <a:pt x="49646" y="15264"/>
                  <a:pt x="49728" y="15264"/>
                </a:cubicBezTo>
                <a:cubicBezTo>
                  <a:pt x="50694" y="15264"/>
                  <a:pt x="51661" y="15231"/>
                  <a:pt x="52627" y="15231"/>
                </a:cubicBezTo>
                <a:cubicBezTo>
                  <a:pt x="53272" y="15231"/>
                  <a:pt x="53916" y="15246"/>
                  <a:pt x="54560" y="15295"/>
                </a:cubicBezTo>
                <a:cubicBezTo>
                  <a:pt x="55928" y="15386"/>
                  <a:pt x="57266" y="15538"/>
                  <a:pt x="58603" y="15568"/>
                </a:cubicBezTo>
                <a:cubicBezTo>
                  <a:pt x="59150" y="15599"/>
                  <a:pt x="59728" y="15629"/>
                  <a:pt x="60305" y="15690"/>
                </a:cubicBezTo>
                <a:cubicBezTo>
                  <a:pt x="61582" y="15842"/>
                  <a:pt x="62828" y="15963"/>
                  <a:pt x="64105" y="16085"/>
                </a:cubicBezTo>
                <a:cubicBezTo>
                  <a:pt x="64150" y="16091"/>
                  <a:pt x="64195" y="16094"/>
                  <a:pt x="64239" y="16094"/>
                </a:cubicBezTo>
                <a:cubicBezTo>
                  <a:pt x="64431" y="16094"/>
                  <a:pt x="64618" y="16028"/>
                  <a:pt x="64865" y="15781"/>
                </a:cubicBezTo>
                <a:cubicBezTo>
                  <a:pt x="61430" y="15264"/>
                  <a:pt x="58117" y="14899"/>
                  <a:pt x="54743" y="14778"/>
                </a:cubicBezTo>
                <a:cubicBezTo>
                  <a:pt x="54743" y="14747"/>
                  <a:pt x="54743" y="14687"/>
                  <a:pt x="54743" y="14656"/>
                </a:cubicBezTo>
                <a:cubicBezTo>
                  <a:pt x="54823" y="14495"/>
                  <a:pt x="54667" y="14215"/>
                  <a:pt x="54524" y="14215"/>
                </a:cubicBezTo>
                <a:cubicBezTo>
                  <a:pt x="54505" y="14215"/>
                  <a:pt x="54487" y="14220"/>
                  <a:pt x="54469" y="14231"/>
                </a:cubicBezTo>
                <a:cubicBezTo>
                  <a:pt x="54439" y="14383"/>
                  <a:pt x="54439" y="14504"/>
                  <a:pt x="54408" y="14656"/>
                </a:cubicBezTo>
                <a:cubicBezTo>
                  <a:pt x="54317" y="14544"/>
                  <a:pt x="54236" y="14503"/>
                  <a:pt x="54159" y="14503"/>
                </a:cubicBezTo>
                <a:cubicBezTo>
                  <a:pt x="53952" y="14503"/>
                  <a:pt x="53780" y="14803"/>
                  <a:pt x="53547" y="14803"/>
                </a:cubicBezTo>
                <a:cubicBezTo>
                  <a:pt x="53494" y="14803"/>
                  <a:pt x="53436" y="14787"/>
                  <a:pt x="53375" y="14747"/>
                </a:cubicBezTo>
                <a:cubicBezTo>
                  <a:pt x="53618" y="14717"/>
                  <a:pt x="53679" y="14535"/>
                  <a:pt x="53588" y="14413"/>
                </a:cubicBezTo>
                <a:cubicBezTo>
                  <a:pt x="53223" y="13805"/>
                  <a:pt x="52433" y="13896"/>
                  <a:pt x="51916" y="13501"/>
                </a:cubicBezTo>
                <a:cubicBezTo>
                  <a:pt x="52111" y="13467"/>
                  <a:pt x="52307" y="13453"/>
                  <a:pt x="52502" y="13453"/>
                </a:cubicBezTo>
                <a:cubicBezTo>
                  <a:pt x="53347" y="13453"/>
                  <a:pt x="54195" y="13711"/>
                  <a:pt x="55059" y="13711"/>
                </a:cubicBezTo>
                <a:cubicBezTo>
                  <a:pt x="55427" y="13711"/>
                  <a:pt x="55797" y="13664"/>
                  <a:pt x="56171" y="13532"/>
                </a:cubicBezTo>
                <a:cubicBezTo>
                  <a:pt x="55351" y="12681"/>
                  <a:pt x="54287" y="13349"/>
                  <a:pt x="53405" y="12772"/>
                </a:cubicBezTo>
                <a:lnTo>
                  <a:pt x="53405" y="12772"/>
                </a:lnTo>
                <a:cubicBezTo>
                  <a:pt x="57114" y="13197"/>
                  <a:pt x="60731" y="12985"/>
                  <a:pt x="64348" y="13592"/>
                </a:cubicBezTo>
                <a:cubicBezTo>
                  <a:pt x="64287" y="13410"/>
                  <a:pt x="64226" y="13349"/>
                  <a:pt x="64135" y="13349"/>
                </a:cubicBezTo>
                <a:cubicBezTo>
                  <a:pt x="63223" y="13228"/>
                  <a:pt x="62281" y="13228"/>
                  <a:pt x="61399" y="13015"/>
                </a:cubicBezTo>
                <a:cubicBezTo>
                  <a:pt x="60001" y="12650"/>
                  <a:pt x="58451" y="13106"/>
                  <a:pt x="57144" y="12225"/>
                </a:cubicBezTo>
                <a:cubicBezTo>
                  <a:pt x="56924" y="12247"/>
                  <a:pt x="56704" y="12257"/>
                  <a:pt x="56486" y="12257"/>
                </a:cubicBezTo>
                <a:cubicBezTo>
                  <a:pt x="54955" y="12257"/>
                  <a:pt x="53462" y="11769"/>
                  <a:pt x="51946" y="11769"/>
                </a:cubicBezTo>
                <a:cubicBezTo>
                  <a:pt x="51156" y="11769"/>
                  <a:pt x="50335" y="11738"/>
                  <a:pt x="49454" y="11434"/>
                </a:cubicBezTo>
                <a:cubicBezTo>
                  <a:pt x="49876" y="11373"/>
                  <a:pt x="50282" y="11349"/>
                  <a:pt x="50678" y="11349"/>
                </a:cubicBezTo>
                <a:cubicBezTo>
                  <a:pt x="51651" y="11349"/>
                  <a:pt x="52559" y="11491"/>
                  <a:pt x="53466" y="11556"/>
                </a:cubicBezTo>
                <a:cubicBezTo>
                  <a:pt x="54074" y="11617"/>
                  <a:pt x="54743" y="11708"/>
                  <a:pt x="55351" y="11738"/>
                </a:cubicBezTo>
                <a:cubicBezTo>
                  <a:pt x="55947" y="11788"/>
                  <a:pt x="56544" y="12021"/>
                  <a:pt x="57124" y="12021"/>
                </a:cubicBezTo>
                <a:cubicBezTo>
                  <a:pt x="57253" y="12021"/>
                  <a:pt x="57381" y="12009"/>
                  <a:pt x="57509" y="11981"/>
                </a:cubicBezTo>
                <a:cubicBezTo>
                  <a:pt x="57889" y="11914"/>
                  <a:pt x="58317" y="11815"/>
                  <a:pt x="58675" y="11815"/>
                </a:cubicBezTo>
                <a:cubicBezTo>
                  <a:pt x="58804" y="11815"/>
                  <a:pt x="58924" y="11828"/>
                  <a:pt x="59029" y="11860"/>
                </a:cubicBezTo>
                <a:cubicBezTo>
                  <a:pt x="59849" y="12133"/>
                  <a:pt x="60700" y="12073"/>
                  <a:pt x="61491" y="12285"/>
                </a:cubicBezTo>
                <a:cubicBezTo>
                  <a:pt x="61585" y="12304"/>
                  <a:pt x="61692" y="12347"/>
                  <a:pt x="61773" y="12347"/>
                </a:cubicBezTo>
                <a:cubicBezTo>
                  <a:pt x="61823" y="12347"/>
                  <a:pt x="61863" y="12331"/>
                  <a:pt x="61886" y="12285"/>
                </a:cubicBezTo>
                <a:cubicBezTo>
                  <a:pt x="62006" y="12081"/>
                  <a:pt x="62140" y="12019"/>
                  <a:pt x="62282" y="12019"/>
                </a:cubicBezTo>
                <a:cubicBezTo>
                  <a:pt x="62497" y="12019"/>
                  <a:pt x="62729" y="12164"/>
                  <a:pt x="62950" y="12164"/>
                </a:cubicBezTo>
                <a:cubicBezTo>
                  <a:pt x="63441" y="12164"/>
                  <a:pt x="63902" y="12359"/>
                  <a:pt x="64376" y="12359"/>
                </a:cubicBezTo>
                <a:cubicBezTo>
                  <a:pt x="64576" y="12359"/>
                  <a:pt x="64778" y="12324"/>
                  <a:pt x="64986" y="12225"/>
                </a:cubicBezTo>
                <a:cubicBezTo>
                  <a:pt x="65108" y="12164"/>
                  <a:pt x="65260" y="12194"/>
                  <a:pt x="65260" y="11981"/>
                </a:cubicBezTo>
                <a:cubicBezTo>
                  <a:pt x="65229" y="11799"/>
                  <a:pt x="65077" y="11830"/>
                  <a:pt x="64956" y="11799"/>
                </a:cubicBezTo>
                <a:cubicBezTo>
                  <a:pt x="64074" y="11556"/>
                  <a:pt x="63193" y="11374"/>
                  <a:pt x="62281" y="11374"/>
                </a:cubicBezTo>
                <a:cubicBezTo>
                  <a:pt x="62226" y="11374"/>
                  <a:pt x="62172" y="11375"/>
                  <a:pt x="62118" y="11375"/>
                </a:cubicBezTo>
                <a:cubicBezTo>
                  <a:pt x="61905" y="11375"/>
                  <a:pt x="61716" y="11355"/>
                  <a:pt x="61643" y="11161"/>
                </a:cubicBezTo>
                <a:cubicBezTo>
                  <a:pt x="61615" y="11079"/>
                  <a:pt x="61685" y="10974"/>
                  <a:pt x="61571" y="10974"/>
                </a:cubicBezTo>
                <a:cubicBezTo>
                  <a:pt x="61557" y="10974"/>
                  <a:pt x="61541" y="10975"/>
                  <a:pt x="61521" y="10978"/>
                </a:cubicBezTo>
                <a:cubicBezTo>
                  <a:pt x="61050" y="11049"/>
                  <a:pt x="60598" y="11120"/>
                  <a:pt x="60135" y="11120"/>
                </a:cubicBezTo>
                <a:cubicBezTo>
                  <a:pt x="60000" y="11120"/>
                  <a:pt x="59865" y="11114"/>
                  <a:pt x="59728" y="11100"/>
                </a:cubicBezTo>
                <a:cubicBezTo>
                  <a:pt x="58884" y="10988"/>
                  <a:pt x="58015" y="10823"/>
                  <a:pt x="57167" y="10823"/>
                </a:cubicBezTo>
                <a:cubicBezTo>
                  <a:pt x="57099" y="10823"/>
                  <a:pt x="57030" y="10824"/>
                  <a:pt x="56962" y="10826"/>
                </a:cubicBezTo>
                <a:cubicBezTo>
                  <a:pt x="56901" y="10828"/>
                  <a:pt x="56840" y="10829"/>
                  <a:pt x="56780" y="10829"/>
                </a:cubicBezTo>
                <a:cubicBezTo>
                  <a:pt x="55932" y="10829"/>
                  <a:pt x="55110" y="10644"/>
                  <a:pt x="54287" y="10644"/>
                </a:cubicBezTo>
                <a:cubicBezTo>
                  <a:pt x="54219" y="10644"/>
                  <a:pt x="54144" y="10647"/>
                  <a:pt x="54064" y="10647"/>
                </a:cubicBezTo>
                <a:cubicBezTo>
                  <a:pt x="53785" y="10647"/>
                  <a:pt x="53446" y="10610"/>
                  <a:pt x="53162" y="10279"/>
                </a:cubicBezTo>
                <a:lnTo>
                  <a:pt x="53162" y="10279"/>
                </a:lnTo>
                <a:cubicBezTo>
                  <a:pt x="54226" y="10340"/>
                  <a:pt x="55199" y="10340"/>
                  <a:pt x="56141" y="10492"/>
                </a:cubicBezTo>
                <a:cubicBezTo>
                  <a:pt x="56307" y="10524"/>
                  <a:pt x="56473" y="10537"/>
                  <a:pt x="56639" y="10537"/>
                </a:cubicBezTo>
                <a:cubicBezTo>
                  <a:pt x="57187" y="10537"/>
                  <a:pt x="57737" y="10402"/>
                  <a:pt x="58295" y="10402"/>
                </a:cubicBezTo>
                <a:cubicBezTo>
                  <a:pt x="58528" y="10402"/>
                  <a:pt x="58762" y="10426"/>
                  <a:pt x="58998" y="10492"/>
                </a:cubicBezTo>
                <a:cubicBezTo>
                  <a:pt x="58911" y="10623"/>
                  <a:pt x="58832" y="10656"/>
                  <a:pt x="58754" y="10656"/>
                </a:cubicBezTo>
                <a:cubicBezTo>
                  <a:pt x="58672" y="10656"/>
                  <a:pt x="58592" y="10620"/>
                  <a:pt x="58504" y="10620"/>
                </a:cubicBezTo>
                <a:cubicBezTo>
                  <a:pt x="58441" y="10620"/>
                  <a:pt x="58373" y="10639"/>
                  <a:pt x="58299" y="10705"/>
                </a:cubicBezTo>
                <a:cubicBezTo>
                  <a:pt x="58575" y="10757"/>
                  <a:pt x="58821" y="10857"/>
                  <a:pt x="59054" y="10857"/>
                </a:cubicBezTo>
                <a:cubicBezTo>
                  <a:pt x="59233" y="10857"/>
                  <a:pt x="59404" y="10798"/>
                  <a:pt x="59576" y="10614"/>
                </a:cubicBezTo>
                <a:cubicBezTo>
                  <a:pt x="59634" y="10556"/>
                  <a:pt x="59752" y="10535"/>
                  <a:pt x="59878" y="10535"/>
                </a:cubicBezTo>
                <a:cubicBezTo>
                  <a:pt x="59951" y="10535"/>
                  <a:pt x="60026" y="10542"/>
                  <a:pt x="60092" y="10553"/>
                </a:cubicBezTo>
                <a:cubicBezTo>
                  <a:pt x="61308" y="10735"/>
                  <a:pt x="62494" y="10948"/>
                  <a:pt x="63710" y="11070"/>
                </a:cubicBezTo>
                <a:cubicBezTo>
                  <a:pt x="63979" y="11098"/>
                  <a:pt x="64263" y="11146"/>
                  <a:pt x="64562" y="11146"/>
                </a:cubicBezTo>
                <a:cubicBezTo>
                  <a:pt x="64904" y="11146"/>
                  <a:pt x="65266" y="11084"/>
                  <a:pt x="65655" y="10857"/>
                </a:cubicBezTo>
                <a:cubicBezTo>
                  <a:pt x="61734" y="10006"/>
                  <a:pt x="57934" y="9763"/>
                  <a:pt x="54105" y="9550"/>
                </a:cubicBezTo>
                <a:cubicBezTo>
                  <a:pt x="54135" y="9367"/>
                  <a:pt x="54165" y="9216"/>
                  <a:pt x="54226" y="9033"/>
                </a:cubicBezTo>
                <a:cubicBezTo>
                  <a:pt x="55323" y="9112"/>
                  <a:pt x="56398" y="9392"/>
                  <a:pt x="57489" y="9392"/>
                </a:cubicBezTo>
                <a:cubicBezTo>
                  <a:pt x="57668" y="9392"/>
                  <a:pt x="57846" y="9385"/>
                  <a:pt x="58026" y="9367"/>
                </a:cubicBezTo>
                <a:cubicBezTo>
                  <a:pt x="57874" y="8881"/>
                  <a:pt x="57478" y="8912"/>
                  <a:pt x="57022" y="8760"/>
                </a:cubicBezTo>
                <a:lnTo>
                  <a:pt x="57570" y="8760"/>
                </a:lnTo>
                <a:cubicBezTo>
                  <a:pt x="57679" y="8755"/>
                  <a:pt x="57788" y="8753"/>
                  <a:pt x="57897" y="8753"/>
                </a:cubicBezTo>
                <a:cubicBezTo>
                  <a:pt x="59331" y="8753"/>
                  <a:pt x="60719" y="9103"/>
                  <a:pt x="62159" y="9216"/>
                </a:cubicBezTo>
                <a:cubicBezTo>
                  <a:pt x="62889" y="9276"/>
                  <a:pt x="63618" y="9307"/>
                  <a:pt x="64348" y="9550"/>
                </a:cubicBezTo>
                <a:cubicBezTo>
                  <a:pt x="64441" y="9583"/>
                  <a:pt x="64535" y="9597"/>
                  <a:pt x="64630" y="9597"/>
                </a:cubicBezTo>
                <a:cubicBezTo>
                  <a:pt x="64971" y="9597"/>
                  <a:pt x="65322" y="9412"/>
                  <a:pt x="65655" y="9246"/>
                </a:cubicBezTo>
                <a:cubicBezTo>
                  <a:pt x="63284" y="8608"/>
                  <a:pt x="60822" y="8395"/>
                  <a:pt x="58421" y="8152"/>
                </a:cubicBezTo>
                <a:cubicBezTo>
                  <a:pt x="58330" y="7848"/>
                  <a:pt x="58664" y="7787"/>
                  <a:pt x="58542" y="7453"/>
                </a:cubicBezTo>
                <a:cubicBezTo>
                  <a:pt x="58512" y="7240"/>
                  <a:pt x="57967" y="7421"/>
                  <a:pt x="57995" y="7029"/>
                </a:cubicBezTo>
                <a:lnTo>
                  <a:pt x="57995" y="7029"/>
                </a:lnTo>
                <a:cubicBezTo>
                  <a:pt x="59624" y="7149"/>
                  <a:pt x="61254" y="7515"/>
                  <a:pt x="62883" y="7515"/>
                </a:cubicBezTo>
                <a:cubicBezTo>
                  <a:pt x="62946" y="7515"/>
                  <a:pt x="63009" y="7514"/>
                  <a:pt x="63071" y="7513"/>
                </a:cubicBezTo>
                <a:cubicBezTo>
                  <a:pt x="63097" y="7509"/>
                  <a:pt x="63124" y="7507"/>
                  <a:pt x="63151" y="7507"/>
                </a:cubicBezTo>
                <a:cubicBezTo>
                  <a:pt x="63313" y="7507"/>
                  <a:pt x="63488" y="7574"/>
                  <a:pt x="63618" y="7574"/>
                </a:cubicBezTo>
                <a:cubicBezTo>
                  <a:pt x="64070" y="7574"/>
                  <a:pt x="64505" y="7792"/>
                  <a:pt x="64948" y="7792"/>
                </a:cubicBezTo>
                <a:cubicBezTo>
                  <a:pt x="65101" y="7792"/>
                  <a:pt x="65255" y="7766"/>
                  <a:pt x="65412" y="7696"/>
                </a:cubicBezTo>
                <a:cubicBezTo>
                  <a:pt x="65624" y="7605"/>
                  <a:pt x="65837" y="7544"/>
                  <a:pt x="65807" y="7270"/>
                </a:cubicBezTo>
                <a:cubicBezTo>
                  <a:pt x="65776" y="7027"/>
                  <a:pt x="65533" y="6997"/>
                  <a:pt x="65381" y="6966"/>
                </a:cubicBezTo>
                <a:cubicBezTo>
                  <a:pt x="64805" y="6861"/>
                  <a:pt x="64207" y="6644"/>
                  <a:pt x="63605" y="6644"/>
                </a:cubicBezTo>
                <a:cubicBezTo>
                  <a:pt x="63508" y="6644"/>
                  <a:pt x="63411" y="6650"/>
                  <a:pt x="63314" y="6662"/>
                </a:cubicBezTo>
                <a:cubicBezTo>
                  <a:pt x="63265" y="6669"/>
                  <a:pt x="63216" y="6672"/>
                  <a:pt x="63168" y="6672"/>
                </a:cubicBezTo>
                <a:cubicBezTo>
                  <a:pt x="62636" y="6672"/>
                  <a:pt x="62166" y="6313"/>
                  <a:pt x="61629" y="6313"/>
                </a:cubicBezTo>
                <a:cubicBezTo>
                  <a:pt x="61525" y="6313"/>
                  <a:pt x="61418" y="6326"/>
                  <a:pt x="61308" y="6358"/>
                </a:cubicBezTo>
                <a:cubicBezTo>
                  <a:pt x="61279" y="6027"/>
                  <a:pt x="61148" y="5955"/>
                  <a:pt x="60985" y="5955"/>
                </a:cubicBezTo>
                <a:cubicBezTo>
                  <a:pt x="60861" y="5955"/>
                  <a:pt x="60719" y="5997"/>
                  <a:pt x="60591" y="5997"/>
                </a:cubicBezTo>
                <a:cubicBezTo>
                  <a:pt x="60532" y="5997"/>
                  <a:pt x="60477" y="5988"/>
                  <a:pt x="60427" y="5963"/>
                </a:cubicBezTo>
                <a:cubicBezTo>
                  <a:pt x="59940" y="5720"/>
                  <a:pt x="59393" y="5811"/>
                  <a:pt x="58907" y="5750"/>
                </a:cubicBezTo>
                <a:cubicBezTo>
                  <a:pt x="57630" y="5538"/>
                  <a:pt x="56384" y="5234"/>
                  <a:pt x="55077" y="5203"/>
                </a:cubicBezTo>
                <a:cubicBezTo>
                  <a:pt x="54935" y="5203"/>
                  <a:pt x="54783" y="5213"/>
                  <a:pt x="54629" y="5213"/>
                </a:cubicBezTo>
                <a:cubicBezTo>
                  <a:pt x="54321" y="5213"/>
                  <a:pt x="54003" y="5173"/>
                  <a:pt x="53740" y="4930"/>
                </a:cubicBezTo>
                <a:cubicBezTo>
                  <a:pt x="54062" y="4862"/>
                  <a:pt x="54386" y="4836"/>
                  <a:pt x="54711" y="4836"/>
                </a:cubicBezTo>
                <a:cubicBezTo>
                  <a:pt x="55749" y="4836"/>
                  <a:pt x="56802" y="5098"/>
                  <a:pt x="57851" y="5098"/>
                </a:cubicBezTo>
                <a:cubicBezTo>
                  <a:pt x="58244" y="5098"/>
                  <a:pt x="58637" y="5061"/>
                  <a:pt x="59029" y="4960"/>
                </a:cubicBezTo>
                <a:cubicBezTo>
                  <a:pt x="58968" y="4656"/>
                  <a:pt x="58633" y="4747"/>
                  <a:pt x="58725" y="4443"/>
                </a:cubicBezTo>
                <a:lnTo>
                  <a:pt x="58725" y="4443"/>
                </a:lnTo>
                <a:cubicBezTo>
                  <a:pt x="59292" y="4548"/>
                  <a:pt x="59859" y="4581"/>
                  <a:pt x="60436" y="4581"/>
                </a:cubicBezTo>
                <a:cubicBezTo>
                  <a:pt x="60694" y="4581"/>
                  <a:pt x="60954" y="4574"/>
                  <a:pt x="61217" y="4565"/>
                </a:cubicBezTo>
                <a:cubicBezTo>
                  <a:pt x="61126" y="4504"/>
                  <a:pt x="61035" y="4443"/>
                  <a:pt x="60944" y="4443"/>
                </a:cubicBezTo>
                <a:cubicBezTo>
                  <a:pt x="59758" y="4383"/>
                  <a:pt x="58573" y="4231"/>
                  <a:pt x="57478" y="3987"/>
                </a:cubicBezTo>
                <a:cubicBezTo>
                  <a:pt x="55108" y="3410"/>
                  <a:pt x="52706" y="3015"/>
                  <a:pt x="50305" y="2832"/>
                </a:cubicBezTo>
                <a:cubicBezTo>
                  <a:pt x="48086" y="2650"/>
                  <a:pt x="45867" y="2680"/>
                  <a:pt x="43648" y="2528"/>
                </a:cubicBezTo>
                <a:cubicBezTo>
                  <a:pt x="42250" y="2468"/>
                  <a:pt x="40852" y="2498"/>
                  <a:pt x="39484" y="2316"/>
                </a:cubicBezTo>
                <a:cubicBezTo>
                  <a:pt x="39394" y="2307"/>
                  <a:pt x="39305" y="2303"/>
                  <a:pt x="39217" y="2303"/>
                </a:cubicBezTo>
                <a:cubicBezTo>
                  <a:pt x="38836" y="2303"/>
                  <a:pt x="38474" y="2372"/>
                  <a:pt x="38108" y="2372"/>
                </a:cubicBezTo>
                <a:cubicBezTo>
                  <a:pt x="37990" y="2372"/>
                  <a:pt x="37871" y="2365"/>
                  <a:pt x="37752" y="2346"/>
                </a:cubicBezTo>
                <a:cubicBezTo>
                  <a:pt x="36814" y="2202"/>
                  <a:pt x="35876" y="2115"/>
                  <a:pt x="34938" y="2115"/>
                </a:cubicBezTo>
                <a:cubicBezTo>
                  <a:pt x="34690" y="2115"/>
                  <a:pt x="34443" y="2121"/>
                  <a:pt x="34195" y="2133"/>
                </a:cubicBezTo>
                <a:cubicBezTo>
                  <a:pt x="34141" y="2134"/>
                  <a:pt x="34086" y="2135"/>
                  <a:pt x="34031" y="2135"/>
                </a:cubicBezTo>
                <a:cubicBezTo>
                  <a:pt x="32229" y="2135"/>
                  <a:pt x="30478" y="1676"/>
                  <a:pt x="28703" y="1676"/>
                </a:cubicBezTo>
                <a:cubicBezTo>
                  <a:pt x="28649" y="1676"/>
                  <a:pt x="28596" y="1677"/>
                  <a:pt x="28542" y="1677"/>
                </a:cubicBezTo>
                <a:cubicBezTo>
                  <a:pt x="28420" y="1677"/>
                  <a:pt x="28329" y="1556"/>
                  <a:pt x="28207" y="1465"/>
                </a:cubicBezTo>
                <a:lnTo>
                  <a:pt x="28207" y="1465"/>
                </a:lnTo>
                <a:cubicBezTo>
                  <a:pt x="28429" y="1550"/>
                  <a:pt x="28649" y="1580"/>
                  <a:pt x="28867" y="1580"/>
                </a:cubicBezTo>
                <a:cubicBezTo>
                  <a:pt x="29395" y="1580"/>
                  <a:pt x="29914" y="1402"/>
                  <a:pt x="30432" y="1402"/>
                </a:cubicBezTo>
                <a:cubicBezTo>
                  <a:pt x="30460" y="1402"/>
                  <a:pt x="30489" y="1403"/>
                  <a:pt x="30517" y="1404"/>
                </a:cubicBezTo>
                <a:cubicBezTo>
                  <a:pt x="31612" y="1434"/>
                  <a:pt x="32706" y="1434"/>
                  <a:pt x="33831" y="1525"/>
                </a:cubicBezTo>
                <a:cubicBezTo>
                  <a:pt x="34556" y="1569"/>
                  <a:pt x="35281" y="1577"/>
                  <a:pt x="36007" y="1577"/>
                </a:cubicBezTo>
                <a:cubicBezTo>
                  <a:pt x="36487" y="1577"/>
                  <a:pt x="36968" y="1574"/>
                  <a:pt x="37450" y="1574"/>
                </a:cubicBezTo>
                <a:cubicBezTo>
                  <a:pt x="38286" y="1574"/>
                  <a:pt x="39126" y="1585"/>
                  <a:pt x="39971" y="1647"/>
                </a:cubicBezTo>
                <a:cubicBezTo>
                  <a:pt x="41733" y="1799"/>
                  <a:pt x="43527" y="1769"/>
                  <a:pt x="45320" y="1921"/>
                </a:cubicBezTo>
                <a:cubicBezTo>
                  <a:pt x="47509" y="2133"/>
                  <a:pt x="49697" y="2225"/>
                  <a:pt x="51886" y="2498"/>
                </a:cubicBezTo>
                <a:cubicBezTo>
                  <a:pt x="53709" y="2711"/>
                  <a:pt x="55563" y="2863"/>
                  <a:pt x="57387" y="3167"/>
                </a:cubicBezTo>
                <a:cubicBezTo>
                  <a:pt x="57733" y="3224"/>
                  <a:pt x="58103" y="3318"/>
                  <a:pt x="58459" y="3318"/>
                </a:cubicBezTo>
                <a:cubicBezTo>
                  <a:pt x="58666" y="3318"/>
                  <a:pt x="58869" y="3287"/>
                  <a:pt x="59059" y="3197"/>
                </a:cubicBezTo>
                <a:cubicBezTo>
                  <a:pt x="59458" y="2990"/>
                  <a:pt x="59866" y="2908"/>
                  <a:pt x="60273" y="2908"/>
                </a:cubicBezTo>
                <a:cubicBezTo>
                  <a:pt x="60641" y="2908"/>
                  <a:pt x="61008" y="2975"/>
                  <a:pt x="61369" y="3076"/>
                </a:cubicBezTo>
                <a:cubicBezTo>
                  <a:pt x="62068" y="3258"/>
                  <a:pt x="62828" y="3228"/>
                  <a:pt x="63527" y="3471"/>
                </a:cubicBezTo>
                <a:cubicBezTo>
                  <a:pt x="63436" y="3319"/>
                  <a:pt x="63649" y="3076"/>
                  <a:pt x="63254" y="3045"/>
                </a:cubicBezTo>
                <a:cubicBezTo>
                  <a:pt x="62524" y="2954"/>
                  <a:pt x="61764" y="2711"/>
                  <a:pt x="61035" y="2498"/>
                </a:cubicBezTo>
                <a:cubicBezTo>
                  <a:pt x="59758" y="2164"/>
                  <a:pt x="58451" y="2103"/>
                  <a:pt x="57205" y="1829"/>
                </a:cubicBezTo>
                <a:cubicBezTo>
                  <a:pt x="55229" y="1434"/>
                  <a:pt x="53193" y="1434"/>
                  <a:pt x="51217" y="1282"/>
                </a:cubicBezTo>
                <a:cubicBezTo>
                  <a:pt x="49059" y="1100"/>
                  <a:pt x="46931" y="918"/>
                  <a:pt x="44803" y="735"/>
                </a:cubicBezTo>
                <a:cubicBezTo>
                  <a:pt x="43132" y="583"/>
                  <a:pt x="41429" y="522"/>
                  <a:pt x="39727" y="462"/>
                </a:cubicBezTo>
                <a:cubicBezTo>
                  <a:pt x="38998" y="421"/>
                  <a:pt x="38265" y="414"/>
                  <a:pt x="37531" y="414"/>
                </a:cubicBezTo>
                <a:cubicBezTo>
                  <a:pt x="37164" y="414"/>
                  <a:pt x="36797" y="416"/>
                  <a:pt x="36429" y="416"/>
                </a:cubicBezTo>
                <a:cubicBezTo>
                  <a:pt x="35328" y="416"/>
                  <a:pt x="34226" y="401"/>
                  <a:pt x="33131" y="279"/>
                </a:cubicBezTo>
                <a:cubicBezTo>
                  <a:pt x="32737" y="233"/>
                  <a:pt x="32343" y="218"/>
                  <a:pt x="31948" y="218"/>
                </a:cubicBezTo>
                <a:cubicBezTo>
                  <a:pt x="31140" y="218"/>
                  <a:pt x="30331" y="283"/>
                  <a:pt x="29522" y="283"/>
                </a:cubicBezTo>
                <a:cubicBezTo>
                  <a:pt x="29418" y="283"/>
                  <a:pt x="29314" y="282"/>
                  <a:pt x="29210" y="279"/>
                </a:cubicBezTo>
                <a:cubicBezTo>
                  <a:pt x="29096" y="277"/>
                  <a:pt x="28981" y="276"/>
                  <a:pt x="28866" y="276"/>
                </a:cubicBezTo>
                <a:cubicBezTo>
                  <a:pt x="28203" y="276"/>
                  <a:pt x="27534" y="311"/>
                  <a:pt x="26862" y="311"/>
                </a:cubicBezTo>
                <a:cubicBezTo>
                  <a:pt x="26228" y="311"/>
                  <a:pt x="25592" y="280"/>
                  <a:pt x="24955" y="158"/>
                </a:cubicBezTo>
                <a:cubicBezTo>
                  <a:pt x="24847" y="137"/>
                  <a:pt x="24739" y="129"/>
                  <a:pt x="24630" y="129"/>
                </a:cubicBezTo>
                <a:cubicBezTo>
                  <a:pt x="24159" y="129"/>
                  <a:pt x="23688" y="287"/>
                  <a:pt x="23217" y="287"/>
                </a:cubicBezTo>
                <a:cubicBezTo>
                  <a:pt x="23158" y="287"/>
                  <a:pt x="23099" y="285"/>
                  <a:pt x="23040" y="279"/>
                </a:cubicBezTo>
                <a:cubicBezTo>
                  <a:pt x="21132" y="116"/>
                  <a:pt x="19224" y="1"/>
                  <a:pt x="172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0" name="Google Shape;4090;p15"/>
          <p:cNvSpPr/>
          <p:nvPr/>
        </p:nvSpPr>
        <p:spPr>
          <a:xfrm rot="743943">
            <a:off x="-565477" y="3300585"/>
            <a:ext cx="3824223" cy="2250238"/>
          </a:xfrm>
          <a:custGeom>
            <a:rect b="b" l="l" r="r" t="t"/>
            <a:pathLst>
              <a:path extrusionOk="0" h="38669" w="65717">
                <a:moveTo>
                  <a:pt x="28439" y="7218"/>
                </a:moveTo>
                <a:cubicBezTo>
                  <a:pt x="28675" y="7218"/>
                  <a:pt x="28913" y="7242"/>
                  <a:pt x="29150" y="7281"/>
                </a:cubicBezTo>
                <a:cubicBezTo>
                  <a:pt x="29813" y="7360"/>
                  <a:pt x="30475" y="7415"/>
                  <a:pt x="31134" y="7415"/>
                </a:cubicBezTo>
                <a:cubicBezTo>
                  <a:pt x="31744" y="7415"/>
                  <a:pt x="32350" y="7368"/>
                  <a:pt x="32950" y="7251"/>
                </a:cubicBezTo>
                <a:cubicBezTo>
                  <a:pt x="33056" y="7236"/>
                  <a:pt x="33162" y="7228"/>
                  <a:pt x="33265" y="7228"/>
                </a:cubicBezTo>
                <a:cubicBezTo>
                  <a:pt x="33368" y="7228"/>
                  <a:pt x="33466" y="7236"/>
                  <a:pt x="33558" y="7251"/>
                </a:cubicBezTo>
                <a:cubicBezTo>
                  <a:pt x="34054" y="7298"/>
                  <a:pt x="34533" y="7530"/>
                  <a:pt x="35036" y="7530"/>
                </a:cubicBezTo>
                <a:cubicBezTo>
                  <a:pt x="35179" y="7530"/>
                  <a:pt x="35324" y="7511"/>
                  <a:pt x="35472" y="7464"/>
                </a:cubicBezTo>
                <a:lnTo>
                  <a:pt x="35472" y="7464"/>
                </a:lnTo>
                <a:cubicBezTo>
                  <a:pt x="35412" y="7494"/>
                  <a:pt x="35351" y="7525"/>
                  <a:pt x="35229" y="7646"/>
                </a:cubicBezTo>
                <a:cubicBezTo>
                  <a:pt x="35267" y="7643"/>
                  <a:pt x="35305" y="7642"/>
                  <a:pt x="35342" y="7642"/>
                </a:cubicBezTo>
                <a:cubicBezTo>
                  <a:pt x="35539" y="7642"/>
                  <a:pt x="35724" y="7677"/>
                  <a:pt x="35911" y="7677"/>
                </a:cubicBezTo>
                <a:cubicBezTo>
                  <a:pt x="36055" y="7677"/>
                  <a:pt x="36200" y="7657"/>
                  <a:pt x="36354" y="7585"/>
                </a:cubicBezTo>
                <a:lnTo>
                  <a:pt x="36354" y="7585"/>
                </a:lnTo>
                <a:cubicBezTo>
                  <a:pt x="36185" y="7906"/>
                  <a:pt x="35979" y="7983"/>
                  <a:pt x="35772" y="7983"/>
                </a:cubicBezTo>
                <a:cubicBezTo>
                  <a:pt x="35606" y="7983"/>
                  <a:pt x="35439" y="7933"/>
                  <a:pt x="35290" y="7920"/>
                </a:cubicBezTo>
                <a:cubicBezTo>
                  <a:pt x="34534" y="7815"/>
                  <a:pt x="33763" y="7782"/>
                  <a:pt x="32998" y="7782"/>
                </a:cubicBezTo>
                <a:cubicBezTo>
                  <a:pt x="32656" y="7782"/>
                  <a:pt x="32315" y="7789"/>
                  <a:pt x="31977" y="7798"/>
                </a:cubicBezTo>
                <a:cubicBezTo>
                  <a:pt x="31891" y="7804"/>
                  <a:pt x="31806" y="7806"/>
                  <a:pt x="31721" y="7806"/>
                </a:cubicBezTo>
                <a:cubicBezTo>
                  <a:pt x="31329" y="7806"/>
                  <a:pt x="30954" y="7752"/>
                  <a:pt x="30579" y="7677"/>
                </a:cubicBezTo>
                <a:cubicBezTo>
                  <a:pt x="30336" y="7628"/>
                  <a:pt x="30088" y="7613"/>
                  <a:pt x="29839" y="7613"/>
                </a:cubicBezTo>
                <a:cubicBezTo>
                  <a:pt x="29465" y="7613"/>
                  <a:pt x="29089" y="7646"/>
                  <a:pt x="28725" y="7646"/>
                </a:cubicBezTo>
                <a:cubicBezTo>
                  <a:pt x="28147" y="7646"/>
                  <a:pt x="27600" y="7646"/>
                  <a:pt x="27022" y="7585"/>
                </a:cubicBezTo>
                <a:cubicBezTo>
                  <a:pt x="27473" y="7319"/>
                  <a:pt x="27952" y="7218"/>
                  <a:pt x="28439" y="7218"/>
                </a:cubicBezTo>
                <a:close/>
                <a:moveTo>
                  <a:pt x="64257" y="17312"/>
                </a:moveTo>
                <a:lnTo>
                  <a:pt x="64257" y="17312"/>
                </a:lnTo>
                <a:cubicBezTo>
                  <a:pt x="64500" y="17829"/>
                  <a:pt x="64227" y="18285"/>
                  <a:pt x="64014" y="18923"/>
                </a:cubicBezTo>
                <a:cubicBezTo>
                  <a:pt x="63741" y="18163"/>
                  <a:pt x="64196" y="17768"/>
                  <a:pt x="64257" y="17312"/>
                </a:cubicBezTo>
                <a:close/>
                <a:moveTo>
                  <a:pt x="24248" y="0"/>
                </a:moveTo>
                <a:cubicBezTo>
                  <a:pt x="23847" y="0"/>
                  <a:pt x="23444" y="43"/>
                  <a:pt x="23041" y="169"/>
                </a:cubicBezTo>
                <a:cubicBezTo>
                  <a:pt x="22605" y="308"/>
                  <a:pt x="22143" y="356"/>
                  <a:pt x="21681" y="356"/>
                </a:cubicBezTo>
                <a:cubicBezTo>
                  <a:pt x="21434" y="356"/>
                  <a:pt x="21187" y="342"/>
                  <a:pt x="20943" y="321"/>
                </a:cubicBezTo>
                <a:cubicBezTo>
                  <a:pt x="20523" y="277"/>
                  <a:pt x="20086" y="120"/>
                  <a:pt x="19669" y="120"/>
                </a:cubicBezTo>
                <a:cubicBezTo>
                  <a:pt x="19513" y="120"/>
                  <a:pt x="19360" y="141"/>
                  <a:pt x="19211" y="199"/>
                </a:cubicBezTo>
                <a:cubicBezTo>
                  <a:pt x="18780" y="371"/>
                  <a:pt x="18345" y="414"/>
                  <a:pt x="17909" y="414"/>
                </a:cubicBezTo>
                <a:cubicBezTo>
                  <a:pt x="17477" y="414"/>
                  <a:pt x="17045" y="372"/>
                  <a:pt x="16615" y="372"/>
                </a:cubicBezTo>
                <a:cubicBezTo>
                  <a:pt x="16406" y="372"/>
                  <a:pt x="16197" y="382"/>
                  <a:pt x="15989" y="412"/>
                </a:cubicBezTo>
                <a:cubicBezTo>
                  <a:pt x="14773" y="564"/>
                  <a:pt x="13496" y="351"/>
                  <a:pt x="12281" y="716"/>
                </a:cubicBezTo>
                <a:cubicBezTo>
                  <a:pt x="11642" y="898"/>
                  <a:pt x="10974" y="990"/>
                  <a:pt x="10457" y="1506"/>
                </a:cubicBezTo>
                <a:cubicBezTo>
                  <a:pt x="10548" y="1871"/>
                  <a:pt x="10791" y="1962"/>
                  <a:pt x="11065" y="2053"/>
                </a:cubicBezTo>
                <a:cubicBezTo>
                  <a:pt x="10609" y="2601"/>
                  <a:pt x="10001" y="2601"/>
                  <a:pt x="9484" y="2783"/>
                </a:cubicBezTo>
                <a:cubicBezTo>
                  <a:pt x="8967" y="2965"/>
                  <a:pt x="8451" y="3391"/>
                  <a:pt x="8360" y="3725"/>
                </a:cubicBezTo>
                <a:cubicBezTo>
                  <a:pt x="9069" y="4521"/>
                  <a:pt x="9916" y="4608"/>
                  <a:pt x="10789" y="4608"/>
                </a:cubicBezTo>
                <a:cubicBezTo>
                  <a:pt x="11033" y="4608"/>
                  <a:pt x="11279" y="4601"/>
                  <a:pt x="11524" y="4601"/>
                </a:cubicBezTo>
                <a:cubicBezTo>
                  <a:pt x="11944" y="4601"/>
                  <a:pt x="12362" y="4621"/>
                  <a:pt x="12767" y="4728"/>
                </a:cubicBezTo>
                <a:cubicBezTo>
                  <a:pt x="12463" y="5245"/>
                  <a:pt x="12068" y="5306"/>
                  <a:pt x="11642" y="5306"/>
                </a:cubicBezTo>
                <a:cubicBezTo>
                  <a:pt x="11447" y="5298"/>
                  <a:pt x="11252" y="5288"/>
                  <a:pt x="11059" y="5288"/>
                </a:cubicBezTo>
                <a:cubicBezTo>
                  <a:pt x="10499" y="5288"/>
                  <a:pt x="9951" y="5371"/>
                  <a:pt x="9454" y="5823"/>
                </a:cubicBezTo>
                <a:cubicBezTo>
                  <a:pt x="9655" y="5967"/>
                  <a:pt x="9584" y="6466"/>
                  <a:pt x="9861" y="6466"/>
                </a:cubicBezTo>
                <a:cubicBezTo>
                  <a:pt x="9876" y="6466"/>
                  <a:pt x="9892" y="6464"/>
                  <a:pt x="9910" y="6461"/>
                </a:cubicBezTo>
                <a:lnTo>
                  <a:pt x="9910" y="6461"/>
                </a:lnTo>
                <a:cubicBezTo>
                  <a:pt x="9788" y="6795"/>
                  <a:pt x="9636" y="7130"/>
                  <a:pt x="9515" y="7433"/>
                </a:cubicBezTo>
                <a:cubicBezTo>
                  <a:pt x="10194" y="7433"/>
                  <a:pt x="10844" y="7760"/>
                  <a:pt x="11464" y="7760"/>
                </a:cubicBezTo>
                <a:cubicBezTo>
                  <a:pt x="11731" y="7760"/>
                  <a:pt x="11994" y="7699"/>
                  <a:pt x="12250" y="7525"/>
                </a:cubicBezTo>
                <a:cubicBezTo>
                  <a:pt x="12497" y="7552"/>
                  <a:pt x="12347" y="7902"/>
                  <a:pt x="12496" y="7902"/>
                </a:cubicBezTo>
                <a:cubicBezTo>
                  <a:pt x="12511" y="7902"/>
                  <a:pt x="12531" y="7898"/>
                  <a:pt x="12554" y="7889"/>
                </a:cubicBezTo>
                <a:cubicBezTo>
                  <a:pt x="12858" y="7798"/>
                  <a:pt x="12585" y="7677"/>
                  <a:pt x="12554" y="7555"/>
                </a:cubicBezTo>
                <a:cubicBezTo>
                  <a:pt x="12524" y="7312"/>
                  <a:pt x="12737" y="7312"/>
                  <a:pt x="12888" y="7312"/>
                </a:cubicBezTo>
                <a:cubicBezTo>
                  <a:pt x="12964" y="7312"/>
                  <a:pt x="12998" y="7417"/>
                  <a:pt x="13113" y="7417"/>
                </a:cubicBezTo>
                <a:cubicBezTo>
                  <a:pt x="13136" y="7417"/>
                  <a:pt x="13162" y="7413"/>
                  <a:pt x="13192" y="7403"/>
                </a:cubicBezTo>
                <a:cubicBezTo>
                  <a:pt x="13514" y="7321"/>
                  <a:pt x="13835" y="7292"/>
                  <a:pt x="14157" y="7292"/>
                </a:cubicBezTo>
                <a:cubicBezTo>
                  <a:pt x="14904" y="7292"/>
                  <a:pt x="15653" y="7447"/>
                  <a:pt x="16414" y="7447"/>
                </a:cubicBezTo>
                <a:cubicBezTo>
                  <a:pt x="16535" y="7447"/>
                  <a:pt x="16657" y="7443"/>
                  <a:pt x="16779" y="7433"/>
                </a:cubicBezTo>
                <a:cubicBezTo>
                  <a:pt x="17417" y="7403"/>
                  <a:pt x="17995" y="7221"/>
                  <a:pt x="18694" y="7190"/>
                </a:cubicBezTo>
                <a:cubicBezTo>
                  <a:pt x="18768" y="7413"/>
                  <a:pt x="18915" y="7491"/>
                  <a:pt x="19070" y="7491"/>
                </a:cubicBezTo>
                <a:cubicBezTo>
                  <a:pt x="19233" y="7491"/>
                  <a:pt x="19406" y="7405"/>
                  <a:pt x="19515" y="7312"/>
                </a:cubicBezTo>
                <a:cubicBezTo>
                  <a:pt x="19647" y="7199"/>
                  <a:pt x="19752" y="7156"/>
                  <a:pt x="19844" y="7156"/>
                </a:cubicBezTo>
                <a:cubicBezTo>
                  <a:pt x="20049" y="7156"/>
                  <a:pt x="20187" y="7368"/>
                  <a:pt x="20396" y="7494"/>
                </a:cubicBezTo>
                <a:cubicBezTo>
                  <a:pt x="20105" y="7855"/>
                  <a:pt x="19788" y="7937"/>
                  <a:pt x="19478" y="7937"/>
                </a:cubicBezTo>
                <a:cubicBezTo>
                  <a:pt x="19219" y="7937"/>
                  <a:pt x="18964" y="7880"/>
                  <a:pt x="18733" y="7880"/>
                </a:cubicBezTo>
                <a:cubicBezTo>
                  <a:pt x="18634" y="7880"/>
                  <a:pt x="18540" y="7890"/>
                  <a:pt x="18451" y="7920"/>
                </a:cubicBezTo>
                <a:cubicBezTo>
                  <a:pt x="18238" y="7829"/>
                  <a:pt x="18512" y="7585"/>
                  <a:pt x="18238" y="7525"/>
                </a:cubicBezTo>
                <a:cubicBezTo>
                  <a:pt x="18025" y="7551"/>
                  <a:pt x="17952" y="7977"/>
                  <a:pt x="17834" y="7977"/>
                </a:cubicBezTo>
                <a:cubicBezTo>
                  <a:pt x="17818" y="7977"/>
                  <a:pt x="17801" y="7969"/>
                  <a:pt x="17782" y="7950"/>
                </a:cubicBezTo>
                <a:cubicBezTo>
                  <a:pt x="17682" y="7857"/>
                  <a:pt x="17584" y="7825"/>
                  <a:pt x="17487" y="7825"/>
                </a:cubicBezTo>
                <a:cubicBezTo>
                  <a:pt x="17263" y="7825"/>
                  <a:pt x="17049" y="7999"/>
                  <a:pt x="16843" y="7999"/>
                </a:cubicBezTo>
                <a:cubicBezTo>
                  <a:pt x="16759" y="7999"/>
                  <a:pt x="16677" y="7970"/>
                  <a:pt x="16597" y="7889"/>
                </a:cubicBezTo>
                <a:cubicBezTo>
                  <a:pt x="16535" y="7828"/>
                  <a:pt x="16474" y="7806"/>
                  <a:pt x="16410" y="7806"/>
                </a:cubicBezTo>
                <a:cubicBezTo>
                  <a:pt x="16317" y="7806"/>
                  <a:pt x="16219" y="7853"/>
                  <a:pt x="16110" y="7889"/>
                </a:cubicBezTo>
                <a:cubicBezTo>
                  <a:pt x="15751" y="8018"/>
                  <a:pt x="15413" y="8146"/>
                  <a:pt x="15005" y="8146"/>
                </a:cubicBezTo>
                <a:cubicBezTo>
                  <a:pt x="14930" y="8146"/>
                  <a:pt x="14853" y="8142"/>
                  <a:pt x="14773" y="8133"/>
                </a:cubicBezTo>
                <a:cubicBezTo>
                  <a:pt x="14570" y="8114"/>
                  <a:pt x="14322" y="8084"/>
                  <a:pt x="14070" y="8084"/>
                </a:cubicBezTo>
                <a:cubicBezTo>
                  <a:pt x="13907" y="8084"/>
                  <a:pt x="13743" y="8097"/>
                  <a:pt x="13588" y="8133"/>
                </a:cubicBezTo>
                <a:cubicBezTo>
                  <a:pt x="12919" y="8285"/>
                  <a:pt x="12311" y="8649"/>
                  <a:pt x="11673" y="8832"/>
                </a:cubicBezTo>
                <a:cubicBezTo>
                  <a:pt x="11764" y="9105"/>
                  <a:pt x="11825" y="9318"/>
                  <a:pt x="11916" y="9561"/>
                </a:cubicBezTo>
                <a:cubicBezTo>
                  <a:pt x="10913" y="9956"/>
                  <a:pt x="9575" y="9409"/>
                  <a:pt x="8755" y="10838"/>
                </a:cubicBezTo>
                <a:cubicBezTo>
                  <a:pt x="9032" y="10890"/>
                  <a:pt x="9300" y="10908"/>
                  <a:pt x="9561" y="10908"/>
                </a:cubicBezTo>
                <a:cubicBezTo>
                  <a:pt x="10071" y="10908"/>
                  <a:pt x="10554" y="10842"/>
                  <a:pt x="11027" y="10842"/>
                </a:cubicBezTo>
                <a:cubicBezTo>
                  <a:pt x="11295" y="10842"/>
                  <a:pt x="11560" y="10863"/>
                  <a:pt x="11825" y="10929"/>
                </a:cubicBezTo>
                <a:cubicBezTo>
                  <a:pt x="11977" y="10990"/>
                  <a:pt x="12129" y="10899"/>
                  <a:pt x="12159" y="11142"/>
                </a:cubicBezTo>
                <a:cubicBezTo>
                  <a:pt x="12159" y="11385"/>
                  <a:pt x="12098" y="11598"/>
                  <a:pt x="11855" y="11658"/>
                </a:cubicBezTo>
                <a:cubicBezTo>
                  <a:pt x="11551" y="11719"/>
                  <a:pt x="11278" y="11780"/>
                  <a:pt x="10974" y="11810"/>
                </a:cubicBezTo>
                <a:cubicBezTo>
                  <a:pt x="10062" y="11932"/>
                  <a:pt x="9271" y="12236"/>
                  <a:pt x="8967" y="13421"/>
                </a:cubicBezTo>
                <a:cubicBezTo>
                  <a:pt x="9211" y="13573"/>
                  <a:pt x="9393" y="13756"/>
                  <a:pt x="9545" y="14029"/>
                </a:cubicBezTo>
                <a:cubicBezTo>
                  <a:pt x="9241" y="14212"/>
                  <a:pt x="8967" y="14272"/>
                  <a:pt x="8663" y="14333"/>
                </a:cubicBezTo>
                <a:cubicBezTo>
                  <a:pt x="7812" y="14485"/>
                  <a:pt x="7448" y="15002"/>
                  <a:pt x="7630" y="15914"/>
                </a:cubicBezTo>
                <a:cubicBezTo>
                  <a:pt x="7356" y="16005"/>
                  <a:pt x="7053" y="16127"/>
                  <a:pt x="6779" y="16248"/>
                </a:cubicBezTo>
                <a:cubicBezTo>
                  <a:pt x="5654" y="16765"/>
                  <a:pt x="4378" y="16643"/>
                  <a:pt x="3223" y="17038"/>
                </a:cubicBezTo>
                <a:cubicBezTo>
                  <a:pt x="2704" y="17240"/>
                  <a:pt x="2267" y="17742"/>
                  <a:pt x="1731" y="17742"/>
                </a:cubicBezTo>
                <a:cubicBezTo>
                  <a:pt x="1702" y="17742"/>
                  <a:pt x="1672" y="17741"/>
                  <a:pt x="1642" y="17738"/>
                </a:cubicBezTo>
                <a:cubicBezTo>
                  <a:pt x="1566" y="17724"/>
                  <a:pt x="1494" y="17718"/>
                  <a:pt x="1425" y="17718"/>
                </a:cubicBezTo>
                <a:cubicBezTo>
                  <a:pt x="1026" y="17718"/>
                  <a:pt x="733" y="17925"/>
                  <a:pt x="396" y="18133"/>
                </a:cubicBezTo>
                <a:cubicBezTo>
                  <a:pt x="31" y="18345"/>
                  <a:pt x="1" y="18589"/>
                  <a:pt x="183" y="18923"/>
                </a:cubicBezTo>
                <a:cubicBezTo>
                  <a:pt x="1285" y="18923"/>
                  <a:pt x="2356" y="18395"/>
                  <a:pt x="3464" y="18395"/>
                </a:cubicBezTo>
                <a:cubicBezTo>
                  <a:pt x="3883" y="18395"/>
                  <a:pt x="4308" y="18471"/>
                  <a:pt x="4742" y="18680"/>
                </a:cubicBezTo>
                <a:cubicBezTo>
                  <a:pt x="4628" y="18909"/>
                  <a:pt x="4540" y="19138"/>
                  <a:pt x="4352" y="19138"/>
                </a:cubicBezTo>
                <a:cubicBezTo>
                  <a:pt x="4341" y="19138"/>
                  <a:pt x="4329" y="19138"/>
                  <a:pt x="4317" y="19136"/>
                </a:cubicBezTo>
                <a:cubicBezTo>
                  <a:pt x="4248" y="19125"/>
                  <a:pt x="4181" y="19120"/>
                  <a:pt x="4114" y="19120"/>
                </a:cubicBezTo>
                <a:cubicBezTo>
                  <a:pt x="3616" y="19120"/>
                  <a:pt x="3154" y="19386"/>
                  <a:pt x="2645" y="19440"/>
                </a:cubicBezTo>
                <a:cubicBezTo>
                  <a:pt x="2128" y="19501"/>
                  <a:pt x="1642" y="20291"/>
                  <a:pt x="1764" y="20838"/>
                </a:cubicBezTo>
                <a:cubicBezTo>
                  <a:pt x="3439" y="20350"/>
                  <a:pt x="5113" y="20055"/>
                  <a:pt x="6860" y="20055"/>
                </a:cubicBezTo>
                <a:cubicBezTo>
                  <a:pt x="7618" y="20055"/>
                  <a:pt x="8389" y="20110"/>
                  <a:pt x="9180" y="20230"/>
                </a:cubicBezTo>
                <a:cubicBezTo>
                  <a:pt x="8907" y="20443"/>
                  <a:pt x="8755" y="20564"/>
                  <a:pt x="8633" y="20656"/>
                </a:cubicBezTo>
                <a:cubicBezTo>
                  <a:pt x="8694" y="20868"/>
                  <a:pt x="8937" y="20808"/>
                  <a:pt x="8937" y="21081"/>
                </a:cubicBezTo>
                <a:cubicBezTo>
                  <a:pt x="8857" y="21210"/>
                  <a:pt x="8751" y="21245"/>
                  <a:pt x="8637" y="21245"/>
                </a:cubicBezTo>
                <a:cubicBezTo>
                  <a:pt x="8536" y="21245"/>
                  <a:pt x="8429" y="21217"/>
                  <a:pt x="8329" y="21203"/>
                </a:cubicBezTo>
                <a:cubicBezTo>
                  <a:pt x="8451" y="21051"/>
                  <a:pt x="8572" y="20929"/>
                  <a:pt x="8481" y="20777"/>
                </a:cubicBezTo>
                <a:lnTo>
                  <a:pt x="8481" y="20777"/>
                </a:lnTo>
                <a:cubicBezTo>
                  <a:pt x="8188" y="20830"/>
                  <a:pt x="7901" y="20855"/>
                  <a:pt x="7619" y="20855"/>
                </a:cubicBezTo>
                <a:cubicBezTo>
                  <a:pt x="7259" y="20855"/>
                  <a:pt x="6908" y="20815"/>
                  <a:pt x="6566" y="20747"/>
                </a:cubicBezTo>
                <a:cubicBezTo>
                  <a:pt x="6313" y="20705"/>
                  <a:pt x="6054" y="20643"/>
                  <a:pt x="5806" y="20643"/>
                </a:cubicBezTo>
                <a:cubicBezTo>
                  <a:pt x="5517" y="20643"/>
                  <a:pt x="5245" y="20726"/>
                  <a:pt x="5016" y="21020"/>
                </a:cubicBezTo>
                <a:cubicBezTo>
                  <a:pt x="5077" y="21324"/>
                  <a:pt x="5381" y="21111"/>
                  <a:pt x="5442" y="21415"/>
                </a:cubicBezTo>
                <a:cubicBezTo>
                  <a:pt x="5399" y="21409"/>
                  <a:pt x="5358" y="21407"/>
                  <a:pt x="5318" y="21407"/>
                </a:cubicBezTo>
                <a:cubicBezTo>
                  <a:pt x="4949" y="21407"/>
                  <a:pt x="4637" y="21634"/>
                  <a:pt x="4226" y="21689"/>
                </a:cubicBezTo>
                <a:cubicBezTo>
                  <a:pt x="4226" y="21780"/>
                  <a:pt x="4195" y="21963"/>
                  <a:pt x="4256" y="22054"/>
                </a:cubicBezTo>
                <a:cubicBezTo>
                  <a:pt x="4550" y="22641"/>
                  <a:pt x="5335" y="23181"/>
                  <a:pt x="5995" y="23181"/>
                </a:cubicBezTo>
                <a:cubicBezTo>
                  <a:pt x="6087" y="23181"/>
                  <a:pt x="6177" y="23170"/>
                  <a:pt x="6262" y="23148"/>
                </a:cubicBezTo>
                <a:cubicBezTo>
                  <a:pt x="6374" y="23115"/>
                  <a:pt x="6473" y="23099"/>
                  <a:pt x="6559" y="23099"/>
                </a:cubicBezTo>
                <a:cubicBezTo>
                  <a:pt x="6870" y="23099"/>
                  <a:pt x="7009" y="23307"/>
                  <a:pt x="6961" y="23665"/>
                </a:cubicBezTo>
                <a:cubicBezTo>
                  <a:pt x="6201" y="23847"/>
                  <a:pt x="5442" y="24029"/>
                  <a:pt x="4682" y="24242"/>
                </a:cubicBezTo>
                <a:cubicBezTo>
                  <a:pt x="2949" y="24759"/>
                  <a:pt x="2888" y="24789"/>
                  <a:pt x="2736" y="25245"/>
                </a:cubicBezTo>
                <a:cubicBezTo>
                  <a:pt x="2813" y="25236"/>
                  <a:pt x="2888" y="25232"/>
                  <a:pt x="2961" y="25232"/>
                </a:cubicBezTo>
                <a:cubicBezTo>
                  <a:pt x="4144" y="25232"/>
                  <a:pt x="4964" y="26325"/>
                  <a:pt x="6080" y="26583"/>
                </a:cubicBezTo>
                <a:cubicBezTo>
                  <a:pt x="5820" y="26821"/>
                  <a:pt x="5544" y="26951"/>
                  <a:pt x="5275" y="26951"/>
                </a:cubicBezTo>
                <a:cubicBezTo>
                  <a:pt x="5167" y="26951"/>
                  <a:pt x="5060" y="26930"/>
                  <a:pt x="4955" y="26887"/>
                </a:cubicBezTo>
                <a:cubicBezTo>
                  <a:pt x="4722" y="26799"/>
                  <a:pt x="4522" y="26752"/>
                  <a:pt x="4345" y="26752"/>
                </a:cubicBezTo>
                <a:cubicBezTo>
                  <a:pt x="3783" y="26752"/>
                  <a:pt x="3449" y="27228"/>
                  <a:pt x="3010" y="28406"/>
                </a:cubicBezTo>
                <a:cubicBezTo>
                  <a:pt x="3421" y="28589"/>
                  <a:pt x="3843" y="28640"/>
                  <a:pt x="4269" y="28640"/>
                </a:cubicBezTo>
                <a:cubicBezTo>
                  <a:pt x="4805" y="28640"/>
                  <a:pt x="5346" y="28559"/>
                  <a:pt x="5879" y="28559"/>
                </a:cubicBezTo>
                <a:cubicBezTo>
                  <a:pt x="6330" y="28559"/>
                  <a:pt x="6775" y="28617"/>
                  <a:pt x="7204" y="28832"/>
                </a:cubicBezTo>
                <a:cubicBezTo>
                  <a:pt x="6718" y="29014"/>
                  <a:pt x="6232" y="29227"/>
                  <a:pt x="5715" y="29288"/>
                </a:cubicBezTo>
                <a:cubicBezTo>
                  <a:pt x="5138" y="29379"/>
                  <a:pt x="4530" y="29409"/>
                  <a:pt x="4013" y="29774"/>
                </a:cubicBezTo>
                <a:cubicBezTo>
                  <a:pt x="3679" y="29957"/>
                  <a:pt x="3405" y="30291"/>
                  <a:pt x="2888" y="30291"/>
                </a:cubicBezTo>
                <a:cubicBezTo>
                  <a:pt x="3223" y="30565"/>
                  <a:pt x="3192" y="31020"/>
                  <a:pt x="3527" y="31051"/>
                </a:cubicBezTo>
                <a:cubicBezTo>
                  <a:pt x="4414" y="31103"/>
                  <a:pt x="5302" y="31379"/>
                  <a:pt x="6208" y="31379"/>
                </a:cubicBezTo>
                <a:cubicBezTo>
                  <a:pt x="6358" y="31379"/>
                  <a:pt x="6507" y="31372"/>
                  <a:pt x="6657" y="31355"/>
                </a:cubicBezTo>
                <a:cubicBezTo>
                  <a:pt x="6685" y="31351"/>
                  <a:pt x="6711" y="31350"/>
                  <a:pt x="6738" y="31350"/>
                </a:cubicBezTo>
                <a:cubicBezTo>
                  <a:pt x="7124" y="31350"/>
                  <a:pt x="7439" y="31687"/>
                  <a:pt x="7832" y="31687"/>
                </a:cubicBezTo>
                <a:cubicBezTo>
                  <a:pt x="7894" y="31687"/>
                  <a:pt x="7958" y="31678"/>
                  <a:pt x="8025" y="31659"/>
                </a:cubicBezTo>
                <a:lnTo>
                  <a:pt x="8025" y="31659"/>
                </a:lnTo>
                <a:cubicBezTo>
                  <a:pt x="7417" y="31902"/>
                  <a:pt x="6840" y="32297"/>
                  <a:pt x="6232" y="32297"/>
                </a:cubicBezTo>
                <a:cubicBezTo>
                  <a:pt x="5411" y="32327"/>
                  <a:pt x="4773" y="32601"/>
                  <a:pt x="4317" y="33391"/>
                </a:cubicBezTo>
                <a:cubicBezTo>
                  <a:pt x="4226" y="33543"/>
                  <a:pt x="4043" y="33665"/>
                  <a:pt x="4135" y="33908"/>
                </a:cubicBezTo>
                <a:cubicBezTo>
                  <a:pt x="4195" y="34151"/>
                  <a:pt x="4408" y="34090"/>
                  <a:pt x="4590" y="34121"/>
                </a:cubicBezTo>
                <a:cubicBezTo>
                  <a:pt x="4639" y="34131"/>
                  <a:pt x="4687" y="34136"/>
                  <a:pt x="4735" y="34136"/>
                </a:cubicBezTo>
                <a:cubicBezTo>
                  <a:pt x="5021" y="34136"/>
                  <a:pt x="5295" y="33978"/>
                  <a:pt x="5578" y="33978"/>
                </a:cubicBezTo>
                <a:cubicBezTo>
                  <a:pt x="5663" y="33978"/>
                  <a:pt x="5749" y="33992"/>
                  <a:pt x="5837" y="34030"/>
                </a:cubicBezTo>
                <a:cubicBezTo>
                  <a:pt x="5624" y="34273"/>
                  <a:pt x="5320" y="34182"/>
                  <a:pt x="5046" y="34394"/>
                </a:cubicBezTo>
                <a:cubicBezTo>
                  <a:pt x="5160" y="34768"/>
                  <a:pt x="5352" y="34855"/>
                  <a:pt x="5562" y="34855"/>
                </a:cubicBezTo>
                <a:cubicBezTo>
                  <a:pt x="5745" y="34855"/>
                  <a:pt x="5941" y="34789"/>
                  <a:pt x="6110" y="34789"/>
                </a:cubicBezTo>
                <a:cubicBezTo>
                  <a:pt x="6663" y="34789"/>
                  <a:pt x="7132" y="34484"/>
                  <a:pt x="7703" y="34484"/>
                </a:cubicBezTo>
                <a:cubicBezTo>
                  <a:pt x="7729" y="34484"/>
                  <a:pt x="7756" y="34484"/>
                  <a:pt x="7782" y="34486"/>
                </a:cubicBezTo>
                <a:cubicBezTo>
                  <a:pt x="8122" y="34486"/>
                  <a:pt x="8478" y="34590"/>
                  <a:pt x="8838" y="34590"/>
                </a:cubicBezTo>
                <a:cubicBezTo>
                  <a:pt x="8992" y="34590"/>
                  <a:pt x="9147" y="34571"/>
                  <a:pt x="9302" y="34516"/>
                </a:cubicBezTo>
                <a:cubicBezTo>
                  <a:pt x="9543" y="34420"/>
                  <a:pt x="9665" y="34383"/>
                  <a:pt x="9794" y="34383"/>
                </a:cubicBezTo>
                <a:cubicBezTo>
                  <a:pt x="9909" y="34383"/>
                  <a:pt x="10029" y="34412"/>
                  <a:pt x="10244" y="34455"/>
                </a:cubicBezTo>
                <a:cubicBezTo>
                  <a:pt x="9053" y="35051"/>
                  <a:pt x="7830" y="35242"/>
                  <a:pt x="6587" y="35242"/>
                </a:cubicBezTo>
                <a:cubicBezTo>
                  <a:pt x="5419" y="35242"/>
                  <a:pt x="4233" y="35073"/>
                  <a:pt x="3040" y="34911"/>
                </a:cubicBezTo>
                <a:lnTo>
                  <a:pt x="3040" y="34911"/>
                </a:lnTo>
                <a:cubicBezTo>
                  <a:pt x="3131" y="35762"/>
                  <a:pt x="3983" y="36279"/>
                  <a:pt x="5046" y="36279"/>
                </a:cubicBezTo>
                <a:cubicBezTo>
                  <a:pt x="5074" y="36854"/>
                  <a:pt x="4829" y="37109"/>
                  <a:pt x="4358" y="37109"/>
                </a:cubicBezTo>
                <a:cubicBezTo>
                  <a:pt x="4306" y="37109"/>
                  <a:pt x="4252" y="37106"/>
                  <a:pt x="4195" y="37100"/>
                </a:cubicBezTo>
                <a:cubicBezTo>
                  <a:pt x="3859" y="37052"/>
                  <a:pt x="3506" y="36928"/>
                  <a:pt x="3167" y="36928"/>
                </a:cubicBezTo>
                <a:cubicBezTo>
                  <a:pt x="2863" y="36928"/>
                  <a:pt x="2570" y="37028"/>
                  <a:pt x="2311" y="37373"/>
                </a:cubicBezTo>
                <a:cubicBezTo>
                  <a:pt x="2676" y="37981"/>
                  <a:pt x="2432" y="37859"/>
                  <a:pt x="3709" y="38163"/>
                </a:cubicBezTo>
                <a:cubicBezTo>
                  <a:pt x="4600" y="38398"/>
                  <a:pt x="5509" y="38668"/>
                  <a:pt x="6449" y="38668"/>
                </a:cubicBezTo>
                <a:cubicBezTo>
                  <a:pt x="6729" y="38668"/>
                  <a:pt x="7011" y="38645"/>
                  <a:pt x="7296" y="38589"/>
                </a:cubicBezTo>
                <a:cubicBezTo>
                  <a:pt x="7678" y="38499"/>
                  <a:pt x="8077" y="38392"/>
                  <a:pt x="8481" y="38392"/>
                </a:cubicBezTo>
                <a:cubicBezTo>
                  <a:pt x="8622" y="38392"/>
                  <a:pt x="8765" y="38405"/>
                  <a:pt x="8907" y="38437"/>
                </a:cubicBezTo>
                <a:cubicBezTo>
                  <a:pt x="9120" y="38484"/>
                  <a:pt x="9333" y="38587"/>
                  <a:pt x="9546" y="38587"/>
                </a:cubicBezTo>
                <a:cubicBezTo>
                  <a:pt x="9606" y="38587"/>
                  <a:pt x="9667" y="38579"/>
                  <a:pt x="9727" y="38559"/>
                </a:cubicBezTo>
                <a:cubicBezTo>
                  <a:pt x="11004" y="38103"/>
                  <a:pt x="12341" y="38011"/>
                  <a:pt x="13648" y="37920"/>
                </a:cubicBezTo>
                <a:cubicBezTo>
                  <a:pt x="15047" y="37799"/>
                  <a:pt x="16445" y="37525"/>
                  <a:pt x="17843" y="37495"/>
                </a:cubicBezTo>
                <a:cubicBezTo>
                  <a:pt x="20214" y="37464"/>
                  <a:pt x="22554" y="37039"/>
                  <a:pt x="24895" y="37039"/>
                </a:cubicBezTo>
                <a:cubicBezTo>
                  <a:pt x="26384" y="37008"/>
                  <a:pt x="27843" y="36978"/>
                  <a:pt x="29333" y="36948"/>
                </a:cubicBezTo>
                <a:cubicBezTo>
                  <a:pt x="29819" y="36948"/>
                  <a:pt x="30305" y="37163"/>
                  <a:pt x="30817" y="37163"/>
                </a:cubicBezTo>
                <a:cubicBezTo>
                  <a:pt x="30849" y="37163"/>
                  <a:pt x="30881" y="37162"/>
                  <a:pt x="30913" y="37160"/>
                </a:cubicBezTo>
                <a:cubicBezTo>
                  <a:pt x="31429" y="37117"/>
                  <a:pt x="31960" y="37074"/>
                  <a:pt x="32485" y="37074"/>
                </a:cubicBezTo>
                <a:cubicBezTo>
                  <a:pt x="32702" y="37074"/>
                  <a:pt x="32918" y="37082"/>
                  <a:pt x="33132" y="37100"/>
                </a:cubicBezTo>
                <a:cubicBezTo>
                  <a:pt x="34074" y="37160"/>
                  <a:pt x="35047" y="37404"/>
                  <a:pt x="35959" y="37404"/>
                </a:cubicBezTo>
                <a:cubicBezTo>
                  <a:pt x="36052" y="37402"/>
                  <a:pt x="36145" y="37402"/>
                  <a:pt x="36238" y="37402"/>
                </a:cubicBezTo>
                <a:cubicBezTo>
                  <a:pt x="38483" y="37402"/>
                  <a:pt x="40702" y="37743"/>
                  <a:pt x="42950" y="37859"/>
                </a:cubicBezTo>
                <a:cubicBezTo>
                  <a:pt x="44105" y="37920"/>
                  <a:pt x="45230" y="37829"/>
                  <a:pt x="46354" y="38042"/>
                </a:cubicBezTo>
                <a:cubicBezTo>
                  <a:pt x="48603" y="38437"/>
                  <a:pt x="50883" y="38498"/>
                  <a:pt x="53132" y="38559"/>
                </a:cubicBezTo>
                <a:cubicBezTo>
                  <a:pt x="53832" y="38559"/>
                  <a:pt x="54531" y="38467"/>
                  <a:pt x="54895" y="37677"/>
                </a:cubicBezTo>
                <a:cubicBezTo>
                  <a:pt x="54804" y="37282"/>
                  <a:pt x="54409" y="37647"/>
                  <a:pt x="54318" y="37221"/>
                </a:cubicBezTo>
                <a:cubicBezTo>
                  <a:pt x="54679" y="37221"/>
                  <a:pt x="55052" y="37162"/>
                  <a:pt x="55414" y="37162"/>
                </a:cubicBezTo>
                <a:cubicBezTo>
                  <a:pt x="55631" y="37162"/>
                  <a:pt x="55845" y="37183"/>
                  <a:pt x="56050" y="37252"/>
                </a:cubicBezTo>
                <a:cubicBezTo>
                  <a:pt x="56717" y="37474"/>
                  <a:pt x="57390" y="37544"/>
                  <a:pt x="58064" y="37544"/>
                </a:cubicBezTo>
                <a:cubicBezTo>
                  <a:pt x="58773" y="37544"/>
                  <a:pt x="59483" y="37466"/>
                  <a:pt x="60184" y="37404"/>
                </a:cubicBezTo>
                <a:cubicBezTo>
                  <a:pt x="60610" y="37373"/>
                  <a:pt x="60610" y="36948"/>
                  <a:pt x="60701" y="36644"/>
                </a:cubicBezTo>
                <a:cubicBezTo>
                  <a:pt x="60792" y="36340"/>
                  <a:pt x="60640" y="36188"/>
                  <a:pt x="60397" y="36005"/>
                </a:cubicBezTo>
                <a:cubicBezTo>
                  <a:pt x="59880" y="35701"/>
                  <a:pt x="59333" y="35549"/>
                  <a:pt x="58786" y="35306"/>
                </a:cubicBezTo>
                <a:cubicBezTo>
                  <a:pt x="58878" y="35121"/>
                  <a:pt x="59016" y="35094"/>
                  <a:pt x="59157" y="35094"/>
                </a:cubicBezTo>
                <a:cubicBezTo>
                  <a:pt x="59217" y="35094"/>
                  <a:pt x="59278" y="35099"/>
                  <a:pt x="59336" y="35099"/>
                </a:cubicBezTo>
                <a:cubicBezTo>
                  <a:pt x="59366" y="35099"/>
                  <a:pt x="59396" y="35098"/>
                  <a:pt x="59424" y="35093"/>
                </a:cubicBezTo>
                <a:cubicBezTo>
                  <a:pt x="59789" y="35033"/>
                  <a:pt x="60154" y="34850"/>
                  <a:pt x="60215" y="34394"/>
                </a:cubicBezTo>
                <a:cubicBezTo>
                  <a:pt x="60397" y="32935"/>
                  <a:pt x="60883" y="31598"/>
                  <a:pt x="61339" y="30261"/>
                </a:cubicBezTo>
                <a:cubicBezTo>
                  <a:pt x="62737" y="26248"/>
                  <a:pt x="64105" y="22267"/>
                  <a:pt x="65230" y="18163"/>
                </a:cubicBezTo>
                <a:cubicBezTo>
                  <a:pt x="65716" y="16339"/>
                  <a:pt x="65412" y="15792"/>
                  <a:pt x="63923" y="15458"/>
                </a:cubicBezTo>
                <a:cubicBezTo>
                  <a:pt x="63801" y="15428"/>
                  <a:pt x="63680" y="15428"/>
                  <a:pt x="63558" y="15428"/>
                </a:cubicBezTo>
                <a:cubicBezTo>
                  <a:pt x="61795" y="15154"/>
                  <a:pt x="60002" y="14880"/>
                  <a:pt x="58239" y="14576"/>
                </a:cubicBezTo>
                <a:cubicBezTo>
                  <a:pt x="57433" y="14425"/>
                  <a:pt x="56753" y="13607"/>
                  <a:pt x="55886" y="13607"/>
                </a:cubicBezTo>
                <a:cubicBezTo>
                  <a:pt x="55707" y="13607"/>
                  <a:pt x="55519" y="13642"/>
                  <a:pt x="55321" y="13725"/>
                </a:cubicBezTo>
                <a:cubicBezTo>
                  <a:pt x="55321" y="13725"/>
                  <a:pt x="55260" y="13665"/>
                  <a:pt x="55230" y="13634"/>
                </a:cubicBezTo>
                <a:cubicBezTo>
                  <a:pt x="55260" y="13330"/>
                  <a:pt x="55503" y="13148"/>
                  <a:pt x="55594" y="12874"/>
                </a:cubicBezTo>
                <a:cubicBezTo>
                  <a:pt x="55777" y="12449"/>
                  <a:pt x="55503" y="11810"/>
                  <a:pt x="55108" y="11810"/>
                </a:cubicBezTo>
                <a:cubicBezTo>
                  <a:pt x="55081" y="11811"/>
                  <a:pt x="55054" y="11812"/>
                  <a:pt x="55027" y="11812"/>
                </a:cubicBezTo>
                <a:cubicBezTo>
                  <a:pt x="54272" y="11812"/>
                  <a:pt x="53620" y="11413"/>
                  <a:pt x="52798" y="11354"/>
                </a:cubicBezTo>
                <a:cubicBezTo>
                  <a:pt x="52965" y="11259"/>
                  <a:pt x="53039" y="11144"/>
                  <a:pt x="53151" y="11144"/>
                </a:cubicBezTo>
                <a:cubicBezTo>
                  <a:pt x="53182" y="11144"/>
                  <a:pt x="53215" y="11153"/>
                  <a:pt x="53254" y="11172"/>
                </a:cubicBezTo>
                <a:cubicBezTo>
                  <a:pt x="53680" y="11415"/>
                  <a:pt x="54135" y="11324"/>
                  <a:pt x="54561" y="11476"/>
                </a:cubicBezTo>
                <a:cubicBezTo>
                  <a:pt x="54677" y="11511"/>
                  <a:pt x="54766" y="11527"/>
                  <a:pt x="54834" y="11527"/>
                </a:cubicBezTo>
                <a:cubicBezTo>
                  <a:pt x="55122" y="11527"/>
                  <a:pt x="55018" y="11237"/>
                  <a:pt x="54895" y="10868"/>
                </a:cubicBezTo>
                <a:lnTo>
                  <a:pt x="54895" y="10868"/>
                </a:lnTo>
                <a:cubicBezTo>
                  <a:pt x="54924" y="10872"/>
                  <a:pt x="54951" y="10873"/>
                  <a:pt x="54978" y="10873"/>
                </a:cubicBezTo>
                <a:cubicBezTo>
                  <a:pt x="55407" y="10873"/>
                  <a:pt x="55616" y="10436"/>
                  <a:pt x="55959" y="10321"/>
                </a:cubicBezTo>
                <a:cubicBezTo>
                  <a:pt x="55898" y="10078"/>
                  <a:pt x="55959" y="9835"/>
                  <a:pt x="55746" y="9744"/>
                </a:cubicBezTo>
                <a:cubicBezTo>
                  <a:pt x="55260" y="9531"/>
                  <a:pt x="54743" y="9227"/>
                  <a:pt x="54287" y="9227"/>
                </a:cubicBezTo>
                <a:cubicBezTo>
                  <a:pt x="53299" y="9227"/>
                  <a:pt x="52336" y="8880"/>
                  <a:pt x="51352" y="8880"/>
                </a:cubicBezTo>
                <a:cubicBezTo>
                  <a:pt x="51247" y="8880"/>
                  <a:pt x="51141" y="8884"/>
                  <a:pt x="51035" y="8892"/>
                </a:cubicBezTo>
                <a:cubicBezTo>
                  <a:pt x="50984" y="8899"/>
                  <a:pt x="50935" y="8902"/>
                  <a:pt x="50888" y="8902"/>
                </a:cubicBezTo>
                <a:cubicBezTo>
                  <a:pt x="50479" y="8902"/>
                  <a:pt x="50176" y="8678"/>
                  <a:pt x="49850" y="8406"/>
                </a:cubicBezTo>
                <a:cubicBezTo>
                  <a:pt x="49992" y="8371"/>
                  <a:pt x="50103" y="8356"/>
                  <a:pt x="50208" y="8356"/>
                </a:cubicBezTo>
                <a:cubicBezTo>
                  <a:pt x="50281" y="8356"/>
                  <a:pt x="50352" y="8363"/>
                  <a:pt x="50427" y="8376"/>
                </a:cubicBezTo>
                <a:cubicBezTo>
                  <a:pt x="50755" y="8445"/>
                  <a:pt x="51073" y="8543"/>
                  <a:pt x="51386" y="8543"/>
                </a:cubicBezTo>
                <a:cubicBezTo>
                  <a:pt x="51626" y="8543"/>
                  <a:pt x="51862" y="8486"/>
                  <a:pt x="52099" y="8315"/>
                </a:cubicBezTo>
                <a:cubicBezTo>
                  <a:pt x="52707" y="7920"/>
                  <a:pt x="53467" y="8163"/>
                  <a:pt x="54105" y="7707"/>
                </a:cubicBezTo>
                <a:cubicBezTo>
                  <a:pt x="54409" y="7494"/>
                  <a:pt x="54835" y="7585"/>
                  <a:pt x="55230" y="7494"/>
                </a:cubicBezTo>
                <a:cubicBezTo>
                  <a:pt x="55564" y="7433"/>
                  <a:pt x="55898" y="7221"/>
                  <a:pt x="55929" y="6795"/>
                </a:cubicBezTo>
                <a:cubicBezTo>
                  <a:pt x="55959" y="6339"/>
                  <a:pt x="55564" y="6339"/>
                  <a:pt x="55290" y="6278"/>
                </a:cubicBezTo>
                <a:cubicBezTo>
                  <a:pt x="55139" y="6248"/>
                  <a:pt x="55017" y="6157"/>
                  <a:pt x="54987" y="6005"/>
                </a:cubicBezTo>
                <a:cubicBezTo>
                  <a:pt x="55309" y="5606"/>
                  <a:pt x="55561" y="5433"/>
                  <a:pt x="55897" y="5433"/>
                </a:cubicBezTo>
                <a:cubicBezTo>
                  <a:pt x="56099" y="5433"/>
                  <a:pt x="56331" y="5496"/>
                  <a:pt x="56628" y="5610"/>
                </a:cubicBezTo>
                <a:cubicBezTo>
                  <a:pt x="56782" y="5661"/>
                  <a:pt x="56932" y="5718"/>
                  <a:pt x="57059" y="5718"/>
                </a:cubicBezTo>
                <a:cubicBezTo>
                  <a:pt x="57232" y="5718"/>
                  <a:pt x="57366" y="5613"/>
                  <a:pt x="57418" y="5245"/>
                </a:cubicBezTo>
                <a:cubicBezTo>
                  <a:pt x="56689" y="4941"/>
                  <a:pt x="56050" y="4515"/>
                  <a:pt x="55442" y="3999"/>
                </a:cubicBezTo>
                <a:cubicBezTo>
                  <a:pt x="55716" y="3816"/>
                  <a:pt x="55959" y="3634"/>
                  <a:pt x="56202" y="3482"/>
                </a:cubicBezTo>
                <a:cubicBezTo>
                  <a:pt x="56446" y="3330"/>
                  <a:pt x="56810" y="3239"/>
                  <a:pt x="56780" y="2874"/>
                </a:cubicBezTo>
                <a:cubicBezTo>
                  <a:pt x="56780" y="2479"/>
                  <a:pt x="56415" y="2388"/>
                  <a:pt x="56142" y="2236"/>
                </a:cubicBezTo>
                <a:cubicBezTo>
                  <a:pt x="55047" y="1628"/>
                  <a:pt x="53832" y="1476"/>
                  <a:pt x="52646" y="1476"/>
                </a:cubicBezTo>
                <a:cubicBezTo>
                  <a:pt x="50488" y="1446"/>
                  <a:pt x="48330" y="1050"/>
                  <a:pt x="46141" y="990"/>
                </a:cubicBezTo>
                <a:cubicBezTo>
                  <a:pt x="45230" y="929"/>
                  <a:pt x="44348" y="898"/>
                  <a:pt x="43436" y="838"/>
                </a:cubicBezTo>
                <a:cubicBezTo>
                  <a:pt x="41430" y="746"/>
                  <a:pt x="39454" y="564"/>
                  <a:pt x="37479" y="442"/>
                </a:cubicBezTo>
                <a:cubicBezTo>
                  <a:pt x="36263" y="382"/>
                  <a:pt x="35077" y="442"/>
                  <a:pt x="33862" y="351"/>
                </a:cubicBezTo>
                <a:cubicBezTo>
                  <a:pt x="31947" y="199"/>
                  <a:pt x="30032" y="108"/>
                  <a:pt x="28117" y="47"/>
                </a:cubicBezTo>
                <a:cubicBezTo>
                  <a:pt x="28060" y="45"/>
                  <a:pt x="28003" y="44"/>
                  <a:pt x="27947" y="44"/>
                </a:cubicBezTo>
                <a:cubicBezTo>
                  <a:pt x="27383" y="44"/>
                  <a:pt x="26833" y="151"/>
                  <a:pt x="26254" y="151"/>
                </a:cubicBezTo>
                <a:cubicBezTo>
                  <a:pt x="26147" y="151"/>
                  <a:pt x="26038" y="147"/>
                  <a:pt x="25928" y="139"/>
                </a:cubicBezTo>
                <a:cubicBezTo>
                  <a:pt x="25377" y="85"/>
                  <a:pt x="24814" y="0"/>
                  <a:pt x="242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91" name="Google Shape;4091;p15"/>
          <p:cNvGrpSpPr/>
          <p:nvPr/>
        </p:nvGrpSpPr>
        <p:grpSpPr>
          <a:xfrm rot="1144190">
            <a:off x="6461697" y="-403705"/>
            <a:ext cx="3222439" cy="1467449"/>
            <a:chOff x="3427375" y="613525"/>
            <a:chExt cx="1481825" cy="674800"/>
          </a:xfrm>
        </p:grpSpPr>
        <p:sp>
          <p:nvSpPr>
            <p:cNvPr id="4092" name="Google Shape;4092;p1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1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1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1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1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1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1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1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1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1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1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1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1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1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1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1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1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1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1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1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1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1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1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1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1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1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1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1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1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1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1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1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1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1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1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1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1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1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1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1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1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1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1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1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1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1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1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1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1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1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1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1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1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1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1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1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1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1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1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1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1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1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1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1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1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1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1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1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1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1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1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1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1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1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1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1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1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1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1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1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1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1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1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1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1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1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1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1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1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1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1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1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1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1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1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1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1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1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1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1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1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1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1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1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1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1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1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1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1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1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1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1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1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1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1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1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1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1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1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1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1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1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1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1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1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1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1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1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1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1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1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1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1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1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1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1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1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1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1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1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1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1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1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1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1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1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1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1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1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1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1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1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1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1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1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1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1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1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1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1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1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1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1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1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1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1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1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1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1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1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1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1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1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1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1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1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1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1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1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1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72" name="Google Shape;4272;p15"/>
          <p:cNvSpPr/>
          <p:nvPr/>
        </p:nvSpPr>
        <p:spPr>
          <a:xfrm rot="-5994109">
            <a:off x="-1105182" y="-272244"/>
            <a:ext cx="2205672" cy="2602643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3" name="Google Shape;4273;p15"/>
          <p:cNvSpPr/>
          <p:nvPr/>
        </p:nvSpPr>
        <p:spPr>
          <a:xfrm rot="370012">
            <a:off x="7306614" y="-953447"/>
            <a:ext cx="3278748" cy="3203590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74" name="Google Shape;4274;p15"/>
          <p:cNvGrpSpPr/>
          <p:nvPr/>
        </p:nvGrpSpPr>
        <p:grpSpPr>
          <a:xfrm rot="-252633">
            <a:off x="6054821" y="4374193"/>
            <a:ext cx="3786206" cy="1724179"/>
            <a:chOff x="3427375" y="613525"/>
            <a:chExt cx="1481825" cy="674800"/>
          </a:xfrm>
        </p:grpSpPr>
        <p:sp>
          <p:nvSpPr>
            <p:cNvPr id="4275" name="Google Shape;4275;p1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1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1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1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1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1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1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1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1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1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1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1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1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1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1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1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1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1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1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1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1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1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1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1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1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1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1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1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1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1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1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1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1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1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1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1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1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1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1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1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1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1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1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1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1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1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1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1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1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1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1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1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1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1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1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1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1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1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1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1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1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1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1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1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1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1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1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1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1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1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1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1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1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1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1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1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1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1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1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1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1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1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1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1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1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1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1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1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1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1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1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1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1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1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1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1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1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1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1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1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1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1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1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1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1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1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1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1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1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1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1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1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1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1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1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1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1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1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1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1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1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1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1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1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1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1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1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1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1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1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1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1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1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1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1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1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1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1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1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1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1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1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1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1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1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1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1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1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1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1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1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1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1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1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1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1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1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1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1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1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1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1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1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1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1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1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1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1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1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1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1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5" name="Google Shape;4455;p15"/>
          <p:cNvSpPr txBox="1"/>
          <p:nvPr>
            <p:ph type="title"/>
          </p:nvPr>
        </p:nvSpPr>
        <p:spPr>
          <a:xfrm>
            <a:off x="5430475" y="1204625"/>
            <a:ext cx="3000300" cy="218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7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456" name="Google Shape;4456;p15"/>
          <p:cNvSpPr txBox="1"/>
          <p:nvPr>
            <p:ph idx="1" type="subTitle"/>
          </p:nvPr>
        </p:nvSpPr>
        <p:spPr>
          <a:xfrm>
            <a:off x="5430475" y="3462950"/>
            <a:ext cx="3000300" cy="6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457" name="Google Shape;4457;p15"/>
          <p:cNvSpPr txBox="1"/>
          <p:nvPr>
            <p:ph hasCustomPrompt="1" idx="2" type="title"/>
          </p:nvPr>
        </p:nvSpPr>
        <p:spPr>
          <a:xfrm>
            <a:off x="3282000" y="1204625"/>
            <a:ext cx="19617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b="0" sz="9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15">
    <p:spTree>
      <p:nvGrpSpPr>
        <p:cNvPr id="4458" name="Shape 4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9" name="Google Shape;4459;p16"/>
          <p:cNvSpPr txBox="1"/>
          <p:nvPr>
            <p:ph type="title"/>
          </p:nvPr>
        </p:nvSpPr>
        <p:spPr>
          <a:xfrm>
            <a:off x="2293000" y="2464488"/>
            <a:ext cx="62937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7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460" name="Google Shape;4460;p16"/>
          <p:cNvSpPr txBox="1"/>
          <p:nvPr>
            <p:ph idx="1" type="subTitle"/>
          </p:nvPr>
        </p:nvSpPr>
        <p:spPr>
          <a:xfrm>
            <a:off x="3375350" y="3608400"/>
            <a:ext cx="4128900" cy="6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461" name="Google Shape;4461;p16"/>
          <p:cNvSpPr txBox="1"/>
          <p:nvPr>
            <p:ph hasCustomPrompt="1" idx="2" type="title"/>
          </p:nvPr>
        </p:nvSpPr>
        <p:spPr>
          <a:xfrm>
            <a:off x="4459000" y="1242263"/>
            <a:ext cx="19617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b="0" sz="9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462" name="Google Shape;4462;p16"/>
          <p:cNvSpPr/>
          <p:nvPr/>
        </p:nvSpPr>
        <p:spPr>
          <a:xfrm rot="-393187">
            <a:off x="-431142" y="82980"/>
            <a:ext cx="3272971" cy="1269652"/>
          </a:xfrm>
          <a:custGeom>
            <a:rect b="b" l="l" r="r" t="t"/>
            <a:pathLst>
              <a:path extrusionOk="0" h="27521" w="70945">
                <a:moveTo>
                  <a:pt x="35199" y="1964"/>
                </a:moveTo>
                <a:lnTo>
                  <a:pt x="35199" y="1964"/>
                </a:lnTo>
                <a:cubicBezTo>
                  <a:pt x="34786" y="2653"/>
                  <a:pt x="33624" y="3167"/>
                  <a:pt x="32709" y="3167"/>
                </a:cubicBezTo>
                <a:cubicBezTo>
                  <a:pt x="32614" y="3167"/>
                  <a:pt x="32521" y="3161"/>
                  <a:pt x="32433" y="3150"/>
                </a:cubicBezTo>
                <a:cubicBezTo>
                  <a:pt x="33223" y="2420"/>
                  <a:pt x="34287" y="2359"/>
                  <a:pt x="35199" y="1964"/>
                </a:cubicBezTo>
                <a:close/>
                <a:moveTo>
                  <a:pt x="30913" y="4366"/>
                </a:moveTo>
                <a:lnTo>
                  <a:pt x="30974" y="4548"/>
                </a:lnTo>
                <a:cubicBezTo>
                  <a:pt x="30184" y="4791"/>
                  <a:pt x="29424" y="5065"/>
                  <a:pt x="28633" y="5308"/>
                </a:cubicBezTo>
                <a:cubicBezTo>
                  <a:pt x="28603" y="5277"/>
                  <a:pt x="28603" y="5217"/>
                  <a:pt x="28573" y="5156"/>
                </a:cubicBezTo>
                <a:cubicBezTo>
                  <a:pt x="29363" y="4882"/>
                  <a:pt x="30123" y="4609"/>
                  <a:pt x="30913" y="4366"/>
                </a:cubicBezTo>
                <a:close/>
                <a:moveTo>
                  <a:pt x="40786" y="4588"/>
                </a:moveTo>
                <a:cubicBezTo>
                  <a:pt x="42137" y="4588"/>
                  <a:pt x="43391" y="4745"/>
                  <a:pt x="43831" y="5065"/>
                </a:cubicBezTo>
                <a:cubicBezTo>
                  <a:pt x="43312" y="5219"/>
                  <a:pt x="42792" y="5300"/>
                  <a:pt x="42272" y="5300"/>
                </a:cubicBezTo>
                <a:cubicBezTo>
                  <a:pt x="41971" y="5300"/>
                  <a:pt x="41670" y="5272"/>
                  <a:pt x="41369" y="5217"/>
                </a:cubicBezTo>
                <a:cubicBezTo>
                  <a:pt x="41223" y="5189"/>
                  <a:pt x="41077" y="5177"/>
                  <a:pt x="40930" y="5177"/>
                </a:cubicBezTo>
                <a:cubicBezTo>
                  <a:pt x="40286" y="5177"/>
                  <a:pt x="39642" y="5399"/>
                  <a:pt x="38998" y="5399"/>
                </a:cubicBezTo>
                <a:cubicBezTo>
                  <a:pt x="38963" y="5401"/>
                  <a:pt x="38928" y="5401"/>
                  <a:pt x="38892" y="5401"/>
                </a:cubicBezTo>
                <a:cubicBezTo>
                  <a:pt x="38387" y="5401"/>
                  <a:pt x="37866" y="5262"/>
                  <a:pt x="37299" y="5262"/>
                </a:cubicBezTo>
                <a:cubicBezTo>
                  <a:pt x="37082" y="5262"/>
                  <a:pt x="36859" y="5282"/>
                  <a:pt x="36628" y="5338"/>
                </a:cubicBezTo>
                <a:cubicBezTo>
                  <a:pt x="37173" y="4844"/>
                  <a:pt x="39059" y="4588"/>
                  <a:pt x="40786" y="4588"/>
                </a:cubicBezTo>
                <a:close/>
                <a:moveTo>
                  <a:pt x="53712" y="5060"/>
                </a:moveTo>
                <a:cubicBezTo>
                  <a:pt x="54241" y="5060"/>
                  <a:pt x="54650" y="5080"/>
                  <a:pt x="54865" y="5125"/>
                </a:cubicBezTo>
                <a:cubicBezTo>
                  <a:pt x="53491" y="5211"/>
                  <a:pt x="52117" y="5432"/>
                  <a:pt x="50743" y="5432"/>
                </a:cubicBezTo>
                <a:cubicBezTo>
                  <a:pt x="50658" y="5432"/>
                  <a:pt x="50573" y="5431"/>
                  <a:pt x="50488" y="5429"/>
                </a:cubicBezTo>
                <a:cubicBezTo>
                  <a:pt x="50434" y="5428"/>
                  <a:pt x="50380" y="5428"/>
                  <a:pt x="50326" y="5428"/>
                </a:cubicBezTo>
                <a:cubicBezTo>
                  <a:pt x="48977" y="5428"/>
                  <a:pt x="47648" y="5765"/>
                  <a:pt x="46195" y="5765"/>
                </a:cubicBezTo>
                <a:cubicBezTo>
                  <a:pt x="46137" y="5765"/>
                  <a:pt x="46078" y="5765"/>
                  <a:pt x="46020" y="5764"/>
                </a:cubicBezTo>
                <a:cubicBezTo>
                  <a:pt x="46787" y="5442"/>
                  <a:pt x="51399" y="5060"/>
                  <a:pt x="53712" y="5060"/>
                </a:cubicBezTo>
                <a:close/>
                <a:moveTo>
                  <a:pt x="57388" y="5977"/>
                </a:moveTo>
                <a:lnTo>
                  <a:pt x="57388" y="5977"/>
                </a:lnTo>
                <a:cubicBezTo>
                  <a:pt x="55787" y="6584"/>
                  <a:pt x="46373" y="7967"/>
                  <a:pt x="44104" y="7967"/>
                </a:cubicBezTo>
                <a:cubicBezTo>
                  <a:pt x="43873" y="7967"/>
                  <a:pt x="43716" y="7953"/>
                  <a:pt x="43649" y="7922"/>
                </a:cubicBezTo>
                <a:cubicBezTo>
                  <a:pt x="48360" y="7223"/>
                  <a:pt x="52828" y="6250"/>
                  <a:pt x="57388" y="5977"/>
                </a:cubicBezTo>
                <a:close/>
                <a:moveTo>
                  <a:pt x="14803" y="9472"/>
                </a:moveTo>
                <a:lnTo>
                  <a:pt x="14803" y="9472"/>
                </a:lnTo>
                <a:cubicBezTo>
                  <a:pt x="14256" y="9928"/>
                  <a:pt x="13618" y="10110"/>
                  <a:pt x="12949" y="10232"/>
                </a:cubicBezTo>
                <a:cubicBezTo>
                  <a:pt x="13496" y="9837"/>
                  <a:pt x="14104" y="9563"/>
                  <a:pt x="14803" y="9472"/>
                </a:cubicBezTo>
                <a:close/>
                <a:moveTo>
                  <a:pt x="7038" y="12421"/>
                </a:moveTo>
                <a:cubicBezTo>
                  <a:pt x="7187" y="12421"/>
                  <a:pt x="7311" y="12538"/>
                  <a:pt x="7387" y="12785"/>
                </a:cubicBezTo>
                <a:cubicBezTo>
                  <a:pt x="6171" y="13484"/>
                  <a:pt x="4712" y="13667"/>
                  <a:pt x="3435" y="14335"/>
                </a:cubicBezTo>
                <a:cubicBezTo>
                  <a:pt x="3831" y="13879"/>
                  <a:pt x="4378" y="13667"/>
                  <a:pt x="4894" y="13454"/>
                </a:cubicBezTo>
                <a:cubicBezTo>
                  <a:pt x="5533" y="13211"/>
                  <a:pt x="6232" y="13028"/>
                  <a:pt x="6749" y="12542"/>
                </a:cubicBezTo>
                <a:cubicBezTo>
                  <a:pt x="6851" y="12463"/>
                  <a:pt x="6949" y="12421"/>
                  <a:pt x="7038" y="12421"/>
                </a:cubicBezTo>
                <a:close/>
                <a:moveTo>
                  <a:pt x="65264" y="16750"/>
                </a:moveTo>
                <a:cubicBezTo>
                  <a:pt x="65455" y="16750"/>
                  <a:pt x="65646" y="16756"/>
                  <a:pt x="65838" y="16767"/>
                </a:cubicBezTo>
                <a:cubicBezTo>
                  <a:pt x="65838" y="16828"/>
                  <a:pt x="65868" y="16889"/>
                  <a:pt x="65868" y="16949"/>
                </a:cubicBezTo>
                <a:cubicBezTo>
                  <a:pt x="64348" y="17193"/>
                  <a:pt x="62859" y="17405"/>
                  <a:pt x="61339" y="17648"/>
                </a:cubicBezTo>
                <a:cubicBezTo>
                  <a:pt x="62591" y="17036"/>
                  <a:pt x="63913" y="16750"/>
                  <a:pt x="65264" y="16750"/>
                </a:cubicBezTo>
                <a:close/>
                <a:moveTo>
                  <a:pt x="52616" y="25430"/>
                </a:moveTo>
                <a:lnTo>
                  <a:pt x="52616" y="25430"/>
                </a:lnTo>
                <a:cubicBezTo>
                  <a:pt x="54044" y="25521"/>
                  <a:pt x="55442" y="25794"/>
                  <a:pt x="56841" y="26159"/>
                </a:cubicBezTo>
                <a:cubicBezTo>
                  <a:pt x="56674" y="26212"/>
                  <a:pt x="56511" y="26234"/>
                  <a:pt x="56349" y="26234"/>
                </a:cubicBezTo>
                <a:cubicBezTo>
                  <a:pt x="55772" y="26234"/>
                  <a:pt x="55215" y="25964"/>
                  <a:pt x="54622" y="25916"/>
                </a:cubicBezTo>
                <a:cubicBezTo>
                  <a:pt x="53953" y="25855"/>
                  <a:pt x="53254" y="25734"/>
                  <a:pt x="52616" y="25430"/>
                </a:cubicBezTo>
                <a:close/>
                <a:moveTo>
                  <a:pt x="33208" y="1"/>
                </a:moveTo>
                <a:cubicBezTo>
                  <a:pt x="33141" y="1"/>
                  <a:pt x="33075" y="10"/>
                  <a:pt x="33010" y="19"/>
                </a:cubicBezTo>
                <a:cubicBezTo>
                  <a:pt x="32159" y="171"/>
                  <a:pt x="31308" y="293"/>
                  <a:pt x="30457" y="505"/>
                </a:cubicBezTo>
                <a:cubicBezTo>
                  <a:pt x="27022" y="1387"/>
                  <a:pt x="23649" y="2542"/>
                  <a:pt x="20275" y="3666"/>
                </a:cubicBezTo>
                <a:cubicBezTo>
                  <a:pt x="18208" y="4335"/>
                  <a:pt x="16141" y="5125"/>
                  <a:pt x="14104" y="5855"/>
                </a:cubicBezTo>
                <a:cubicBezTo>
                  <a:pt x="12554" y="6402"/>
                  <a:pt x="11034" y="6949"/>
                  <a:pt x="9515" y="7527"/>
                </a:cubicBezTo>
                <a:cubicBezTo>
                  <a:pt x="7630" y="8226"/>
                  <a:pt x="5715" y="8955"/>
                  <a:pt x="3861" y="9746"/>
                </a:cubicBezTo>
                <a:cubicBezTo>
                  <a:pt x="2676" y="10232"/>
                  <a:pt x="1399" y="10566"/>
                  <a:pt x="365" y="11387"/>
                </a:cubicBezTo>
                <a:cubicBezTo>
                  <a:pt x="183" y="11509"/>
                  <a:pt x="1" y="11630"/>
                  <a:pt x="122" y="11843"/>
                </a:cubicBezTo>
                <a:cubicBezTo>
                  <a:pt x="179" y="11956"/>
                  <a:pt x="283" y="11987"/>
                  <a:pt x="404" y="11987"/>
                </a:cubicBezTo>
                <a:cubicBezTo>
                  <a:pt x="478" y="11987"/>
                  <a:pt x="559" y="11976"/>
                  <a:pt x="639" y="11964"/>
                </a:cubicBezTo>
                <a:cubicBezTo>
                  <a:pt x="754" y="11942"/>
                  <a:pt x="868" y="11832"/>
                  <a:pt x="996" y="11832"/>
                </a:cubicBezTo>
                <a:cubicBezTo>
                  <a:pt x="1038" y="11832"/>
                  <a:pt x="1081" y="11843"/>
                  <a:pt x="1125" y="11873"/>
                </a:cubicBezTo>
                <a:cubicBezTo>
                  <a:pt x="1095" y="12025"/>
                  <a:pt x="882" y="12086"/>
                  <a:pt x="913" y="12208"/>
                </a:cubicBezTo>
                <a:cubicBezTo>
                  <a:pt x="1125" y="12512"/>
                  <a:pt x="1429" y="12481"/>
                  <a:pt x="1764" y="12572"/>
                </a:cubicBezTo>
                <a:cubicBezTo>
                  <a:pt x="1460" y="12816"/>
                  <a:pt x="1247" y="13028"/>
                  <a:pt x="1034" y="13211"/>
                </a:cubicBezTo>
                <a:cubicBezTo>
                  <a:pt x="1122" y="13278"/>
                  <a:pt x="1201" y="13304"/>
                  <a:pt x="1275" y="13304"/>
                </a:cubicBezTo>
                <a:cubicBezTo>
                  <a:pt x="1498" y="13304"/>
                  <a:pt x="1671" y="13071"/>
                  <a:pt x="1899" y="13071"/>
                </a:cubicBezTo>
                <a:cubicBezTo>
                  <a:pt x="1933" y="13071"/>
                  <a:pt x="1969" y="13077"/>
                  <a:pt x="2007" y="13089"/>
                </a:cubicBezTo>
                <a:cubicBezTo>
                  <a:pt x="2584" y="13667"/>
                  <a:pt x="1277" y="14457"/>
                  <a:pt x="2220" y="14974"/>
                </a:cubicBezTo>
                <a:cubicBezTo>
                  <a:pt x="2128" y="15734"/>
                  <a:pt x="2250" y="16372"/>
                  <a:pt x="2949" y="16706"/>
                </a:cubicBezTo>
                <a:cubicBezTo>
                  <a:pt x="2888" y="17253"/>
                  <a:pt x="3375" y="17740"/>
                  <a:pt x="3010" y="18287"/>
                </a:cubicBezTo>
                <a:cubicBezTo>
                  <a:pt x="3405" y="18348"/>
                  <a:pt x="3770" y="18287"/>
                  <a:pt x="3983" y="18712"/>
                </a:cubicBezTo>
                <a:cubicBezTo>
                  <a:pt x="3587" y="18712"/>
                  <a:pt x="3283" y="18834"/>
                  <a:pt x="2979" y="18986"/>
                </a:cubicBezTo>
                <a:cubicBezTo>
                  <a:pt x="3071" y="19123"/>
                  <a:pt x="3185" y="19145"/>
                  <a:pt x="3295" y="19145"/>
                </a:cubicBezTo>
                <a:cubicBezTo>
                  <a:pt x="3350" y="19145"/>
                  <a:pt x="3404" y="19140"/>
                  <a:pt x="3454" y="19140"/>
                </a:cubicBezTo>
                <a:cubicBezTo>
                  <a:pt x="3504" y="19140"/>
                  <a:pt x="3549" y="19145"/>
                  <a:pt x="3587" y="19168"/>
                </a:cubicBezTo>
                <a:cubicBezTo>
                  <a:pt x="3564" y="19617"/>
                  <a:pt x="3797" y="19699"/>
                  <a:pt x="4059" y="19699"/>
                </a:cubicBezTo>
                <a:cubicBezTo>
                  <a:pt x="4134" y="19699"/>
                  <a:pt x="4212" y="19692"/>
                  <a:pt x="4286" y="19685"/>
                </a:cubicBezTo>
                <a:cubicBezTo>
                  <a:pt x="4651" y="19624"/>
                  <a:pt x="5016" y="19503"/>
                  <a:pt x="5411" y="19411"/>
                </a:cubicBezTo>
                <a:lnTo>
                  <a:pt x="5411" y="19411"/>
                </a:lnTo>
                <a:cubicBezTo>
                  <a:pt x="5259" y="19685"/>
                  <a:pt x="5016" y="19655"/>
                  <a:pt x="4925" y="19715"/>
                </a:cubicBezTo>
                <a:cubicBezTo>
                  <a:pt x="4651" y="20992"/>
                  <a:pt x="5806" y="20658"/>
                  <a:pt x="6384" y="21083"/>
                </a:cubicBezTo>
                <a:lnTo>
                  <a:pt x="5198" y="21083"/>
                </a:lnTo>
                <a:cubicBezTo>
                  <a:pt x="4986" y="21083"/>
                  <a:pt x="4803" y="21174"/>
                  <a:pt x="4834" y="21387"/>
                </a:cubicBezTo>
                <a:cubicBezTo>
                  <a:pt x="4862" y="21586"/>
                  <a:pt x="4944" y="21785"/>
                  <a:pt x="5203" y="21785"/>
                </a:cubicBezTo>
                <a:cubicBezTo>
                  <a:pt x="5221" y="21785"/>
                  <a:pt x="5240" y="21784"/>
                  <a:pt x="5259" y="21782"/>
                </a:cubicBezTo>
                <a:cubicBezTo>
                  <a:pt x="5381" y="21772"/>
                  <a:pt x="5499" y="21769"/>
                  <a:pt x="5623" y="21769"/>
                </a:cubicBezTo>
                <a:cubicBezTo>
                  <a:pt x="5870" y="21769"/>
                  <a:pt x="6141" y="21782"/>
                  <a:pt x="6505" y="21782"/>
                </a:cubicBezTo>
                <a:cubicBezTo>
                  <a:pt x="5685" y="22299"/>
                  <a:pt x="4894" y="22238"/>
                  <a:pt x="4226" y="22725"/>
                </a:cubicBezTo>
                <a:cubicBezTo>
                  <a:pt x="4986" y="23059"/>
                  <a:pt x="5533" y="23697"/>
                  <a:pt x="6293" y="23910"/>
                </a:cubicBezTo>
                <a:cubicBezTo>
                  <a:pt x="5685" y="24305"/>
                  <a:pt x="4773" y="23819"/>
                  <a:pt x="4195" y="24548"/>
                </a:cubicBezTo>
                <a:cubicBezTo>
                  <a:pt x="4469" y="24883"/>
                  <a:pt x="4773" y="24913"/>
                  <a:pt x="5077" y="24974"/>
                </a:cubicBezTo>
                <a:cubicBezTo>
                  <a:pt x="5988" y="25112"/>
                  <a:pt x="6899" y="25161"/>
                  <a:pt x="7810" y="25161"/>
                </a:cubicBezTo>
                <a:cubicBezTo>
                  <a:pt x="8297" y="25161"/>
                  <a:pt x="8784" y="25147"/>
                  <a:pt x="9271" y="25126"/>
                </a:cubicBezTo>
                <a:cubicBezTo>
                  <a:pt x="11247" y="25035"/>
                  <a:pt x="13223" y="25095"/>
                  <a:pt x="15199" y="25004"/>
                </a:cubicBezTo>
                <a:cubicBezTo>
                  <a:pt x="17417" y="24883"/>
                  <a:pt x="19636" y="24943"/>
                  <a:pt x="21855" y="24852"/>
                </a:cubicBezTo>
                <a:cubicBezTo>
                  <a:pt x="22715" y="24813"/>
                  <a:pt x="23580" y="24802"/>
                  <a:pt x="24446" y="24802"/>
                </a:cubicBezTo>
                <a:cubicBezTo>
                  <a:pt x="25601" y="24802"/>
                  <a:pt x="26758" y="24822"/>
                  <a:pt x="27904" y="24822"/>
                </a:cubicBezTo>
                <a:cubicBezTo>
                  <a:pt x="28588" y="24822"/>
                  <a:pt x="29264" y="24814"/>
                  <a:pt x="29937" y="24814"/>
                </a:cubicBezTo>
                <a:cubicBezTo>
                  <a:pt x="30609" y="24814"/>
                  <a:pt x="31278" y="24822"/>
                  <a:pt x="31947" y="24852"/>
                </a:cubicBezTo>
                <a:cubicBezTo>
                  <a:pt x="34226" y="24943"/>
                  <a:pt x="36476" y="25247"/>
                  <a:pt x="38725" y="25247"/>
                </a:cubicBezTo>
                <a:lnTo>
                  <a:pt x="39150" y="25247"/>
                </a:lnTo>
                <a:cubicBezTo>
                  <a:pt x="40974" y="25430"/>
                  <a:pt x="42828" y="25612"/>
                  <a:pt x="44652" y="25825"/>
                </a:cubicBezTo>
                <a:cubicBezTo>
                  <a:pt x="45716" y="25946"/>
                  <a:pt x="46780" y="26068"/>
                  <a:pt x="47844" y="26129"/>
                </a:cubicBezTo>
                <a:cubicBezTo>
                  <a:pt x="48968" y="26220"/>
                  <a:pt x="50093" y="26524"/>
                  <a:pt x="51217" y="26615"/>
                </a:cubicBezTo>
                <a:cubicBezTo>
                  <a:pt x="53102" y="26798"/>
                  <a:pt x="54956" y="27193"/>
                  <a:pt x="56871" y="27405"/>
                </a:cubicBezTo>
                <a:cubicBezTo>
                  <a:pt x="57191" y="27437"/>
                  <a:pt x="57545" y="27520"/>
                  <a:pt x="57906" y="27520"/>
                </a:cubicBezTo>
                <a:cubicBezTo>
                  <a:pt x="58230" y="27520"/>
                  <a:pt x="58561" y="27453"/>
                  <a:pt x="58877" y="27223"/>
                </a:cubicBezTo>
                <a:cubicBezTo>
                  <a:pt x="58634" y="26980"/>
                  <a:pt x="58452" y="26798"/>
                  <a:pt x="58087" y="26737"/>
                </a:cubicBezTo>
                <a:cubicBezTo>
                  <a:pt x="57661" y="26676"/>
                  <a:pt x="57145" y="26585"/>
                  <a:pt x="56841" y="26159"/>
                </a:cubicBezTo>
                <a:lnTo>
                  <a:pt x="56841" y="26159"/>
                </a:lnTo>
                <a:cubicBezTo>
                  <a:pt x="56996" y="26234"/>
                  <a:pt x="57129" y="26266"/>
                  <a:pt x="57245" y="26266"/>
                </a:cubicBezTo>
                <a:cubicBezTo>
                  <a:pt x="57790" y="26266"/>
                  <a:pt x="57981" y="25575"/>
                  <a:pt x="58482" y="25399"/>
                </a:cubicBezTo>
                <a:cubicBezTo>
                  <a:pt x="54987" y="24275"/>
                  <a:pt x="51400" y="24092"/>
                  <a:pt x="47844" y="23515"/>
                </a:cubicBezTo>
                <a:cubicBezTo>
                  <a:pt x="47965" y="23484"/>
                  <a:pt x="48026" y="23454"/>
                  <a:pt x="48087" y="23454"/>
                </a:cubicBezTo>
                <a:cubicBezTo>
                  <a:pt x="48252" y="23439"/>
                  <a:pt x="48416" y="23433"/>
                  <a:pt x="48581" y="23433"/>
                </a:cubicBezTo>
                <a:cubicBezTo>
                  <a:pt x="49388" y="23433"/>
                  <a:pt x="50195" y="23578"/>
                  <a:pt x="51003" y="23578"/>
                </a:cubicBezTo>
                <a:cubicBezTo>
                  <a:pt x="51064" y="23578"/>
                  <a:pt x="51126" y="23577"/>
                  <a:pt x="51187" y="23576"/>
                </a:cubicBezTo>
                <a:cubicBezTo>
                  <a:pt x="51377" y="23568"/>
                  <a:pt x="51565" y="23564"/>
                  <a:pt x="51754" y="23564"/>
                </a:cubicBezTo>
                <a:cubicBezTo>
                  <a:pt x="53708" y="23564"/>
                  <a:pt x="55594" y="23972"/>
                  <a:pt x="57479" y="24305"/>
                </a:cubicBezTo>
                <a:cubicBezTo>
                  <a:pt x="57626" y="24325"/>
                  <a:pt x="57757" y="24341"/>
                  <a:pt x="57877" y="24341"/>
                </a:cubicBezTo>
                <a:cubicBezTo>
                  <a:pt x="58128" y="24341"/>
                  <a:pt x="58327" y="24269"/>
                  <a:pt x="58512" y="24001"/>
                </a:cubicBezTo>
                <a:cubicBezTo>
                  <a:pt x="58391" y="23910"/>
                  <a:pt x="58269" y="23788"/>
                  <a:pt x="58117" y="23758"/>
                </a:cubicBezTo>
                <a:cubicBezTo>
                  <a:pt x="57357" y="23576"/>
                  <a:pt x="56597" y="23424"/>
                  <a:pt x="55807" y="23241"/>
                </a:cubicBezTo>
                <a:cubicBezTo>
                  <a:pt x="56069" y="23224"/>
                  <a:pt x="56321" y="23186"/>
                  <a:pt x="56574" y="23186"/>
                </a:cubicBezTo>
                <a:cubicBezTo>
                  <a:pt x="56762" y="23186"/>
                  <a:pt x="56950" y="23207"/>
                  <a:pt x="57145" y="23272"/>
                </a:cubicBezTo>
                <a:cubicBezTo>
                  <a:pt x="57449" y="23383"/>
                  <a:pt x="57668" y="23447"/>
                  <a:pt x="57849" y="23447"/>
                </a:cubicBezTo>
                <a:cubicBezTo>
                  <a:pt x="58212" y="23447"/>
                  <a:pt x="58421" y="23191"/>
                  <a:pt x="58847" y="22542"/>
                </a:cubicBezTo>
                <a:cubicBezTo>
                  <a:pt x="57297" y="21934"/>
                  <a:pt x="55625" y="21813"/>
                  <a:pt x="54044" y="21417"/>
                </a:cubicBezTo>
                <a:cubicBezTo>
                  <a:pt x="54092" y="21416"/>
                  <a:pt x="54140" y="21416"/>
                  <a:pt x="54188" y="21416"/>
                </a:cubicBezTo>
                <a:cubicBezTo>
                  <a:pt x="55445" y="21416"/>
                  <a:pt x="56675" y="21790"/>
                  <a:pt x="57905" y="21995"/>
                </a:cubicBezTo>
                <a:cubicBezTo>
                  <a:pt x="58085" y="22023"/>
                  <a:pt x="58273" y="22076"/>
                  <a:pt x="58452" y="22076"/>
                </a:cubicBezTo>
                <a:cubicBezTo>
                  <a:pt x="58664" y="22076"/>
                  <a:pt x="58864" y="22002"/>
                  <a:pt x="59029" y="21721"/>
                </a:cubicBezTo>
                <a:cubicBezTo>
                  <a:pt x="57388" y="20931"/>
                  <a:pt x="55564" y="21022"/>
                  <a:pt x="53923" y="20354"/>
                </a:cubicBezTo>
                <a:cubicBezTo>
                  <a:pt x="54348" y="20232"/>
                  <a:pt x="54743" y="20141"/>
                  <a:pt x="55139" y="20141"/>
                </a:cubicBezTo>
                <a:cubicBezTo>
                  <a:pt x="56111" y="20141"/>
                  <a:pt x="57023" y="20384"/>
                  <a:pt x="57935" y="20627"/>
                </a:cubicBezTo>
                <a:cubicBezTo>
                  <a:pt x="58160" y="20698"/>
                  <a:pt x="58392" y="20761"/>
                  <a:pt x="58618" y="20761"/>
                </a:cubicBezTo>
                <a:cubicBezTo>
                  <a:pt x="58880" y="20761"/>
                  <a:pt x="59135" y="20676"/>
                  <a:pt x="59364" y="20414"/>
                </a:cubicBezTo>
                <a:cubicBezTo>
                  <a:pt x="59120" y="20171"/>
                  <a:pt x="58877" y="19898"/>
                  <a:pt x="58604" y="19594"/>
                </a:cubicBezTo>
                <a:cubicBezTo>
                  <a:pt x="59637" y="19442"/>
                  <a:pt x="60640" y="19259"/>
                  <a:pt x="61643" y="19107"/>
                </a:cubicBezTo>
                <a:cubicBezTo>
                  <a:pt x="63801" y="18773"/>
                  <a:pt x="65929" y="18439"/>
                  <a:pt x="68117" y="18317"/>
                </a:cubicBezTo>
                <a:cubicBezTo>
                  <a:pt x="68695" y="18256"/>
                  <a:pt x="69303" y="18135"/>
                  <a:pt x="69850" y="17770"/>
                </a:cubicBezTo>
                <a:cubicBezTo>
                  <a:pt x="69622" y="17512"/>
                  <a:pt x="69364" y="17474"/>
                  <a:pt x="69098" y="17474"/>
                </a:cubicBezTo>
                <a:cubicBezTo>
                  <a:pt x="68987" y="17474"/>
                  <a:pt x="68875" y="17480"/>
                  <a:pt x="68763" y="17480"/>
                </a:cubicBezTo>
                <a:cubicBezTo>
                  <a:pt x="68606" y="17480"/>
                  <a:pt x="68451" y="17467"/>
                  <a:pt x="68300" y="17405"/>
                </a:cubicBezTo>
                <a:cubicBezTo>
                  <a:pt x="68634" y="17071"/>
                  <a:pt x="69151" y="17162"/>
                  <a:pt x="69424" y="16889"/>
                </a:cubicBezTo>
                <a:cubicBezTo>
                  <a:pt x="69303" y="16700"/>
                  <a:pt x="69157" y="16653"/>
                  <a:pt x="69004" y="16653"/>
                </a:cubicBezTo>
                <a:cubicBezTo>
                  <a:pt x="68851" y="16653"/>
                  <a:pt x="68691" y="16701"/>
                  <a:pt x="68543" y="16701"/>
                </a:cubicBezTo>
                <a:cubicBezTo>
                  <a:pt x="68433" y="16701"/>
                  <a:pt x="68329" y="16675"/>
                  <a:pt x="68239" y="16585"/>
                </a:cubicBezTo>
                <a:cubicBezTo>
                  <a:pt x="68421" y="16493"/>
                  <a:pt x="68634" y="16463"/>
                  <a:pt x="68786" y="16281"/>
                </a:cubicBezTo>
                <a:cubicBezTo>
                  <a:pt x="68209" y="15673"/>
                  <a:pt x="67388" y="15977"/>
                  <a:pt x="66598" y="15764"/>
                </a:cubicBezTo>
                <a:cubicBezTo>
                  <a:pt x="68239" y="15338"/>
                  <a:pt x="69759" y="14943"/>
                  <a:pt x="70944" y="13788"/>
                </a:cubicBezTo>
                <a:cubicBezTo>
                  <a:pt x="70841" y="13555"/>
                  <a:pt x="70715" y="13482"/>
                  <a:pt x="70588" y="13482"/>
                </a:cubicBezTo>
                <a:cubicBezTo>
                  <a:pt x="70418" y="13482"/>
                  <a:pt x="70246" y="13614"/>
                  <a:pt x="70124" y="13667"/>
                </a:cubicBezTo>
                <a:cubicBezTo>
                  <a:pt x="69753" y="13839"/>
                  <a:pt x="69534" y="13942"/>
                  <a:pt x="69393" y="13942"/>
                </a:cubicBezTo>
                <a:cubicBezTo>
                  <a:pt x="69187" y="13942"/>
                  <a:pt x="69150" y="13722"/>
                  <a:pt x="69060" y="13180"/>
                </a:cubicBezTo>
                <a:cubicBezTo>
                  <a:pt x="69394" y="12968"/>
                  <a:pt x="69759" y="12724"/>
                  <a:pt x="69972" y="12299"/>
                </a:cubicBezTo>
                <a:lnTo>
                  <a:pt x="69972" y="12299"/>
                </a:lnTo>
                <a:cubicBezTo>
                  <a:pt x="68965" y="12432"/>
                  <a:pt x="68449" y="12500"/>
                  <a:pt x="68128" y="12500"/>
                </a:cubicBezTo>
                <a:cubicBezTo>
                  <a:pt x="67789" y="12500"/>
                  <a:pt x="67668" y="12424"/>
                  <a:pt x="67418" y="12268"/>
                </a:cubicBezTo>
                <a:cubicBezTo>
                  <a:pt x="69485" y="11265"/>
                  <a:pt x="69576" y="11205"/>
                  <a:pt x="69728" y="10566"/>
                </a:cubicBezTo>
                <a:cubicBezTo>
                  <a:pt x="69720" y="10565"/>
                  <a:pt x="69711" y="10565"/>
                  <a:pt x="69703" y="10565"/>
                </a:cubicBezTo>
                <a:cubicBezTo>
                  <a:pt x="69435" y="10565"/>
                  <a:pt x="69346" y="10967"/>
                  <a:pt x="69064" y="10967"/>
                </a:cubicBezTo>
                <a:cubicBezTo>
                  <a:pt x="69017" y="10967"/>
                  <a:pt x="68966" y="10956"/>
                  <a:pt x="68908" y="10931"/>
                </a:cubicBezTo>
                <a:cubicBezTo>
                  <a:pt x="68877" y="10445"/>
                  <a:pt x="69394" y="10171"/>
                  <a:pt x="69394" y="9746"/>
                </a:cubicBezTo>
                <a:cubicBezTo>
                  <a:pt x="69121" y="9259"/>
                  <a:pt x="68513" y="9624"/>
                  <a:pt x="68239" y="9198"/>
                </a:cubicBezTo>
                <a:cubicBezTo>
                  <a:pt x="68665" y="9138"/>
                  <a:pt x="69090" y="9229"/>
                  <a:pt x="69485" y="8925"/>
                </a:cubicBezTo>
                <a:cubicBezTo>
                  <a:pt x="68999" y="8499"/>
                  <a:pt x="68361" y="8682"/>
                  <a:pt x="67844" y="8408"/>
                </a:cubicBezTo>
                <a:cubicBezTo>
                  <a:pt x="68026" y="8317"/>
                  <a:pt x="68361" y="8226"/>
                  <a:pt x="67996" y="7983"/>
                </a:cubicBezTo>
                <a:cubicBezTo>
                  <a:pt x="68179" y="7799"/>
                  <a:pt x="68422" y="7793"/>
                  <a:pt x="68668" y="7793"/>
                </a:cubicBezTo>
                <a:cubicBezTo>
                  <a:pt x="68687" y="7793"/>
                  <a:pt x="68706" y="7793"/>
                  <a:pt x="68725" y="7793"/>
                </a:cubicBezTo>
                <a:cubicBezTo>
                  <a:pt x="68991" y="7793"/>
                  <a:pt x="69257" y="7785"/>
                  <a:pt x="69455" y="7557"/>
                </a:cubicBezTo>
                <a:cubicBezTo>
                  <a:pt x="69333" y="7344"/>
                  <a:pt x="69151" y="7253"/>
                  <a:pt x="68938" y="7223"/>
                </a:cubicBezTo>
                <a:cubicBezTo>
                  <a:pt x="68665" y="7132"/>
                  <a:pt x="68421" y="7040"/>
                  <a:pt x="68482" y="6584"/>
                </a:cubicBezTo>
                <a:cubicBezTo>
                  <a:pt x="68519" y="6311"/>
                  <a:pt x="68643" y="6256"/>
                  <a:pt x="68782" y="6256"/>
                </a:cubicBezTo>
                <a:cubicBezTo>
                  <a:pt x="68875" y="6256"/>
                  <a:pt x="68975" y="6281"/>
                  <a:pt x="69060" y="6281"/>
                </a:cubicBezTo>
                <a:cubicBezTo>
                  <a:pt x="69394" y="6250"/>
                  <a:pt x="69759" y="6281"/>
                  <a:pt x="69880" y="5885"/>
                </a:cubicBezTo>
                <a:cubicBezTo>
                  <a:pt x="69759" y="5703"/>
                  <a:pt x="69607" y="5612"/>
                  <a:pt x="69394" y="5551"/>
                </a:cubicBezTo>
                <a:cubicBezTo>
                  <a:pt x="68843" y="5384"/>
                  <a:pt x="68286" y="5342"/>
                  <a:pt x="67728" y="5342"/>
                </a:cubicBezTo>
                <a:cubicBezTo>
                  <a:pt x="67154" y="5342"/>
                  <a:pt x="66580" y="5387"/>
                  <a:pt x="66010" y="5387"/>
                </a:cubicBezTo>
                <a:cubicBezTo>
                  <a:pt x="65820" y="5387"/>
                  <a:pt x="65631" y="5382"/>
                  <a:pt x="65443" y="5369"/>
                </a:cubicBezTo>
                <a:cubicBezTo>
                  <a:pt x="65261" y="5356"/>
                  <a:pt x="65076" y="5350"/>
                  <a:pt x="64890" y="5350"/>
                </a:cubicBezTo>
                <a:cubicBezTo>
                  <a:pt x="64203" y="5350"/>
                  <a:pt x="63491" y="5432"/>
                  <a:pt x="62798" y="5551"/>
                </a:cubicBezTo>
                <a:cubicBezTo>
                  <a:pt x="62647" y="5580"/>
                  <a:pt x="62495" y="5590"/>
                  <a:pt x="62342" y="5590"/>
                </a:cubicBezTo>
                <a:cubicBezTo>
                  <a:pt x="61984" y="5590"/>
                  <a:pt x="61621" y="5535"/>
                  <a:pt x="61256" y="5535"/>
                </a:cubicBezTo>
                <a:cubicBezTo>
                  <a:pt x="60960" y="5535"/>
                  <a:pt x="60664" y="5571"/>
                  <a:pt x="60367" y="5703"/>
                </a:cubicBezTo>
                <a:cubicBezTo>
                  <a:pt x="60160" y="5798"/>
                  <a:pt x="59960" y="5838"/>
                  <a:pt x="59763" y="5838"/>
                </a:cubicBezTo>
                <a:cubicBezTo>
                  <a:pt x="59207" y="5838"/>
                  <a:pt x="58678" y="5524"/>
                  <a:pt x="58117" y="5277"/>
                </a:cubicBezTo>
                <a:cubicBezTo>
                  <a:pt x="58512" y="4943"/>
                  <a:pt x="59212" y="5369"/>
                  <a:pt x="59394" y="4639"/>
                </a:cubicBezTo>
                <a:cubicBezTo>
                  <a:pt x="59120" y="4578"/>
                  <a:pt x="58877" y="4518"/>
                  <a:pt x="58604" y="4457"/>
                </a:cubicBezTo>
                <a:cubicBezTo>
                  <a:pt x="57916" y="4342"/>
                  <a:pt x="57220" y="4316"/>
                  <a:pt x="56524" y="4316"/>
                </a:cubicBezTo>
                <a:cubicBezTo>
                  <a:pt x="55928" y="4316"/>
                  <a:pt x="55333" y="4335"/>
                  <a:pt x="54743" y="4335"/>
                </a:cubicBezTo>
                <a:cubicBezTo>
                  <a:pt x="54569" y="4332"/>
                  <a:pt x="54395" y="4330"/>
                  <a:pt x="54220" y="4330"/>
                </a:cubicBezTo>
                <a:cubicBezTo>
                  <a:pt x="52784" y="4330"/>
                  <a:pt x="51347" y="4433"/>
                  <a:pt x="49910" y="4487"/>
                </a:cubicBezTo>
                <a:cubicBezTo>
                  <a:pt x="48816" y="4548"/>
                  <a:pt x="47692" y="4609"/>
                  <a:pt x="46597" y="4822"/>
                </a:cubicBezTo>
                <a:cubicBezTo>
                  <a:pt x="46244" y="4905"/>
                  <a:pt x="45792" y="5101"/>
                  <a:pt x="45415" y="5101"/>
                </a:cubicBezTo>
                <a:cubicBezTo>
                  <a:pt x="45240" y="5101"/>
                  <a:pt x="45081" y="5059"/>
                  <a:pt x="44956" y="4943"/>
                </a:cubicBezTo>
                <a:cubicBezTo>
                  <a:pt x="44409" y="4457"/>
                  <a:pt x="43801" y="4244"/>
                  <a:pt x="43163" y="4062"/>
                </a:cubicBezTo>
                <a:cubicBezTo>
                  <a:pt x="42257" y="3781"/>
                  <a:pt x="41336" y="3685"/>
                  <a:pt x="40400" y="3685"/>
                </a:cubicBezTo>
                <a:cubicBezTo>
                  <a:pt x="40016" y="3685"/>
                  <a:pt x="39630" y="3701"/>
                  <a:pt x="39242" y="3727"/>
                </a:cubicBezTo>
                <a:cubicBezTo>
                  <a:pt x="38705" y="3752"/>
                  <a:pt x="38149" y="3913"/>
                  <a:pt x="37589" y="3913"/>
                </a:cubicBezTo>
                <a:cubicBezTo>
                  <a:pt x="37451" y="3913"/>
                  <a:pt x="37313" y="3903"/>
                  <a:pt x="37175" y="3879"/>
                </a:cubicBezTo>
                <a:cubicBezTo>
                  <a:pt x="37235" y="3575"/>
                  <a:pt x="37570" y="3515"/>
                  <a:pt x="37570" y="3180"/>
                </a:cubicBezTo>
                <a:cubicBezTo>
                  <a:pt x="37400" y="3095"/>
                  <a:pt x="37236" y="3062"/>
                  <a:pt x="37074" y="3062"/>
                </a:cubicBezTo>
                <a:cubicBezTo>
                  <a:pt x="36514" y="3062"/>
                  <a:pt x="35985" y="3457"/>
                  <a:pt x="35362" y="3457"/>
                </a:cubicBezTo>
                <a:cubicBezTo>
                  <a:pt x="35328" y="3457"/>
                  <a:pt x="35294" y="3456"/>
                  <a:pt x="35260" y="3454"/>
                </a:cubicBezTo>
                <a:cubicBezTo>
                  <a:pt x="35776" y="3028"/>
                  <a:pt x="36293" y="2755"/>
                  <a:pt x="36476" y="2177"/>
                </a:cubicBezTo>
                <a:cubicBezTo>
                  <a:pt x="36300" y="2002"/>
                  <a:pt x="36105" y="1958"/>
                  <a:pt x="35890" y="1958"/>
                </a:cubicBezTo>
                <a:cubicBezTo>
                  <a:pt x="35731" y="1958"/>
                  <a:pt x="35562" y="1982"/>
                  <a:pt x="35381" y="1995"/>
                </a:cubicBezTo>
                <a:cubicBezTo>
                  <a:pt x="35746" y="1630"/>
                  <a:pt x="36263" y="1600"/>
                  <a:pt x="36597" y="1174"/>
                </a:cubicBezTo>
                <a:cubicBezTo>
                  <a:pt x="36263" y="1144"/>
                  <a:pt x="36020" y="1113"/>
                  <a:pt x="35746" y="1113"/>
                </a:cubicBezTo>
                <a:cubicBezTo>
                  <a:pt x="36263" y="232"/>
                  <a:pt x="37175" y="536"/>
                  <a:pt x="37904" y="323"/>
                </a:cubicBezTo>
                <a:cubicBezTo>
                  <a:pt x="37486" y="162"/>
                  <a:pt x="37084" y="98"/>
                  <a:pt x="36692" y="98"/>
                </a:cubicBezTo>
                <a:cubicBezTo>
                  <a:pt x="35460" y="98"/>
                  <a:pt x="34331" y="731"/>
                  <a:pt x="33132" y="961"/>
                </a:cubicBezTo>
                <a:cubicBezTo>
                  <a:pt x="33193" y="657"/>
                  <a:pt x="33588" y="566"/>
                  <a:pt x="33618" y="262"/>
                </a:cubicBezTo>
                <a:cubicBezTo>
                  <a:pt x="33512" y="50"/>
                  <a:pt x="33362" y="1"/>
                  <a:pt x="3320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3" name="Google Shape;4463;p16"/>
          <p:cNvSpPr/>
          <p:nvPr/>
        </p:nvSpPr>
        <p:spPr>
          <a:xfrm rot="1268927">
            <a:off x="7698312" y="4496624"/>
            <a:ext cx="3220432" cy="977860"/>
          </a:xfrm>
          <a:custGeom>
            <a:rect b="b" l="l" r="r" t="t"/>
            <a:pathLst>
              <a:path extrusionOk="0" h="20665" w="68057">
                <a:moveTo>
                  <a:pt x="38238" y="16622"/>
                </a:moveTo>
                <a:cubicBezTo>
                  <a:pt x="34520" y="16918"/>
                  <a:pt x="30826" y="17214"/>
                  <a:pt x="27135" y="17214"/>
                </a:cubicBezTo>
                <a:cubicBezTo>
                  <a:pt x="26661" y="17214"/>
                  <a:pt x="26188" y="17210"/>
                  <a:pt x="25715" y="17199"/>
                </a:cubicBezTo>
                <a:cubicBezTo>
                  <a:pt x="25715" y="17138"/>
                  <a:pt x="25715" y="17047"/>
                  <a:pt x="25715" y="16986"/>
                </a:cubicBezTo>
                <a:lnTo>
                  <a:pt x="38238" y="16622"/>
                </a:lnTo>
                <a:close/>
                <a:moveTo>
                  <a:pt x="54757" y="16367"/>
                </a:moveTo>
                <a:cubicBezTo>
                  <a:pt x="56089" y="16367"/>
                  <a:pt x="57421" y="16398"/>
                  <a:pt x="58756" y="16470"/>
                </a:cubicBezTo>
                <a:cubicBezTo>
                  <a:pt x="58664" y="16926"/>
                  <a:pt x="58300" y="16956"/>
                  <a:pt x="57935" y="16956"/>
                </a:cubicBezTo>
                <a:cubicBezTo>
                  <a:pt x="55929" y="16926"/>
                  <a:pt x="53923" y="16926"/>
                  <a:pt x="51886" y="16926"/>
                </a:cubicBezTo>
                <a:cubicBezTo>
                  <a:pt x="50883" y="16926"/>
                  <a:pt x="49880" y="16986"/>
                  <a:pt x="48877" y="17078"/>
                </a:cubicBezTo>
                <a:cubicBezTo>
                  <a:pt x="47631" y="17138"/>
                  <a:pt x="46385" y="17138"/>
                  <a:pt x="45169" y="17138"/>
                </a:cubicBezTo>
                <a:cubicBezTo>
                  <a:pt x="44476" y="17138"/>
                  <a:pt x="43794" y="17237"/>
                  <a:pt x="43116" y="17237"/>
                </a:cubicBezTo>
                <a:cubicBezTo>
                  <a:pt x="42664" y="17237"/>
                  <a:pt x="42214" y="17193"/>
                  <a:pt x="41764" y="17047"/>
                </a:cubicBezTo>
                <a:cubicBezTo>
                  <a:pt x="46091" y="16698"/>
                  <a:pt x="50417" y="16367"/>
                  <a:pt x="54757" y="16367"/>
                </a:cubicBezTo>
                <a:close/>
                <a:moveTo>
                  <a:pt x="11265" y="1"/>
                </a:moveTo>
                <a:cubicBezTo>
                  <a:pt x="10963" y="1"/>
                  <a:pt x="10663" y="14"/>
                  <a:pt x="10366" y="56"/>
                </a:cubicBezTo>
                <a:cubicBezTo>
                  <a:pt x="9799" y="145"/>
                  <a:pt x="9232" y="192"/>
                  <a:pt x="8678" y="192"/>
                </a:cubicBezTo>
                <a:cubicBezTo>
                  <a:pt x="8280" y="192"/>
                  <a:pt x="7889" y="168"/>
                  <a:pt x="7508" y="117"/>
                </a:cubicBezTo>
                <a:cubicBezTo>
                  <a:pt x="7338" y="94"/>
                  <a:pt x="7180" y="80"/>
                  <a:pt x="7030" y="80"/>
                </a:cubicBezTo>
                <a:cubicBezTo>
                  <a:pt x="6590" y="80"/>
                  <a:pt x="6222" y="195"/>
                  <a:pt x="5837" y="512"/>
                </a:cubicBezTo>
                <a:cubicBezTo>
                  <a:pt x="5858" y="511"/>
                  <a:pt x="5880" y="510"/>
                  <a:pt x="5902" y="510"/>
                </a:cubicBezTo>
                <a:cubicBezTo>
                  <a:pt x="6420" y="510"/>
                  <a:pt x="6862" y="848"/>
                  <a:pt x="7387" y="877"/>
                </a:cubicBezTo>
                <a:cubicBezTo>
                  <a:pt x="9591" y="929"/>
                  <a:pt x="11818" y="1004"/>
                  <a:pt x="14028" y="1004"/>
                </a:cubicBezTo>
                <a:cubicBezTo>
                  <a:pt x="14378" y="1004"/>
                  <a:pt x="14728" y="1003"/>
                  <a:pt x="15077" y="998"/>
                </a:cubicBezTo>
                <a:cubicBezTo>
                  <a:pt x="15284" y="998"/>
                  <a:pt x="15500" y="994"/>
                  <a:pt x="15715" y="994"/>
                </a:cubicBezTo>
                <a:cubicBezTo>
                  <a:pt x="16036" y="994"/>
                  <a:pt x="16354" y="1004"/>
                  <a:pt x="16627" y="1059"/>
                </a:cubicBezTo>
                <a:cubicBezTo>
                  <a:pt x="17256" y="1206"/>
                  <a:pt x="17890" y="1247"/>
                  <a:pt x="18525" y="1247"/>
                </a:cubicBezTo>
                <a:cubicBezTo>
                  <a:pt x="19334" y="1247"/>
                  <a:pt x="20143" y="1181"/>
                  <a:pt x="20943" y="1181"/>
                </a:cubicBezTo>
                <a:cubicBezTo>
                  <a:pt x="21451" y="1190"/>
                  <a:pt x="21958" y="1193"/>
                  <a:pt x="22466" y="1193"/>
                </a:cubicBezTo>
                <a:cubicBezTo>
                  <a:pt x="23691" y="1193"/>
                  <a:pt x="24916" y="1172"/>
                  <a:pt x="26141" y="1150"/>
                </a:cubicBezTo>
                <a:cubicBezTo>
                  <a:pt x="28481" y="1150"/>
                  <a:pt x="30822" y="1333"/>
                  <a:pt x="33193" y="1424"/>
                </a:cubicBezTo>
                <a:cubicBezTo>
                  <a:pt x="35290" y="1485"/>
                  <a:pt x="37387" y="1515"/>
                  <a:pt x="39485" y="1545"/>
                </a:cubicBezTo>
                <a:cubicBezTo>
                  <a:pt x="39527" y="1551"/>
                  <a:pt x="39569" y="1552"/>
                  <a:pt x="39609" y="1552"/>
                </a:cubicBezTo>
                <a:cubicBezTo>
                  <a:pt x="39672" y="1552"/>
                  <a:pt x="39733" y="1549"/>
                  <a:pt x="39794" y="1549"/>
                </a:cubicBezTo>
                <a:cubicBezTo>
                  <a:pt x="39921" y="1549"/>
                  <a:pt x="40048" y="1565"/>
                  <a:pt x="40184" y="1667"/>
                </a:cubicBezTo>
                <a:cubicBezTo>
                  <a:pt x="40093" y="1667"/>
                  <a:pt x="40001" y="1697"/>
                  <a:pt x="39941" y="1697"/>
                </a:cubicBezTo>
                <a:lnTo>
                  <a:pt x="28603" y="1697"/>
                </a:lnTo>
                <a:cubicBezTo>
                  <a:pt x="27459" y="1697"/>
                  <a:pt x="26339" y="1860"/>
                  <a:pt x="25222" y="1860"/>
                </a:cubicBezTo>
                <a:cubicBezTo>
                  <a:pt x="25062" y="1860"/>
                  <a:pt x="24902" y="1857"/>
                  <a:pt x="24743" y="1849"/>
                </a:cubicBezTo>
                <a:cubicBezTo>
                  <a:pt x="24376" y="1816"/>
                  <a:pt x="24000" y="1792"/>
                  <a:pt x="23630" y="1792"/>
                </a:cubicBezTo>
                <a:cubicBezTo>
                  <a:pt x="23325" y="1792"/>
                  <a:pt x="23025" y="1808"/>
                  <a:pt x="22737" y="1849"/>
                </a:cubicBezTo>
                <a:cubicBezTo>
                  <a:pt x="21763" y="2018"/>
                  <a:pt x="20777" y="2060"/>
                  <a:pt x="19794" y="2060"/>
                </a:cubicBezTo>
                <a:cubicBezTo>
                  <a:pt x="19182" y="2060"/>
                  <a:pt x="18571" y="2043"/>
                  <a:pt x="17965" y="2032"/>
                </a:cubicBezTo>
                <a:cubicBezTo>
                  <a:pt x="16141" y="2001"/>
                  <a:pt x="14317" y="2001"/>
                  <a:pt x="12463" y="1941"/>
                </a:cubicBezTo>
                <a:cubicBezTo>
                  <a:pt x="10670" y="1880"/>
                  <a:pt x="8876" y="1880"/>
                  <a:pt x="7083" y="1697"/>
                </a:cubicBezTo>
                <a:cubicBezTo>
                  <a:pt x="6900" y="1697"/>
                  <a:pt x="6688" y="1758"/>
                  <a:pt x="6657" y="1849"/>
                </a:cubicBezTo>
                <a:cubicBezTo>
                  <a:pt x="6625" y="2202"/>
                  <a:pt x="6467" y="2276"/>
                  <a:pt x="6275" y="2276"/>
                </a:cubicBezTo>
                <a:cubicBezTo>
                  <a:pt x="6136" y="2276"/>
                  <a:pt x="5980" y="2237"/>
                  <a:pt x="5842" y="2237"/>
                </a:cubicBezTo>
                <a:cubicBezTo>
                  <a:pt x="5808" y="2237"/>
                  <a:pt x="5776" y="2239"/>
                  <a:pt x="5745" y="2245"/>
                </a:cubicBezTo>
                <a:cubicBezTo>
                  <a:pt x="5654" y="2265"/>
                  <a:pt x="5563" y="2265"/>
                  <a:pt x="5471" y="2265"/>
                </a:cubicBezTo>
                <a:lnTo>
                  <a:pt x="5471" y="2265"/>
                </a:lnTo>
                <a:cubicBezTo>
                  <a:pt x="5286" y="2265"/>
                  <a:pt x="5097" y="2265"/>
                  <a:pt x="4894" y="2427"/>
                </a:cubicBezTo>
                <a:cubicBezTo>
                  <a:pt x="5956" y="2545"/>
                  <a:pt x="6931" y="3006"/>
                  <a:pt x="8015" y="3006"/>
                </a:cubicBezTo>
                <a:cubicBezTo>
                  <a:pt x="8049" y="3006"/>
                  <a:pt x="8082" y="3005"/>
                  <a:pt x="8116" y="3004"/>
                </a:cubicBezTo>
                <a:lnTo>
                  <a:pt x="8116" y="3004"/>
                </a:lnTo>
                <a:cubicBezTo>
                  <a:pt x="7919" y="3187"/>
                  <a:pt x="7698" y="3210"/>
                  <a:pt x="7474" y="3210"/>
                </a:cubicBezTo>
                <a:cubicBezTo>
                  <a:pt x="7399" y="3210"/>
                  <a:pt x="7324" y="3207"/>
                  <a:pt x="7249" y="3207"/>
                </a:cubicBezTo>
                <a:cubicBezTo>
                  <a:pt x="7100" y="3207"/>
                  <a:pt x="6951" y="3217"/>
                  <a:pt x="6809" y="3278"/>
                </a:cubicBezTo>
                <a:cubicBezTo>
                  <a:pt x="5685" y="3704"/>
                  <a:pt x="4499" y="3734"/>
                  <a:pt x="3344" y="3764"/>
                </a:cubicBezTo>
                <a:cubicBezTo>
                  <a:pt x="2280" y="3764"/>
                  <a:pt x="1460" y="4463"/>
                  <a:pt x="457" y="4646"/>
                </a:cubicBezTo>
                <a:cubicBezTo>
                  <a:pt x="396" y="4646"/>
                  <a:pt x="335" y="4737"/>
                  <a:pt x="305" y="4798"/>
                </a:cubicBezTo>
                <a:cubicBezTo>
                  <a:pt x="92" y="5011"/>
                  <a:pt x="1" y="5163"/>
                  <a:pt x="365" y="5345"/>
                </a:cubicBezTo>
                <a:cubicBezTo>
                  <a:pt x="465" y="5399"/>
                  <a:pt x="576" y="5425"/>
                  <a:pt x="694" y="5425"/>
                </a:cubicBezTo>
                <a:cubicBezTo>
                  <a:pt x="1042" y="5425"/>
                  <a:pt x="1445" y="5192"/>
                  <a:pt x="1764" y="4737"/>
                </a:cubicBezTo>
                <a:cubicBezTo>
                  <a:pt x="2311" y="5071"/>
                  <a:pt x="2949" y="5071"/>
                  <a:pt x="3557" y="5315"/>
                </a:cubicBezTo>
                <a:cubicBezTo>
                  <a:pt x="2189" y="5558"/>
                  <a:pt x="2189" y="5558"/>
                  <a:pt x="2341" y="6318"/>
                </a:cubicBezTo>
                <a:cubicBezTo>
                  <a:pt x="1885" y="6530"/>
                  <a:pt x="1429" y="6713"/>
                  <a:pt x="1065" y="7321"/>
                </a:cubicBezTo>
                <a:cubicBezTo>
                  <a:pt x="1794" y="7092"/>
                  <a:pt x="2497" y="6924"/>
                  <a:pt x="3172" y="6924"/>
                </a:cubicBezTo>
                <a:cubicBezTo>
                  <a:pt x="3932" y="6924"/>
                  <a:pt x="4658" y="7136"/>
                  <a:pt x="5350" y="7716"/>
                </a:cubicBezTo>
                <a:cubicBezTo>
                  <a:pt x="4104" y="7929"/>
                  <a:pt x="2615" y="7564"/>
                  <a:pt x="1672" y="8840"/>
                </a:cubicBezTo>
                <a:cubicBezTo>
                  <a:pt x="1834" y="8898"/>
                  <a:pt x="1995" y="8918"/>
                  <a:pt x="2157" y="8918"/>
                </a:cubicBezTo>
                <a:cubicBezTo>
                  <a:pt x="2500" y="8918"/>
                  <a:pt x="2847" y="8829"/>
                  <a:pt x="3201" y="8829"/>
                </a:cubicBezTo>
                <a:cubicBezTo>
                  <a:pt x="3466" y="8829"/>
                  <a:pt x="3736" y="8879"/>
                  <a:pt x="4013" y="9053"/>
                </a:cubicBezTo>
                <a:cubicBezTo>
                  <a:pt x="3927" y="9044"/>
                  <a:pt x="3845" y="9040"/>
                  <a:pt x="3766" y="9040"/>
                </a:cubicBezTo>
                <a:cubicBezTo>
                  <a:pt x="3031" y="9040"/>
                  <a:pt x="2567" y="9407"/>
                  <a:pt x="2128" y="9874"/>
                </a:cubicBezTo>
                <a:cubicBezTo>
                  <a:pt x="1794" y="10269"/>
                  <a:pt x="1885" y="10421"/>
                  <a:pt x="2372" y="10573"/>
                </a:cubicBezTo>
                <a:cubicBezTo>
                  <a:pt x="2858" y="10755"/>
                  <a:pt x="3375" y="10603"/>
                  <a:pt x="4043" y="10816"/>
                </a:cubicBezTo>
                <a:cubicBezTo>
                  <a:pt x="3192" y="11120"/>
                  <a:pt x="2372" y="10877"/>
                  <a:pt x="1824" y="11576"/>
                </a:cubicBezTo>
                <a:cubicBezTo>
                  <a:pt x="3219" y="11819"/>
                  <a:pt x="4597" y="12047"/>
                  <a:pt x="6006" y="12047"/>
                </a:cubicBezTo>
                <a:cubicBezTo>
                  <a:pt x="6532" y="12047"/>
                  <a:pt x="7062" y="12015"/>
                  <a:pt x="7600" y="11941"/>
                </a:cubicBezTo>
                <a:lnTo>
                  <a:pt x="7600" y="11941"/>
                </a:lnTo>
                <a:cubicBezTo>
                  <a:pt x="7478" y="12488"/>
                  <a:pt x="7478" y="12488"/>
                  <a:pt x="7113" y="12518"/>
                </a:cubicBezTo>
                <a:cubicBezTo>
                  <a:pt x="5835" y="12603"/>
                  <a:pt x="4557" y="12795"/>
                  <a:pt x="3280" y="12795"/>
                </a:cubicBezTo>
                <a:cubicBezTo>
                  <a:pt x="3190" y="12795"/>
                  <a:pt x="3100" y="12794"/>
                  <a:pt x="3010" y="12792"/>
                </a:cubicBezTo>
                <a:cubicBezTo>
                  <a:pt x="2675" y="12792"/>
                  <a:pt x="2341" y="12944"/>
                  <a:pt x="2037" y="13035"/>
                </a:cubicBezTo>
                <a:cubicBezTo>
                  <a:pt x="1703" y="13126"/>
                  <a:pt x="1703" y="13430"/>
                  <a:pt x="1946" y="13521"/>
                </a:cubicBezTo>
                <a:cubicBezTo>
                  <a:pt x="2402" y="13734"/>
                  <a:pt x="2736" y="14160"/>
                  <a:pt x="3314" y="14220"/>
                </a:cubicBezTo>
                <a:cubicBezTo>
                  <a:pt x="3557" y="14251"/>
                  <a:pt x="3922" y="14190"/>
                  <a:pt x="4134" y="14433"/>
                </a:cubicBezTo>
                <a:cubicBezTo>
                  <a:pt x="3283" y="15011"/>
                  <a:pt x="2037" y="14555"/>
                  <a:pt x="1338" y="15588"/>
                </a:cubicBezTo>
                <a:cubicBezTo>
                  <a:pt x="1672" y="15923"/>
                  <a:pt x="2068" y="15953"/>
                  <a:pt x="2463" y="15983"/>
                </a:cubicBezTo>
                <a:cubicBezTo>
                  <a:pt x="3338" y="15983"/>
                  <a:pt x="4194" y="16022"/>
                  <a:pt x="5062" y="16022"/>
                </a:cubicBezTo>
                <a:cubicBezTo>
                  <a:pt x="5279" y="16022"/>
                  <a:pt x="5496" y="16020"/>
                  <a:pt x="5715" y="16014"/>
                </a:cubicBezTo>
                <a:cubicBezTo>
                  <a:pt x="6966" y="15992"/>
                  <a:pt x="8201" y="15907"/>
                  <a:pt x="9443" y="15907"/>
                </a:cubicBezTo>
                <a:cubicBezTo>
                  <a:pt x="9921" y="15907"/>
                  <a:pt x="10401" y="15919"/>
                  <a:pt x="10882" y="15953"/>
                </a:cubicBezTo>
                <a:cubicBezTo>
                  <a:pt x="11142" y="15970"/>
                  <a:pt x="11403" y="15977"/>
                  <a:pt x="11665" y="15977"/>
                </a:cubicBezTo>
                <a:cubicBezTo>
                  <a:pt x="12811" y="15977"/>
                  <a:pt x="13969" y="15834"/>
                  <a:pt x="15107" y="15710"/>
                </a:cubicBezTo>
                <a:cubicBezTo>
                  <a:pt x="15218" y="15697"/>
                  <a:pt x="15339" y="15680"/>
                  <a:pt x="15466" y="15680"/>
                </a:cubicBezTo>
                <a:cubicBezTo>
                  <a:pt x="15652" y="15680"/>
                  <a:pt x="15851" y="15717"/>
                  <a:pt x="16050" y="15862"/>
                </a:cubicBezTo>
                <a:cubicBezTo>
                  <a:pt x="15472" y="15862"/>
                  <a:pt x="15563" y="16500"/>
                  <a:pt x="15107" y="16591"/>
                </a:cubicBezTo>
                <a:cubicBezTo>
                  <a:pt x="15473" y="16943"/>
                  <a:pt x="15850" y="17036"/>
                  <a:pt x="16229" y="17036"/>
                </a:cubicBezTo>
                <a:cubicBezTo>
                  <a:pt x="16651" y="17036"/>
                  <a:pt x="17076" y="16921"/>
                  <a:pt x="17486" y="16921"/>
                </a:cubicBezTo>
                <a:cubicBezTo>
                  <a:pt x="17535" y="16921"/>
                  <a:pt x="17582" y="16922"/>
                  <a:pt x="17630" y="16926"/>
                </a:cubicBezTo>
                <a:cubicBezTo>
                  <a:pt x="17942" y="16948"/>
                  <a:pt x="18257" y="16962"/>
                  <a:pt x="18575" y="16962"/>
                </a:cubicBezTo>
                <a:cubicBezTo>
                  <a:pt x="19127" y="16962"/>
                  <a:pt x="19685" y="16920"/>
                  <a:pt x="20244" y="16804"/>
                </a:cubicBezTo>
                <a:cubicBezTo>
                  <a:pt x="20852" y="16696"/>
                  <a:pt x="21322" y="16642"/>
                  <a:pt x="21691" y="16642"/>
                </a:cubicBezTo>
                <a:cubicBezTo>
                  <a:pt x="22152" y="16642"/>
                  <a:pt x="22456" y="16726"/>
                  <a:pt x="22676" y="16895"/>
                </a:cubicBezTo>
                <a:cubicBezTo>
                  <a:pt x="22311" y="16986"/>
                  <a:pt x="21977" y="17047"/>
                  <a:pt x="21551" y="17169"/>
                </a:cubicBezTo>
                <a:cubicBezTo>
                  <a:pt x="21993" y="17564"/>
                  <a:pt x="22470" y="17639"/>
                  <a:pt x="22955" y="17639"/>
                </a:cubicBezTo>
                <a:cubicBezTo>
                  <a:pt x="23104" y="17639"/>
                  <a:pt x="23255" y="17632"/>
                  <a:pt x="23405" y="17625"/>
                </a:cubicBezTo>
                <a:cubicBezTo>
                  <a:pt x="23800" y="17625"/>
                  <a:pt x="24196" y="17716"/>
                  <a:pt x="24135" y="18172"/>
                </a:cubicBezTo>
                <a:cubicBezTo>
                  <a:pt x="24104" y="18506"/>
                  <a:pt x="23709" y="18476"/>
                  <a:pt x="23405" y="18506"/>
                </a:cubicBezTo>
                <a:cubicBezTo>
                  <a:pt x="23307" y="18525"/>
                  <a:pt x="23210" y="18532"/>
                  <a:pt x="23112" y="18532"/>
                </a:cubicBezTo>
                <a:cubicBezTo>
                  <a:pt x="22787" y="18532"/>
                  <a:pt x="22461" y="18452"/>
                  <a:pt x="22106" y="18452"/>
                </a:cubicBezTo>
                <a:cubicBezTo>
                  <a:pt x="21875" y="18452"/>
                  <a:pt x="21632" y="18486"/>
                  <a:pt x="21369" y="18597"/>
                </a:cubicBezTo>
                <a:cubicBezTo>
                  <a:pt x="22068" y="18871"/>
                  <a:pt x="22737" y="19023"/>
                  <a:pt x="23132" y="19479"/>
                </a:cubicBezTo>
                <a:cubicBezTo>
                  <a:pt x="22913" y="19819"/>
                  <a:pt x="22616" y="19887"/>
                  <a:pt x="22290" y="19887"/>
                </a:cubicBezTo>
                <a:cubicBezTo>
                  <a:pt x="22073" y="19887"/>
                  <a:pt x="21843" y="19857"/>
                  <a:pt x="21614" y="19857"/>
                </a:cubicBezTo>
                <a:cubicBezTo>
                  <a:pt x="21328" y="19857"/>
                  <a:pt x="21045" y="19904"/>
                  <a:pt x="20791" y="20117"/>
                </a:cubicBezTo>
                <a:cubicBezTo>
                  <a:pt x="21399" y="20604"/>
                  <a:pt x="22098" y="20664"/>
                  <a:pt x="22767" y="20664"/>
                </a:cubicBezTo>
                <a:cubicBezTo>
                  <a:pt x="23101" y="20659"/>
                  <a:pt x="23437" y="20658"/>
                  <a:pt x="23772" y="20658"/>
                </a:cubicBezTo>
                <a:cubicBezTo>
                  <a:pt x="24444" y="20658"/>
                  <a:pt x="25119" y="20664"/>
                  <a:pt x="25795" y="20664"/>
                </a:cubicBezTo>
                <a:cubicBezTo>
                  <a:pt x="26810" y="20664"/>
                  <a:pt x="27828" y="20649"/>
                  <a:pt x="28846" y="20573"/>
                </a:cubicBezTo>
                <a:cubicBezTo>
                  <a:pt x="30548" y="20421"/>
                  <a:pt x="32251" y="20360"/>
                  <a:pt x="33983" y="20300"/>
                </a:cubicBezTo>
                <a:cubicBezTo>
                  <a:pt x="36679" y="20214"/>
                  <a:pt x="39349" y="19838"/>
                  <a:pt x="42042" y="19838"/>
                </a:cubicBezTo>
                <a:cubicBezTo>
                  <a:pt x="42233" y="19838"/>
                  <a:pt x="42424" y="19840"/>
                  <a:pt x="42615" y="19844"/>
                </a:cubicBezTo>
                <a:cubicBezTo>
                  <a:pt x="43031" y="19852"/>
                  <a:pt x="43446" y="19856"/>
                  <a:pt x="43862" y="19856"/>
                </a:cubicBezTo>
                <a:cubicBezTo>
                  <a:pt x="44996" y="19856"/>
                  <a:pt x="46131" y="19827"/>
                  <a:pt x="47266" y="19783"/>
                </a:cubicBezTo>
                <a:cubicBezTo>
                  <a:pt x="49029" y="19661"/>
                  <a:pt x="50822" y="19631"/>
                  <a:pt x="52585" y="19570"/>
                </a:cubicBezTo>
                <a:cubicBezTo>
                  <a:pt x="52762" y="19564"/>
                  <a:pt x="52939" y="19562"/>
                  <a:pt x="53118" y="19562"/>
                </a:cubicBezTo>
                <a:cubicBezTo>
                  <a:pt x="53831" y="19562"/>
                  <a:pt x="54561" y="19600"/>
                  <a:pt x="55290" y="19600"/>
                </a:cubicBezTo>
                <a:cubicBezTo>
                  <a:pt x="55504" y="19597"/>
                  <a:pt x="55717" y="19596"/>
                  <a:pt x="55930" y="19596"/>
                </a:cubicBezTo>
                <a:cubicBezTo>
                  <a:pt x="57662" y="19596"/>
                  <a:pt x="59394" y="19695"/>
                  <a:pt x="61126" y="19722"/>
                </a:cubicBezTo>
                <a:lnTo>
                  <a:pt x="65838" y="19722"/>
                </a:lnTo>
                <a:cubicBezTo>
                  <a:pt x="66172" y="19722"/>
                  <a:pt x="66446" y="19600"/>
                  <a:pt x="66658" y="19357"/>
                </a:cubicBezTo>
                <a:cubicBezTo>
                  <a:pt x="66263" y="18901"/>
                  <a:pt x="65655" y="19145"/>
                  <a:pt x="65260" y="18780"/>
                </a:cubicBezTo>
                <a:cubicBezTo>
                  <a:pt x="65333" y="18743"/>
                  <a:pt x="65416" y="18733"/>
                  <a:pt x="65502" y="18733"/>
                </a:cubicBezTo>
                <a:cubicBezTo>
                  <a:pt x="65615" y="18733"/>
                  <a:pt x="65733" y="18751"/>
                  <a:pt x="65842" y="18751"/>
                </a:cubicBezTo>
                <a:cubicBezTo>
                  <a:pt x="65998" y="18751"/>
                  <a:pt x="66134" y="18714"/>
                  <a:pt x="66203" y="18537"/>
                </a:cubicBezTo>
                <a:cubicBezTo>
                  <a:pt x="66354" y="18111"/>
                  <a:pt x="65747" y="18293"/>
                  <a:pt x="65625" y="17989"/>
                </a:cubicBezTo>
                <a:cubicBezTo>
                  <a:pt x="65899" y="17868"/>
                  <a:pt x="65807" y="17686"/>
                  <a:pt x="65716" y="17473"/>
                </a:cubicBezTo>
                <a:cubicBezTo>
                  <a:pt x="65560" y="17187"/>
                  <a:pt x="65271" y="17101"/>
                  <a:pt x="65020" y="17101"/>
                </a:cubicBezTo>
                <a:cubicBezTo>
                  <a:pt x="64977" y="17101"/>
                  <a:pt x="64935" y="17104"/>
                  <a:pt x="64895" y="17108"/>
                </a:cubicBezTo>
                <a:cubicBezTo>
                  <a:pt x="64720" y="17118"/>
                  <a:pt x="64545" y="17123"/>
                  <a:pt x="64370" y="17123"/>
                </a:cubicBezTo>
                <a:cubicBezTo>
                  <a:pt x="63225" y="17123"/>
                  <a:pt x="62091" y="16931"/>
                  <a:pt x="60931" y="16931"/>
                </a:cubicBezTo>
                <a:cubicBezTo>
                  <a:pt x="60704" y="16931"/>
                  <a:pt x="60475" y="16938"/>
                  <a:pt x="60245" y="16956"/>
                </a:cubicBezTo>
                <a:cubicBezTo>
                  <a:pt x="60496" y="16614"/>
                  <a:pt x="60746" y="16443"/>
                  <a:pt x="61061" y="16443"/>
                </a:cubicBezTo>
                <a:cubicBezTo>
                  <a:pt x="61166" y="16443"/>
                  <a:pt x="61278" y="16462"/>
                  <a:pt x="61400" y="16500"/>
                </a:cubicBezTo>
                <a:cubicBezTo>
                  <a:pt x="61643" y="16591"/>
                  <a:pt x="61947" y="16591"/>
                  <a:pt x="62221" y="16591"/>
                </a:cubicBezTo>
                <a:cubicBezTo>
                  <a:pt x="62708" y="16559"/>
                  <a:pt x="63195" y="16526"/>
                  <a:pt x="63683" y="16526"/>
                </a:cubicBezTo>
                <a:cubicBezTo>
                  <a:pt x="64107" y="16526"/>
                  <a:pt x="64532" y="16551"/>
                  <a:pt x="64956" y="16622"/>
                </a:cubicBezTo>
                <a:cubicBezTo>
                  <a:pt x="65167" y="16664"/>
                  <a:pt x="65404" y="16726"/>
                  <a:pt x="65631" y="16726"/>
                </a:cubicBezTo>
                <a:cubicBezTo>
                  <a:pt x="65894" y="16726"/>
                  <a:pt x="66144" y="16642"/>
                  <a:pt x="66324" y="16348"/>
                </a:cubicBezTo>
                <a:cubicBezTo>
                  <a:pt x="66111" y="16014"/>
                  <a:pt x="65625" y="16014"/>
                  <a:pt x="65199" y="15619"/>
                </a:cubicBezTo>
                <a:cubicBezTo>
                  <a:pt x="66051" y="15588"/>
                  <a:pt x="66658" y="15315"/>
                  <a:pt x="67297" y="15041"/>
                </a:cubicBezTo>
                <a:cubicBezTo>
                  <a:pt x="67631" y="14859"/>
                  <a:pt x="67874" y="14676"/>
                  <a:pt x="67661" y="14251"/>
                </a:cubicBezTo>
                <a:cubicBezTo>
                  <a:pt x="67297" y="13582"/>
                  <a:pt x="67388" y="13005"/>
                  <a:pt x="68026" y="12549"/>
                </a:cubicBezTo>
                <a:cubicBezTo>
                  <a:pt x="68057" y="12549"/>
                  <a:pt x="68026" y="12488"/>
                  <a:pt x="68026" y="12427"/>
                </a:cubicBezTo>
                <a:cubicBezTo>
                  <a:pt x="67901" y="12361"/>
                  <a:pt x="67775" y="12337"/>
                  <a:pt x="67648" y="12337"/>
                </a:cubicBezTo>
                <a:cubicBezTo>
                  <a:pt x="67344" y="12337"/>
                  <a:pt x="67029" y="12472"/>
                  <a:pt x="66681" y="12472"/>
                </a:cubicBezTo>
                <a:cubicBezTo>
                  <a:pt x="66575" y="12472"/>
                  <a:pt x="66467" y="12459"/>
                  <a:pt x="66354" y="12427"/>
                </a:cubicBezTo>
                <a:cubicBezTo>
                  <a:pt x="66628" y="12245"/>
                  <a:pt x="66841" y="12154"/>
                  <a:pt x="67023" y="12032"/>
                </a:cubicBezTo>
                <a:cubicBezTo>
                  <a:pt x="66871" y="11789"/>
                  <a:pt x="67084" y="11394"/>
                  <a:pt x="66598" y="11302"/>
                </a:cubicBezTo>
                <a:cubicBezTo>
                  <a:pt x="66902" y="11211"/>
                  <a:pt x="67145" y="11333"/>
                  <a:pt x="67388" y="11150"/>
                </a:cubicBezTo>
                <a:cubicBezTo>
                  <a:pt x="67054" y="10603"/>
                  <a:pt x="66446" y="10695"/>
                  <a:pt x="65990" y="10482"/>
                </a:cubicBezTo>
                <a:cubicBezTo>
                  <a:pt x="66111" y="9114"/>
                  <a:pt x="66324" y="7807"/>
                  <a:pt x="66172" y="6439"/>
                </a:cubicBezTo>
                <a:cubicBezTo>
                  <a:pt x="66522" y="6322"/>
                  <a:pt x="66592" y="5645"/>
                  <a:pt x="67135" y="5645"/>
                </a:cubicBezTo>
                <a:cubicBezTo>
                  <a:pt x="67158" y="5645"/>
                  <a:pt x="67181" y="5646"/>
                  <a:pt x="67206" y="5649"/>
                </a:cubicBezTo>
                <a:cubicBezTo>
                  <a:pt x="67266" y="5071"/>
                  <a:pt x="66628" y="5102"/>
                  <a:pt x="66537" y="4707"/>
                </a:cubicBezTo>
                <a:cubicBezTo>
                  <a:pt x="66810" y="4524"/>
                  <a:pt x="67084" y="4342"/>
                  <a:pt x="67236" y="4038"/>
                </a:cubicBezTo>
                <a:cubicBezTo>
                  <a:pt x="67114" y="3886"/>
                  <a:pt x="66841" y="3673"/>
                  <a:pt x="66871" y="3552"/>
                </a:cubicBezTo>
                <a:cubicBezTo>
                  <a:pt x="67114" y="2792"/>
                  <a:pt x="66476" y="2792"/>
                  <a:pt x="66081" y="2701"/>
                </a:cubicBezTo>
                <a:cubicBezTo>
                  <a:pt x="65102" y="2436"/>
                  <a:pt x="64122" y="2263"/>
                  <a:pt x="63123" y="2263"/>
                </a:cubicBezTo>
                <a:cubicBezTo>
                  <a:pt x="62974" y="2263"/>
                  <a:pt x="62826" y="2267"/>
                  <a:pt x="62677" y="2275"/>
                </a:cubicBezTo>
                <a:cubicBezTo>
                  <a:pt x="62563" y="2279"/>
                  <a:pt x="62449" y="2281"/>
                  <a:pt x="62335" y="2281"/>
                </a:cubicBezTo>
                <a:cubicBezTo>
                  <a:pt x="60864" y="2281"/>
                  <a:pt x="59413" y="1965"/>
                  <a:pt x="57942" y="1965"/>
                </a:cubicBezTo>
                <a:cubicBezTo>
                  <a:pt x="57828" y="1965"/>
                  <a:pt x="57715" y="1967"/>
                  <a:pt x="57601" y="1971"/>
                </a:cubicBezTo>
                <a:cubicBezTo>
                  <a:pt x="57373" y="1971"/>
                  <a:pt x="57123" y="2077"/>
                  <a:pt x="56888" y="2077"/>
                </a:cubicBezTo>
                <a:cubicBezTo>
                  <a:pt x="56841" y="2077"/>
                  <a:pt x="56795" y="2072"/>
                  <a:pt x="56749" y="2062"/>
                </a:cubicBezTo>
                <a:cubicBezTo>
                  <a:pt x="55835" y="1875"/>
                  <a:pt x="54906" y="1830"/>
                  <a:pt x="53983" y="1830"/>
                </a:cubicBezTo>
                <a:cubicBezTo>
                  <a:pt x="53556" y="1830"/>
                  <a:pt x="53130" y="1840"/>
                  <a:pt x="52707" y="1849"/>
                </a:cubicBezTo>
                <a:cubicBezTo>
                  <a:pt x="52190" y="1849"/>
                  <a:pt x="51704" y="1819"/>
                  <a:pt x="51521" y="1211"/>
                </a:cubicBezTo>
                <a:cubicBezTo>
                  <a:pt x="51451" y="975"/>
                  <a:pt x="51179" y="886"/>
                  <a:pt x="50976" y="886"/>
                </a:cubicBezTo>
                <a:cubicBezTo>
                  <a:pt x="50917" y="886"/>
                  <a:pt x="50863" y="894"/>
                  <a:pt x="50822" y="907"/>
                </a:cubicBezTo>
                <a:cubicBezTo>
                  <a:pt x="50385" y="976"/>
                  <a:pt x="49951" y="1002"/>
                  <a:pt x="49519" y="1002"/>
                </a:cubicBezTo>
                <a:cubicBezTo>
                  <a:pt x="48810" y="1002"/>
                  <a:pt x="48105" y="933"/>
                  <a:pt x="47388" y="877"/>
                </a:cubicBezTo>
                <a:cubicBezTo>
                  <a:pt x="45351" y="755"/>
                  <a:pt x="43315" y="664"/>
                  <a:pt x="41278" y="603"/>
                </a:cubicBezTo>
                <a:cubicBezTo>
                  <a:pt x="39446" y="578"/>
                  <a:pt x="37593" y="429"/>
                  <a:pt x="35754" y="429"/>
                </a:cubicBezTo>
                <a:cubicBezTo>
                  <a:pt x="35365" y="429"/>
                  <a:pt x="34978" y="435"/>
                  <a:pt x="34591" y="451"/>
                </a:cubicBezTo>
                <a:cubicBezTo>
                  <a:pt x="34366" y="460"/>
                  <a:pt x="34141" y="463"/>
                  <a:pt x="33916" y="463"/>
                </a:cubicBezTo>
                <a:cubicBezTo>
                  <a:pt x="32530" y="463"/>
                  <a:pt x="31144" y="321"/>
                  <a:pt x="29758" y="269"/>
                </a:cubicBezTo>
                <a:cubicBezTo>
                  <a:pt x="29682" y="265"/>
                  <a:pt x="29605" y="264"/>
                  <a:pt x="29529" y="264"/>
                </a:cubicBezTo>
                <a:cubicBezTo>
                  <a:pt x="29074" y="264"/>
                  <a:pt x="28619" y="317"/>
                  <a:pt x="28164" y="317"/>
                </a:cubicBezTo>
                <a:cubicBezTo>
                  <a:pt x="28027" y="317"/>
                  <a:pt x="27889" y="312"/>
                  <a:pt x="27752" y="299"/>
                </a:cubicBezTo>
                <a:cubicBezTo>
                  <a:pt x="27251" y="243"/>
                  <a:pt x="26753" y="227"/>
                  <a:pt x="26257" y="227"/>
                </a:cubicBezTo>
                <a:cubicBezTo>
                  <a:pt x="25654" y="227"/>
                  <a:pt x="25054" y="250"/>
                  <a:pt x="24455" y="250"/>
                </a:cubicBezTo>
                <a:cubicBezTo>
                  <a:pt x="23963" y="250"/>
                  <a:pt x="23471" y="234"/>
                  <a:pt x="22980" y="178"/>
                </a:cubicBezTo>
                <a:cubicBezTo>
                  <a:pt x="22929" y="168"/>
                  <a:pt x="22878" y="164"/>
                  <a:pt x="22829" y="164"/>
                </a:cubicBezTo>
                <a:cubicBezTo>
                  <a:pt x="22730" y="164"/>
                  <a:pt x="22635" y="178"/>
                  <a:pt x="22554" y="178"/>
                </a:cubicBezTo>
                <a:cubicBezTo>
                  <a:pt x="22008" y="227"/>
                  <a:pt x="21462" y="277"/>
                  <a:pt x="20916" y="277"/>
                </a:cubicBezTo>
                <a:cubicBezTo>
                  <a:pt x="20794" y="277"/>
                  <a:pt x="20671" y="274"/>
                  <a:pt x="20548" y="269"/>
                </a:cubicBezTo>
                <a:cubicBezTo>
                  <a:pt x="19241" y="238"/>
                  <a:pt x="17934" y="87"/>
                  <a:pt x="16627" y="87"/>
                </a:cubicBezTo>
                <a:cubicBezTo>
                  <a:pt x="16514" y="89"/>
                  <a:pt x="16402" y="91"/>
                  <a:pt x="16289" y="91"/>
                </a:cubicBezTo>
                <a:cubicBezTo>
                  <a:pt x="15388" y="91"/>
                  <a:pt x="14473" y="11"/>
                  <a:pt x="13570" y="11"/>
                </a:cubicBezTo>
                <a:cubicBezTo>
                  <a:pt x="13362" y="11"/>
                  <a:pt x="13155" y="15"/>
                  <a:pt x="12949" y="26"/>
                </a:cubicBezTo>
                <a:cubicBezTo>
                  <a:pt x="12849" y="29"/>
                  <a:pt x="12748" y="31"/>
                  <a:pt x="12646" y="31"/>
                </a:cubicBezTo>
                <a:cubicBezTo>
                  <a:pt x="12189" y="31"/>
                  <a:pt x="11726" y="1"/>
                  <a:pt x="1126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4" name="Google Shape;4464;p16"/>
          <p:cNvGrpSpPr/>
          <p:nvPr/>
        </p:nvGrpSpPr>
        <p:grpSpPr>
          <a:xfrm rot="-8100000">
            <a:off x="-1142503" y="3920894"/>
            <a:ext cx="3222221" cy="1467349"/>
            <a:chOff x="3427375" y="613525"/>
            <a:chExt cx="1481825" cy="674800"/>
          </a:xfrm>
        </p:grpSpPr>
        <p:sp>
          <p:nvSpPr>
            <p:cNvPr id="4465" name="Google Shape;4465;p1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1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1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1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1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1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1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1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1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1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1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1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1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1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1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1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1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1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1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1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1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1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1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1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1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1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1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1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1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1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1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1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1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1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1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1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1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1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1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1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1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1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1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1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1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1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1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1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1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1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1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1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1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1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1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1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1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1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1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1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1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1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1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1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1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1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1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1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1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1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1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1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1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1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1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1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1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1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1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1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1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1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1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1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1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1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1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1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1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1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1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1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1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1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1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1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1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1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1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1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1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1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1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1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1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1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1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1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1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1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1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1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1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1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1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1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1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1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1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1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1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1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1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1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1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1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1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1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1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1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1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1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1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1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1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1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1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1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1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1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1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1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1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1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1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1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1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1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1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1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1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1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1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1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1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1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1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1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1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1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1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1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1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1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1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1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1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1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1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1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1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1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1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1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1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1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1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1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1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1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5" name="Google Shape;4645;p16"/>
          <p:cNvSpPr/>
          <p:nvPr/>
        </p:nvSpPr>
        <p:spPr>
          <a:xfrm rot="-5026928">
            <a:off x="-298747" y="-698113"/>
            <a:ext cx="1826340" cy="2518111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6" name="Google Shape;4646;p16"/>
          <p:cNvGrpSpPr/>
          <p:nvPr/>
        </p:nvGrpSpPr>
        <p:grpSpPr>
          <a:xfrm rot="10212040">
            <a:off x="6227434" y="-406547"/>
            <a:ext cx="3222268" cy="1467371"/>
            <a:chOff x="3427375" y="613525"/>
            <a:chExt cx="1481825" cy="674800"/>
          </a:xfrm>
        </p:grpSpPr>
        <p:sp>
          <p:nvSpPr>
            <p:cNvPr id="4647" name="Google Shape;4647;p1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1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1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1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1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1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1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1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1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1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1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1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1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1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1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1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1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1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1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1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1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1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1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1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1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1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1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1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1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1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1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1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1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1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1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1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1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1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1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1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1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1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1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1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1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1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1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1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1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1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1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1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1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1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1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1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1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1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1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1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1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1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1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1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1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1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1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1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1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1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1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1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1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1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1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1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1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1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1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1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1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1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1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1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1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1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1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1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1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1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1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1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1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1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1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1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1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1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1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1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1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1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1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1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1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1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1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1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1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1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1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1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1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1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1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1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1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1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1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1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1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1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1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1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1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1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1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1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1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1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1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1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1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1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1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1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1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1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1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1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1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1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1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1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1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1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1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1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1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1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1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1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1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1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1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1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1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1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1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1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1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1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1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1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1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1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1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1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1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1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1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1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7" name="Google Shape;4827;p16"/>
          <p:cNvSpPr/>
          <p:nvPr/>
        </p:nvSpPr>
        <p:spPr>
          <a:xfrm rot="192701">
            <a:off x="7413581" y="-366851"/>
            <a:ext cx="2011563" cy="2549273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8" name="Google Shape;4828;p16"/>
          <p:cNvSpPr/>
          <p:nvPr/>
        </p:nvSpPr>
        <p:spPr>
          <a:xfrm rot="9855936">
            <a:off x="-118653" y="3272567"/>
            <a:ext cx="1854942" cy="307088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CUSTOM_16">
    <p:spTree>
      <p:nvGrpSpPr>
        <p:cNvPr id="4829" name="Shape 4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0" name="Google Shape;4830;p17"/>
          <p:cNvSpPr txBox="1"/>
          <p:nvPr>
            <p:ph type="title"/>
          </p:nvPr>
        </p:nvSpPr>
        <p:spPr>
          <a:xfrm>
            <a:off x="539500" y="2228088"/>
            <a:ext cx="47547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7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None/>
              <a:defRPr sz="8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831" name="Google Shape;4831;p17"/>
          <p:cNvSpPr txBox="1"/>
          <p:nvPr>
            <p:ph idx="1" type="subTitle"/>
          </p:nvPr>
        </p:nvSpPr>
        <p:spPr>
          <a:xfrm>
            <a:off x="539500" y="3372000"/>
            <a:ext cx="4754700" cy="6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832" name="Google Shape;4832;p17"/>
          <p:cNvSpPr txBox="1"/>
          <p:nvPr>
            <p:ph hasCustomPrompt="1" idx="2" type="title"/>
          </p:nvPr>
        </p:nvSpPr>
        <p:spPr>
          <a:xfrm>
            <a:off x="3798100" y="1161300"/>
            <a:ext cx="14961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b="0" sz="9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833" name="Google Shape;4833;p17"/>
          <p:cNvSpPr/>
          <p:nvPr/>
        </p:nvSpPr>
        <p:spPr>
          <a:xfrm>
            <a:off x="4924675" y="3571825"/>
            <a:ext cx="3310001" cy="1947661"/>
          </a:xfrm>
          <a:custGeom>
            <a:rect b="b" l="l" r="r" t="t"/>
            <a:pathLst>
              <a:path extrusionOk="0" h="38669" w="65717">
                <a:moveTo>
                  <a:pt x="28439" y="7218"/>
                </a:moveTo>
                <a:cubicBezTo>
                  <a:pt x="28675" y="7218"/>
                  <a:pt x="28913" y="7242"/>
                  <a:pt x="29150" y="7281"/>
                </a:cubicBezTo>
                <a:cubicBezTo>
                  <a:pt x="29813" y="7360"/>
                  <a:pt x="30475" y="7415"/>
                  <a:pt x="31134" y="7415"/>
                </a:cubicBezTo>
                <a:cubicBezTo>
                  <a:pt x="31744" y="7415"/>
                  <a:pt x="32350" y="7368"/>
                  <a:pt x="32950" y="7251"/>
                </a:cubicBezTo>
                <a:cubicBezTo>
                  <a:pt x="33056" y="7236"/>
                  <a:pt x="33162" y="7228"/>
                  <a:pt x="33265" y="7228"/>
                </a:cubicBezTo>
                <a:cubicBezTo>
                  <a:pt x="33368" y="7228"/>
                  <a:pt x="33466" y="7236"/>
                  <a:pt x="33558" y="7251"/>
                </a:cubicBezTo>
                <a:cubicBezTo>
                  <a:pt x="34054" y="7298"/>
                  <a:pt x="34533" y="7530"/>
                  <a:pt x="35036" y="7530"/>
                </a:cubicBezTo>
                <a:cubicBezTo>
                  <a:pt x="35179" y="7530"/>
                  <a:pt x="35324" y="7511"/>
                  <a:pt x="35472" y="7464"/>
                </a:cubicBezTo>
                <a:lnTo>
                  <a:pt x="35472" y="7464"/>
                </a:lnTo>
                <a:cubicBezTo>
                  <a:pt x="35412" y="7494"/>
                  <a:pt x="35351" y="7525"/>
                  <a:pt x="35229" y="7646"/>
                </a:cubicBezTo>
                <a:cubicBezTo>
                  <a:pt x="35267" y="7643"/>
                  <a:pt x="35305" y="7642"/>
                  <a:pt x="35342" y="7642"/>
                </a:cubicBezTo>
                <a:cubicBezTo>
                  <a:pt x="35539" y="7642"/>
                  <a:pt x="35724" y="7677"/>
                  <a:pt x="35911" y="7677"/>
                </a:cubicBezTo>
                <a:cubicBezTo>
                  <a:pt x="36055" y="7677"/>
                  <a:pt x="36200" y="7657"/>
                  <a:pt x="36354" y="7585"/>
                </a:cubicBezTo>
                <a:lnTo>
                  <a:pt x="36354" y="7585"/>
                </a:lnTo>
                <a:cubicBezTo>
                  <a:pt x="36185" y="7906"/>
                  <a:pt x="35979" y="7983"/>
                  <a:pt x="35772" y="7983"/>
                </a:cubicBezTo>
                <a:cubicBezTo>
                  <a:pt x="35606" y="7983"/>
                  <a:pt x="35439" y="7933"/>
                  <a:pt x="35290" y="7920"/>
                </a:cubicBezTo>
                <a:cubicBezTo>
                  <a:pt x="34534" y="7815"/>
                  <a:pt x="33763" y="7782"/>
                  <a:pt x="32998" y="7782"/>
                </a:cubicBezTo>
                <a:cubicBezTo>
                  <a:pt x="32656" y="7782"/>
                  <a:pt x="32315" y="7789"/>
                  <a:pt x="31977" y="7798"/>
                </a:cubicBezTo>
                <a:cubicBezTo>
                  <a:pt x="31891" y="7804"/>
                  <a:pt x="31806" y="7806"/>
                  <a:pt x="31721" y="7806"/>
                </a:cubicBezTo>
                <a:cubicBezTo>
                  <a:pt x="31329" y="7806"/>
                  <a:pt x="30954" y="7752"/>
                  <a:pt x="30579" y="7677"/>
                </a:cubicBezTo>
                <a:cubicBezTo>
                  <a:pt x="30336" y="7628"/>
                  <a:pt x="30088" y="7613"/>
                  <a:pt x="29839" y="7613"/>
                </a:cubicBezTo>
                <a:cubicBezTo>
                  <a:pt x="29465" y="7613"/>
                  <a:pt x="29089" y="7646"/>
                  <a:pt x="28725" y="7646"/>
                </a:cubicBezTo>
                <a:cubicBezTo>
                  <a:pt x="28147" y="7646"/>
                  <a:pt x="27600" y="7646"/>
                  <a:pt x="27022" y="7585"/>
                </a:cubicBezTo>
                <a:cubicBezTo>
                  <a:pt x="27473" y="7319"/>
                  <a:pt x="27952" y="7218"/>
                  <a:pt x="28439" y="7218"/>
                </a:cubicBezTo>
                <a:close/>
                <a:moveTo>
                  <a:pt x="64257" y="17312"/>
                </a:moveTo>
                <a:lnTo>
                  <a:pt x="64257" y="17312"/>
                </a:lnTo>
                <a:cubicBezTo>
                  <a:pt x="64500" y="17829"/>
                  <a:pt x="64227" y="18285"/>
                  <a:pt x="64014" y="18923"/>
                </a:cubicBezTo>
                <a:cubicBezTo>
                  <a:pt x="63741" y="18163"/>
                  <a:pt x="64196" y="17768"/>
                  <a:pt x="64257" y="17312"/>
                </a:cubicBezTo>
                <a:close/>
                <a:moveTo>
                  <a:pt x="24248" y="0"/>
                </a:moveTo>
                <a:cubicBezTo>
                  <a:pt x="23847" y="0"/>
                  <a:pt x="23444" y="43"/>
                  <a:pt x="23041" y="169"/>
                </a:cubicBezTo>
                <a:cubicBezTo>
                  <a:pt x="22605" y="308"/>
                  <a:pt x="22143" y="356"/>
                  <a:pt x="21681" y="356"/>
                </a:cubicBezTo>
                <a:cubicBezTo>
                  <a:pt x="21434" y="356"/>
                  <a:pt x="21187" y="342"/>
                  <a:pt x="20943" y="321"/>
                </a:cubicBezTo>
                <a:cubicBezTo>
                  <a:pt x="20523" y="277"/>
                  <a:pt x="20086" y="120"/>
                  <a:pt x="19669" y="120"/>
                </a:cubicBezTo>
                <a:cubicBezTo>
                  <a:pt x="19513" y="120"/>
                  <a:pt x="19360" y="141"/>
                  <a:pt x="19211" y="199"/>
                </a:cubicBezTo>
                <a:cubicBezTo>
                  <a:pt x="18780" y="371"/>
                  <a:pt x="18345" y="414"/>
                  <a:pt x="17909" y="414"/>
                </a:cubicBezTo>
                <a:cubicBezTo>
                  <a:pt x="17477" y="414"/>
                  <a:pt x="17045" y="372"/>
                  <a:pt x="16615" y="372"/>
                </a:cubicBezTo>
                <a:cubicBezTo>
                  <a:pt x="16406" y="372"/>
                  <a:pt x="16197" y="382"/>
                  <a:pt x="15989" y="412"/>
                </a:cubicBezTo>
                <a:cubicBezTo>
                  <a:pt x="14773" y="564"/>
                  <a:pt x="13496" y="351"/>
                  <a:pt x="12281" y="716"/>
                </a:cubicBezTo>
                <a:cubicBezTo>
                  <a:pt x="11642" y="898"/>
                  <a:pt x="10974" y="990"/>
                  <a:pt x="10457" y="1506"/>
                </a:cubicBezTo>
                <a:cubicBezTo>
                  <a:pt x="10548" y="1871"/>
                  <a:pt x="10791" y="1962"/>
                  <a:pt x="11065" y="2053"/>
                </a:cubicBezTo>
                <a:cubicBezTo>
                  <a:pt x="10609" y="2601"/>
                  <a:pt x="10001" y="2601"/>
                  <a:pt x="9484" y="2783"/>
                </a:cubicBezTo>
                <a:cubicBezTo>
                  <a:pt x="8967" y="2965"/>
                  <a:pt x="8451" y="3391"/>
                  <a:pt x="8360" y="3725"/>
                </a:cubicBezTo>
                <a:cubicBezTo>
                  <a:pt x="9069" y="4521"/>
                  <a:pt x="9916" y="4608"/>
                  <a:pt x="10789" y="4608"/>
                </a:cubicBezTo>
                <a:cubicBezTo>
                  <a:pt x="11033" y="4608"/>
                  <a:pt x="11279" y="4601"/>
                  <a:pt x="11524" y="4601"/>
                </a:cubicBezTo>
                <a:cubicBezTo>
                  <a:pt x="11944" y="4601"/>
                  <a:pt x="12362" y="4621"/>
                  <a:pt x="12767" y="4728"/>
                </a:cubicBezTo>
                <a:cubicBezTo>
                  <a:pt x="12463" y="5245"/>
                  <a:pt x="12068" y="5306"/>
                  <a:pt x="11642" y="5306"/>
                </a:cubicBezTo>
                <a:cubicBezTo>
                  <a:pt x="11447" y="5298"/>
                  <a:pt x="11252" y="5288"/>
                  <a:pt x="11059" y="5288"/>
                </a:cubicBezTo>
                <a:cubicBezTo>
                  <a:pt x="10499" y="5288"/>
                  <a:pt x="9951" y="5371"/>
                  <a:pt x="9454" y="5823"/>
                </a:cubicBezTo>
                <a:cubicBezTo>
                  <a:pt x="9655" y="5967"/>
                  <a:pt x="9584" y="6466"/>
                  <a:pt x="9861" y="6466"/>
                </a:cubicBezTo>
                <a:cubicBezTo>
                  <a:pt x="9876" y="6466"/>
                  <a:pt x="9892" y="6464"/>
                  <a:pt x="9910" y="6461"/>
                </a:cubicBezTo>
                <a:lnTo>
                  <a:pt x="9910" y="6461"/>
                </a:lnTo>
                <a:cubicBezTo>
                  <a:pt x="9788" y="6795"/>
                  <a:pt x="9636" y="7130"/>
                  <a:pt x="9515" y="7433"/>
                </a:cubicBezTo>
                <a:cubicBezTo>
                  <a:pt x="10194" y="7433"/>
                  <a:pt x="10844" y="7760"/>
                  <a:pt x="11464" y="7760"/>
                </a:cubicBezTo>
                <a:cubicBezTo>
                  <a:pt x="11731" y="7760"/>
                  <a:pt x="11994" y="7699"/>
                  <a:pt x="12250" y="7525"/>
                </a:cubicBezTo>
                <a:cubicBezTo>
                  <a:pt x="12497" y="7552"/>
                  <a:pt x="12347" y="7902"/>
                  <a:pt x="12496" y="7902"/>
                </a:cubicBezTo>
                <a:cubicBezTo>
                  <a:pt x="12511" y="7902"/>
                  <a:pt x="12531" y="7898"/>
                  <a:pt x="12554" y="7889"/>
                </a:cubicBezTo>
                <a:cubicBezTo>
                  <a:pt x="12858" y="7798"/>
                  <a:pt x="12585" y="7677"/>
                  <a:pt x="12554" y="7555"/>
                </a:cubicBezTo>
                <a:cubicBezTo>
                  <a:pt x="12524" y="7312"/>
                  <a:pt x="12737" y="7312"/>
                  <a:pt x="12888" y="7312"/>
                </a:cubicBezTo>
                <a:cubicBezTo>
                  <a:pt x="12964" y="7312"/>
                  <a:pt x="12998" y="7417"/>
                  <a:pt x="13113" y="7417"/>
                </a:cubicBezTo>
                <a:cubicBezTo>
                  <a:pt x="13136" y="7417"/>
                  <a:pt x="13162" y="7413"/>
                  <a:pt x="13192" y="7403"/>
                </a:cubicBezTo>
                <a:cubicBezTo>
                  <a:pt x="13514" y="7321"/>
                  <a:pt x="13835" y="7292"/>
                  <a:pt x="14157" y="7292"/>
                </a:cubicBezTo>
                <a:cubicBezTo>
                  <a:pt x="14904" y="7292"/>
                  <a:pt x="15653" y="7447"/>
                  <a:pt x="16414" y="7447"/>
                </a:cubicBezTo>
                <a:cubicBezTo>
                  <a:pt x="16535" y="7447"/>
                  <a:pt x="16657" y="7443"/>
                  <a:pt x="16779" y="7433"/>
                </a:cubicBezTo>
                <a:cubicBezTo>
                  <a:pt x="17417" y="7403"/>
                  <a:pt x="17995" y="7221"/>
                  <a:pt x="18694" y="7190"/>
                </a:cubicBezTo>
                <a:cubicBezTo>
                  <a:pt x="18768" y="7413"/>
                  <a:pt x="18915" y="7491"/>
                  <a:pt x="19070" y="7491"/>
                </a:cubicBezTo>
                <a:cubicBezTo>
                  <a:pt x="19233" y="7491"/>
                  <a:pt x="19406" y="7405"/>
                  <a:pt x="19515" y="7312"/>
                </a:cubicBezTo>
                <a:cubicBezTo>
                  <a:pt x="19647" y="7199"/>
                  <a:pt x="19752" y="7156"/>
                  <a:pt x="19844" y="7156"/>
                </a:cubicBezTo>
                <a:cubicBezTo>
                  <a:pt x="20049" y="7156"/>
                  <a:pt x="20187" y="7368"/>
                  <a:pt x="20396" y="7494"/>
                </a:cubicBezTo>
                <a:cubicBezTo>
                  <a:pt x="20105" y="7855"/>
                  <a:pt x="19788" y="7937"/>
                  <a:pt x="19478" y="7937"/>
                </a:cubicBezTo>
                <a:cubicBezTo>
                  <a:pt x="19219" y="7937"/>
                  <a:pt x="18964" y="7880"/>
                  <a:pt x="18733" y="7880"/>
                </a:cubicBezTo>
                <a:cubicBezTo>
                  <a:pt x="18634" y="7880"/>
                  <a:pt x="18540" y="7890"/>
                  <a:pt x="18451" y="7920"/>
                </a:cubicBezTo>
                <a:cubicBezTo>
                  <a:pt x="18238" y="7829"/>
                  <a:pt x="18512" y="7585"/>
                  <a:pt x="18238" y="7525"/>
                </a:cubicBezTo>
                <a:cubicBezTo>
                  <a:pt x="18025" y="7551"/>
                  <a:pt x="17952" y="7977"/>
                  <a:pt x="17834" y="7977"/>
                </a:cubicBezTo>
                <a:cubicBezTo>
                  <a:pt x="17818" y="7977"/>
                  <a:pt x="17801" y="7969"/>
                  <a:pt x="17782" y="7950"/>
                </a:cubicBezTo>
                <a:cubicBezTo>
                  <a:pt x="17682" y="7857"/>
                  <a:pt x="17584" y="7825"/>
                  <a:pt x="17487" y="7825"/>
                </a:cubicBezTo>
                <a:cubicBezTo>
                  <a:pt x="17263" y="7825"/>
                  <a:pt x="17049" y="7999"/>
                  <a:pt x="16843" y="7999"/>
                </a:cubicBezTo>
                <a:cubicBezTo>
                  <a:pt x="16759" y="7999"/>
                  <a:pt x="16677" y="7970"/>
                  <a:pt x="16597" y="7889"/>
                </a:cubicBezTo>
                <a:cubicBezTo>
                  <a:pt x="16535" y="7828"/>
                  <a:pt x="16474" y="7806"/>
                  <a:pt x="16410" y="7806"/>
                </a:cubicBezTo>
                <a:cubicBezTo>
                  <a:pt x="16317" y="7806"/>
                  <a:pt x="16219" y="7853"/>
                  <a:pt x="16110" y="7889"/>
                </a:cubicBezTo>
                <a:cubicBezTo>
                  <a:pt x="15751" y="8018"/>
                  <a:pt x="15413" y="8146"/>
                  <a:pt x="15005" y="8146"/>
                </a:cubicBezTo>
                <a:cubicBezTo>
                  <a:pt x="14930" y="8146"/>
                  <a:pt x="14853" y="8142"/>
                  <a:pt x="14773" y="8133"/>
                </a:cubicBezTo>
                <a:cubicBezTo>
                  <a:pt x="14570" y="8114"/>
                  <a:pt x="14322" y="8084"/>
                  <a:pt x="14070" y="8084"/>
                </a:cubicBezTo>
                <a:cubicBezTo>
                  <a:pt x="13907" y="8084"/>
                  <a:pt x="13743" y="8097"/>
                  <a:pt x="13588" y="8133"/>
                </a:cubicBezTo>
                <a:cubicBezTo>
                  <a:pt x="12919" y="8285"/>
                  <a:pt x="12311" y="8649"/>
                  <a:pt x="11673" y="8832"/>
                </a:cubicBezTo>
                <a:cubicBezTo>
                  <a:pt x="11764" y="9105"/>
                  <a:pt x="11825" y="9318"/>
                  <a:pt x="11916" y="9561"/>
                </a:cubicBezTo>
                <a:cubicBezTo>
                  <a:pt x="10913" y="9956"/>
                  <a:pt x="9575" y="9409"/>
                  <a:pt x="8755" y="10838"/>
                </a:cubicBezTo>
                <a:cubicBezTo>
                  <a:pt x="9032" y="10890"/>
                  <a:pt x="9300" y="10908"/>
                  <a:pt x="9561" y="10908"/>
                </a:cubicBezTo>
                <a:cubicBezTo>
                  <a:pt x="10071" y="10908"/>
                  <a:pt x="10554" y="10842"/>
                  <a:pt x="11027" y="10842"/>
                </a:cubicBezTo>
                <a:cubicBezTo>
                  <a:pt x="11295" y="10842"/>
                  <a:pt x="11560" y="10863"/>
                  <a:pt x="11825" y="10929"/>
                </a:cubicBezTo>
                <a:cubicBezTo>
                  <a:pt x="11977" y="10990"/>
                  <a:pt x="12129" y="10899"/>
                  <a:pt x="12159" y="11142"/>
                </a:cubicBezTo>
                <a:cubicBezTo>
                  <a:pt x="12159" y="11385"/>
                  <a:pt x="12098" y="11598"/>
                  <a:pt x="11855" y="11658"/>
                </a:cubicBezTo>
                <a:cubicBezTo>
                  <a:pt x="11551" y="11719"/>
                  <a:pt x="11278" y="11780"/>
                  <a:pt x="10974" y="11810"/>
                </a:cubicBezTo>
                <a:cubicBezTo>
                  <a:pt x="10062" y="11932"/>
                  <a:pt x="9271" y="12236"/>
                  <a:pt x="8967" y="13421"/>
                </a:cubicBezTo>
                <a:cubicBezTo>
                  <a:pt x="9211" y="13573"/>
                  <a:pt x="9393" y="13756"/>
                  <a:pt x="9545" y="14029"/>
                </a:cubicBezTo>
                <a:cubicBezTo>
                  <a:pt x="9241" y="14212"/>
                  <a:pt x="8967" y="14272"/>
                  <a:pt x="8663" y="14333"/>
                </a:cubicBezTo>
                <a:cubicBezTo>
                  <a:pt x="7812" y="14485"/>
                  <a:pt x="7448" y="15002"/>
                  <a:pt x="7630" y="15914"/>
                </a:cubicBezTo>
                <a:cubicBezTo>
                  <a:pt x="7356" y="16005"/>
                  <a:pt x="7053" y="16127"/>
                  <a:pt x="6779" y="16248"/>
                </a:cubicBezTo>
                <a:cubicBezTo>
                  <a:pt x="5654" y="16765"/>
                  <a:pt x="4378" y="16643"/>
                  <a:pt x="3223" y="17038"/>
                </a:cubicBezTo>
                <a:cubicBezTo>
                  <a:pt x="2704" y="17240"/>
                  <a:pt x="2267" y="17742"/>
                  <a:pt x="1731" y="17742"/>
                </a:cubicBezTo>
                <a:cubicBezTo>
                  <a:pt x="1702" y="17742"/>
                  <a:pt x="1672" y="17741"/>
                  <a:pt x="1642" y="17738"/>
                </a:cubicBezTo>
                <a:cubicBezTo>
                  <a:pt x="1566" y="17724"/>
                  <a:pt x="1494" y="17718"/>
                  <a:pt x="1425" y="17718"/>
                </a:cubicBezTo>
                <a:cubicBezTo>
                  <a:pt x="1026" y="17718"/>
                  <a:pt x="733" y="17925"/>
                  <a:pt x="396" y="18133"/>
                </a:cubicBezTo>
                <a:cubicBezTo>
                  <a:pt x="31" y="18345"/>
                  <a:pt x="1" y="18589"/>
                  <a:pt x="183" y="18923"/>
                </a:cubicBezTo>
                <a:cubicBezTo>
                  <a:pt x="1285" y="18923"/>
                  <a:pt x="2356" y="18395"/>
                  <a:pt x="3464" y="18395"/>
                </a:cubicBezTo>
                <a:cubicBezTo>
                  <a:pt x="3883" y="18395"/>
                  <a:pt x="4308" y="18471"/>
                  <a:pt x="4742" y="18680"/>
                </a:cubicBezTo>
                <a:cubicBezTo>
                  <a:pt x="4628" y="18909"/>
                  <a:pt x="4540" y="19138"/>
                  <a:pt x="4352" y="19138"/>
                </a:cubicBezTo>
                <a:cubicBezTo>
                  <a:pt x="4341" y="19138"/>
                  <a:pt x="4329" y="19138"/>
                  <a:pt x="4317" y="19136"/>
                </a:cubicBezTo>
                <a:cubicBezTo>
                  <a:pt x="4248" y="19125"/>
                  <a:pt x="4181" y="19120"/>
                  <a:pt x="4114" y="19120"/>
                </a:cubicBezTo>
                <a:cubicBezTo>
                  <a:pt x="3616" y="19120"/>
                  <a:pt x="3154" y="19386"/>
                  <a:pt x="2645" y="19440"/>
                </a:cubicBezTo>
                <a:cubicBezTo>
                  <a:pt x="2128" y="19501"/>
                  <a:pt x="1642" y="20291"/>
                  <a:pt x="1764" y="20838"/>
                </a:cubicBezTo>
                <a:cubicBezTo>
                  <a:pt x="3439" y="20350"/>
                  <a:pt x="5113" y="20055"/>
                  <a:pt x="6860" y="20055"/>
                </a:cubicBezTo>
                <a:cubicBezTo>
                  <a:pt x="7618" y="20055"/>
                  <a:pt x="8389" y="20110"/>
                  <a:pt x="9180" y="20230"/>
                </a:cubicBezTo>
                <a:cubicBezTo>
                  <a:pt x="8907" y="20443"/>
                  <a:pt x="8755" y="20564"/>
                  <a:pt x="8633" y="20656"/>
                </a:cubicBezTo>
                <a:cubicBezTo>
                  <a:pt x="8694" y="20868"/>
                  <a:pt x="8937" y="20808"/>
                  <a:pt x="8937" y="21081"/>
                </a:cubicBezTo>
                <a:cubicBezTo>
                  <a:pt x="8857" y="21210"/>
                  <a:pt x="8751" y="21245"/>
                  <a:pt x="8637" y="21245"/>
                </a:cubicBezTo>
                <a:cubicBezTo>
                  <a:pt x="8536" y="21245"/>
                  <a:pt x="8429" y="21217"/>
                  <a:pt x="8329" y="21203"/>
                </a:cubicBezTo>
                <a:cubicBezTo>
                  <a:pt x="8451" y="21051"/>
                  <a:pt x="8572" y="20929"/>
                  <a:pt x="8481" y="20777"/>
                </a:cubicBezTo>
                <a:lnTo>
                  <a:pt x="8481" y="20777"/>
                </a:lnTo>
                <a:cubicBezTo>
                  <a:pt x="8188" y="20830"/>
                  <a:pt x="7901" y="20855"/>
                  <a:pt x="7619" y="20855"/>
                </a:cubicBezTo>
                <a:cubicBezTo>
                  <a:pt x="7259" y="20855"/>
                  <a:pt x="6908" y="20815"/>
                  <a:pt x="6566" y="20747"/>
                </a:cubicBezTo>
                <a:cubicBezTo>
                  <a:pt x="6313" y="20705"/>
                  <a:pt x="6054" y="20643"/>
                  <a:pt x="5806" y="20643"/>
                </a:cubicBezTo>
                <a:cubicBezTo>
                  <a:pt x="5517" y="20643"/>
                  <a:pt x="5245" y="20726"/>
                  <a:pt x="5016" y="21020"/>
                </a:cubicBezTo>
                <a:cubicBezTo>
                  <a:pt x="5077" y="21324"/>
                  <a:pt x="5381" y="21111"/>
                  <a:pt x="5442" y="21415"/>
                </a:cubicBezTo>
                <a:cubicBezTo>
                  <a:pt x="5399" y="21409"/>
                  <a:pt x="5358" y="21407"/>
                  <a:pt x="5318" y="21407"/>
                </a:cubicBezTo>
                <a:cubicBezTo>
                  <a:pt x="4949" y="21407"/>
                  <a:pt x="4637" y="21634"/>
                  <a:pt x="4226" y="21689"/>
                </a:cubicBezTo>
                <a:cubicBezTo>
                  <a:pt x="4226" y="21780"/>
                  <a:pt x="4195" y="21963"/>
                  <a:pt x="4256" y="22054"/>
                </a:cubicBezTo>
                <a:cubicBezTo>
                  <a:pt x="4550" y="22641"/>
                  <a:pt x="5335" y="23181"/>
                  <a:pt x="5995" y="23181"/>
                </a:cubicBezTo>
                <a:cubicBezTo>
                  <a:pt x="6087" y="23181"/>
                  <a:pt x="6177" y="23170"/>
                  <a:pt x="6262" y="23148"/>
                </a:cubicBezTo>
                <a:cubicBezTo>
                  <a:pt x="6374" y="23115"/>
                  <a:pt x="6473" y="23099"/>
                  <a:pt x="6559" y="23099"/>
                </a:cubicBezTo>
                <a:cubicBezTo>
                  <a:pt x="6870" y="23099"/>
                  <a:pt x="7009" y="23307"/>
                  <a:pt x="6961" y="23665"/>
                </a:cubicBezTo>
                <a:cubicBezTo>
                  <a:pt x="6201" y="23847"/>
                  <a:pt x="5442" y="24029"/>
                  <a:pt x="4682" y="24242"/>
                </a:cubicBezTo>
                <a:cubicBezTo>
                  <a:pt x="2949" y="24759"/>
                  <a:pt x="2888" y="24789"/>
                  <a:pt x="2736" y="25245"/>
                </a:cubicBezTo>
                <a:cubicBezTo>
                  <a:pt x="2813" y="25236"/>
                  <a:pt x="2888" y="25232"/>
                  <a:pt x="2961" y="25232"/>
                </a:cubicBezTo>
                <a:cubicBezTo>
                  <a:pt x="4144" y="25232"/>
                  <a:pt x="4964" y="26325"/>
                  <a:pt x="6080" y="26583"/>
                </a:cubicBezTo>
                <a:cubicBezTo>
                  <a:pt x="5820" y="26821"/>
                  <a:pt x="5544" y="26951"/>
                  <a:pt x="5275" y="26951"/>
                </a:cubicBezTo>
                <a:cubicBezTo>
                  <a:pt x="5167" y="26951"/>
                  <a:pt x="5060" y="26930"/>
                  <a:pt x="4955" y="26887"/>
                </a:cubicBezTo>
                <a:cubicBezTo>
                  <a:pt x="4722" y="26799"/>
                  <a:pt x="4522" y="26752"/>
                  <a:pt x="4345" y="26752"/>
                </a:cubicBezTo>
                <a:cubicBezTo>
                  <a:pt x="3783" y="26752"/>
                  <a:pt x="3449" y="27228"/>
                  <a:pt x="3010" y="28406"/>
                </a:cubicBezTo>
                <a:cubicBezTo>
                  <a:pt x="3421" y="28589"/>
                  <a:pt x="3843" y="28640"/>
                  <a:pt x="4269" y="28640"/>
                </a:cubicBezTo>
                <a:cubicBezTo>
                  <a:pt x="4805" y="28640"/>
                  <a:pt x="5346" y="28559"/>
                  <a:pt x="5879" y="28559"/>
                </a:cubicBezTo>
                <a:cubicBezTo>
                  <a:pt x="6330" y="28559"/>
                  <a:pt x="6775" y="28617"/>
                  <a:pt x="7204" y="28832"/>
                </a:cubicBezTo>
                <a:cubicBezTo>
                  <a:pt x="6718" y="29014"/>
                  <a:pt x="6232" y="29227"/>
                  <a:pt x="5715" y="29288"/>
                </a:cubicBezTo>
                <a:cubicBezTo>
                  <a:pt x="5138" y="29379"/>
                  <a:pt x="4530" y="29409"/>
                  <a:pt x="4013" y="29774"/>
                </a:cubicBezTo>
                <a:cubicBezTo>
                  <a:pt x="3679" y="29957"/>
                  <a:pt x="3405" y="30291"/>
                  <a:pt x="2888" y="30291"/>
                </a:cubicBezTo>
                <a:cubicBezTo>
                  <a:pt x="3223" y="30565"/>
                  <a:pt x="3192" y="31020"/>
                  <a:pt x="3527" y="31051"/>
                </a:cubicBezTo>
                <a:cubicBezTo>
                  <a:pt x="4414" y="31103"/>
                  <a:pt x="5302" y="31379"/>
                  <a:pt x="6208" y="31379"/>
                </a:cubicBezTo>
                <a:cubicBezTo>
                  <a:pt x="6358" y="31379"/>
                  <a:pt x="6507" y="31372"/>
                  <a:pt x="6657" y="31355"/>
                </a:cubicBezTo>
                <a:cubicBezTo>
                  <a:pt x="6685" y="31351"/>
                  <a:pt x="6711" y="31350"/>
                  <a:pt x="6738" y="31350"/>
                </a:cubicBezTo>
                <a:cubicBezTo>
                  <a:pt x="7124" y="31350"/>
                  <a:pt x="7439" y="31687"/>
                  <a:pt x="7832" y="31687"/>
                </a:cubicBezTo>
                <a:cubicBezTo>
                  <a:pt x="7894" y="31687"/>
                  <a:pt x="7958" y="31678"/>
                  <a:pt x="8025" y="31659"/>
                </a:cubicBezTo>
                <a:lnTo>
                  <a:pt x="8025" y="31659"/>
                </a:lnTo>
                <a:cubicBezTo>
                  <a:pt x="7417" y="31902"/>
                  <a:pt x="6840" y="32297"/>
                  <a:pt x="6232" y="32297"/>
                </a:cubicBezTo>
                <a:cubicBezTo>
                  <a:pt x="5411" y="32327"/>
                  <a:pt x="4773" y="32601"/>
                  <a:pt x="4317" y="33391"/>
                </a:cubicBezTo>
                <a:cubicBezTo>
                  <a:pt x="4226" y="33543"/>
                  <a:pt x="4043" y="33665"/>
                  <a:pt x="4135" y="33908"/>
                </a:cubicBezTo>
                <a:cubicBezTo>
                  <a:pt x="4195" y="34151"/>
                  <a:pt x="4408" y="34090"/>
                  <a:pt x="4590" y="34121"/>
                </a:cubicBezTo>
                <a:cubicBezTo>
                  <a:pt x="4639" y="34131"/>
                  <a:pt x="4687" y="34136"/>
                  <a:pt x="4735" y="34136"/>
                </a:cubicBezTo>
                <a:cubicBezTo>
                  <a:pt x="5021" y="34136"/>
                  <a:pt x="5295" y="33978"/>
                  <a:pt x="5578" y="33978"/>
                </a:cubicBezTo>
                <a:cubicBezTo>
                  <a:pt x="5663" y="33978"/>
                  <a:pt x="5749" y="33992"/>
                  <a:pt x="5837" y="34030"/>
                </a:cubicBezTo>
                <a:cubicBezTo>
                  <a:pt x="5624" y="34273"/>
                  <a:pt x="5320" y="34182"/>
                  <a:pt x="5046" y="34394"/>
                </a:cubicBezTo>
                <a:cubicBezTo>
                  <a:pt x="5160" y="34768"/>
                  <a:pt x="5352" y="34855"/>
                  <a:pt x="5562" y="34855"/>
                </a:cubicBezTo>
                <a:cubicBezTo>
                  <a:pt x="5745" y="34855"/>
                  <a:pt x="5941" y="34789"/>
                  <a:pt x="6110" y="34789"/>
                </a:cubicBezTo>
                <a:cubicBezTo>
                  <a:pt x="6663" y="34789"/>
                  <a:pt x="7132" y="34484"/>
                  <a:pt x="7703" y="34484"/>
                </a:cubicBezTo>
                <a:cubicBezTo>
                  <a:pt x="7729" y="34484"/>
                  <a:pt x="7756" y="34484"/>
                  <a:pt x="7782" y="34486"/>
                </a:cubicBezTo>
                <a:cubicBezTo>
                  <a:pt x="8122" y="34486"/>
                  <a:pt x="8478" y="34590"/>
                  <a:pt x="8838" y="34590"/>
                </a:cubicBezTo>
                <a:cubicBezTo>
                  <a:pt x="8992" y="34590"/>
                  <a:pt x="9147" y="34571"/>
                  <a:pt x="9302" y="34516"/>
                </a:cubicBezTo>
                <a:cubicBezTo>
                  <a:pt x="9543" y="34420"/>
                  <a:pt x="9665" y="34383"/>
                  <a:pt x="9794" y="34383"/>
                </a:cubicBezTo>
                <a:cubicBezTo>
                  <a:pt x="9909" y="34383"/>
                  <a:pt x="10029" y="34412"/>
                  <a:pt x="10244" y="34455"/>
                </a:cubicBezTo>
                <a:cubicBezTo>
                  <a:pt x="9053" y="35051"/>
                  <a:pt x="7830" y="35242"/>
                  <a:pt x="6587" y="35242"/>
                </a:cubicBezTo>
                <a:cubicBezTo>
                  <a:pt x="5419" y="35242"/>
                  <a:pt x="4233" y="35073"/>
                  <a:pt x="3040" y="34911"/>
                </a:cubicBezTo>
                <a:lnTo>
                  <a:pt x="3040" y="34911"/>
                </a:lnTo>
                <a:cubicBezTo>
                  <a:pt x="3131" y="35762"/>
                  <a:pt x="3983" y="36279"/>
                  <a:pt x="5046" y="36279"/>
                </a:cubicBezTo>
                <a:cubicBezTo>
                  <a:pt x="5074" y="36854"/>
                  <a:pt x="4829" y="37109"/>
                  <a:pt x="4358" y="37109"/>
                </a:cubicBezTo>
                <a:cubicBezTo>
                  <a:pt x="4306" y="37109"/>
                  <a:pt x="4252" y="37106"/>
                  <a:pt x="4195" y="37100"/>
                </a:cubicBezTo>
                <a:cubicBezTo>
                  <a:pt x="3859" y="37052"/>
                  <a:pt x="3506" y="36928"/>
                  <a:pt x="3167" y="36928"/>
                </a:cubicBezTo>
                <a:cubicBezTo>
                  <a:pt x="2863" y="36928"/>
                  <a:pt x="2570" y="37028"/>
                  <a:pt x="2311" y="37373"/>
                </a:cubicBezTo>
                <a:cubicBezTo>
                  <a:pt x="2676" y="37981"/>
                  <a:pt x="2432" y="37859"/>
                  <a:pt x="3709" y="38163"/>
                </a:cubicBezTo>
                <a:cubicBezTo>
                  <a:pt x="4600" y="38398"/>
                  <a:pt x="5509" y="38668"/>
                  <a:pt x="6449" y="38668"/>
                </a:cubicBezTo>
                <a:cubicBezTo>
                  <a:pt x="6729" y="38668"/>
                  <a:pt x="7011" y="38645"/>
                  <a:pt x="7296" y="38589"/>
                </a:cubicBezTo>
                <a:cubicBezTo>
                  <a:pt x="7678" y="38499"/>
                  <a:pt x="8077" y="38392"/>
                  <a:pt x="8481" y="38392"/>
                </a:cubicBezTo>
                <a:cubicBezTo>
                  <a:pt x="8622" y="38392"/>
                  <a:pt x="8765" y="38405"/>
                  <a:pt x="8907" y="38437"/>
                </a:cubicBezTo>
                <a:cubicBezTo>
                  <a:pt x="9120" y="38484"/>
                  <a:pt x="9333" y="38587"/>
                  <a:pt x="9546" y="38587"/>
                </a:cubicBezTo>
                <a:cubicBezTo>
                  <a:pt x="9606" y="38587"/>
                  <a:pt x="9667" y="38579"/>
                  <a:pt x="9727" y="38559"/>
                </a:cubicBezTo>
                <a:cubicBezTo>
                  <a:pt x="11004" y="38103"/>
                  <a:pt x="12341" y="38011"/>
                  <a:pt x="13648" y="37920"/>
                </a:cubicBezTo>
                <a:cubicBezTo>
                  <a:pt x="15047" y="37799"/>
                  <a:pt x="16445" y="37525"/>
                  <a:pt x="17843" y="37495"/>
                </a:cubicBezTo>
                <a:cubicBezTo>
                  <a:pt x="20214" y="37464"/>
                  <a:pt x="22554" y="37039"/>
                  <a:pt x="24895" y="37039"/>
                </a:cubicBezTo>
                <a:cubicBezTo>
                  <a:pt x="26384" y="37008"/>
                  <a:pt x="27843" y="36978"/>
                  <a:pt x="29333" y="36948"/>
                </a:cubicBezTo>
                <a:cubicBezTo>
                  <a:pt x="29819" y="36948"/>
                  <a:pt x="30305" y="37163"/>
                  <a:pt x="30817" y="37163"/>
                </a:cubicBezTo>
                <a:cubicBezTo>
                  <a:pt x="30849" y="37163"/>
                  <a:pt x="30881" y="37162"/>
                  <a:pt x="30913" y="37160"/>
                </a:cubicBezTo>
                <a:cubicBezTo>
                  <a:pt x="31429" y="37117"/>
                  <a:pt x="31960" y="37074"/>
                  <a:pt x="32485" y="37074"/>
                </a:cubicBezTo>
                <a:cubicBezTo>
                  <a:pt x="32702" y="37074"/>
                  <a:pt x="32918" y="37082"/>
                  <a:pt x="33132" y="37100"/>
                </a:cubicBezTo>
                <a:cubicBezTo>
                  <a:pt x="34074" y="37160"/>
                  <a:pt x="35047" y="37404"/>
                  <a:pt x="35959" y="37404"/>
                </a:cubicBezTo>
                <a:cubicBezTo>
                  <a:pt x="36052" y="37402"/>
                  <a:pt x="36145" y="37402"/>
                  <a:pt x="36238" y="37402"/>
                </a:cubicBezTo>
                <a:cubicBezTo>
                  <a:pt x="38483" y="37402"/>
                  <a:pt x="40702" y="37743"/>
                  <a:pt x="42950" y="37859"/>
                </a:cubicBezTo>
                <a:cubicBezTo>
                  <a:pt x="44105" y="37920"/>
                  <a:pt x="45230" y="37829"/>
                  <a:pt x="46354" y="38042"/>
                </a:cubicBezTo>
                <a:cubicBezTo>
                  <a:pt x="48603" y="38437"/>
                  <a:pt x="50883" y="38498"/>
                  <a:pt x="53132" y="38559"/>
                </a:cubicBezTo>
                <a:cubicBezTo>
                  <a:pt x="53832" y="38559"/>
                  <a:pt x="54531" y="38467"/>
                  <a:pt x="54895" y="37677"/>
                </a:cubicBezTo>
                <a:cubicBezTo>
                  <a:pt x="54804" y="37282"/>
                  <a:pt x="54409" y="37647"/>
                  <a:pt x="54318" y="37221"/>
                </a:cubicBezTo>
                <a:cubicBezTo>
                  <a:pt x="54679" y="37221"/>
                  <a:pt x="55052" y="37162"/>
                  <a:pt x="55414" y="37162"/>
                </a:cubicBezTo>
                <a:cubicBezTo>
                  <a:pt x="55631" y="37162"/>
                  <a:pt x="55845" y="37183"/>
                  <a:pt x="56050" y="37252"/>
                </a:cubicBezTo>
                <a:cubicBezTo>
                  <a:pt x="56717" y="37474"/>
                  <a:pt x="57390" y="37544"/>
                  <a:pt x="58064" y="37544"/>
                </a:cubicBezTo>
                <a:cubicBezTo>
                  <a:pt x="58773" y="37544"/>
                  <a:pt x="59483" y="37466"/>
                  <a:pt x="60184" y="37404"/>
                </a:cubicBezTo>
                <a:cubicBezTo>
                  <a:pt x="60610" y="37373"/>
                  <a:pt x="60610" y="36948"/>
                  <a:pt x="60701" y="36644"/>
                </a:cubicBezTo>
                <a:cubicBezTo>
                  <a:pt x="60792" y="36340"/>
                  <a:pt x="60640" y="36188"/>
                  <a:pt x="60397" y="36005"/>
                </a:cubicBezTo>
                <a:cubicBezTo>
                  <a:pt x="59880" y="35701"/>
                  <a:pt x="59333" y="35549"/>
                  <a:pt x="58786" y="35306"/>
                </a:cubicBezTo>
                <a:cubicBezTo>
                  <a:pt x="58878" y="35121"/>
                  <a:pt x="59016" y="35094"/>
                  <a:pt x="59157" y="35094"/>
                </a:cubicBezTo>
                <a:cubicBezTo>
                  <a:pt x="59217" y="35094"/>
                  <a:pt x="59278" y="35099"/>
                  <a:pt x="59336" y="35099"/>
                </a:cubicBezTo>
                <a:cubicBezTo>
                  <a:pt x="59366" y="35099"/>
                  <a:pt x="59396" y="35098"/>
                  <a:pt x="59424" y="35093"/>
                </a:cubicBezTo>
                <a:cubicBezTo>
                  <a:pt x="59789" y="35033"/>
                  <a:pt x="60154" y="34850"/>
                  <a:pt x="60215" y="34394"/>
                </a:cubicBezTo>
                <a:cubicBezTo>
                  <a:pt x="60397" y="32935"/>
                  <a:pt x="60883" y="31598"/>
                  <a:pt x="61339" y="30261"/>
                </a:cubicBezTo>
                <a:cubicBezTo>
                  <a:pt x="62737" y="26248"/>
                  <a:pt x="64105" y="22267"/>
                  <a:pt x="65230" y="18163"/>
                </a:cubicBezTo>
                <a:cubicBezTo>
                  <a:pt x="65716" y="16339"/>
                  <a:pt x="65412" y="15792"/>
                  <a:pt x="63923" y="15458"/>
                </a:cubicBezTo>
                <a:cubicBezTo>
                  <a:pt x="63801" y="15428"/>
                  <a:pt x="63680" y="15428"/>
                  <a:pt x="63558" y="15428"/>
                </a:cubicBezTo>
                <a:cubicBezTo>
                  <a:pt x="61795" y="15154"/>
                  <a:pt x="60002" y="14880"/>
                  <a:pt x="58239" y="14576"/>
                </a:cubicBezTo>
                <a:cubicBezTo>
                  <a:pt x="57433" y="14425"/>
                  <a:pt x="56753" y="13607"/>
                  <a:pt x="55886" y="13607"/>
                </a:cubicBezTo>
                <a:cubicBezTo>
                  <a:pt x="55707" y="13607"/>
                  <a:pt x="55519" y="13642"/>
                  <a:pt x="55321" y="13725"/>
                </a:cubicBezTo>
                <a:cubicBezTo>
                  <a:pt x="55321" y="13725"/>
                  <a:pt x="55260" y="13665"/>
                  <a:pt x="55230" y="13634"/>
                </a:cubicBezTo>
                <a:cubicBezTo>
                  <a:pt x="55260" y="13330"/>
                  <a:pt x="55503" y="13148"/>
                  <a:pt x="55594" y="12874"/>
                </a:cubicBezTo>
                <a:cubicBezTo>
                  <a:pt x="55777" y="12449"/>
                  <a:pt x="55503" y="11810"/>
                  <a:pt x="55108" y="11810"/>
                </a:cubicBezTo>
                <a:cubicBezTo>
                  <a:pt x="55081" y="11811"/>
                  <a:pt x="55054" y="11812"/>
                  <a:pt x="55027" y="11812"/>
                </a:cubicBezTo>
                <a:cubicBezTo>
                  <a:pt x="54272" y="11812"/>
                  <a:pt x="53620" y="11413"/>
                  <a:pt x="52798" y="11354"/>
                </a:cubicBezTo>
                <a:cubicBezTo>
                  <a:pt x="52965" y="11259"/>
                  <a:pt x="53039" y="11144"/>
                  <a:pt x="53151" y="11144"/>
                </a:cubicBezTo>
                <a:cubicBezTo>
                  <a:pt x="53182" y="11144"/>
                  <a:pt x="53215" y="11153"/>
                  <a:pt x="53254" y="11172"/>
                </a:cubicBezTo>
                <a:cubicBezTo>
                  <a:pt x="53680" y="11415"/>
                  <a:pt x="54135" y="11324"/>
                  <a:pt x="54561" y="11476"/>
                </a:cubicBezTo>
                <a:cubicBezTo>
                  <a:pt x="54677" y="11511"/>
                  <a:pt x="54766" y="11527"/>
                  <a:pt x="54834" y="11527"/>
                </a:cubicBezTo>
                <a:cubicBezTo>
                  <a:pt x="55122" y="11527"/>
                  <a:pt x="55018" y="11237"/>
                  <a:pt x="54895" y="10868"/>
                </a:cubicBezTo>
                <a:lnTo>
                  <a:pt x="54895" y="10868"/>
                </a:lnTo>
                <a:cubicBezTo>
                  <a:pt x="54924" y="10872"/>
                  <a:pt x="54951" y="10873"/>
                  <a:pt x="54978" y="10873"/>
                </a:cubicBezTo>
                <a:cubicBezTo>
                  <a:pt x="55407" y="10873"/>
                  <a:pt x="55616" y="10436"/>
                  <a:pt x="55959" y="10321"/>
                </a:cubicBezTo>
                <a:cubicBezTo>
                  <a:pt x="55898" y="10078"/>
                  <a:pt x="55959" y="9835"/>
                  <a:pt x="55746" y="9744"/>
                </a:cubicBezTo>
                <a:cubicBezTo>
                  <a:pt x="55260" y="9531"/>
                  <a:pt x="54743" y="9227"/>
                  <a:pt x="54287" y="9227"/>
                </a:cubicBezTo>
                <a:cubicBezTo>
                  <a:pt x="53299" y="9227"/>
                  <a:pt x="52336" y="8880"/>
                  <a:pt x="51352" y="8880"/>
                </a:cubicBezTo>
                <a:cubicBezTo>
                  <a:pt x="51247" y="8880"/>
                  <a:pt x="51141" y="8884"/>
                  <a:pt x="51035" y="8892"/>
                </a:cubicBezTo>
                <a:cubicBezTo>
                  <a:pt x="50984" y="8899"/>
                  <a:pt x="50935" y="8902"/>
                  <a:pt x="50888" y="8902"/>
                </a:cubicBezTo>
                <a:cubicBezTo>
                  <a:pt x="50479" y="8902"/>
                  <a:pt x="50176" y="8678"/>
                  <a:pt x="49850" y="8406"/>
                </a:cubicBezTo>
                <a:cubicBezTo>
                  <a:pt x="49992" y="8371"/>
                  <a:pt x="50103" y="8356"/>
                  <a:pt x="50208" y="8356"/>
                </a:cubicBezTo>
                <a:cubicBezTo>
                  <a:pt x="50281" y="8356"/>
                  <a:pt x="50352" y="8363"/>
                  <a:pt x="50427" y="8376"/>
                </a:cubicBezTo>
                <a:cubicBezTo>
                  <a:pt x="50755" y="8445"/>
                  <a:pt x="51073" y="8543"/>
                  <a:pt x="51386" y="8543"/>
                </a:cubicBezTo>
                <a:cubicBezTo>
                  <a:pt x="51626" y="8543"/>
                  <a:pt x="51862" y="8486"/>
                  <a:pt x="52099" y="8315"/>
                </a:cubicBezTo>
                <a:cubicBezTo>
                  <a:pt x="52707" y="7920"/>
                  <a:pt x="53467" y="8163"/>
                  <a:pt x="54105" y="7707"/>
                </a:cubicBezTo>
                <a:cubicBezTo>
                  <a:pt x="54409" y="7494"/>
                  <a:pt x="54835" y="7585"/>
                  <a:pt x="55230" y="7494"/>
                </a:cubicBezTo>
                <a:cubicBezTo>
                  <a:pt x="55564" y="7433"/>
                  <a:pt x="55898" y="7221"/>
                  <a:pt x="55929" y="6795"/>
                </a:cubicBezTo>
                <a:cubicBezTo>
                  <a:pt x="55959" y="6339"/>
                  <a:pt x="55564" y="6339"/>
                  <a:pt x="55290" y="6278"/>
                </a:cubicBezTo>
                <a:cubicBezTo>
                  <a:pt x="55139" y="6248"/>
                  <a:pt x="55017" y="6157"/>
                  <a:pt x="54987" y="6005"/>
                </a:cubicBezTo>
                <a:cubicBezTo>
                  <a:pt x="55309" y="5606"/>
                  <a:pt x="55561" y="5433"/>
                  <a:pt x="55897" y="5433"/>
                </a:cubicBezTo>
                <a:cubicBezTo>
                  <a:pt x="56099" y="5433"/>
                  <a:pt x="56331" y="5496"/>
                  <a:pt x="56628" y="5610"/>
                </a:cubicBezTo>
                <a:cubicBezTo>
                  <a:pt x="56782" y="5661"/>
                  <a:pt x="56932" y="5718"/>
                  <a:pt x="57059" y="5718"/>
                </a:cubicBezTo>
                <a:cubicBezTo>
                  <a:pt x="57232" y="5718"/>
                  <a:pt x="57366" y="5613"/>
                  <a:pt x="57418" y="5245"/>
                </a:cubicBezTo>
                <a:cubicBezTo>
                  <a:pt x="56689" y="4941"/>
                  <a:pt x="56050" y="4515"/>
                  <a:pt x="55442" y="3999"/>
                </a:cubicBezTo>
                <a:cubicBezTo>
                  <a:pt x="55716" y="3816"/>
                  <a:pt x="55959" y="3634"/>
                  <a:pt x="56202" y="3482"/>
                </a:cubicBezTo>
                <a:cubicBezTo>
                  <a:pt x="56446" y="3330"/>
                  <a:pt x="56810" y="3239"/>
                  <a:pt x="56780" y="2874"/>
                </a:cubicBezTo>
                <a:cubicBezTo>
                  <a:pt x="56780" y="2479"/>
                  <a:pt x="56415" y="2388"/>
                  <a:pt x="56142" y="2236"/>
                </a:cubicBezTo>
                <a:cubicBezTo>
                  <a:pt x="55047" y="1628"/>
                  <a:pt x="53832" y="1476"/>
                  <a:pt x="52646" y="1476"/>
                </a:cubicBezTo>
                <a:cubicBezTo>
                  <a:pt x="50488" y="1446"/>
                  <a:pt x="48330" y="1050"/>
                  <a:pt x="46141" y="990"/>
                </a:cubicBezTo>
                <a:cubicBezTo>
                  <a:pt x="45230" y="929"/>
                  <a:pt x="44348" y="898"/>
                  <a:pt x="43436" y="838"/>
                </a:cubicBezTo>
                <a:cubicBezTo>
                  <a:pt x="41430" y="746"/>
                  <a:pt x="39454" y="564"/>
                  <a:pt x="37479" y="442"/>
                </a:cubicBezTo>
                <a:cubicBezTo>
                  <a:pt x="36263" y="382"/>
                  <a:pt x="35077" y="442"/>
                  <a:pt x="33862" y="351"/>
                </a:cubicBezTo>
                <a:cubicBezTo>
                  <a:pt x="31947" y="199"/>
                  <a:pt x="30032" y="108"/>
                  <a:pt x="28117" y="47"/>
                </a:cubicBezTo>
                <a:cubicBezTo>
                  <a:pt x="28060" y="45"/>
                  <a:pt x="28003" y="44"/>
                  <a:pt x="27947" y="44"/>
                </a:cubicBezTo>
                <a:cubicBezTo>
                  <a:pt x="27383" y="44"/>
                  <a:pt x="26833" y="151"/>
                  <a:pt x="26254" y="151"/>
                </a:cubicBezTo>
                <a:cubicBezTo>
                  <a:pt x="26147" y="151"/>
                  <a:pt x="26038" y="147"/>
                  <a:pt x="25928" y="139"/>
                </a:cubicBezTo>
                <a:cubicBezTo>
                  <a:pt x="25377" y="85"/>
                  <a:pt x="24814" y="0"/>
                  <a:pt x="242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4" name="Google Shape;4834;p17"/>
          <p:cNvSpPr/>
          <p:nvPr/>
        </p:nvSpPr>
        <p:spPr>
          <a:xfrm rot="-4103137">
            <a:off x="55414" y="-21690"/>
            <a:ext cx="1496097" cy="1135692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5" name="Google Shape;4835;p17"/>
          <p:cNvGrpSpPr/>
          <p:nvPr/>
        </p:nvGrpSpPr>
        <p:grpSpPr>
          <a:xfrm rot="163060">
            <a:off x="6920520" y="-102740"/>
            <a:ext cx="3222148" cy="1467316"/>
            <a:chOff x="3427375" y="613525"/>
            <a:chExt cx="1481825" cy="674800"/>
          </a:xfrm>
        </p:grpSpPr>
        <p:sp>
          <p:nvSpPr>
            <p:cNvPr id="4836" name="Google Shape;4836;p17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17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17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17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17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17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17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17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17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17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17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17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17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17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17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17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17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17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17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17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17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17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17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17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17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17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17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17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17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17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17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17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17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17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17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17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17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17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17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17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17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17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17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17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17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17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17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17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17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17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17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17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17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17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17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17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17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17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17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17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17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17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17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17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17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17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17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17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17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17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17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17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17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17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17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17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17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17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17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17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17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17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17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17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17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17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17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17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17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17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17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17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17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17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17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17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17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17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17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17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17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17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17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17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17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17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17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17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17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17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17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17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17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17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17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17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17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17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17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17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17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17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17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17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17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17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17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17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17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17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17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17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17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17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17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17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17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17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17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17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17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17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17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17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17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17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17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17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17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17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17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17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17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17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17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17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17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17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17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17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17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17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17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17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17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17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17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17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17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17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17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17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17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17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17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17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17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17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17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17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6" name="Google Shape;5016;p17"/>
          <p:cNvSpPr/>
          <p:nvPr/>
        </p:nvSpPr>
        <p:spPr>
          <a:xfrm rot="-909831">
            <a:off x="7827488" y="-690069"/>
            <a:ext cx="1854950" cy="3070862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7" name="Google Shape;5017;p17"/>
          <p:cNvGrpSpPr/>
          <p:nvPr/>
        </p:nvGrpSpPr>
        <p:grpSpPr>
          <a:xfrm rot="163060">
            <a:off x="-934005" y="4050710"/>
            <a:ext cx="3222148" cy="1467316"/>
            <a:chOff x="3427375" y="613525"/>
            <a:chExt cx="1481825" cy="674800"/>
          </a:xfrm>
        </p:grpSpPr>
        <p:sp>
          <p:nvSpPr>
            <p:cNvPr id="5018" name="Google Shape;5018;p17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17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17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17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17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17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17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17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17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17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17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17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17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17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17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17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17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17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17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17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17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17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17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17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17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17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17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17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17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17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17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17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17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17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17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17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17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17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17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17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17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17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17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17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17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17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17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17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17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17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17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17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17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17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17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17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17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17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17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17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17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17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17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17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17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17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17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17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17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17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17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17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17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17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17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17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17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17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17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17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17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17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17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17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17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17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17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17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17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17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17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17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17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17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17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17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17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17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17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17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17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17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17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17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17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17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17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17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17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17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17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17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17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17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17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17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17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17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17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17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17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17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17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17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17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17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17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17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17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17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17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17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17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17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17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17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17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17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17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17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17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17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17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17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17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17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17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17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17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17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17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17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17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17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17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17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17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17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17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17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17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17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17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17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17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17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17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17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17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17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17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17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17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17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17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17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17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17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17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17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">
    <p:spTree>
      <p:nvGrpSpPr>
        <p:cNvPr id="5198" name="Shape 5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9" name="Google Shape;5199;p18"/>
          <p:cNvSpPr txBox="1"/>
          <p:nvPr>
            <p:ph idx="1" type="subTitle"/>
          </p:nvPr>
        </p:nvSpPr>
        <p:spPr>
          <a:xfrm>
            <a:off x="1643490" y="2135607"/>
            <a:ext cx="1495200" cy="42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00" name="Google Shape;5200;p18"/>
          <p:cNvSpPr txBox="1"/>
          <p:nvPr>
            <p:ph hasCustomPrompt="1" type="title"/>
          </p:nvPr>
        </p:nvSpPr>
        <p:spPr>
          <a:xfrm>
            <a:off x="1643640" y="1613875"/>
            <a:ext cx="1495200" cy="56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b="0" sz="3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01" name="Google Shape;5201;p18"/>
          <p:cNvSpPr txBox="1"/>
          <p:nvPr>
            <p:ph idx="2" type="subTitle"/>
          </p:nvPr>
        </p:nvSpPr>
        <p:spPr>
          <a:xfrm>
            <a:off x="6016411" y="3339163"/>
            <a:ext cx="1495200" cy="42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02" name="Google Shape;5202;p18"/>
          <p:cNvSpPr txBox="1"/>
          <p:nvPr>
            <p:ph hasCustomPrompt="1" idx="3" type="title"/>
          </p:nvPr>
        </p:nvSpPr>
        <p:spPr>
          <a:xfrm>
            <a:off x="6016488" y="2895263"/>
            <a:ext cx="1495200" cy="56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b="0" sz="3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03" name="Google Shape;5203;p18"/>
          <p:cNvSpPr txBox="1"/>
          <p:nvPr>
            <p:ph idx="4"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sp>
        <p:nvSpPr>
          <p:cNvPr id="5204" name="Google Shape;5204;p18"/>
          <p:cNvSpPr txBox="1"/>
          <p:nvPr>
            <p:ph idx="5" type="subTitle"/>
          </p:nvPr>
        </p:nvSpPr>
        <p:spPr>
          <a:xfrm>
            <a:off x="1643501" y="3352150"/>
            <a:ext cx="1495200" cy="42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05" name="Google Shape;5205;p18"/>
          <p:cNvSpPr txBox="1"/>
          <p:nvPr>
            <p:ph hasCustomPrompt="1" idx="6" type="title"/>
          </p:nvPr>
        </p:nvSpPr>
        <p:spPr>
          <a:xfrm>
            <a:off x="1643500" y="2882275"/>
            <a:ext cx="1495200" cy="55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3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06" name="Google Shape;5206;p18"/>
          <p:cNvSpPr txBox="1"/>
          <p:nvPr>
            <p:ph idx="7" type="subTitle"/>
          </p:nvPr>
        </p:nvSpPr>
        <p:spPr>
          <a:xfrm>
            <a:off x="6016442" y="2131707"/>
            <a:ext cx="1495200" cy="42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07" name="Google Shape;5207;p18"/>
          <p:cNvSpPr txBox="1"/>
          <p:nvPr>
            <p:ph hasCustomPrompt="1" idx="8" type="title"/>
          </p:nvPr>
        </p:nvSpPr>
        <p:spPr>
          <a:xfrm>
            <a:off x="6016440" y="1613863"/>
            <a:ext cx="1495200" cy="55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3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08" name="Google Shape;5208;p18"/>
          <p:cNvSpPr txBox="1"/>
          <p:nvPr>
            <p:ph hasCustomPrompt="1" idx="9" type="title"/>
          </p:nvPr>
        </p:nvSpPr>
        <p:spPr>
          <a:xfrm>
            <a:off x="3305225" y="3526713"/>
            <a:ext cx="2533500" cy="65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b="0" sz="35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None/>
              <a:defRPr sz="60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09" name="Google Shape;5209;p18"/>
          <p:cNvSpPr txBox="1"/>
          <p:nvPr>
            <p:ph idx="13" type="subTitle"/>
          </p:nvPr>
        </p:nvSpPr>
        <p:spPr>
          <a:xfrm>
            <a:off x="3481175" y="4000000"/>
            <a:ext cx="2181600" cy="42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210" name="Google Shape;5210;p18"/>
          <p:cNvGrpSpPr/>
          <p:nvPr/>
        </p:nvGrpSpPr>
        <p:grpSpPr>
          <a:xfrm rot="1072950">
            <a:off x="6248854" y="-111769"/>
            <a:ext cx="3222157" cy="1467320"/>
            <a:chOff x="3427375" y="613525"/>
            <a:chExt cx="1481825" cy="674800"/>
          </a:xfrm>
        </p:grpSpPr>
        <p:sp>
          <p:nvSpPr>
            <p:cNvPr id="5211" name="Google Shape;5211;p1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1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1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1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1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1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1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1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1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1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1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1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1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1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1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1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1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1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1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1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1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1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1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1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1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1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1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1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1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1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1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1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1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1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1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1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1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1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1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1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1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1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1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1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1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1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1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1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1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1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1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1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1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1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1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1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1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1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1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1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1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1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1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1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1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1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1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1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1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1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1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1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1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1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1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1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1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1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1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1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1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1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1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1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1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1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1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1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1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1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1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1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1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1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1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1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1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1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1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1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1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1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1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1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1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1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1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1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1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1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1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1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1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1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1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1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1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1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1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1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1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1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1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1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1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1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1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1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1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1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1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1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1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1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1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1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1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1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1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1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1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1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1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1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1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1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1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1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1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1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1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1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1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1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1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1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1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1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1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1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1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1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1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1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1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1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1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1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1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1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1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1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1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1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1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1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1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1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1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1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1" name="Google Shape;5391;p18"/>
          <p:cNvSpPr/>
          <p:nvPr/>
        </p:nvSpPr>
        <p:spPr>
          <a:xfrm>
            <a:off x="7384870" y="-1397322"/>
            <a:ext cx="1854952" cy="307087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2" name="Google Shape;5392;p18"/>
          <p:cNvGrpSpPr/>
          <p:nvPr/>
        </p:nvGrpSpPr>
        <p:grpSpPr>
          <a:xfrm rot="-1392289">
            <a:off x="7035597" y="3765874"/>
            <a:ext cx="3222248" cy="1467362"/>
            <a:chOff x="3427375" y="613525"/>
            <a:chExt cx="1481825" cy="674800"/>
          </a:xfrm>
        </p:grpSpPr>
        <p:sp>
          <p:nvSpPr>
            <p:cNvPr id="5393" name="Google Shape;5393;p1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1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1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1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1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1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1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1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1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1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1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1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1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1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1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1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1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1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1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1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1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1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1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1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1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1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1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1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1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1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1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1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1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1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1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1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1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1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1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1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1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1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1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1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1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1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1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1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1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1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1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1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1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1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1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1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1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1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1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1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1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1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1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1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1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1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1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1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1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1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1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1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1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1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1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1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1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1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1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1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1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1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1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1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1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1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1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1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1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1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1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1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1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1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1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1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1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1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1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1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1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1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1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1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1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1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1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1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1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1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1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1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1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1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1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1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1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1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1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1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1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1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1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1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1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1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1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1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1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1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1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1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1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1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1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1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1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1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1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1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1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1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1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1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1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1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1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1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1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1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1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1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1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1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1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1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1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1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1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1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1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1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1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1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1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1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1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1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1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1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1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1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1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1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1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1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1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1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1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1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3" name="Google Shape;5573;p18"/>
          <p:cNvSpPr/>
          <p:nvPr/>
        </p:nvSpPr>
        <p:spPr>
          <a:xfrm>
            <a:off x="-1966779" y="161350"/>
            <a:ext cx="2971748" cy="1166697"/>
          </a:xfrm>
          <a:custGeom>
            <a:rect b="b" l="l" r="r" t="t"/>
            <a:pathLst>
              <a:path extrusionOk="0" h="18519" w="69698">
                <a:moveTo>
                  <a:pt x="4328" y="10688"/>
                </a:moveTo>
                <a:cubicBezTo>
                  <a:pt x="4501" y="10688"/>
                  <a:pt x="4677" y="10743"/>
                  <a:pt x="4864" y="10905"/>
                </a:cubicBezTo>
                <a:cubicBezTo>
                  <a:pt x="4854" y="10904"/>
                  <a:pt x="4844" y="10904"/>
                  <a:pt x="4835" y="10904"/>
                </a:cubicBezTo>
                <a:cubicBezTo>
                  <a:pt x="4356" y="10904"/>
                  <a:pt x="4756" y="11598"/>
                  <a:pt x="4285" y="11598"/>
                </a:cubicBezTo>
                <a:cubicBezTo>
                  <a:pt x="4235" y="11598"/>
                  <a:pt x="4175" y="11591"/>
                  <a:pt x="4104" y="11573"/>
                </a:cubicBezTo>
                <a:cubicBezTo>
                  <a:pt x="3952" y="11361"/>
                  <a:pt x="3769" y="11117"/>
                  <a:pt x="3587" y="10874"/>
                </a:cubicBezTo>
                <a:cubicBezTo>
                  <a:pt x="3839" y="10802"/>
                  <a:pt x="4079" y="10688"/>
                  <a:pt x="4328" y="10688"/>
                </a:cubicBezTo>
                <a:close/>
                <a:moveTo>
                  <a:pt x="41320" y="14309"/>
                </a:moveTo>
                <a:cubicBezTo>
                  <a:pt x="41878" y="14309"/>
                  <a:pt x="42433" y="14339"/>
                  <a:pt x="42706" y="14370"/>
                </a:cubicBezTo>
                <a:cubicBezTo>
                  <a:pt x="43375" y="14491"/>
                  <a:pt x="44044" y="14522"/>
                  <a:pt x="44712" y="14583"/>
                </a:cubicBezTo>
                <a:cubicBezTo>
                  <a:pt x="46719" y="14704"/>
                  <a:pt x="48755" y="14704"/>
                  <a:pt x="50731" y="15038"/>
                </a:cubicBezTo>
                <a:cubicBezTo>
                  <a:pt x="52859" y="15373"/>
                  <a:pt x="54986" y="15403"/>
                  <a:pt x="57084" y="15829"/>
                </a:cubicBezTo>
                <a:cubicBezTo>
                  <a:pt x="57205" y="15859"/>
                  <a:pt x="57296" y="15950"/>
                  <a:pt x="57479" y="16072"/>
                </a:cubicBezTo>
                <a:cubicBezTo>
                  <a:pt x="51521" y="15403"/>
                  <a:pt x="45746" y="14704"/>
                  <a:pt x="39910" y="14431"/>
                </a:cubicBezTo>
                <a:cubicBezTo>
                  <a:pt x="40199" y="14339"/>
                  <a:pt x="40761" y="14309"/>
                  <a:pt x="41320" y="14309"/>
                </a:cubicBezTo>
                <a:close/>
                <a:moveTo>
                  <a:pt x="21809" y="14948"/>
                </a:moveTo>
                <a:cubicBezTo>
                  <a:pt x="22404" y="14948"/>
                  <a:pt x="22997" y="14973"/>
                  <a:pt x="23587" y="15038"/>
                </a:cubicBezTo>
                <a:cubicBezTo>
                  <a:pt x="23419" y="15207"/>
                  <a:pt x="23384" y="15261"/>
                  <a:pt x="23225" y="15261"/>
                </a:cubicBezTo>
                <a:cubicBezTo>
                  <a:pt x="23184" y="15261"/>
                  <a:pt x="23134" y="15258"/>
                  <a:pt x="23071" y="15251"/>
                </a:cubicBezTo>
                <a:cubicBezTo>
                  <a:pt x="22870" y="15249"/>
                  <a:pt x="22669" y="15247"/>
                  <a:pt x="22469" y="15247"/>
                </a:cubicBezTo>
                <a:cubicBezTo>
                  <a:pt x="20334" y="15247"/>
                  <a:pt x="18225" y="15391"/>
                  <a:pt x="16141" y="15586"/>
                </a:cubicBezTo>
                <a:cubicBezTo>
                  <a:pt x="14834" y="15677"/>
                  <a:pt x="13496" y="15890"/>
                  <a:pt x="12189" y="15890"/>
                </a:cubicBezTo>
                <a:cubicBezTo>
                  <a:pt x="10579" y="15890"/>
                  <a:pt x="9026" y="16256"/>
                  <a:pt x="7447" y="16256"/>
                </a:cubicBezTo>
                <a:cubicBezTo>
                  <a:pt x="7387" y="16256"/>
                  <a:pt x="7326" y="16255"/>
                  <a:pt x="7265" y="16254"/>
                </a:cubicBezTo>
                <a:cubicBezTo>
                  <a:pt x="6323" y="16254"/>
                  <a:pt x="5380" y="16528"/>
                  <a:pt x="4438" y="16619"/>
                </a:cubicBezTo>
                <a:cubicBezTo>
                  <a:pt x="4310" y="16640"/>
                  <a:pt x="4179" y="16665"/>
                  <a:pt x="4051" y="16665"/>
                </a:cubicBezTo>
                <a:cubicBezTo>
                  <a:pt x="3815" y="16665"/>
                  <a:pt x="3593" y="16579"/>
                  <a:pt x="3435" y="16224"/>
                </a:cubicBezTo>
                <a:cubicBezTo>
                  <a:pt x="4317" y="16042"/>
                  <a:pt x="5168" y="15798"/>
                  <a:pt x="6019" y="15707"/>
                </a:cubicBezTo>
                <a:cubicBezTo>
                  <a:pt x="8420" y="15434"/>
                  <a:pt x="10821" y="15403"/>
                  <a:pt x="13253" y="15403"/>
                </a:cubicBezTo>
                <a:cubicBezTo>
                  <a:pt x="13830" y="15403"/>
                  <a:pt x="14408" y="15251"/>
                  <a:pt x="14985" y="15160"/>
                </a:cubicBezTo>
                <a:cubicBezTo>
                  <a:pt x="15077" y="15160"/>
                  <a:pt x="15168" y="15130"/>
                  <a:pt x="15259" y="15130"/>
                </a:cubicBezTo>
                <a:cubicBezTo>
                  <a:pt x="15655" y="15156"/>
                  <a:pt x="16051" y="15166"/>
                  <a:pt x="16447" y="15166"/>
                </a:cubicBezTo>
                <a:cubicBezTo>
                  <a:pt x="18244" y="15166"/>
                  <a:pt x="20036" y="14948"/>
                  <a:pt x="21809" y="14948"/>
                </a:cubicBezTo>
                <a:close/>
                <a:moveTo>
                  <a:pt x="27747" y="1"/>
                </a:moveTo>
                <a:cubicBezTo>
                  <a:pt x="27323" y="1"/>
                  <a:pt x="26899" y="7"/>
                  <a:pt x="26475" y="23"/>
                </a:cubicBezTo>
                <a:cubicBezTo>
                  <a:pt x="25938" y="33"/>
                  <a:pt x="25404" y="37"/>
                  <a:pt x="24872" y="37"/>
                </a:cubicBezTo>
                <a:cubicBezTo>
                  <a:pt x="23807" y="37"/>
                  <a:pt x="22747" y="23"/>
                  <a:pt x="21673" y="23"/>
                </a:cubicBezTo>
                <a:cubicBezTo>
                  <a:pt x="21125" y="23"/>
                  <a:pt x="20578" y="21"/>
                  <a:pt x="20031" y="21"/>
                </a:cubicBezTo>
                <a:cubicBezTo>
                  <a:pt x="18663" y="21"/>
                  <a:pt x="17296" y="36"/>
                  <a:pt x="15928" y="145"/>
                </a:cubicBezTo>
                <a:cubicBezTo>
                  <a:pt x="15869" y="154"/>
                  <a:pt x="15810" y="157"/>
                  <a:pt x="15752" y="157"/>
                </a:cubicBezTo>
                <a:cubicBezTo>
                  <a:pt x="15496" y="157"/>
                  <a:pt x="15237" y="88"/>
                  <a:pt x="14958" y="88"/>
                </a:cubicBezTo>
                <a:cubicBezTo>
                  <a:pt x="14868" y="88"/>
                  <a:pt x="14776" y="95"/>
                  <a:pt x="14682" y="114"/>
                </a:cubicBezTo>
                <a:cubicBezTo>
                  <a:pt x="13800" y="266"/>
                  <a:pt x="12919" y="449"/>
                  <a:pt x="12067" y="509"/>
                </a:cubicBezTo>
                <a:cubicBezTo>
                  <a:pt x="10426" y="631"/>
                  <a:pt x="8754" y="844"/>
                  <a:pt x="7083" y="874"/>
                </a:cubicBezTo>
                <a:cubicBezTo>
                  <a:pt x="6232" y="874"/>
                  <a:pt x="5320" y="996"/>
                  <a:pt x="4529" y="1421"/>
                </a:cubicBezTo>
                <a:cubicBezTo>
                  <a:pt x="4925" y="1999"/>
                  <a:pt x="5532" y="1877"/>
                  <a:pt x="6110" y="2029"/>
                </a:cubicBezTo>
                <a:cubicBezTo>
                  <a:pt x="5776" y="2212"/>
                  <a:pt x="5168" y="2212"/>
                  <a:pt x="5259" y="2667"/>
                </a:cubicBezTo>
                <a:cubicBezTo>
                  <a:pt x="5328" y="2986"/>
                  <a:pt x="5498" y="3065"/>
                  <a:pt x="5703" y="3065"/>
                </a:cubicBezTo>
                <a:cubicBezTo>
                  <a:pt x="5904" y="3065"/>
                  <a:pt x="6138" y="2989"/>
                  <a:pt x="6344" y="2989"/>
                </a:cubicBezTo>
                <a:cubicBezTo>
                  <a:pt x="6389" y="2989"/>
                  <a:pt x="6433" y="2993"/>
                  <a:pt x="6475" y="3002"/>
                </a:cubicBezTo>
                <a:cubicBezTo>
                  <a:pt x="6085" y="3503"/>
                  <a:pt x="5696" y="3800"/>
                  <a:pt x="5073" y="3800"/>
                </a:cubicBezTo>
                <a:cubicBezTo>
                  <a:pt x="5015" y="3800"/>
                  <a:pt x="4956" y="3797"/>
                  <a:pt x="4894" y="3792"/>
                </a:cubicBezTo>
                <a:cubicBezTo>
                  <a:pt x="4859" y="3789"/>
                  <a:pt x="4825" y="3787"/>
                  <a:pt x="4792" y="3787"/>
                </a:cubicBezTo>
                <a:cubicBezTo>
                  <a:pt x="4181" y="3787"/>
                  <a:pt x="3768" y="4294"/>
                  <a:pt x="3192" y="4582"/>
                </a:cubicBezTo>
                <a:cubicBezTo>
                  <a:pt x="3587" y="5008"/>
                  <a:pt x="4073" y="4856"/>
                  <a:pt x="4408" y="5069"/>
                </a:cubicBezTo>
                <a:cubicBezTo>
                  <a:pt x="4104" y="5464"/>
                  <a:pt x="3861" y="5829"/>
                  <a:pt x="4590" y="6102"/>
                </a:cubicBezTo>
                <a:cubicBezTo>
                  <a:pt x="2918" y="6254"/>
                  <a:pt x="1399" y="6771"/>
                  <a:pt x="0" y="7622"/>
                </a:cubicBezTo>
                <a:cubicBezTo>
                  <a:pt x="191" y="7671"/>
                  <a:pt x="381" y="7690"/>
                  <a:pt x="571" y="7690"/>
                </a:cubicBezTo>
                <a:cubicBezTo>
                  <a:pt x="1103" y="7690"/>
                  <a:pt x="1641" y="7546"/>
                  <a:pt x="2234" y="7546"/>
                </a:cubicBezTo>
                <a:cubicBezTo>
                  <a:pt x="2339" y="7546"/>
                  <a:pt x="2445" y="7551"/>
                  <a:pt x="2554" y="7561"/>
                </a:cubicBezTo>
                <a:cubicBezTo>
                  <a:pt x="1855" y="7987"/>
                  <a:pt x="1095" y="7926"/>
                  <a:pt x="639" y="8473"/>
                </a:cubicBezTo>
                <a:cubicBezTo>
                  <a:pt x="728" y="8697"/>
                  <a:pt x="900" y="8772"/>
                  <a:pt x="1057" y="8772"/>
                </a:cubicBezTo>
                <a:cubicBezTo>
                  <a:pt x="1114" y="8772"/>
                  <a:pt x="1168" y="8763"/>
                  <a:pt x="1216" y="8747"/>
                </a:cubicBezTo>
                <a:cubicBezTo>
                  <a:pt x="1885" y="8503"/>
                  <a:pt x="2554" y="8534"/>
                  <a:pt x="3222" y="8351"/>
                </a:cubicBezTo>
                <a:cubicBezTo>
                  <a:pt x="3459" y="8286"/>
                  <a:pt x="3697" y="8225"/>
                  <a:pt x="3931" y="8225"/>
                </a:cubicBezTo>
                <a:cubicBezTo>
                  <a:pt x="4238" y="8225"/>
                  <a:pt x="4541" y="8328"/>
                  <a:pt x="4833" y="8655"/>
                </a:cubicBezTo>
                <a:cubicBezTo>
                  <a:pt x="4377" y="8777"/>
                  <a:pt x="4317" y="9172"/>
                  <a:pt x="4195" y="9598"/>
                </a:cubicBezTo>
                <a:cubicBezTo>
                  <a:pt x="3913" y="9295"/>
                  <a:pt x="3617" y="9100"/>
                  <a:pt x="3282" y="9100"/>
                </a:cubicBezTo>
                <a:cubicBezTo>
                  <a:pt x="3112" y="9100"/>
                  <a:pt x="2931" y="9151"/>
                  <a:pt x="2736" y="9263"/>
                </a:cubicBezTo>
                <a:cubicBezTo>
                  <a:pt x="2645" y="9841"/>
                  <a:pt x="3222" y="9841"/>
                  <a:pt x="3466" y="10054"/>
                </a:cubicBezTo>
                <a:cubicBezTo>
                  <a:pt x="3010" y="10601"/>
                  <a:pt x="2159" y="10358"/>
                  <a:pt x="1611" y="11087"/>
                </a:cubicBezTo>
                <a:cubicBezTo>
                  <a:pt x="1679" y="11079"/>
                  <a:pt x="1743" y="11075"/>
                  <a:pt x="1804" y="11075"/>
                </a:cubicBezTo>
                <a:cubicBezTo>
                  <a:pt x="2437" y="11075"/>
                  <a:pt x="2779" y="11476"/>
                  <a:pt x="3222" y="11725"/>
                </a:cubicBezTo>
                <a:cubicBezTo>
                  <a:pt x="2766" y="12151"/>
                  <a:pt x="1763" y="11634"/>
                  <a:pt x="1763" y="12728"/>
                </a:cubicBezTo>
                <a:cubicBezTo>
                  <a:pt x="2071" y="12882"/>
                  <a:pt x="2373" y="12939"/>
                  <a:pt x="2672" y="12939"/>
                </a:cubicBezTo>
                <a:cubicBezTo>
                  <a:pt x="3376" y="12939"/>
                  <a:pt x="4059" y="12622"/>
                  <a:pt x="4742" y="12516"/>
                </a:cubicBezTo>
                <a:cubicBezTo>
                  <a:pt x="4742" y="12576"/>
                  <a:pt x="4773" y="12637"/>
                  <a:pt x="4773" y="12698"/>
                </a:cubicBezTo>
                <a:cubicBezTo>
                  <a:pt x="3739" y="13002"/>
                  <a:pt x="2706" y="13306"/>
                  <a:pt x="1611" y="13640"/>
                </a:cubicBezTo>
                <a:cubicBezTo>
                  <a:pt x="1962" y="14020"/>
                  <a:pt x="2341" y="14161"/>
                  <a:pt x="2745" y="14161"/>
                </a:cubicBezTo>
                <a:cubicBezTo>
                  <a:pt x="3181" y="14161"/>
                  <a:pt x="3645" y="13997"/>
                  <a:pt x="4134" y="13792"/>
                </a:cubicBezTo>
                <a:lnTo>
                  <a:pt x="4134" y="13792"/>
                </a:lnTo>
                <a:cubicBezTo>
                  <a:pt x="3952" y="14127"/>
                  <a:pt x="3952" y="14309"/>
                  <a:pt x="4073" y="14552"/>
                </a:cubicBezTo>
                <a:cubicBezTo>
                  <a:pt x="3314" y="14583"/>
                  <a:pt x="2797" y="14978"/>
                  <a:pt x="2432" y="15586"/>
                </a:cubicBezTo>
                <a:cubicBezTo>
                  <a:pt x="2675" y="15768"/>
                  <a:pt x="3131" y="15768"/>
                  <a:pt x="2888" y="16194"/>
                </a:cubicBezTo>
                <a:cubicBezTo>
                  <a:pt x="2792" y="16228"/>
                  <a:pt x="2697" y="16241"/>
                  <a:pt x="2602" y="16241"/>
                </a:cubicBezTo>
                <a:cubicBezTo>
                  <a:pt x="2365" y="16241"/>
                  <a:pt x="2132" y="16163"/>
                  <a:pt x="1915" y="16163"/>
                </a:cubicBezTo>
                <a:cubicBezTo>
                  <a:pt x="2037" y="16893"/>
                  <a:pt x="2766" y="16467"/>
                  <a:pt x="3070" y="16801"/>
                </a:cubicBezTo>
                <a:cubicBezTo>
                  <a:pt x="3007" y="17246"/>
                  <a:pt x="2767" y="17381"/>
                  <a:pt x="2483" y="17381"/>
                </a:cubicBezTo>
                <a:cubicBezTo>
                  <a:pt x="2359" y="17381"/>
                  <a:pt x="2227" y="17355"/>
                  <a:pt x="2098" y="17318"/>
                </a:cubicBezTo>
                <a:cubicBezTo>
                  <a:pt x="1884" y="17247"/>
                  <a:pt x="1691" y="17217"/>
                  <a:pt x="1483" y="17217"/>
                </a:cubicBezTo>
                <a:cubicBezTo>
                  <a:pt x="1335" y="17217"/>
                  <a:pt x="1180" y="17232"/>
                  <a:pt x="1003" y="17257"/>
                </a:cubicBezTo>
                <a:cubicBezTo>
                  <a:pt x="1247" y="17592"/>
                  <a:pt x="1551" y="17592"/>
                  <a:pt x="1763" y="17652"/>
                </a:cubicBezTo>
                <a:cubicBezTo>
                  <a:pt x="2298" y="17847"/>
                  <a:pt x="2853" y="18061"/>
                  <a:pt x="3442" y="18061"/>
                </a:cubicBezTo>
                <a:cubicBezTo>
                  <a:pt x="3590" y="18061"/>
                  <a:pt x="3739" y="18048"/>
                  <a:pt x="3891" y="18017"/>
                </a:cubicBezTo>
                <a:cubicBezTo>
                  <a:pt x="6566" y="17379"/>
                  <a:pt x="9271" y="17136"/>
                  <a:pt x="11976" y="17075"/>
                </a:cubicBezTo>
                <a:cubicBezTo>
                  <a:pt x="12827" y="17045"/>
                  <a:pt x="13678" y="16984"/>
                  <a:pt x="14530" y="16923"/>
                </a:cubicBezTo>
                <a:cubicBezTo>
                  <a:pt x="16566" y="16741"/>
                  <a:pt x="18603" y="16528"/>
                  <a:pt x="20639" y="16376"/>
                </a:cubicBezTo>
                <a:cubicBezTo>
                  <a:pt x="21733" y="16315"/>
                  <a:pt x="22858" y="16345"/>
                  <a:pt x="23952" y="16285"/>
                </a:cubicBezTo>
                <a:cubicBezTo>
                  <a:pt x="26262" y="16163"/>
                  <a:pt x="28542" y="16072"/>
                  <a:pt x="30852" y="15981"/>
                </a:cubicBezTo>
                <a:cubicBezTo>
                  <a:pt x="31595" y="15942"/>
                  <a:pt x="32337" y="15930"/>
                  <a:pt x="33082" y="15930"/>
                </a:cubicBezTo>
                <a:cubicBezTo>
                  <a:pt x="34075" y="15930"/>
                  <a:pt x="35073" y="15950"/>
                  <a:pt x="36080" y="15950"/>
                </a:cubicBezTo>
                <a:cubicBezTo>
                  <a:pt x="39272" y="15981"/>
                  <a:pt x="42463" y="15981"/>
                  <a:pt x="45655" y="16194"/>
                </a:cubicBezTo>
                <a:cubicBezTo>
                  <a:pt x="47691" y="16345"/>
                  <a:pt x="49697" y="16528"/>
                  <a:pt x="51734" y="16680"/>
                </a:cubicBezTo>
                <a:cubicBezTo>
                  <a:pt x="52889" y="16771"/>
                  <a:pt x="54044" y="16832"/>
                  <a:pt x="55199" y="16953"/>
                </a:cubicBezTo>
                <a:cubicBezTo>
                  <a:pt x="56932" y="17136"/>
                  <a:pt x="58664" y="17379"/>
                  <a:pt x="60397" y="17652"/>
                </a:cubicBezTo>
                <a:cubicBezTo>
                  <a:pt x="62129" y="17896"/>
                  <a:pt x="63892" y="18048"/>
                  <a:pt x="65625" y="18412"/>
                </a:cubicBezTo>
                <a:cubicBezTo>
                  <a:pt x="65837" y="18465"/>
                  <a:pt x="66078" y="18519"/>
                  <a:pt x="66328" y="18519"/>
                </a:cubicBezTo>
                <a:cubicBezTo>
                  <a:pt x="66651" y="18519"/>
                  <a:pt x="66988" y="18430"/>
                  <a:pt x="67296" y="18139"/>
                </a:cubicBezTo>
                <a:cubicBezTo>
                  <a:pt x="66719" y="17804"/>
                  <a:pt x="66233" y="17561"/>
                  <a:pt x="65564" y="17197"/>
                </a:cubicBezTo>
                <a:cubicBezTo>
                  <a:pt x="65941" y="17197"/>
                  <a:pt x="66265" y="17335"/>
                  <a:pt x="66543" y="17335"/>
                </a:cubicBezTo>
                <a:cubicBezTo>
                  <a:pt x="66735" y="17335"/>
                  <a:pt x="66904" y="17268"/>
                  <a:pt x="67053" y="17045"/>
                </a:cubicBezTo>
                <a:cubicBezTo>
                  <a:pt x="66780" y="16680"/>
                  <a:pt x="66385" y="16497"/>
                  <a:pt x="65989" y="16254"/>
                </a:cubicBezTo>
                <a:cubicBezTo>
                  <a:pt x="66263" y="16254"/>
                  <a:pt x="66506" y="16224"/>
                  <a:pt x="66689" y="16194"/>
                </a:cubicBezTo>
                <a:cubicBezTo>
                  <a:pt x="66597" y="15555"/>
                  <a:pt x="66233" y="15282"/>
                  <a:pt x="65594" y="15221"/>
                </a:cubicBezTo>
                <a:cubicBezTo>
                  <a:pt x="65078" y="15190"/>
                  <a:pt x="64530" y="15069"/>
                  <a:pt x="64014" y="14978"/>
                </a:cubicBezTo>
                <a:cubicBezTo>
                  <a:pt x="63406" y="14856"/>
                  <a:pt x="62737" y="14887"/>
                  <a:pt x="62099" y="14248"/>
                </a:cubicBezTo>
                <a:lnTo>
                  <a:pt x="62099" y="14248"/>
                </a:lnTo>
                <a:cubicBezTo>
                  <a:pt x="62237" y="14274"/>
                  <a:pt x="62368" y="14284"/>
                  <a:pt x="62495" y="14284"/>
                </a:cubicBezTo>
                <a:cubicBezTo>
                  <a:pt x="62976" y="14284"/>
                  <a:pt x="63386" y="14138"/>
                  <a:pt x="63778" y="14138"/>
                </a:cubicBezTo>
                <a:cubicBezTo>
                  <a:pt x="63898" y="14138"/>
                  <a:pt x="64017" y="14152"/>
                  <a:pt x="64135" y="14187"/>
                </a:cubicBezTo>
                <a:cubicBezTo>
                  <a:pt x="64986" y="14431"/>
                  <a:pt x="65898" y="14491"/>
                  <a:pt x="66780" y="14735"/>
                </a:cubicBezTo>
                <a:cubicBezTo>
                  <a:pt x="66884" y="14766"/>
                  <a:pt x="66971" y="14782"/>
                  <a:pt x="67048" y="14782"/>
                </a:cubicBezTo>
                <a:cubicBezTo>
                  <a:pt x="67265" y="14782"/>
                  <a:pt x="67407" y="14663"/>
                  <a:pt x="67631" y="14461"/>
                </a:cubicBezTo>
                <a:cubicBezTo>
                  <a:pt x="66385" y="13397"/>
                  <a:pt x="64865" y="13549"/>
                  <a:pt x="63436" y="13215"/>
                </a:cubicBezTo>
                <a:cubicBezTo>
                  <a:pt x="63514" y="13079"/>
                  <a:pt x="63616" y="13055"/>
                  <a:pt x="63711" y="13055"/>
                </a:cubicBezTo>
                <a:cubicBezTo>
                  <a:pt x="63765" y="13055"/>
                  <a:pt x="63818" y="13063"/>
                  <a:pt x="63862" y="13063"/>
                </a:cubicBezTo>
                <a:cubicBezTo>
                  <a:pt x="64834" y="13093"/>
                  <a:pt x="65777" y="13276"/>
                  <a:pt x="66719" y="13458"/>
                </a:cubicBezTo>
                <a:cubicBezTo>
                  <a:pt x="66902" y="13486"/>
                  <a:pt x="67058" y="13503"/>
                  <a:pt x="67191" y="13503"/>
                </a:cubicBezTo>
                <a:cubicBezTo>
                  <a:pt x="67631" y="13503"/>
                  <a:pt x="67825" y="13319"/>
                  <a:pt x="67965" y="12759"/>
                </a:cubicBezTo>
                <a:cubicBezTo>
                  <a:pt x="66658" y="12121"/>
                  <a:pt x="65169" y="12151"/>
                  <a:pt x="63679" y="11756"/>
                </a:cubicBezTo>
                <a:cubicBezTo>
                  <a:pt x="63892" y="11563"/>
                  <a:pt x="64080" y="11517"/>
                  <a:pt x="64251" y="11517"/>
                </a:cubicBezTo>
                <a:cubicBezTo>
                  <a:pt x="64349" y="11517"/>
                  <a:pt x="64442" y="11532"/>
                  <a:pt x="64530" y="11543"/>
                </a:cubicBezTo>
                <a:cubicBezTo>
                  <a:pt x="65412" y="11665"/>
                  <a:pt x="66293" y="11847"/>
                  <a:pt x="67205" y="12029"/>
                </a:cubicBezTo>
                <a:cubicBezTo>
                  <a:pt x="67348" y="12062"/>
                  <a:pt x="67490" y="12087"/>
                  <a:pt x="67631" y="12087"/>
                </a:cubicBezTo>
                <a:cubicBezTo>
                  <a:pt x="67881" y="12087"/>
                  <a:pt x="68127" y="12008"/>
                  <a:pt x="68360" y="11756"/>
                </a:cubicBezTo>
                <a:cubicBezTo>
                  <a:pt x="67874" y="11391"/>
                  <a:pt x="67479" y="11087"/>
                  <a:pt x="66932" y="10965"/>
                </a:cubicBezTo>
                <a:cubicBezTo>
                  <a:pt x="65625" y="10662"/>
                  <a:pt x="64257" y="10631"/>
                  <a:pt x="63163" y="9719"/>
                </a:cubicBezTo>
                <a:lnTo>
                  <a:pt x="63558" y="9719"/>
                </a:lnTo>
                <a:cubicBezTo>
                  <a:pt x="64834" y="9962"/>
                  <a:pt x="66111" y="10175"/>
                  <a:pt x="67418" y="10418"/>
                </a:cubicBezTo>
                <a:cubicBezTo>
                  <a:pt x="67561" y="10442"/>
                  <a:pt x="67704" y="10466"/>
                  <a:pt x="67840" y="10466"/>
                </a:cubicBezTo>
                <a:cubicBezTo>
                  <a:pt x="68050" y="10466"/>
                  <a:pt x="68243" y="10409"/>
                  <a:pt x="68391" y="10206"/>
                </a:cubicBezTo>
                <a:cubicBezTo>
                  <a:pt x="68604" y="9932"/>
                  <a:pt x="68239" y="9780"/>
                  <a:pt x="68087" y="9628"/>
                </a:cubicBezTo>
                <a:cubicBezTo>
                  <a:pt x="68196" y="9478"/>
                  <a:pt x="68336" y="9456"/>
                  <a:pt x="68479" y="9456"/>
                </a:cubicBezTo>
                <a:cubicBezTo>
                  <a:pt x="68536" y="9456"/>
                  <a:pt x="68593" y="9460"/>
                  <a:pt x="68649" y="9460"/>
                </a:cubicBezTo>
                <a:cubicBezTo>
                  <a:pt x="68766" y="9460"/>
                  <a:pt x="68878" y="9445"/>
                  <a:pt x="68968" y="9355"/>
                </a:cubicBezTo>
                <a:cubicBezTo>
                  <a:pt x="68907" y="8899"/>
                  <a:pt x="68300" y="9111"/>
                  <a:pt x="68239" y="8655"/>
                </a:cubicBezTo>
                <a:cubicBezTo>
                  <a:pt x="68408" y="8499"/>
                  <a:pt x="68611" y="8471"/>
                  <a:pt x="68826" y="8471"/>
                </a:cubicBezTo>
                <a:cubicBezTo>
                  <a:pt x="68945" y="8471"/>
                  <a:pt x="69068" y="8480"/>
                  <a:pt x="69191" y="8480"/>
                </a:cubicBezTo>
                <a:cubicBezTo>
                  <a:pt x="69363" y="8480"/>
                  <a:pt x="69536" y="8463"/>
                  <a:pt x="69698" y="8382"/>
                </a:cubicBezTo>
                <a:cubicBezTo>
                  <a:pt x="69242" y="7622"/>
                  <a:pt x="68482" y="7531"/>
                  <a:pt x="67783" y="7348"/>
                </a:cubicBezTo>
                <a:cubicBezTo>
                  <a:pt x="67357" y="7257"/>
                  <a:pt x="66749" y="7379"/>
                  <a:pt x="66628" y="6740"/>
                </a:cubicBezTo>
                <a:cubicBezTo>
                  <a:pt x="66512" y="6815"/>
                  <a:pt x="66294" y="6849"/>
                  <a:pt x="66019" y="6849"/>
                </a:cubicBezTo>
                <a:cubicBezTo>
                  <a:pt x="65285" y="6849"/>
                  <a:pt x="64144" y="6608"/>
                  <a:pt x="63436" y="6254"/>
                </a:cubicBezTo>
                <a:cubicBezTo>
                  <a:pt x="63831" y="5798"/>
                  <a:pt x="64591" y="6193"/>
                  <a:pt x="64895" y="5585"/>
                </a:cubicBezTo>
                <a:cubicBezTo>
                  <a:pt x="64713" y="5342"/>
                  <a:pt x="64379" y="5342"/>
                  <a:pt x="64075" y="5160"/>
                </a:cubicBezTo>
                <a:cubicBezTo>
                  <a:pt x="64409" y="5008"/>
                  <a:pt x="64530" y="4765"/>
                  <a:pt x="64561" y="4491"/>
                </a:cubicBezTo>
                <a:cubicBezTo>
                  <a:pt x="64973" y="4514"/>
                  <a:pt x="65333" y="4675"/>
                  <a:pt x="65694" y="4675"/>
                </a:cubicBezTo>
                <a:cubicBezTo>
                  <a:pt x="65812" y="4675"/>
                  <a:pt x="65930" y="4658"/>
                  <a:pt x="66050" y="4613"/>
                </a:cubicBezTo>
                <a:cubicBezTo>
                  <a:pt x="65290" y="4187"/>
                  <a:pt x="64257" y="4400"/>
                  <a:pt x="63710" y="3488"/>
                </a:cubicBezTo>
                <a:cubicBezTo>
                  <a:pt x="64470" y="3488"/>
                  <a:pt x="65199" y="3640"/>
                  <a:pt x="65929" y="3823"/>
                </a:cubicBezTo>
                <a:cubicBezTo>
                  <a:pt x="66207" y="3906"/>
                  <a:pt x="66621" y="3945"/>
                  <a:pt x="67010" y="3945"/>
                </a:cubicBezTo>
                <a:cubicBezTo>
                  <a:pt x="67469" y="3945"/>
                  <a:pt x="67894" y="3891"/>
                  <a:pt x="68026" y="3792"/>
                </a:cubicBezTo>
                <a:cubicBezTo>
                  <a:pt x="65199" y="3032"/>
                  <a:pt x="62312" y="2667"/>
                  <a:pt x="59454" y="2364"/>
                </a:cubicBezTo>
                <a:lnTo>
                  <a:pt x="64682" y="2364"/>
                </a:lnTo>
                <a:cubicBezTo>
                  <a:pt x="64470" y="2181"/>
                  <a:pt x="64318" y="2090"/>
                  <a:pt x="64135" y="2090"/>
                </a:cubicBezTo>
                <a:cubicBezTo>
                  <a:pt x="62160" y="2029"/>
                  <a:pt x="60184" y="1786"/>
                  <a:pt x="58208" y="1786"/>
                </a:cubicBezTo>
                <a:cubicBezTo>
                  <a:pt x="58162" y="1787"/>
                  <a:pt x="58116" y="1788"/>
                  <a:pt x="58070" y="1788"/>
                </a:cubicBezTo>
                <a:cubicBezTo>
                  <a:pt x="56867" y="1788"/>
                  <a:pt x="55638" y="1421"/>
                  <a:pt x="54409" y="1421"/>
                </a:cubicBezTo>
                <a:cubicBezTo>
                  <a:pt x="52707" y="1421"/>
                  <a:pt x="51035" y="1117"/>
                  <a:pt x="49333" y="1057"/>
                </a:cubicBezTo>
                <a:cubicBezTo>
                  <a:pt x="46779" y="996"/>
                  <a:pt x="44226" y="570"/>
                  <a:pt x="41673" y="570"/>
                </a:cubicBezTo>
                <a:cubicBezTo>
                  <a:pt x="41430" y="570"/>
                  <a:pt x="41187" y="570"/>
                  <a:pt x="40913" y="540"/>
                </a:cubicBezTo>
                <a:cubicBezTo>
                  <a:pt x="39576" y="357"/>
                  <a:pt x="38208" y="327"/>
                  <a:pt x="36840" y="205"/>
                </a:cubicBezTo>
                <a:cubicBezTo>
                  <a:pt x="36469" y="183"/>
                  <a:pt x="36095" y="177"/>
                  <a:pt x="35718" y="177"/>
                </a:cubicBezTo>
                <a:cubicBezTo>
                  <a:pt x="35305" y="177"/>
                  <a:pt x="34889" y="184"/>
                  <a:pt x="34472" y="184"/>
                </a:cubicBezTo>
                <a:cubicBezTo>
                  <a:pt x="34238" y="184"/>
                  <a:pt x="34004" y="182"/>
                  <a:pt x="33770" y="175"/>
                </a:cubicBezTo>
                <a:cubicBezTo>
                  <a:pt x="31762" y="150"/>
                  <a:pt x="29754" y="1"/>
                  <a:pt x="27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4" name="Google Shape;5574;p18"/>
          <p:cNvSpPr/>
          <p:nvPr/>
        </p:nvSpPr>
        <p:spPr>
          <a:xfrm rot="4529135">
            <a:off x="7235107" y="3453765"/>
            <a:ext cx="1599085" cy="2647247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5" name="Google Shape;5575;p18"/>
          <p:cNvGrpSpPr/>
          <p:nvPr/>
        </p:nvGrpSpPr>
        <p:grpSpPr>
          <a:xfrm rot="-1392289">
            <a:off x="-1965453" y="4147824"/>
            <a:ext cx="3222248" cy="1467362"/>
            <a:chOff x="3427375" y="613525"/>
            <a:chExt cx="1481825" cy="674800"/>
          </a:xfrm>
        </p:grpSpPr>
        <p:sp>
          <p:nvSpPr>
            <p:cNvPr id="5576" name="Google Shape;5576;p1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1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1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1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1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1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1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1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1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1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1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1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1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1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1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1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1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1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1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1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1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1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1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1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1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1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1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1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1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1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1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1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1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1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1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1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1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1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1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1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1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1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1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1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1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1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1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1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1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1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1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1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1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1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1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1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1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1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1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1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1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1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1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1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1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1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1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1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1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1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1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1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1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1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1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1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1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1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1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1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1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1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1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1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1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1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1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1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1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1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1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1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1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1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1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1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1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1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1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1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1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1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1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1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1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1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1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1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1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1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1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1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1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1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1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1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1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1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1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1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1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1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1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1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1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1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1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1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1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1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1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1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1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1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1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1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1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1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1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1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1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1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1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1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1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1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1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1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1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1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1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1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1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1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1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1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1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1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1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1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1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1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1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1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1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1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1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1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1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1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1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1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1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1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1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1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1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1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1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1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2_1_1">
    <p:spTree>
      <p:nvGrpSpPr>
        <p:cNvPr id="5756" name="Shape 5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7" name="Google Shape;5757;p19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5758" name="Google Shape;5758;p19"/>
          <p:cNvGrpSpPr/>
          <p:nvPr/>
        </p:nvGrpSpPr>
        <p:grpSpPr>
          <a:xfrm>
            <a:off x="7300665" y="3937423"/>
            <a:ext cx="3222377" cy="1467420"/>
            <a:chOff x="3427375" y="613525"/>
            <a:chExt cx="1481825" cy="674800"/>
          </a:xfrm>
        </p:grpSpPr>
        <p:sp>
          <p:nvSpPr>
            <p:cNvPr id="5759" name="Google Shape;5759;p19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19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19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19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19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19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19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19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19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19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19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19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19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19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19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19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19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19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19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19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19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19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19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19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19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19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19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19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19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19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19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19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19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19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19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19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19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19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19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19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19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19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19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19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19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19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19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19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19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19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19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19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19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19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19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19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19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19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19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19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19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19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19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19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19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19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19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19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19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19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19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19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19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19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19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19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19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19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19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19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19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19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19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19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19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19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19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19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19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19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19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19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19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19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19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19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19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19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19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19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19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19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19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19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19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19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19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19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19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19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19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19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19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19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19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19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19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19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19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19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19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19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19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19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19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19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19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19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19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19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19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19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19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19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19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19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19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19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19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19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19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19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19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19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19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19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19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19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19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19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19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19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19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19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19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19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19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19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19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19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19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19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19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19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19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19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19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19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19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19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19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19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19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19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19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19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19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19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19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19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9" name="Google Shape;5939;p19"/>
          <p:cNvSpPr/>
          <p:nvPr/>
        </p:nvSpPr>
        <p:spPr>
          <a:xfrm rot="10800000">
            <a:off x="7746925" y="73588"/>
            <a:ext cx="3639414" cy="1224462"/>
          </a:xfrm>
          <a:custGeom>
            <a:rect b="b" l="l" r="r" t="t"/>
            <a:pathLst>
              <a:path extrusionOk="0" h="24871" w="73923">
                <a:moveTo>
                  <a:pt x="47119" y="1"/>
                </a:moveTo>
                <a:cubicBezTo>
                  <a:pt x="45820" y="1"/>
                  <a:pt x="44521" y="19"/>
                  <a:pt x="43223" y="36"/>
                </a:cubicBezTo>
                <a:cubicBezTo>
                  <a:pt x="41581" y="36"/>
                  <a:pt x="39910" y="66"/>
                  <a:pt x="38268" y="188"/>
                </a:cubicBezTo>
                <a:cubicBezTo>
                  <a:pt x="35776" y="310"/>
                  <a:pt x="33314" y="614"/>
                  <a:pt x="30821" y="705"/>
                </a:cubicBezTo>
                <a:cubicBezTo>
                  <a:pt x="29302" y="735"/>
                  <a:pt x="27782" y="887"/>
                  <a:pt x="26292" y="887"/>
                </a:cubicBezTo>
                <a:cubicBezTo>
                  <a:pt x="25563" y="887"/>
                  <a:pt x="24925" y="1070"/>
                  <a:pt x="24317" y="1373"/>
                </a:cubicBezTo>
                <a:cubicBezTo>
                  <a:pt x="24013" y="1525"/>
                  <a:pt x="23709" y="1708"/>
                  <a:pt x="23344" y="1708"/>
                </a:cubicBezTo>
                <a:cubicBezTo>
                  <a:pt x="22918" y="1685"/>
                  <a:pt x="22493" y="1675"/>
                  <a:pt x="22068" y="1675"/>
                </a:cubicBezTo>
                <a:cubicBezTo>
                  <a:pt x="19802" y="1675"/>
                  <a:pt x="17552" y="1953"/>
                  <a:pt x="15303" y="1953"/>
                </a:cubicBezTo>
                <a:cubicBezTo>
                  <a:pt x="15207" y="1953"/>
                  <a:pt x="15112" y="1952"/>
                  <a:pt x="15016" y="1951"/>
                </a:cubicBezTo>
                <a:cubicBezTo>
                  <a:pt x="14894" y="1951"/>
                  <a:pt x="14772" y="1951"/>
                  <a:pt x="14681" y="1981"/>
                </a:cubicBezTo>
                <a:cubicBezTo>
                  <a:pt x="12949" y="2316"/>
                  <a:pt x="11186" y="2285"/>
                  <a:pt x="9453" y="2498"/>
                </a:cubicBezTo>
                <a:cubicBezTo>
                  <a:pt x="8085" y="2650"/>
                  <a:pt x="6718" y="2680"/>
                  <a:pt x="5380" y="2954"/>
                </a:cubicBezTo>
                <a:cubicBezTo>
                  <a:pt x="4924" y="3076"/>
                  <a:pt x="4286" y="2893"/>
                  <a:pt x="3921" y="3501"/>
                </a:cubicBezTo>
                <a:cubicBezTo>
                  <a:pt x="4276" y="3674"/>
                  <a:pt x="4637" y="3727"/>
                  <a:pt x="4998" y="3727"/>
                </a:cubicBezTo>
                <a:cubicBezTo>
                  <a:pt x="5571" y="3727"/>
                  <a:pt x="6148" y="3594"/>
                  <a:pt x="6711" y="3594"/>
                </a:cubicBezTo>
                <a:cubicBezTo>
                  <a:pt x="6980" y="3594"/>
                  <a:pt x="7246" y="3625"/>
                  <a:pt x="7508" y="3714"/>
                </a:cubicBezTo>
                <a:cubicBezTo>
                  <a:pt x="7234" y="3896"/>
                  <a:pt x="6930" y="3896"/>
                  <a:pt x="6596" y="3896"/>
                </a:cubicBezTo>
                <a:cubicBezTo>
                  <a:pt x="6436" y="3896"/>
                  <a:pt x="6277" y="3894"/>
                  <a:pt x="6118" y="3894"/>
                </a:cubicBezTo>
                <a:cubicBezTo>
                  <a:pt x="5640" y="3894"/>
                  <a:pt x="5167" y="3912"/>
                  <a:pt x="4711" y="4048"/>
                </a:cubicBezTo>
                <a:cubicBezTo>
                  <a:pt x="4529" y="4079"/>
                  <a:pt x="4377" y="4139"/>
                  <a:pt x="4377" y="4322"/>
                </a:cubicBezTo>
                <a:cubicBezTo>
                  <a:pt x="4377" y="4504"/>
                  <a:pt x="4529" y="4595"/>
                  <a:pt x="4711" y="4595"/>
                </a:cubicBezTo>
                <a:cubicBezTo>
                  <a:pt x="4833" y="4595"/>
                  <a:pt x="4955" y="4609"/>
                  <a:pt x="5076" y="4609"/>
                </a:cubicBezTo>
                <a:cubicBezTo>
                  <a:pt x="5137" y="4609"/>
                  <a:pt x="5198" y="4606"/>
                  <a:pt x="5259" y="4595"/>
                </a:cubicBezTo>
                <a:cubicBezTo>
                  <a:pt x="5655" y="4492"/>
                  <a:pt x="6048" y="4455"/>
                  <a:pt x="6440" y="4455"/>
                </a:cubicBezTo>
                <a:cubicBezTo>
                  <a:pt x="7311" y="4455"/>
                  <a:pt x="8177" y="4635"/>
                  <a:pt x="9058" y="4656"/>
                </a:cubicBezTo>
                <a:cubicBezTo>
                  <a:pt x="7477" y="5143"/>
                  <a:pt x="5745" y="5082"/>
                  <a:pt x="4164" y="5568"/>
                </a:cubicBezTo>
                <a:cubicBezTo>
                  <a:pt x="4164" y="5598"/>
                  <a:pt x="4164" y="5659"/>
                  <a:pt x="4164" y="5720"/>
                </a:cubicBezTo>
                <a:lnTo>
                  <a:pt x="6353" y="5720"/>
                </a:lnTo>
                <a:cubicBezTo>
                  <a:pt x="6163" y="5931"/>
                  <a:pt x="5890" y="5959"/>
                  <a:pt x="5603" y="5959"/>
                </a:cubicBezTo>
                <a:cubicBezTo>
                  <a:pt x="5498" y="5959"/>
                  <a:pt x="5392" y="5955"/>
                  <a:pt x="5286" y="5955"/>
                </a:cubicBezTo>
                <a:cubicBezTo>
                  <a:pt x="4851" y="5955"/>
                  <a:pt x="4444" y="6020"/>
                  <a:pt x="4316" y="6693"/>
                </a:cubicBezTo>
                <a:cubicBezTo>
                  <a:pt x="4481" y="6794"/>
                  <a:pt x="4643" y="6828"/>
                  <a:pt x="4805" y="6828"/>
                </a:cubicBezTo>
                <a:cubicBezTo>
                  <a:pt x="5111" y="6828"/>
                  <a:pt x="5417" y="6710"/>
                  <a:pt x="5738" y="6710"/>
                </a:cubicBezTo>
                <a:cubicBezTo>
                  <a:pt x="5908" y="6710"/>
                  <a:pt x="6082" y="6743"/>
                  <a:pt x="6262" y="6845"/>
                </a:cubicBezTo>
                <a:cubicBezTo>
                  <a:pt x="5562" y="7088"/>
                  <a:pt x="4833" y="6723"/>
                  <a:pt x="4347" y="7453"/>
                </a:cubicBezTo>
                <a:cubicBezTo>
                  <a:pt x="5113" y="7453"/>
                  <a:pt x="5849" y="7348"/>
                  <a:pt x="6576" y="7348"/>
                </a:cubicBezTo>
                <a:cubicBezTo>
                  <a:pt x="6888" y="7348"/>
                  <a:pt x="7198" y="7367"/>
                  <a:pt x="7508" y="7422"/>
                </a:cubicBezTo>
                <a:cubicBezTo>
                  <a:pt x="7629" y="7969"/>
                  <a:pt x="7325" y="8060"/>
                  <a:pt x="6900" y="8060"/>
                </a:cubicBezTo>
                <a:cubicBezTo>
                  <a:pt x="6687" y="8060"/>
                  <a:pt x="6476" y="8057"/>
                  <a:pt x="6268" y="8057"/>
                </a:cubicBezTo>
                <a:cubicBezTo>
                  <a:pt x="5642" y="8057"/>
                  <a:pt x="5038" y="8091"/>
                  <a:pt x="4468" y="8364"/>
                </a:cubicBezTo>
                <a:cubicBezTo>
                  <a:pt x="4924" y="8851"/>
                  <a:pt x="5532" y="8729"/>
                  <a:pt x="6079" y="8820"/>
                </a:cubicBezTo>
                <a:cubicBezTo>
                  <a:pt x="5532" y="9155"/>
                  <a:pt x="4772" y="9003"/>
                  <a:pt x="4255" y="9702"/>
                </a:cubicBezTo>
                <a:cubicBezTo>
                  <a:pt x="5562" y="9763"/>
                  <a:pt x="6778" y="9641"/>
                  <a:pt x="8025" y="9945"/>
                </a:cubicBezTo>
                <a:cubicBezTo>
                  <a:pt x="7660" y="10127"/>
                  <a:pt x="7356" y="10310"/>
                  <a:pt x="6991" y="10523"/>
                </a:cubicBezTo>
                <a:cubicBezTo>
                  <a:pt x="7660" y="10826"/>
                  <a:pt x="8328" y="10614"/>
                  <a:pt x="8906" y="10918"/>
                </a:cubicBezTo>
                <a:cubicBezTo>
                  <a:pt x="8389" y="11100"/>
                  <a:pt x="7721" y="10918"/>
                  <a:pt x="7386" y="11556"/>
                </a:cubicBezTo>
                <a:cubicBezTo>
                  <a:pt x="7538" y="11738"/>
                  <a:pt x="7842" y="11586"/>
                  <a:pt x="7873" y="11890"/>
                </a:cubicBezTo>
                <a:cubicBezTo>
                  <a:pt x="7333" y="12019"/>
                  <a:pt x="6815" y="12387"/>
                  <a:pt x="6208" y="12387"/>
                </a:cubicBezTo>
                <a:cubicBezTo>
                  <a:pt x="6097" y="12387"/>
                  <a:pt x="5984" y="12374"/>
                  <a:pt x="5866" y="12346"/>
                </a:cubicBezTo>
                <a:lnTo>
                  <a:pt x="5866" y="12346"/>
                </a:lnTo>
                <a:cubicBezTo>
                  <a:pt x="5903" y="12771"/>
                  <a:pt x="6046" y="12881"/>
                  <a:pt x="6222" y="12881"/>
                </a:cubicBezTo>
                <a:cubicBezTo>
                  <a:pt x="6411" y="12881"/>
                  <a:pt x="6637" y="12754"/>
                  <a:pt x="6812" y="12754"/>
                </a:cubicBezTo>
                <a:cubicBezTo>
                  <a:pt x="6882" y="12754"/>
                  <a:pt x="6944" y="12775"/>
                  <a:pt x="6991" y="12833"/>
                </a:cubicBezTo>
                <a:cubicBezTo>
                  <a:pt x="6885" y="12965"/>
                  <a:pt x="6756" y="13051"/>
                  <a:pt x="6604" y="13051"/>
                </a:cubicBezTo>
                <a:cubicBezTo>
                  <a:pt x="6582" y="13051"/>
                  <a:pt x="6559" y="13049"/>
                  <a:pt x="6535" y="13045"/>
                </a:cubicBezTo>
                <a:cubicBezTo>
                  <a:pt x="6480" y="13043"/>
                  <a:pt x="6425" y="13042"/>
                  <a:pt x="6371" y="13042"/>
                </a:cubicBezTo>
                <a:cubicBezTo>
                  <a:pt x="5663" y="13042"/>
                  <a:pt x="4977" y="13200"/>
                  <a:pt x="4293" y="13200"/>
                </a:cubicBezTo>
                <a:cubicBezTo>
                  <a:pt x="4240" y="13200"/>
                  <a:pt x="4187" y="13199"/>
                  <a:pt x="4134" y="13197"/>
                </a:cubicBezTo>
                <a:cubicBezTo>
                  <a:pt x="4090" y="13197"/>
                  <a:pt x="4045" y="13197"/>
                  <a:pt x="3999" y="13197"/>
                </a:cubicBezTo>
                <a:cubicBezTo>
                  <a:pt x="3545" y="13197"/>
                  <a:pt x="3048" y="13222"/>
                  <a:pt x="2827" y="13775"/>
                </a:cubicBezTo>
                <a:cubicBezTo>
                  <a:pt x="3040" y="13957"/>
                  <a:pt x="3283" y="14018"/>
                  <a:pt x="3526" y="14079"/>
                </a:cubicBezTo>
                <a:cubicBezTo>
                  <a:pt x="3070" y="14109"/>
                  <a:pt x="2918" y="14626"/>
                  <a:pt x="2401" y="14626"/>
                </a:cubicBezTo>
                <a:cubicBezTo>
                  <a:pt x="2365" y="14624"/>
                  <a:pt x="2329" y="14624"/>
                  <a:pt x="2292" y="14624"/>
                </a:cubicBezTo>
                <a:cubicBezTo>
                  <a:pt x="1633" y="14624"/>
                  <a:pt x="997" y="14875"/>
                  <a:pt x="334" y="14991"/>
                </a:cubicBezTo>
                <a:cubicBezTo>
                  <a:pt x="91" y="15021"/>
                  <a:pt x="0" y="15112"/>
                  <a:pt x="91" y="15386"/>
                </a:cubicBezTo>
                <a:lnTo>
                  <a:pt x="1307" y="15386"/>
                </a:lnTo>
                <a:cubicBezTo>
                  <a:pt x="1034" y="15568"/>
                  <a:pt x="730" y="15568"/>
                  <a:pt x="669" y="15933"/>
                </a:cubicBezTo>
                <a:cubicBezTo>
                  <a:pt x="734" y="16062"/>
                  <a:pt x="860" y="16100"/>
                  <a:pt x="993" y="16100"/>
                </a:cubicBezTo>
                <a:cubicBezTo>
                  <a:pt x="1047" y="16100"/>
                  <a:pt x="1102" y="16094"/>
                  <a:pt x="1155" y="16085"/>
                </a:cubicBezTo>
                <a:cubicBezTo>
                  <a:pt x="1273" y="16065"/>
                  <a:pt x="1378" y="15970"/>
                  <a:pt x="1495" y="15970"/>
                </a:cubicBezTo>
                <a:cubicBezTo>
                  <a:pt x="1559" y="15970"/>
                  <a:pt x="1627" y="15999"/>
                  <a:pt x="1702" y="16085"/>
                </a:cubicBezTo>
                <a:cubicBezTo>
                  <a:pt x="1398" y="16267"/>
                  <a:pt x="1398" y="16450"/>
                  <a:pt x="1672" y="16693"/>
                </a:cubicBezTo>
                <a:cubicBezTo>
                  <a:pt x="1793" y="16784"/>
                  <a:pt x="1930" y="16784"/>
                  <a:pt x="2063" y="16784"/>
                </a:cubicBezTo>
                <a:cubicBezTo>
                  <a:pt x="2196" y="16784"/>
                  <a:pt x="2325" y="16784"/>
                  <a:pt x="2432" y="16875"/>
                </a:cubicBezTo>
                <a:cubicBezTo>
                  <a:pt x="2037" y="17240"/>
                  <a:pt x="1307" y="16906"/>
                  <a:pt x="1003" y="17483"/>
                </a:cubicBezTo>
                <a:cubicBezTo>
                  <a:pt x="1489" y="17878"/>
                  <a:pt x="2037" y="17696"/>
                  <a:pt x="2553" y="17848"/>
                </a:cubicBezTo>
                <a:cubicBezTo>
                  <a:pt x="2532" y="17846"/>
                  <a:pt x="2510" y="17845"/>
                  <a:pt x="2489" y="17845"/>
                </a:cubicBezTo>
                <a:cubicBezTo>
                  <a:pt x="2170" y="17845"/>
                  <a:pt x="1872" y="18033"/>
                  <a:pt x="1554" y="18033"/>
                </a:cubicBezTo>
                <a:cubicBezTo>
                  <a:pt x="1532" y="18033"/>
                  <a:pt x="1511" y="18032"/>
                  <a:pt x="1489" y="18030"/>
                </a:cubicBezTo>
                <a:cubicBezTo>
                  <a:pt x="1471" y="18029"/>
                  <a:pt x="1452" y="18028"/>
                  <a:pt x="1434" y="18028"/>
                </a:cubicBezTo>
                <a:cubicBezTo>
                  <a:pt x="1104" y="18028"/>
                  <a:pt x="915" y="18286"/>
                  <a:pt x="973" y="18517"/>
                </a:cubicBezTo>
                <a:cubicBezTo>
                  <a:pt x="997" y="18685"/>
                  <a:pt x="1231" y="18739"/>
                  <a:pt x="1448" y="18739"/>
                </a:cubicBezTo>
                <a:cubicBezTo>
                  <a:pt x="1505" y="18739"/>
                  <a:pt x="1561" y="18736"/>
                  <a:pt x="1611" y="18729"/>
                </a:cubicBezTo>
                <a:cubicBezTo>
                  <a:pt x="1763" y="18699"/>
                  <a:pt x="1915" y="18608"/>
                  <a:pt x="2067" y="18608"/>
                </a:cubicBezTo>
                <a:cubicBezTo>
                  <a:pt x="2143" y="18608"/>
                  <a:pt x="2227" y="18585"/>
                  <a:pt x="2306" y="18585"/>
                </a:cubicBezTo>
                <a:cubicBezTo>
                  <a:pt x="2386" y="18585"/>
                  <a:pt x="2462" y="18608"/>
                  <a:pt x="2523" y="18699"/>
                </a:cubicBezTo>
                <a:cubicBezTo>
                  <a:pt x="2006" y="18851"/>
                  <a:pt x="1368" y="18760"/>
                  <a:pt x="973" y="19337"/>
                </a:cubicBezTo>
                <a:cubicBezTo>
                  <a:pt x="1169" y="19403"/>
                  <a:pt x="1362" y="19416"/>
                  <a:pt x="1551" y="19416"/>
                </a:cubicBezTo>
                <a:cubicBezTo>
                  <a:pt x="1689" y="19416"/>
                  <a:pt x="1824" y="19409"/>
                  <a:pt x="1958" y="19409"/>
                </a:cubicBezTo>
                <a:cubicBezTo>
                  <a:pt x="2238" y="19409"/>
                  <a:pt x="2509" y="19441"/>
                  <a:pt x="2766" y="19641"/>
                </a:cubicBezTo>
                <a:cubicBezTo>
                  <a:pt x="2401" y="19763"/>
                  <a:pt x="2097" y="19884"/>
                  <a:pt x="1763" y="19945"/>
                </a:cubicBezTo>
                <a:cubicBezTo>
                  <a:pt x="1155" y="20067"/>
                  <a:pt x="1337" y="20340"/>
                  <a:pt x="1581" y="20614"/>
                </a:cubicBezTo>
                <a:cubicBezTo>
                  <a:pt x="1481" y="20723"/>
                  <a:pt x="1369" y="20755"/>
                  <a:pt x="1248" y="20755"/>
                </a:cubicBezTo>
                <a:cubicBezTo>
                  <a:pt x="1088" y="20755"/>
                  <a:pt x="914" y="20699"/>
                  <a:pt x="740" y="20699"/>
                </a:cubicBezTo>
                <a:cubicBezTo>
                  <a:pt x="645" y="20699"/>
                  <a:pt x="549" y="20716"/>
                  <a:pt x="456" y="20766"/>
                </a:cubicBezTo>
                <a:cubicBezTo>
                  <a:pt x="821" y="21039"/>
                  <a:pt x="1277" y="20887"/>
                  <a:pt x="1611" y="21161"/>
                </a:cubicBezTo>
                <a:cubicBezTo>
                  <a:pt x="1450" y="21336"/>
                  <a:pt x="1271" y="21380"/>
                  <a:pt x="1082" y="21380"/>
                </a:cubicBezTo>
                <a:cubicBezTo>
                  <a:pt x="890" y="21380"/>
                  <a:pt x="687" y="21334"/>
                  <a:pt x="483" y="21334"/>
                </a:cubicBezTo>
                <a:cubicBezTo>
                  <a:pt x="433" y="21334"/>
                  <a:pt x="384" y="21337"/>
                  <a:pt x="334" y="21343"/>
                </a:cubicBezTo>
                <a:cubicBezTo>
                  <a:pt x="973" y="21921"/>
                  <a:pt x="1763" y="21921"/>
                  <a:pt x="2584" y="21921"/>
                </a:cubicBezTo>
                <a:cubicBezTo>
                  <a:pt x="2493" y="22377"/>
                  <a:pt x="2705" y="22468"/>
                  <a:pt x="3100" y="22498"/>
                </a:cubicBezTo>
                <a:cubicBezTo>
                  <a:pt x="4195" y="22498"/>
                  <a:pt x="5289" y="22407"/>
                  <a:pt x="6353" y="22194"/>
                </a:cubicBezTo>
                <a:cubicBezTo>
                  <a:pt x="7123" y="22049"/>
                  <a:pt x="7886" y="22008"/>
                  <a:pt x="8649" y="22008"/>
                </a:cubicBezTo>
                <a:cubicBezTo>
                  <a:pt x="9482" y="22008"/>
                  <a:pt x="10315" y="22057"/>
                  <a:pt x="11155" y="22073"/>
                </a:cubicBezTo>
                <a:cubicBezTo>
                  <a:pt x="11221" y="22073"/>
                  <a:pt x="11287" y="22072"/>
                  <a:pt x="11353" y="22072"/>
                </a:cubicBezTo>
                <a:cubicBezTo>
                  <a:pt x="11682" y="22072"/>
                  <a:pt x="12011" y="22093"/>
                  <a:pt x="12341" y="22346"/>
                </a:cubicBezTo>
                <a:cubicBezTo>
                  <a:pt x="12675" y="22590"/>
                  <a:pt x="13192" y="22711"/>
                  <a:pt x="13617" y="22742"/>
                </a:cubicBezTo>
                <a:cubicBezTo>
                  <a:pt x="14067" y="22773"/>
                  <a:pt x="14517" y="22786"/>
                  <a:pt x="14967" y="22786"/>
                </a:cubicBezTo>
                <a:cubicBezTo>
                  <a:pt x="16248" y="22786"/>
                  <a:pt x="17524" y="22680"/>
                  <a:pt x="18785" y="22590"/>
                </a:cubicBezTo>
                <a:cubicBezTo>
                  <a:pt x="20943" y="22407"/>
                  <a:pt x="23070" y="22225"/>
                  <a:pt x="25228" y="22194"/>
                </a:cubicBezTo>
                <a:cubicBezTo>
                  <a:pt x="26627" y="22194"/>
                  <a:pt x="28025" y="22225"/>
                  <a:pt x="29423" y="22316"/>
                </a:cubicBezTo>
                <a:cubicBezTo>
                  <a:pt x="31520" y="22407"/>
                  <a:pt x="33648" y="22468"/>
                  <a:pt x="35745" y="22590"/>
                </a:cubicBezTo>
                <a:cubicBezTo>
                  <a:pt x="37539" y="22681"/>
                  <a:pt x="39302" y="22772"/>
                  <a:pt x="41095" y="22863"/>
                </a:cubicBezTo>
                <a:cubicBezTo>
                  <a:pt x="42736" y="22954"/>
                  <a:pt x="44378" y="23015"/>
                  <a:pt x="46019" y="23167"/>
                </a:cubicBezTo>
                <a:cubicBezTo>
                  <a:pt x="47752" y="23319"/>
                  <a:pt x="49515" y="23501"/>
                  <a:pt x="51278" y="23623"/>
                </a:cubicBezTo>
                <a:cubicBezTo>
                  <a:pt x="51855" y="23653"/>
                  <a:pt x="52433" y="23684"/>
                  <a:pt x="53041" y="23775"/>
                </a:cubicBezTo>
                <a:cubicBezTo>
                  <a:pt x="54226" y="23988"/>
                  <a:pt x="55442" y="24170"/>
                  <a:pt x="56658" y="24261"/>
                </a:cubicBezTo>
                <a:cubicBezTo>
                  <a:pt x="57843" y="24353"/>
                  <a:pt x="59029" y="24535"/>
                  <a:pt x="60184" y="24656"/>
                </a:cubicBezTo>
                <a:cubicBezTo>
                  <a:pt x="60688" y="24700"/>
                  <a:pt x="61177" y="24871"/>
                  <a:pt x="61673" y="24871"/>
                </a:cubicBezTo>
                <a:cubicBezTo>
                  <a:pt x="61864" y="24871"/>
                  <a:pt x="62056" y="24846"/>
                  <a:pt x="62250" y="24778"/>
                </a:cubicBezTo>
                <a:cubicBezTo>
                  <a:pt x="62433" y="24413"/>
                  <a:pt x="61946" y="24322"/>
                  <a:pt x="61977" y="24018"/>
                </a:cubicBezTo>
                <a:cubicBezTo>
                  <a:pt x="62107" y="24012"/>
                  <a:pt x="62237" y="24010"/>
                  <a:pt x="62366" y="24010"/>
                </a:cubicBezTo>
                <a:cubicBezTo>
                  <a:pt x="63024" y="24010"/>
                  <a:pt x="63682" y="24073"/>
                  <a:pt x="64345" y="24073"/>
                </a:cubicBezTo>
                <a:cubicBezTo>
                  <a:pt x="64899" y="24073"/>
                  <a:pt x="65457" y="24029"/>
                  <a:pt x="66020" y="23866"/>
                </a:cubicBezTo>
                <a:cubicBezTo>
                  <a:pt x="65904" y="23606"/>
                  <a:pt x="65767" y="23531"/>
                  <a:pt x="65627" y="23531"/>
                </a:cubicBezTo>
                <a:cubicBezTo>
                  <a:pt x="65472" y="23531"/>
                  <a:pt x="65312" y="23622"/>
                  <a:pt x="65168" y="23653"/>
                </a:cubicBezTo>
                <a:cubicBezTo>
                  <a:pt x="64986" y="23532"/>
                  <a:pt x="64804" y="23410"/>
                  <a:pt x="64682" y="23289"/>
                </a:cubicBezTo>
                <a:cubicBezTo>
                  <a:pt x="64834" y="22924"/>
                  <a:pt x="64925" y="22559"/>
                  <a:pt x="65290" y="22559"/>
                </a:cubicBezTo>
                <a:cubicBezTo>
                  <a:pt x="64713" y="22012"/>
                  <a:pt x="63922" y="21890"/>
                  <a:pt x="63162" y="21556"/>
                </a:cubicBezTo>
                <a:lnTo>
                  <a:pt x="63162" y="21556"/>
                </a:lnTo>
                <a:cubicBezTo>
                  <a:pt x="63519" y="21594"/>
                  <a:pt x="63865" y="21611"/>
                  <a:pt x="64209" y="21611"/>
                </a:cubicBezTo>
                <a:cubicBezTo>
                  <a:pt x="64686" y="21611"/>
                  <a:pt x="65160" y="21579"/>
                  <a:pt x="65655" y="21526"/>
                </a:cubicBezTo>
                <a:cubicBezTo>
                  <a:pt x="65783" y="21510"/>
                  <a:pt x="65911" y="21503"/>
                  <a:pt x="66040" y="21503"/>
                </a:cubicBezTo>
                <a:cubicBezTo>
                  <a:pt x="66891" y="21503"/>
                  <a:pt x="67766" y="21811"/>
                  <a:pt x="68664" y="21890"/>
                </a:cubicBezTo>
                <a:cubicBezTo>
                  <a:pt x="69010" y="21925"/>
                  <a:pt x="69414" y="22146"/>
                  <a:pt x="69789" y="22146"/>
                </a:cubicBezTo>
                <a:cubicBezTo>
                  <a:pt x="70072" y="22146"/>
                  <a:pt x="70339" y="22019"/>
                  <a:pt x="70548" y="21587"/>
                </a:cubicBezTo>
                <a:cubicBezTo>
                  <a:pt x="70596" y="21597"/>
                  <a:pt x="70641" y="21602"/>
                  <a:pt x="70685" y="21602"/>
                </a:cubicBezTo>
                <a:cubicBezTo>
                  <a:pt x="71175" y="21602"/>
                  <a:pt x="71475" y="21016"/>
                  <a:pt x="71976" y="21016"/>
                </a:cubicBezTo>
                <a:cubicBezTo>
                  <a:pt x="72095" y="21016"/>
                  <a:pt x="72226" y="21049"/>
                  <a:pt x="72372" y="21131"/>
                </a:cubicBezTo>
                <a:cubicBezTo>
                  <a:pt x="72220" y="20675"/>
                  <a:pt x="71856" y="20675"/>
                  <a:pt x="71673" y="20431"/>
                </a:cubicBezTo>
                <a:cubicBezTo>
                  <a:pt x="71856" y="20371"/>
                  <a:pt x="72099" y="20371"/>
                  <a:pt x="72129" y="20067"/>
                </a:cubicBezTo>
                <a:cubicBezTo>
                  <a:pt x="71947" y="20006"/>
                  <a:pt x="71734" y="19915"/>
                  <a:pt x="71521" y="19793"/>
                </a:cubicBezTo>
                <a:cubicBezTo>
                  <a:pt x="72251" y="19459"/>
                  <a:pt x="71339" y="19094"/>
                  <a:pt x="71552" y="18760"/>
                </a:cubicBezTo>
                <a:cubicBezTo>
                  <a:pt x="71629" y="18734"/>
                  <a:pt x="71711" y="18728"/>
                  <a:pt x="71794" y="18728"/>
                </a:cubicBezTo>
                <a:cubicBezTo>
                  <a:pt x="71876" y="18728"/>
                  <a:pt x="71960" y="18734"/>
                  <a:pt x="72042" y="18734"/>
                </a:cubicBezTo>
                <a:cubicBezTo>
                  <a:pt x="72171" y="18734"/>
                  <a:pt x="72296" y="18718"/>
                  <a:pt x="72403" y="18638"/>
                </a:cubicBezTo>
                <a:cubicBezTo>
                  <a:pt x="72342" y="18395"/>
                  <a:pt x="72007" y="18425"/>
                  <a:pt x="72038" y="18091"/>
                </a:cubicBezTo>
                <a:cubicBezTo>
                  <a:pt x="72281" y="18061"/>
                  <a:pt x="72615" y="18030"/>
                  <a:pt x="72676" y="17696"/>
                </a:cubicBezTo>
                <a:cubicBezTo>
                  <a:pt x="72737" y="17240"/>
                  <a:pt x="72099" y="17483"/>
                  <a:pt x="72068" y="17118"/>
                </a:cubicBezTo>
                <a:cubicBezTo>
                  <a:pt x="72142" y="17077"/>
                  <a:pt x="72222" y="17067"/>
                  <a:pt x="72304" y="17067"/>
                </a:cubicBezTo>
                <a:cubicBezTo>
                  <a:pt x="72384" y="17067"/>
                  <a:pt x="72466" y="17077"/>
                  <a:pt x="72545" y="17077"/>
                </a:cubicBezTo>
                <a:cubicBezTo>
                  <a:pt x="72686" y="17077"/>
                  <a:pt x="72820" y="17046"/>
                  <a:pt x="72919" y="16875"/>
                </a:cubicBezTo>
                <a:cubicBezTo>
                  <a:pt x="72889" y="16632"/>
                  <a:pt x="72342" y="16632"/>
                  <a:pt x="72615" y="16267"/>
                </a:cubicBezTo>
                <a:cubicBezTo>
                  <a:pt x="72804" y="15998"/>
                  <a:pt x="72849" y="15513"/>
                  <a:pt x="73282" y="15513"/>
                </a:cubicBezTo>
                <a:cubicBezTo>
                  <a:pt x="73337" y="15513"/>
                  <a:pt x="73398" y="15521"/>
                  <a:pt x="73466" y="15538"/>
                </a:cubicBezTo>
                <a:cubicBezTo>
                  <a:pt x="73436" y="15173"/>
                  <a:pt x="72950" y="15203"/>
                  <a:pt x="72889" y="14900"/>
                </a:cubicBezTo>
                <a:cubicBezTo>
                  <a:pt x="72958" y="14859"/>
                  <a:pt x="73024" y="14844"/>
                  <a:pt x="73088" y="14844"/>
                </a:cubicBezTo>
                <a:cubicBezTo>
                  <a:pt x="73284" y="14844"/>
                  <a:pt x="73462" y="14985"/>
                  <a:pt x="73665" y="14985"/>
                </a:cubicBezTo>
                <a:cubicBezTo>
                  <a:pt x="73746" y="14985"/>
                  <a:pt x="73831" y="14963"/>
                  <a:pt x="73922" y="14900"/>
                </a:cubicBezTo>
                <a:cubicBezTo>
                  <a:pt x="72828" y="13684"/>
                  <a:pt x="71308" y="13927"/>
                  <a:pt x="70001" y="13623"/>
                </a:cubicBezTo>
                <a:cubicBezTo>
                  <a:pt x="68634" y="13289"/>
                  <a:pt x="67266" y="13106"/>
                  <a:pt x="65959" y="12863"/>
                </a:cubicBezTo>
                <a:cubicBezTo>
                  <a:pt x="66262" y="12507"/>
                  <a:pt x="66639" y="12437"/>
                  <a:pt x="67041" y="12437"/>
                </a:cubicBezTo>
                <a:cubicBezTo>
                  <a:pt x="67303" y="12437"/>
                  <a:pt x="67576" y="12467"/>
                  <a:pt x="67845" y="12467"/>
                </a:cubicBezTo>
                <a:cubicBezTo>
                  <a:pt x="68116" y="12467"/>
                  <a:pt x="68383" y="12437"/>
                  <a:pt x="68634" y="12316"/>
                </a:cubicBezTo>
                <a:cubicBezTo>
                  <a:pt x="68238" y="12194"/>
                  <a:pt x="67874" y="12194"/>
                  <a:pt x="67570" y="11951"/>
                </a:cubicBezTo>
                <a:cubicBezTo>
                  <a:pt x="67611" y="11784"/>
                  <a:pt x="67703" y="11746"/>
                  <a:pt x="67814" y="11746"/>
                </a:cubicBezTo>
                <a:cubicBezTo>
                  <a:pt x="67905" y="11746"/>
                  <a:pt x="68010" y="11772"/>
                  <a:pt x="68108" y="11772"/>
                </a:cubicBezTo>
                <a:cubicBezTo>
                  <a:pt x="68236" y="11772"/>
                  <a:pt x="68353" y="11728"/>
                  <a:pt x="68421" y="11526"/>
                </a:cubicBezTo>
                <a:cubicBezTo>
                  <a:pt x="68137" y="11526"/>
                  <a:pt x="67880" y="11539"/>
                  <a:pt x="67642" y="11539"/>
                </a:cubicBezTo>
                <a:cubicBezTo>
                  <a:pt x="67522" y="11539"/>
                  <a:pt x="67408" y="11536"/>
                  <a:pt x="67296" y="11526"/>
                </a:cubicBezTo>
                <a:cubicBezTo>
                  <a:pt x="66931" y="11495"/>
                  <a:pt x="66597" y="11404"/>
                  <a:pt x="66263" y="11343"/>
                </a:cubicBezTo>
                <a:cubicBezTo>
                  <a:pt x="66344" y="10970"/>
                  <a:pt x="66515" y="10879"/>
                  <a:pt x="66719" y="10879"/>
                </a:cubicBezTo>
                <a:cubicBezTo>
                  <a:pt x="66915" y="10879"/>
                  <a:pt x="67141" y="10963"/>
                  <a:pt x="67347" y="10963"/>
                </a:cubicBezTo>
                <a:cubicBezTo>
                  <a:pt x="67486" y="10963"/>
                  <a:pt x="67616" y="10924"/>
                  <a:pt x="67722" y="10796"/>
                </a:cubicBezTo>
                <a:cubicBezTo>
                  <a:pt x="67387" y="10675"/>
                  <a:pt x="67053" y="10553"/>
                  <a:pt x="66719" y="10431"/>
                </a:cubicBezTo>
                <a:cubicBezTo>
                  <a:pt x="67083" y="9945"/>
                  <a:pt x="67661" y="10188"/>
                  <a:pt x="68086" y="10006"/>
                </a:cubicBezTo>
                <a:cubicBezTo>
                  <a:pt x="68056" y="9763"/>
                  <a:pt x="67752" y="9702"/>
                  <a:pt x="67813" y="9337"/>
                </a:cubicBezTo>
                <a:lnTo>
                  <a:pt x="67813" y="9337"/>
                </a:lnTo>
                <a:cubicBezTo>
                  <a:pt x="67935" y="9507"/>
                  <a:pt x="68050" y="9568"/>
                  <a:pt x="68161" y="9568"/>
                </a:cubicBezTo>
                <a:cubicBezTo>
                  <a:pt x="68434" y="9568"/>
                  <a:pt x="68681" y="9198"/>
                  <a:pt x="68955" y="9198"/>
                </a:cubicBezTo>
                <a:cubicBezTo>
                  <a:pt x="69065" y="9198"/>
                  <a:pt x="69180" y="9258"/>
                  <a:pt x="69302" y="9428"/>
                </a:cubicBezTo>
                <a:cubicBezTo>
                  <a:pt x="69485" y="8820"/>
                  <a:pt x="69120" y="8699"/>
                  <a:pt x="68694" y="8638"/>
                </a:cubicBezTo>
                <a:cubicBezTo>
                  <a:pt x="68755" y="8486"/>
                  <a:pt x="68816" y="8364"/>
                  <a:pt x="68877" y="8273"/>
                </a:cubicBezTo>
                <a:cubicBezTo>
                  <a:pt x="68725" y="8152"/>
                  <a:pt x="68542" y="8060"/>
                  <a:pt x="68360" y="7939"/>
                </a:cubicBezTo>
                <a:cubicBezTo>
                  <a:pt x="68482" y="7787"/>
                  <a:pt x="68542" y="7665"/>
                  <a:pt x="68634" y="7574"/>
                </a:cubicBezTo>
                <a:cubicBezTo>
                  <a:pt x="68421" y="7392"/>
                  <a:pt x="68238" y="7209"/>
                  <a:pt x="67874" y="6875"/>
                </a:cubicBezTo>
                <a:lnTo>
                  <a:pt x="67874" y="6875"/>
                </a:lnTo>
                <a:cubicBezTo>
                  <a:pt x="68111" y="6943"/>
                  <a:pt x="68304" y="6973"/>
                  <a:pt x="68461" y="6973"/>
                </a:cubicBezTo>
                <a:cubicBezTo>
                  <a:pt x="69289" y="6973"/>
                  <a:pt x="69128" y="6140"/>
                  <a:pt x="69333" y="5629"/>
                </a:cubicBezTo>
                <a:cubicBezTo>
                  <a:pt x="68998" y="5507"/>
                  <a:pt x="68664" y="5416"/>
                  <a:pt x="68299" y="5386"/>
                </a:cubicBezTo>
                <a:cubicBezTo>
                  <a:pt x="68385" y="5214"/>
                  <a:pt x="68507" y="5164"/>
                  <a:pt x="68643" y="5164"/>
                </a:cubicBezTo>
                <a:cubicBezTo>
                  <a:pt x="68840" y="5164"/>
                  <a:pt x="69067" y="5270"/>
                  <a:pt x="69259" y="5270"/>
                </a:cubicBezTo>
                <a:cubicBezTo>
                  <a:pt x="69405" y="5270"/>
                  <a:pt x="69531" y="5208"/>
                  <a:pt x="69606" y="4991"/>
                </a:cubicBezTo>
                <a:cubicBezTo>
                  <a:pt x="69211" y="4656"/>
                  <a:pt x="68573" y="4747"/>
                  <a:pt x="68117" y="4200"/>
                </a:cubicBezTo>
                <a:lnTo>
                  <a:pt x="68117" y="4200"/>
                </a:lnTo>
                <a:cubicBezTo>
                  <a:pt x="68725" y="4231"/>
                  <a:pt x="69150" y="4261"/>
                  <a:pt x="69576" y="4261"/>
                </a:cubicBezTo>
                <a:cubicBezTo>
                  <a:pt x="69819" y="3957"/>
                  <a:pt x="69272" y="3836"/>
                  <a:pt x="69454" y="3471"/>
                </a:cubicBezTo>
                <a:lnTo>
                  <a:pt x="69454" y="3471"/>
                </a:lnTo>
                <a:cubicBezTo>
                  <a:pt x="69705" y="3516"/>
                  <a:pt x="69887" y="3902"/>
                  <a:pt x="70167" y="3902"/>
                </a:cubicBezTo>
                <a:cubicBezTo>
                  <a:pt x="70260" y="3902"/>
                  <a:pt x="70365" y="3859"/>
                  <a:pt x="70488" y="3744"/>
                </a:cubicBezTo>
                <a:cubicBezTo>
                  <a:pt x="70245" y="3501"/>
                  <a:pt x="70032" y="3258"/>
                  <a:pt x="69758" y="2954"/>
                </a:cubicBezTo>
                <a:cubicBezTo>
                  <a:pt x="69971" y="2954"/>
                  <a:pt x="70093" y="2893"/>
                  <a:pt x="70153" y="2711"/>
                </a:cubicBezTo>
                <a:cubicBezTo>
                  <a:pt x="69667" y="2468"/>
                  <a:pt x="69181" y="2346"/>
                  <a:pt x="68725" y="2164"/>
                </a:cubicBezTo>
                <a:cubicBezTo>
                  <a:pt x="66506" y="1313"/>
                  <a:pt x="64165" y="1161"/>
                  <a:pt x="61886" y="887"/>
                </a:cubicBezTo>
                <a:cubicBezTo>
                  <a:pt x="59971" y="674"/>
                  <a:pt x="58086" y="431"/>
                  <a:pt x="56171" y="310"/>
                </a:cubicBezTo>
                <a:cubicBezTo>
                  <a:pt x="54104" y="188"/>
                  <a:pt x="52038" y="66"/>
                  <a:pt x="49971" y="36"/>
                </a:cubicBezTo>
                <a:cubicBezTo>
                  <a:pt x="49020" y="10"/>
                  <a:pt x="48069" y="1"/>
                  <a:pt x="471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0" name="Google Shape;5940;p19"/>
          <p:cNvGrpSpPr/>
          <p:nvPr/>
        </p:nvGrpSpPr>
        <p:grpSpPr>
          <a:xfrm>
            <a:off x="-2055235" y="-200290"/>
            <a:ext cx="3222377" cy="1467420"/>
            <a:chOff x="3427375" y="613525"/>
            <a:chExt cx="1481825" cy="674800"/>
          </a:xfrm>
        </p:grpSpPr>
        <p:sp>
          <p:nvSpPr>
            <p:cNvPr id="5941" name="Google Shape;5941;p19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19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19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19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19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19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19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19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19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19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19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19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19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19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19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19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19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19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19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19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19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19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19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19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19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19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19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19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19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19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19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19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19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19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19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19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19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19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19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19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19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19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19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19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19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19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19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19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19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19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19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19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19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19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19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19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19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19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19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19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19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19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19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19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19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19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19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19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19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19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19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19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19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19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19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19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19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19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19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19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19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19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19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19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19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19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19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19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19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19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19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19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19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19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19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19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19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19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19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19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19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19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19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19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19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19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19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19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19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19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19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19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19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19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19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19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19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19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19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19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19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19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19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19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19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19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19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19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19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19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19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19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19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19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19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19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19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19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19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19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19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19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19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19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19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19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19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19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19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19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19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19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19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19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19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19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19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19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19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19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19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19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19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19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19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19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19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19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19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19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19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19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19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19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19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19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19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19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19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19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1" name="Google Shape;6121;p19"/>
          <p:cNvSpPr/>
          <p:nvPr/>
        </p:nvSpPr>
        <p:spPr>
          <a:xfrm rot="-715203">
            <a:off x="7084376" y="-1394352"/>
            <a:ext cx="2205664" cy="2602578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2_1_1_2">
    <p:spTree>
      <p:nvGrpSpPr>
        <p:cNvPr id="6122" name="Shape 6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3" name="Google Shape;6123;p20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6124" name="Google Shape;6124;p20"/>
          <p:cNvGrpSpPr/>
          <p:nvPr/>
        </p:nvGrpSpPr>
        <p:grpSpPr>
          <a:xfrm rot="-2143453">
            <a:off x="7178552" y="4324300"/>
            <a:ext cx="3222339" cy="1467403"/>
            <a:chOff x="3427375" y="613525"/>
            <a:chExt cx="1481825" cy="674800"/>
          </a:xfrm>
        </p:grpSpPr>
        <p:sp>
          <p:nvSpPr>
            <p:cNvPr id="6125" name="Google Shape;6125;p20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20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20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20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20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20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20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20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20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20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20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20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20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20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20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20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20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20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20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20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20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20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20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20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20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20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20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20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20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20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20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20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20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20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20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20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20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20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20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20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20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20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20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20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20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20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20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20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20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20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20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20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20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20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20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20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20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20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20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20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20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20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20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20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20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20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20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20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20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20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20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20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20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20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20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20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20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20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20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20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20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20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20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20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20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20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20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20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20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20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20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20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20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20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20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20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20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20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20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20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20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20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20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20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20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20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20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20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20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20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20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20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20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20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20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20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20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20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20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20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20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20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20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20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20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20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20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20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20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20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20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20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20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20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20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20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20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20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20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20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20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20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20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20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20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20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20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20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20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20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20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20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20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20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20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20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20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20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20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20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20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20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20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20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20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20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20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20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20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20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20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20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20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20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20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20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20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20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20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20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5" name="Google Shape;6305;p20"/>
          <p:cNvSpPr/>
          <p:nvPr/>
        </p:nvSpPr>
        <p:spPr>
          <a:xfrm>
            <a:off x="-643787" y="4458575"/>
            <a:ext cx="2366581" cy="850375"/>
          </a:xfrm>
          <a:custGeom>
            <a:rect b="b" l="l" r="r" t="t"/>
            <a:pathLst>
              <a:path extrusionOk="0" h="22980" w="63953">
                <a:moveTo>
                  <a:pt x="15198" y="2634"/>
                </a:moveTo>
                <a:lnTo>
                  <a:pt x="15198" y="2695"/>
                </a:lnTo>
                <a:lnTo>
                  <a:pt x="8845" y="2695"/>
                </a:lnTo>
                <a:lnTo>
                  <a:pt x="8845" y="2634"/>
                </a:lnTo>
                <a:close/>
                <a:moveTo>
                  <a:pt x="28663" y="2634"/>
                </a:moveTo>
                <a:cubicBezTo>
                  <a:pt x="28663" y="2634"/>
                  <a:pt x="28663" y="2665"/>
                  <a:pt x="28633" y="2695"/>
                </a:cubicBezTo>
                <a:lnTo>
                  <a:pt x="20882" y="2695"/>
                </a:lnTo>
                <a:cubicBezTo>
                  <a:pt x="20882" y="2665"/>
                  <a:pt x="20882" y="2634"/>
                  <a:pt x="20882" y="2634"/>
                </a:cubicBezTo>
                <a:close/>
                <a:moveTo>
                  <a:pt x="35046" y="2695"/>
                </a:moveTo>
                <a:cubicBezTo>
                  <a:pt x="35046" y="2726"/>
                  <a:pt x="35046" y="2786"/>
                  <a:pt x="35046" y="2817"/>
                </a:cubicBezTo>
                <a:lnTo>
                  <a:pt x="29697" y="2817"/>
                </a:lnTo>
                <a:cubicBezTo>
                  <a:pt x="29697" y="2786"/>
                  <a:pt x="29697" y="2726"/>
                  <a:pt x="29697" y="2695"/>
                </a:cubicBezTo>
                <a:close/>
                <a:moveTo>
                  <a:pt x="17515" y="3688"/>
                </a:moveTo>
                <a:cubicBezTo>
                  <a:pt x="19847" y="3688"/>
                  <a:pt x="22183" y="3764"/>
                  <a:pt x="24529" y="3850"/>
                </a:cubicBezTo>
                <a:lnTo>
                  <a:pt x="12189" y="3850"/>
                </a:lnTo>
                <a:cubicBezTo>
                  <a:pt x="13963" y="3732"/>
                  <a:pt x="15738" y="3688"/>
                  <a:pt x="17515" y="3688"/>
                </a:cubicBezTo>
                <a:close/>
                <a:moveTo>
                  <a:pt x="51825" y="11343"/>
                </a:moveTo>
                <a:cubicBezTo>
                  <a:pt x="53928" y="11343"/>
                  <a:pt x="56030" y="11580"/>
                  <a:pt x="58133" y="11601"/>
                </a:cubicBezTo>
                <a:lnTo>
                  <a:pt x="50335" y="11601"/>
                </a:lnTo>
                <a:cubicBezTo>
                  <a:pt x="50335" y="11510"/>
                  <a:pt x="50335" y="11449"/>
                  <a:pt x="50335" y="11388"/>
                </a:cubicBezTo>
                <a:cubicBezTo>
                  <a:pt x="50832" y="11356"/>
                  <a:pt x="51329" y="11343"/>
                  <a:pt x="51825" y="11343"/>
                </a:cubicBezTo>
                <a:close/>
                <a:moveTo>
                  <a:pt x="45663" y="15056"/>
                </a:moveTo>
                <a:cubicBezTo>
                  <a:pt x="46623" y="15056"/>
                  <a:pt x="47583" y="15066"/>
                  <a:pt x="48542" y="15066"/>
                </a:cubicBezTo>
                <a:cubicBezTo>
                  <a:pt x="44834" y="15309"/>
                  <a:pt x="41126" y="15553"/>
                  <a:pt x="37417" y="15796"/>
                </a:cubicBezTo>
                <a:cubicBezTo>
                  <a:pt x="40107" y="15140"/>
                  <a:pt x="42881" y="15056"/>
                  <a:pt x="45663" y="15056"/>
                </a:cubicBezTo>
                <a:close/>
                <a:moveTo>
                  <a:pt x="2219" y="8288"/>
                </a:moveTo>
                <a:lnTo>
                  <a:pt x="2219" y="8288"/>
                </a:lnTo>
                <a:cubicBezTo>
                  <a:pt x="2341" y="10932"/>
                  <a:pt x="3161" y="13425"/>
                  <a:pt x="4134" y="16009"/>
                </a:cubicBezTo>
                <a:cubicBezTo>
                  <a:pt x="2979" y="14975"/>
                  <a:pt x="1520" y="9078"/>
                  <a:pt x="2219" y="8288"/>
                </a:cubicBezTo>
                <a:close/>
                <a:moveTo>
                  <a:pt x="8815" y="19352"/>
                </a:moveTo>
                <a:lnTo>
                  <a:pt x="8815" y="19352"/>
                </a:lnTo>
                <a:cubicBezTo>
                  <a:pt x="9301" y="20203"/>
                  <a:pt x="10365" y="20416"/>
                  <a:pt x="11277" y="20841"/>
                </a:cubicBezTo>
                <a:cubicBezTo>
                  <a:pt x="11057" y="21010"/>
                  <a:pt x="10804" y="21046"/>
                  <a:pt x="10544" y="21046"/>
                </a:cubicBezTo>
                <a:cubicBezTo>
                  <a:pt x="10349" y="21046"/>
                  <a:pt x="10149" y="21025"/>
                  <a:pt x="9956" y="21025"/>
                </a:cubicBezTo>
                <a:cubicBezTo>
                  <a:pt x="9803" y="21025"/>
                  <a:pt x="9653" y="21038"/>
                  <a:pt x="9514" y="21085"/>
                </a:cubicBezTo>
                <a:cubicBezTo>
                  <a:pt x="9362" y="21358"/>
                  <a:pt x="9970" y="21419"/>
                  <a:pt x="9940" y="21662"/>
                </a:cubicBezTo>
                <a:lnTo>
                  <a:pt x="8481" y="21662"/>
                </a:lnTo>
                <a:cubicBezTo>
                  <a:pt x="8572" y="21237"/>
                  <a:pt x="9149" y="21085"/>
                  <a:pt x="9210" y="20720"/>
                </a:cubicBezTo>
                <a:cubicBezTo>
                  <a:pt x="9271" y="20264"/>
                  <a:pt x="8450" y="19990"/>
                  <a:pt x="8815" y="19352"/>
                </a:cubicBezTo>
                <a:close/>
                <a:moveTo>
                  <a:pt x="29954" y="0"/>
                </a:moveTo>
                <a:cubicBezTo>
                  <a:pt x="28772" y="0"/>
                  <a:pt x="27554" y="58"/>
                  <a:pt x="26353" y="81"/>
                </a:cubicBezTo>
                <a:cubicBezTo>
                  <a:pt x="23131" y="142"/>
                  <a:pt x="19909" y="81"/>
                  <a:pt x="16687" y="233"/>
                </a:cubicBezTo>
                <a:cubicBezTo>
                  <a:pt x="16019" y="253"/>
                  <a:pt x="15350" y="260"/>
                  <a:pt x="14681" y="260"/>
                </a:cubicBezTo>
                <a:cubicBezTo>
                  <a:pt x="13344" y="260"/>
                  <a:pt x="12006" y="233"/>
                  <a:pt x="10669" y="233"/>
                </a:cubicBezTo>
                <a:lnTo>
                  <a:pt x="8420" y="233"/>
                </a:lnTo>
                <a:cubicBezTo>
                  <a:pt x="8633" y="474"/>
                  <a:pt x="8894" y="573"/>
                  <a:pt x="9160" y="573"/>
                </a:cubicBezTo>
                <a:cubicBezTo>
                  <a:pt x="9197" y="573"/>
                  <a:pt x="9234" y="571"/>
                  <a:pt x="9271" y="568"/>
                </a:cubicBezTo>
                <a:cubicBezTo>
                  <a:pt x="9770" y="540"/>
                  <a:pt x="10268" y="529"/>
                  <a:pt x="10768" y="529"/>
                </a:cubicBezTo>
                <a:cubicBezTo>
                  <a:pt x="11913" y="529"/>
                  <a:pt x="13062" y="586"/>
                  <a:pt x="14225" y="628"/>
                </a:cubicBezTo>
                <a:cubicBezTo>
                  <a:pt x="14720" y="642"/>
                  <a:pt x="15216" y="648"/>
                  <a:pt x="15713" y="648"/>
                </a:cubicBezTo>
                <a:cubicBezTo>
                  <a:pt x="17356" y="648"/>
                  <a:pt x="19013" y="584"/>
                  <a:pt x="20669" y="537"/>
                </a:cubicBezTo>
                <a:cubicBezTo>
                  <a:pt x="22350" y="498"/>
                  <a:pt x="24030" y="487"/>
                  <a:pt x="25713" y="487"/>
                </a:cubicBezTo>
                <a:cubicBezTo>
                  <a:pt x="27957" y="487"/>
                  <a:pt x="30205" y="507"/>
                  <a:pt x="32463" y="507"/>
                </a:cubicBezTo>
                <a:cubicBezTo>
                  <a:pt x="33344" y="507"/>
                  <a:pt x="34200" y="720"/>
                  <a:pt x="35103" y="722"/>
                </a:cubicBezTo>
                <a:lnTo>
                  <a:pt x="35103" y="722"/>
                </a:lnTo>
                <a:cubicBezTo>
                  <a:pt x="28737" y="813"/>
                  <a:pt x="22387" y="1071"/>
                  <a:pt x="16064" y="1071"/>
                </a:cubicBezTo>
                <a:cubicBezTo>
                  <a:pt x="13633" y="1071"/>
                  <a:pt x="11207" y="1033"/>
                  <a:pt x="8785" y="932"/>
                </a:cubicBezTo>
                <a:lnTo>
                  <a:pt x="8785" y="932"/>
                </a:lnTo>
                <a:cubicBezTo>
                  <a:pt x="8481" y="1206"/>
                  <a:pt x="8967" y="1145"/>
                  <a:pt x="8876" y="1388"/>
                </a:cubicBezTo>
                <a:cubicBezTo>
                  <a:pt x="8839" y="1387"/>
                  <a:pt x="8802" y="1387"/>
                  <a:pt x="8765" y="1387"/>
                </a:cubicBezTo>
                <a:cubicBezTo>
                  <a:pt x="8000" y="1387"/>
                  <a:pt x="7250" y="1602"/>
                  <a:pt x="6467" y="1602"/>
                </a:cubicBezTo>
                <a:cubicBezTo>
                  <a:pt x="6200" y="1602"/>
                  <a:pt x="5930" y="1577"/>
                  <a:pt x="5654" y="1510"/>
                </a:cubicBezTo>
                <a:cubicBezTo>
                  <a:pt x="5545" y="1485"/>
                  <a:pt x="5434" y="1473"/>
                  <a:pt x="5326" y="1473"/>
                </a:cubicBezTo>
                <a:cubicBezTo>
                  <a:pt x="5040" y="1473"/>
                  <a:pt x="4775" y="1552"/>
                  <a:pt x="4620" y="1662"/>
                </a:cubicBezTo>
                <a:cubicBezTo>
                  <a:pt x="4377" y="1875"/>
                  <a:pt x="4347" y="2209"/>
                  <a:pt x="4651" y="2422"/>
                </a:cubicBezTo>
                <a:cubicBezTo>
                  <a:pt x="4894" y="2574"/>
                  <a:pt x="4894" y="2634"/>
                  <a:pt x="4711" y="2786"/>
                </a:cubicBezTo>
                <a:cubicBezTo>
                  <a:pt x="4256" y="3151"/>
                  <a:pt x="4529" y="3303"/>
                  <a:pt x="5137" y="3455"/>
                </a:cubicBezTo>
                <a:cubicBezTo>
                  <a:pt x="5563" y="3546"/>
                  <a:pt x="5988" y="3516"/>
                  <a:pt x="6474" y="3607"/>
                </a:cubicBezTo>
                <a:cubicBezTo>
                  <a:pt x="6049" y="3759"/>
                  <a:pt x="6170" y="3941"/>
                  <a:pt x="6444" y="4124"/>
                </a:cubicBezTo>
                <a:cubicBezTo>
                  <a:pt x="5902" y="4044"/>
                  <a:pt x="5394" y="3956"/>
                  <a:pt x="4910" y="3956"/>
                </a:cubicBezTo>
                <a:cubicBezTo>
                  <a:pt x="4471" y="3956"/>
                  <a:pt x="4052" y="4029"/>
                  <a:pt x="3648" y="4245"/>
                </a:cubicBezTo>
                <a:cubicBezTo>
                  <a:pt x="3860" y="4458"/>
                  <a:pt x="4347" y="4306"/>
                  <a:pt x="4377" y="4610"/>
                </a:cubicBezTo>
                <a:cubicBezTo>
                  <a:pt x="3951" y="4830"/>
                  <a:pt x="3574" y="4945"/>
                  <a:pt x="3225" y="4945"/>
                </a:cubicBezTo>
                <a:cubicBezTo>
                  <a:pt x="2802" y="4945"/>
                  <a:pt x="2419" y="4777"/>
                  <a:pt x="2037" y="4428"/>
                </a:cubicBezTo>
                <a:cubicBezTo>
                  <a:pt x="1398" y="5431"/>
                  <a:pt x="1550" y="6434"/>
                  <a:pt x="1064" y="7376"/>
                </a:cubicBezTo>
                <a:cubicBezTo>
                  <a:pt x="863" y="7354"/>
                  <a:pt x="694" y="7167"/>
                  <a:pt x="461" y="7167"/>
                </a:cubicBezTo>
                <a:cubicBezTo>
                  <a:pt x="378" y="7167"/>
                  <a:pt x="287" y="7191"/>
                  <a:pt x="183" y="7255"/>
                </a:cubicBezTo>
                <a:cubicBezTo>
                  <a:pt x="0" y="7802"/>
                  <a:pt x="912" y="7680"/>
                  <a:pt x="1155" y="7984"/>
                </a:cubicBezTo>
                <a:cubicBezTo>
                  <a:pt x="1246" y="9139"/>
                  <a:pt x="1307" y="10294"/>
                  <a:pt x="1550" y="11449"/>
                </a:cubicBezTo>
                <a:cubicBezTo>
                  <a:pt x="2067" y="13911"/>
                  <a:pt x="3101" y="16252"/>
                  <a:pt x="4104" y="18623"/>
                </a:cubicBezTo>
                <a:cubicBezTo>
                  <a:pt x="4651" y="19930"/>
                  <a:pt x="5715" y="21024"/>
                  <a:pt x="7721" y="21662"/>
                </a:cubicBezTo>
                <a:cubicBezTo>
                  <a:pt x="8207" y="21814"/>
                  <a:pt x="8785" y="21905"/>
                  <a:pt x="9210" y="22179"/>
                </a:cubicBezTo>
                <a:cubicBezTo>
                  <a:pt x="9149" y="22331"/>
                  <a:pt x="8815" y="22392"/>
                  <a:pt x="8906" y="22635"/>
                </a:cubicBezTo>
                <a:cubicBezTo>
                  <a:pt x="9709" y="22795"/>
                  <a:pt x="10513" y="22980"/>
                  <a:pt x="11379" y="22980"/>
                </a:cubicBezTo>
                <a:cubicBezTo>
                  <a:pt x="11496" y="22980"/>
                  <a:pt x="11614" y="22976"/>
                  <a:pt x="11733" y="22969"/>
                </a:cubicBezTo>
                <a:cubicBezTo>
                  <a:pt x="13283" y="22848"/>
                  <a:pt x="14833" y="22726"/>
                  <a:pt x="16353" y="22544"/>
                </a:cubicBezTo>
                <a:cubicBezTo>
                  <a:pt x="18268" y="22300"/>
                  <a:pt x="20213" y="22240"/>
                  <a:pt x="22128" y="22088"/>
                </a:cubicBezTo>
                <a:cubicBezTo>
                  <a:pt x="24043" y="21936"/>
                  <a:pt x="25958" y="21753"/>
                  <a:pt x="27873" y="21601"/>
                </a:cubicBezTo>
                <a:cubicBezTo>
                  <a:pt x="29849" y="21419"/>
                  <a:pt x="31855" y="21328"/>
                  <a:pt x="33831" y="21145"/>
                </a:cubicBezTo>
                <a:cubicBezTo>
                  <a:pt x="36597" y="20872"/>
                  <a:pt x="39393" y="20781"/>
                  <a:pt x="42159" y="20598"/>
                </a:cubicBezTo>
                <a:cubicBezTo>
                  <a:pt x="43040" y="20537"/>
                  <a:pt x="43983" y="20568"/>
                  <a:pt x="44712" y="20051"/>
                </a:cubicBezTo>
                <a:cubicBezTo>
                  <a:pt x="44347" y="19899"/>
                  <a:pt x="44013" y="19778"/>
                  <a:pt x="43648" y="19626"/>
                </a:cubicBezTo>
                <a:cubicBezTo>
                  <a:pt x="44165" y="19322"/>
                  <a:pt x="43861" y="18957"/>
                  <a:pt x="43709" y="18714"/>
                </a:cubicBezTo>
                <a:cubicBezTo>
                  <a:pt x="43602" y="18539"/>
                  <a:pt x="43388" y="18507"/>
                  <a:pt x="43136" y="18507"/>
                </a:cubicBezTo>
                <a:cubicBezTo>
                  <a:pt x="42987" y="18507"/>
                  <a:pt x="42824" y="18518"/>
                  <a:pt x="42662" y="18518"/>
                </a:cubicBezTo>
                <a:cubicBezTo>
                  <a:pt x="42476" y="18518"/>
                  <a:pt x="42292" y="18504"/>
                  <a:pt x="42129" y="18440"/>
                </a:cubicBezTo>
                <a:cubicBezTo>
                  <a:pt x="45016" y="18106"/>
                  <a:pt x="47904" y="17954"/>
                  <a:pt x="50883" y="17316"/>
                </a:cubicBezTo>
                <a:cubicBezTo>
                  <a:pt x="50183" y="17042"/>
                  <a:pt x="49636" y="17255"/>
                  <a:pt x="49211" y="17042"/>
                </a:cubicBezTo>
                <a:cubicBezTo>
                  <a:pt x="49424" y="16708"/>
                  <a:pt x="50062" y="16799"/>
                  <a:pt x="50305" y="16434"/>
                </a:cubicBezTo>
                <a:lnTo>
                  <a:pt x="50305" y="16434"/>
                </a:lnTo>
                <a:cubicBezTo>
                  <a:pt x="49211" y="16556"/>
                  <a:pt x="48147" y="16556"/>
                  <a:pt x="47114" y="16616"/>
                </a:cubicBezTo>
                <a:cubicBezTo>
                  <a:pt x="46440" y="16660"/>
                  <a:pt x="45767" y="16754"/>
                  <a:pt x="45127" y="16754"/>
                </a:cubicBezTo>
                <a:cubicBezTo>
                  <a:pt x="44439" y="16754"/>
                  <a:pt x="43790" y="16646"/>
                  <a:pt x="43223" y="16252"/>
                </a:cubicBezTo>
                <a:cubicBezTo>
                  <a:pt x="44136" y="15937"/>
                  <a:pt x="45105" y="15883"/>
                  <a:pt x="46090" y="15883"/>
                </a:cubicBezTo>
                <a:cubicBezTo>
                  <a:pt x="46605" y="15883"/>
                  <a:pt x="47124" y="15898"/>
                  <a:pt x="47641" y="15898"/>
                </a:cubicBezTo>
                <a:cubicBezTo>
                  <a:pt x="48045" y="15898"/>
                  <a:pt x="48447" y="15889"/>
                  <a:pt x="48846" y="15857"/>
                </a:cubicBezTo>
                <a:cubicBezTo>
                  <a:pt x="48755" y="15492"/>
                  <a:pt x="48208" y="15735"/>
                  <a:pt x="48025" y="15522"/>
                </a:cubicBezTo>
                <a:cubicBezTo>
                  <a:pt x="48451" y="15249"/>
                  <a:pt x="49120" y="15370"/>
                  <a:pt x="49606" y="15066"/>
                </a:cubicBezTo>
                <a:cubicBezTo>
                  <a:pt x="49332" y="14884"/>
                  <a:pt x="49059" y="14702"/>
                  <a:pt x="48755" y="14458"/>
                </a:cubicBezTo>
                <a:cubicBezTo>
                  <a:pt x="49211" y="14306"/>
                  <a:pt x="49758" y="14428"/>
                  <a:pt x="50062" y="14002"/>
                </a:cubicBezTo>
                <a:cubicBezTo>
                  <a:pt x="49798" y="13887"/>
                  <a:pt x="49529" y="13850"/>
                  <a:pt x="49256" y="13850"/>
                </a:cubicBezTo>
                <a:cubicBezTo>
                  <a:pt x="48768" y="13850"/>
                  <a:pt x="48268" y="13968"/>
                  <a:pt x="47759" y="13968"/>
                </a:cubicBezTo>
                <a:cubicBezTo>
                  <a:pt x="47506" y="13968"/>
                  <a:pt x="47250" y="13939"/>
                  <a:pt x="46992" y="13850"/>
                </a:cubicBezTo>
                <a:cubicBezTo>
                  <a:pt x="48664" y="13638"/>
                  <a:pt x="50275" y="13455"/>
                  <a:pt x="51703" y="12878"/>
                </a:cubicBezTo>
                <a:cubicBezTo>
                  <a:pt x="51399" y="12391"/>
                  <a:pt x="50791" y="12665"/>
                  <a:pt x="50305" y="12483"/>
                </a:cubicBezTo>
                <a:cubicBezTo>
                  <a:pt x="51100" y="12397"/>
                  <a:pt x="51736" y="12021"/>
                  <a:pt x="52509" y="12021"/>
                </a:cubicBezTo>
                <a:cubicBezTo>
                  <a:pt x="52564" y="12021"/>
                  <a:pt x="52620" y="12023"/>
                  <a:pt x="52676" y="12027"/>
                </a:cubicBezTo>
                <a:cubicBezTo>
                  <a:pt x="53954" y="12121"/>
                  <a:pt x="55224" y="12175"/>
                  <a:pt x="56494" y="12175"/>
                </a:cubicBezTo>
                <a:cubicBezTo>
                  <a:pt x="57671" y="12175"/>
                  <a:pt x="58848" y="12129"/>
                  <a:pt x="60032" y="12027"/>
                </a:cubicBezTo>
                <a:cubicBezTo>
                  <a:pt x="60080" y="12021"/>
                  <a:pt x="60129" y="12018"/>
                  <a:pt x="60177" y="12018"/>
                </a:cubicBezTo>
                <a:cubicBezTo>
                  <a:pt x="60371" y="12018"/>
                  <a:pt x="60561" y="12057"/>
                  <a:pt x="60731" y="12057"/>
                </a:cubicBezTo>
                <a:cubicBezTo>
                  <a:pt x="60966" y="12080"/>
                  <a:pt x="61198" y="12091"/>
                  <a:pt x="61431" y="12091"/>
                </a:cubicBezTo>
                <a:cubicBezTo>
                  <a:pt x="62129" y="12091"/>
                  <a:pt x="62836" y="11989"/>
                  <a:pt x="63679" y="11784"/>
                </a:cubicBezTo>
                <a:cubicBezTo>
                  <a:pt x="62615" y="11692"/>
                  <a:pt x="61795" y="11632"/>
                  <a:pt x="60852" y="11571"/>
                </a:cubicBezTo>
                <a:cubicBezTo>
                  <a:pt x="61582" y="11328"/>
                  <a:pt x="62220" y="11328"/>
                  <a:pt x="62858" y="11236"/>
                </a:cubicBezTo>
                <a:cubicBezTo>
                  <a:pt x="58785" y="10932"/>
                  <a:pt x="54712" y="11176"/>
                  <a:pt x="50579" y="10811"/>
                </a:cubicBezTo>
                <a:cubicBezTo>
                  <a:pt x="50761" y="10750"/>
                  <a:pt x="51035" y="10689"/>
                  <a:pt x="50883" y="10416"/>
                </a:cubicBezTo>
                <a:lnTo>
                  <a:pt x="47569" y="10416"/>
                </a:lnTo>
                <a:cubicBezTo>
                  <a:pt x="47617" y="10250"/>
                  <a:pt x="47738" y="10232"/>
                  <a:pt x="47846" y="10232"/>
                </a:cubicBezTo>
                <a:cubicBezTo>
                  <a:pt x="47877" y="10232"/>
                  <a:pt x="47907" y="10233"/>
                  <a:pt x="47934" y="10233"/>
                </a:cubicBezTo>
                <a:cubicBezTo>
                  <a:pt x="48142" y="10229"/>
                  <a:pt x="48350" y="10227"/>
                  <a:pt x="48558" y="10227"/>
                </a:cubicBezTo>
                <a:cubicBezTo>
                  <a:pt x="49839" y="10227"/>
                  <a:pt x="51117" y="10298"/>
                  <a:pt x="52372" y="10325"/>
                </a:cubicBezTo>
                <a:cubicBezTo>
                  <a:pt x="54778" y="10377"/>
                  <a:pt x="57161" y="10519"/>
                  <a:pt x="59561" y="10519"/>
                </a:cubicBezTo>
                <a:cubicBezTo>
                  <a:pt x="59950" y="10519"/>
                  <a:pt x="60340" y="10515"/>
                  <a:pt x="60731" y="10507"/>
                </a:cubicBezTo>
                <a:cubicBezTo>
                  <a:pt x="61035" y="10477"/>
                  <a:pt x="61339" y="10477"/>
                  <a:pt x="61612" y="10355"/>
                </a:cubicBezTo>
                <a:cubicBezTo>
                  <a:pt x="61687" y="10317"/>
                  <a:pt x="61704" y="10291"/>
                  <a:pt x="61721" y="10291"/>
                </a:cubicBezTo>
                <a:cubicBezTo>
                  <a:pt x="61731" y="10291"/>
                  <a:pt x="61741" y="10301"/>
                  <a:pt x="61764" y="10325"/>
                </a:cubicBezTo>
                <a:cubicBezTo>
                  <a:pt x="61521" y="9990"/>
                  <a:pt x="61156" y="10142"/>
                  <a:pt x="60944" y="9990"/>
                </a:cubicBezTo>
                <a:cubicBezTo>
                  <a:pt x="62190" y="9869"/>
                  <a:pt x="62342" y="9717"/>
                  <a:pt x="61977" y="9109"/>
                </a:cubicBezTo>
                <a:cubicBezTo>
                  <a:pt x="62048" y="9010"/>
                  <a:pt x="62157" y="8978"/>
                  <a:pt x="62284" y="8978"/>
                </a:cubicBezTo>
                <a:cubicBezTo>
                  <a:pt x="62505" y="8978"/>
                  <a:pt x="62783" y="9074"/>
                  <a:pt x="63012" y="9074"/>
                </a:cubicBezTo>
                <a:cubicBezTo>
                  <a:pt x="63216" y="9074"/>
                  <a:pt x="63381" y="8999"/>
                  <a:pt x="63436" y="8714"/>
                </a:cubicBezTo>
                <a:cubicBezTo>
                  <a:pt x="62737" y="8653"/>
                  <a:pt x="62007" y="8774"/>
                  <a:pt x="61399" y="8410"/>
                </a:cubicBezTo>
                <a:cubicBezTo>
                  <a:pt x="61567" y="8303"/>
                  <a:pt x="61747" y="8269"/>
                  <a:pt x="61934" y="8269"/>
                </a:cubicBezTo>
                <a:cubicBezTo>
                  <a:pt x="62270" y="8269"/>
                  <a:pt x="62626" y="8380"/>
                  <a:pt x="62960" y="8380"/>
                </a:cubicBezTo>
                <a:cubicBezTo>
                  <a:pt x="63183" y="8380"/>
                  <a:pt x="63396" y="8331"/>
                  <a:pt x="63588" y="8166"/>
                </a:cubicBezTo>
                <a:cubicBezTo>
                  <a:pt x="62585" y="7832"/>
                  <a:pt x="61278" y="8166"/>
                  <a:pt x="60427" y="7498"/>
                </a:cubicBezTo>
                <a:cubicBezTo>
                  <a:pt x="61430" y="7407"/>
                  <a:pt x="62342" y="7315"/>
                  <a:pt x="63254" y="7224"/>
                </a:cubicBezTo>
                <a:cubicBezTo>
                  <a:pt x="63254" y="7163"/>
                  <a:pt x="63284" y="7103"/>
                  <a:pt x="63284" y="7042"/>
                </a:cubicBezTo>
                <a:cubicBezTo>
                  <a:pt x="62555" y="7042"/>
                  <a:pt x="61855" y="7042"/>
                  <a:pt x="61430" y="6707"/>
                </a:cubicBezTo>
                <a:cubicBezTo>
                  <a:pt x="61947" y="6008"/>
                  <a:pt x="63254" y="6647"/>
                  <a:pt x="63953" y="6039"/>
                </a:cubicBezTo>
                <a:cubicBezTo>
                  <a:pt x="63254" y="5704"/>
                  <a:pt x="62433" y="5796"/>
                  <a:pt x="61795" y="5583"/>
                </a:cubicBezTo>
                <a:cubicBezTo>
                  <a:pt x="62585" y="5097"/>
                  <a:pt x="61187" y="5218"/>
                  <a:pt x="61308" y="4884"/>
                </a:cubicBezTo>
                <a:lnTo>
                  <a:pt x="61308" y="4884"/>
                </a:lnTo>
                <a:cubicBezTo>
                  <a:pt x="60351" y="4929"/>
                  <a:pt x="59393" y="4967"/>
                  <a:pt x="58436" y="4967"/>
                </a:cubicBezTo>
                <a:cubicBezTo>
                  <a:pt x="57478" y="4967"/>
                  <a:pt x="56521" y="4929"/>
                  <a:pt x="55564" y="4823"/>
                </a:cubicBezTo>
                <a:cubicBezTo>
                  <a:pt x="55427" y="4808"/>
                  <a:pt x="55282" y="4800"/>
                  <a:pt x="55138" y="4800"/>
                </a:cubicBezTo>
                <a:cubicBezTo>
                  <a:pt x="54994" y="4800"/>
                  <a:pt x="54849" y="4808"/>
                  <a:pt x="54712" y="4823"/>
                </a:cubicBezTo>
                <a:cubicBezTo>
                  <a:pt x="54377" y="4831"/>
                  <a:pt x="54042" y="4835"/>
                  <a:pt x="53708" y="4835"/>
                </a:cubicBezTo>
                <a:cubicBezTo>
                  <a:pt x="51649" y="4835"/>
                  <a:pt x="49605" y="4693"/>
                  <a:pt x="47539" y="4641"/>
                </a:cubicBezTo>
                <a:cubicBezTo>
                  <a:pt x="47874" y="4390"/>
                  <a:pt x="48237" y="4239"/>
                  <a:pt x="48659" y="4239"/>
                </a:cubicBezTo>
                <a:cubicBezTo>
                  <a:pt x="48850" y="4239"/>
                  <a:pt x="49054" y="4270"/>
                  <a:pt x="49272" y="4337"/>
                </a:cubicBezTo>
                <a:cubicBezTo>
                  <a:pt x="49454" y="4397"/>
                  <a:pt x="49667" y="4397"/>
                  <a:pt x="49880" y="4397"/>
                </a:cubicBezTo>
                <a:cubicBezTo>
                  <a:pt x="50332" y="4380"/>
                  <a:pt x="50785" y="4373"/>
                  <a:pt x="51238" y="4373"/>
                </a:cubicBezTo>
                <a:cubicBezTo>
                  <a:pt x="53155" y="4373"/>
                  <a:pt x="55068" y="4506"/>
                  <a:pt x="56962" y="4580"/>
                </a:cubicBezTo>
                <a:cubicBezTo>
                  <a:pt x="58390" y="4610"/>
                  <a:pt x="59910" y="4549"/>
                  <a:pt x="61308" y="4884"/>
                </a:cubicBezTo>
                <a:cubicBezTo>
                  <a:pt x="61643" y="4641"/>
                  <a:pt x="61977" y="4367"/>
                  <a:pt x="62372" y="4185"/>
                </a:cubicBezTo>
                <a:cubicBezTo>
                  <a:pt x="61643" y="3394"/>
                  <a:pt x="60427" y="3607"/>
                  <a:pt x="59363" y="3516"/>
                </a:cubicBezTo>
                <a:cubicBezTo>
                  <a:pt x="60396" y="3303"/>
                  <a:pt x="61703" y="3729"/>
                  <a:pt x="62463" y="2847"/>
                </a:cubicBezTo>
                <a:cubicBezTo>
                  <a:pt x="62251" y="2756"/>
                  <a:pt x="62068" y="2634"/>
                  <a:pt x="61855" y="2604"/>
                </a:cubicBezTo>
                <a:cubicBezTo>
                  <a:pt x="60184" y="2513"/>
                  <a:pt x="58542" y="2361"/>
                  <a:pt x="56871" y="2331"/>
                </a:cubicBezTo>
                <a:cubicBezTo>
                  <a:pt x="54986" y="2300"/>
                  <a:pt x="53071" y="2270"/>
                  <a:pt x="51187" y="2209"/>
                </a:cubicBezTo>
                <a:cubicBezTo>
                  <a:pt x="49971" y="2148"/>
                  <a:pt x="48816" y="1996"/>
                  <a:pt x="47661" y="1814"/>
                </a:cubicBezTo>
                <a:cubicBezTo>
                  <a:pt x="46464" y="1653"/>
                  <a:pt x="45197" y="1579"/>
                  <a:pt x="43939" y="1579"/>
                </a:cubicBezTo>
                <a:cubicBezTo>
                  <a:pt x="43537" y="1579"/>
                  <a:pt x="43135" y="1586"/>
                  <a:pt x="42737" y="1601"/>
                </a:cubicBezTo>
                <a:cubicBezTo>
                  <a:pt x="42573" y="1614"/>
                  <a:pt x="42409" y="1621"/>
                  <a:pt x="42243" y="1621"/>
                </a:cubicBezTo>
                <a:cubicBezTo>
                  <a:pt x="42009" y="1621"/>
                  <a:pt x="41770" y="1606"/>
                  <a:pt x="41521" y="1571"/>
                </a:cubicBezTo>
                <a:cubicBezTo>
                  <a:pt x="40526" y="1376"/>
                  <a:pt x="39519" y="1318"/>
                  <a:pt x="38507" y="1318"/>
                </a:cubicBezTo>
                <a:cubicBezTo>
                  <a:pt x="37942" y="1318"/>
                  <a:pt x="37376" y="1336"/>
                  <a:pt x="36809" y="1358"/>
                </a:cubicBezTo>
                <a:cubicBezTo>
                  <a:pt x="36726" y="1363"/>
                  <a:pt x="36563" y="1366"/>
                  <a:pt x="36347" y="1366"/>
                </a:cubicBezTo>
                <a:cubicBezTo>
                  <a:pt x="35303" y="1366"/>
                  <a:pt x="33022" y="1307"/>
                  <a:pt x="32493" y="1206"/>
                </a:cubicBezTo>
                <a:lnTo>
                  <a:pt x="32493" y="1206"/>
                </a:lnTo>
                <a:cubicBezTo>
                  <a:pt x="33071" y="1211"/>
                  <a:pt x="33641" y="1216"/>
                  <a:pt x="34207" y="1216"/>
                </a:cubicBezTo>
                <a:cubicBezTo>
                  <a:pt x="36738" y="1216"/>
                  <a:pt x="39175" y="1125"/>
                  <a:pt x="41733" y="628"/>
                </a:cubicBezTo>
                <a:cubicBezTo>
                  <a:pt x="41338" y="476"/>
                  <a:pt x="41247" y="385"/>
                  <a:pt x="41126" y="385"/>
                </a:cubicBezTo>
                <a:cubicBezTo>
                  <a:pt x="37782" y="142"/>
                  <a:pt x="34408" y="112"/>
                  <a:pt x="31065" y="20"/>
                </a:cubicBezTo>
                <a:cubicBezTo>
                  <a:pt x="30699" y="6"/>
                  <a:pt x="30328" y="0"/>
                  <a:pt x="299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6" name="Google Shape;6306;p20"/>
          <p:cNvSpPr/>
          <p:nvPr/>
        </p:nvSpPr>
        <p:spPr>
          <a:xfrm rot="10447777">
            <a:off x="7046558" y="-82155"/>
            <a:ext cx="3115897" cy="1065390"/>
          </a:xfrm>
          <a:custGeom>
            <a:rect b="b" l="l" r="r" t="t"/>
            <a:pathLst>
              <a:path extrusionOk="0" h="27022" w="79030">
                <a:moveTo>
                  <a:pt x="36644" y="3246"/>
                </a:moveTo>
                <a:cubicBezTo>
                  <a:pt x="39150" y="3246"/>
                  <a:pt x="41613" y="3591"/>
                  <a:pt x="44075" y="3837"/>
                </a:cubicBezTo>
                <a:cubicBezTo>
                  <a:pt x="43848" y="3839"/>
                  <a:pt x="43621" y="3841"/>
                  <a:pt x="43395" y="3841"/>
                </a:cubicBezTo>
                <a:cubicBezTo>
                  <a:pt x="40830" y="3841"/>
                  <a:pt x="38293" y="3678"/>
                  <a:pt x="35807" y="3260"/>
                </a:cubicBezTo>
                <a:cubicBezTo>
                  <a:pt x="36087" y="3250"/>
                  <a:pt x="36366" y="3246"/>
                  <a:pt x="36644" y="3246"/>
                </a:cubicBezTo>
                <a:close/>
                <a:moveTo>
                  <a:pt x="63543" y="7755"/>
                </a:moveTo>
                <a:cubicBezTo>
                  <a:pt x="64614" y="7755"/>
                  <a:pt x="65685" y="7798"/>
                  <a:pt x="66750" y="7940"/>
                </a:cubicBezTo>
                <a:cubicBezTo>
                  <a:pt x="66750" y="8049"/>
                  <a:pt x="66653" y="8158"/>
                  <a:pt x="66523" y="8158"/>
                </a:cubicBezTo>
                <a:cubicBezTo>
                  <a:pt x="66508" y="8158"/>
                  <a:pt x="66492" y="8156"/>
                  <a:pt x="66476" y="8153"/>
                </a:cubicBezTo>
                <a:cubicBezTo>
                  <a:pt x="66151" y="8095"/>
                  <a:pt x="65825" y="8075"/>
                  <a:pt x="65499" y="8075"/>
                </a:cubicBezTo>
                <a:cubicBezTo>
                  <a:pt x="64849" y="8075"/>
                  <a:pt x="64196" y="8153"/>
                  <a:pt x="63536" y="8153"/>
                </a:cubicBezTo>
                <a:cubicBezTo>
                  <a:pt x="63321" y="8153"/>
                  <a:pt x="63106" y="8144"/>
                  <a:pt x="62890" y="8123"/>
                </a:cubicBezTo>
                <a:cubicBezTo>
                  <a:pt x="62046" y="8060"/>
                  <a:pt x="61217" y="7879"/>
                  <a:pt x="60373" y="7826"/>
                </a:cubicBezTo>
                <a:lnTo>
                  <a:pt x="60373" y="7826"/>
                </a:lnTo>
                <a:cubicBezTo>
                  <a:pt x="61427" y="7796"/>
                  <a:pt x="62486" y="7755"/>
                  <a:pt x="63543" y="7755"/>
                </a:cubicBezTo>
                <a:close/>
                <a:moveTo>
                  <a:pt x="71638" y="10090"/>
                </a:moveTo>
                <a:cubicBezTo>
                  <a:pt x="72112" y="10090"/>
                  <a:pt x="72803" y="10180"/>
                  <a:pt x="73893" y="10342"/>
                </a:cubicBezTo>
                <a:cubicBezTo>
                  <a:pt x="73027" y="10486"/>
                  <a:pt x="72142" y="10573"/>
                  <a:pt x="71238" y="10573"/>
                </a:cubicBezTo>
                <a:cubicBezTo>
                  <a:pt x="71000" y="10573"/>
                  <a:pt x="70760" y="10567"/>
                  <a:pt x="70519" y="10554"/>
                </a:cubicBezTo>
                <a:cubicBezTo>
                  <a:pt x="70790" y="10233"/>
                  <a:pt x="71042" y="10090"/>
                  <a:pt x="71638" y="10090"/>
                </a:cubicBezTo>
                <a:close/>
                <a:moveTo>
                  <a:pt x="68626" y="17552"/>
                </a:moveTo>
                <a:cubicBezTo>
                  <a:pt x="70094" y="17552"/>
                  <a:pt x="71991" y="17630"/>
                  <a:pt x="74227" y="17789"/>
                </a:cubicBezTo>
                <a:cubicBezTo>
                  <a:pt x="73876" y="17974"/>
                  <a:pt x="71363" y="18080"/>
                  <a:pt x="69005" y="18080"/>
                </a:cubicBezTo>
                <a:cubicBezTo>
                  <a:pt x="67488" y="18080"/>
                  <a:pt x="66034" y="18036"/>
                  <a:pt x="65260" y="17941"/>
                </a:cubicBezTo>
                <a:cubicBezTo>
                  <a:pt x="65535" y="17683"/>
                  <a:pt x="66721" y="17552"/>
                  <a:pt x="68626" y="17552"/>
                </a:cubicBezTo>
                <a:close/>
                <a:moveTo>
                  <a:pt x="3496" y="18153"/>
                </a:moveTo>
                <a:lnTo>
                  <a:pt x="5411" y="20129"/>
                </a:lnTo>
                <a:cubicBezTo>
                  <a:pt x="4439" y="19643"/>
                  <a:pt x="3891" y="18974"/>
                  <a:pt x="3496" y="18153"/>
                </a:cubicBezTo>
                <a:close/>
                <a:moveTo>
                  <a:pt x="23557" y="25387"/>
                </a:moveTo>
                <a:cubicBezTo>
                  <a:pt x="22339" y="25407"/>
                  <a:pt x="21133" y="25638"/>
                  <a:pt x="19846" y="25638"/>
                </a:cubicBezTo>
                <a:cubicBezTo>
                  <a:pt x="19175" y="25638"/>
                  <a:pt x="18481" y="25575"/>
                  <a:pt x="17752" y="25387"/>
                </a:cubicBezTo>
                <a:close/>
                <a:moveTo>
                  <a:pt x="34589" y="25802"/>
                </a:moveTo>
                <a:cubicBezTo>
                  <a:pt x="36887" y="25802"/>
                  <a:pt x="39185" y="25841"/>
                  <a:pt x="41479" y="25841"/>
                </a:cubicBezTo>
                <a:cubicBezTo>
                  <a:pt x="42467" y="25841"/>
                  <a:pt x="43453" y="25834"/>
                  <a:pt x="44439" y="25813"/>
                </a:cubicBezTo>
                <a:lnTo>
                  <a:pt x="44439" y="25813"/>
                </a:lnTo>
                <a:cubicBezTo>
                  <a:pt x="41742" y="25986"/>
                  <a:pt x="39039" y="26022"/>
                  <a:pt x="36335" y="26022"/>
                </a:cubicBezTo>
                <a:cubicBezTo>
                  <a:pt x="34389" y="26022"/>
                  <a:pt x="32443" y="26004"/>
                  <a:pt x="30500" y="26004"/>
                </a:cubicBezTo>
                <a:cubicBezTo>
                  <a:pt x="29451" y="26004"/>
                  <a:pt x="28404" y="26009"/>
                  <a:pt x="27357" y="26026"/>
                </a:cubicBezTo>
                <a:cubicBezTo>
                  <a:pt x="29764" y="25846"/>
                  <a:pt x="32176" y="25802"/>
                  <a:pt x="34589" y="25802"/>
                </a:cubicBezTo>
                <a:close/>
                <a:moveTo>
                  <a:pt x="20089" y="0"/>
                </a:moveTo>
                <a:cubicBezTo>
                  <a:pt x="19569" y="0"/>
                  <a:pt x="19046" y="24"/>
                  <a:pt x="18512" y="98"/>
                </a:cubicBezTo>
                <a:cubicBezTo>
                  <a:pt x="16749" y="342"/>
                  <a:pt x="15047" y="615"/>
                  <a:pt x="13345" y="1041"/>
                </a:cubicBezTo>
                <a:cubicBezTo>
                  <a:pt x="12676" y="1223"/>
                  <a:pt x="11916" y="1375"/>
                  <a:pt x="11126" y="1436"/>
                </a:cubicBezTo>
                <a:cubicBezTo>
                  <a:pt x="11044" y="1445"/>
                  <a:pt x="10954" y="1448"/>
                  <a:pt x="10860" y="1448"/>
                </a:cubicBezTo>
                <a:cubicBezTo>
                  <a:pt x="10684" y="1448"/>
                  <a:pt x="10492" y="1437"/>
                  <a:pt x="10305" y="1437"/>
                </a:cubicBezTo>
                <a:cubicBezTo>
                  <a:pt x="9926" y="1437"/>
                  <a:pt x="9566" y="1480"/>
                  <a:pt x="9393" y="1740"/>
                </a:cubicBezTo>
                <a:cubicBezTo>
                  <a:pt x="9393" y="2044"/>
                  <a:pt x="9849" y="1831"/>
                  <a:pt x="9849" y="2104"/>
                </a:cubicBezTo>
                <a:cubicBezTo>
                  <a:pt x="9120" y="2287"/>
                  <a:pt x="8451" y="2560"/>
                  <a:pt x="7843" y="2864"/>
                </a:cubicBezTo>
                <a:cubicBezTo>
                  <a:pt x="5928" y="3867"/>
                  <a:pt x="4043" y="4840"/>
                  <a:pt x="3101" y="6451"/>
                </a:cubicBezTo>
                <a:cubicBezTo>
                  <a:pt x="2189" y="8032"/>
                  <a:pt x="1308" y="9612"/>
                  <a:pt x="730" y="11254"/>
                </a:cubicBezTo>
                <a:cubicBezTo>
                  <a:pt x="183" y="12743"/>
                  <a:pt x="1" y="14293"/>
                  <a:pt x="62" y="15813"/>
                </a:cubicBezTo>
                <a:cubicBezTo>
                  <a:pt x="153" y="17181"/>
                  <a:pt x="518" y="18518"/>
                  <a:pt x="1399" y="19825"/>
                </a:cubicBezTo>
                <a:cubicBezTo>
                  <a:pt x="2524" y="21406"/>
                  <a:pt x="3891" y="22804"/>
                  <a:pt x="6050" y="23868"/>
                </a:cubicBezTo>
                <a:cubicBezTo>
                  <a:pt x="8572" y="25084"/>
                  <a:pt x="11460" y="25752"/>
                  <a:pt x="14439" y="26239"/>
                </a:cubicBezTo>
                <a:cubicBezTo>
                  <a:pt x="14271" y="26473"/>
                  <a:pt x="14012" y="26486"/>
                  <a:pt x="13726" y="26486"/>
                </a:cubicBezTo>
                <a:cubicBezTo>
                  <a:pt x="13690" y="26486"/>
                  <a:pt x="13654" y="26486"/>
                  <a:pt x="13617" y="26486"/>
                </a:cubicBezTo>
                <a:cubicBezTo>
                  <a:pt x="13416" y="26486"/>
                  <a:pt x="13207" y="26492"/>
                  <a:pt x="13010" y="26573"/>
                </a:cubicBezTo>
                <a:cubicBezTo>
                  <a:pt x="13360" y="26873"/>
                  <a:pt x="13812" y="26947"/>
                  <a:pt x="14232" y="26947"/>
                </a:cubicBezTo>
                <a:cubicBezTo>
                  <a:pt x="14323" y="26947"/>
                  <a:pt x="14413" y="26943"/>
                  <a:pt x="14500" y="26938"/>
                </a:cubicBezTo>
                <a:cubicBezTo>
                  <a:pt x="15219" y="26902"/>
                  <a:pt x="15938" y="26894"/>
                  <a:pt x="16658" y="26894"/>
                </a:cubicBezTo>
                <a:cubicBezTo>
                  <a:pt x="17242" y="26894"/>
                  <a:pt x="17826" y="26900"/>
                  <a:pt x="18409" y="26900"/>
                </a:cubicBezTo>
                <a:cubicBezTo>
                  <a:pt x="18960" y="26900"/>
                  <a:pt x="19511" y="26895"/>
                  <a:pt x="20062" y="26877"/>
                </a:cubicBezTo>
                <a:cubicBezTo>
                  <a:pt x="20513" y="26877"/>
                  <a:pt x="20922" y="27021"/>
                  <a:pt x="21375" y="27021"/>
                </a:cubicBezTo>
                <a:cubicBezTo>
                  <a:pt x="21472" y="27021"/>
                  <a:pt x="21571" y="27015"/>
                  <a:pt x="21673" y="26998"/>
                </a:cubicBezTo>
                <a:cubicBezTo>
                  <a:pt x="22919" y="26816"/>
                  <a:pt x="24226" y="26664"/>
                  <a:pt x="25472" y="26664"/>
                </a:cubicBezTo>
                <a:cubicBezTo>
                  <a:pt x="28050" y="26640"/>
                  <a:pt x="30609" y="26466"/>
                  <a:pt x="33163" y="26466"/>
                </a:cubicBezTo>
                <a:cubicBezTo>
                  <a:pt x="33862" y="26466"/>
                  <a:pt x="34561" y="26479"/>
                  <a:pt x="35260" y="26512"/>
                </a:cubicBezTo>
                <a:cubicBezTo>
                  <a:pt x="35723" y="26527"/>
                  <a:pt x="36183" y="26533"/>
                  <a:pt x="36640" y="26533"/>
                </a:cubicBezTo>
                <a:cubicBezTo>
                  <a:pt x="38013" y="26533"/>
                  <a:pt x="39363" y="26482"/>
                  <a:pt x="40731" y="26482"/>
                </a:cubicBezTo>
                <a:cubicBezTo>
                  <a:pt x="41906" y="26482"/>
                  <a:pt x="43095" y="26468"/>
                  <a:pt x="44279" y="26468"/>
                </a:cubicBezTo>
                <a:cubicBezTo>
                  <a:pt x="44872" y="26468"/>
                  <a:pt x="45463" y="26472"/>
                  <a:pt x="46050" y="26482"/>
                </a:cubicBezTo>
                <a:cubicBezTo>
                  <a:pt x="46488" y="26482"/>
                  <a:pt x="46926" y="26551"/>
                  <a:pt x="47368" y="26551"/>
                </a:cubicBezTo>
                <a:cubicBezTo>
                  <a:pt x="47755" y="26551"/>
                  <a:pt x="48146" y="26498"/>
                  <a:pt x="48543" y="26299"/>
                </a:cubicBezTo>
                <a:cubicBezTo>
                  <a:pt x="48117" y="25904"/>
                  <a:pt x="47327" y="26178"/>
                  <a:pt x="46993" y="25813"/>
                </a:cubicBezTo>
                <a:cubicBezTo>
                  <a:pt x="47110" y="25771"/>
                  <a:pt x="47243" y="25764"/>
                  <a:pt x="47384" y="25764"/>
                </a:cubicBezTo>
                <a:cubicBezTo>
                  <a:pt x="47460" y="25764"/>
                  <a:pt x="47537" y="25766"/>
                  <a:pt x="47616" y="25766"/>
                </a:cubicBezTo>
                <a:cubicBezTo>
                  <a:pt x="47925" y="25766"/>
                  <a:pt x="48249" y="25734"/>
                  <a:pt x="48512" y="25418"/>
                </a:cubicBezTo>
                <a:cubicBezTo>
                  <a:pt x="47365" y="25318"/>
                  <a:pt x="46221" y="25287"/>
                  <a:pt x="45082" y="25287"/>
                </a:cubicBezTo>
                <a:cubicBezTo>
                  <a:pt x="43127" y="25287"/>
                  <a:pt x="41182" y="25379"/>
                  <a:pt x="39247" y="25379"/>
                </a:cubicBezTo>
                <a:cubicBezTo>
                  <a:pt x="38189" y="25379"/>
                  <a:pt x="37134" y="25352"/>
                  <a:pt x="36081" y="25266"/>
                </a:cubicBezTo>
                <a:lnTo>
                  <a:pt x="36081" y="25266"/>
                </a:lnTo>
                <a:cubicBezTo>
                  <a:pt x="36249" y="25273"/>
                  <a:pt x="36416" y="25276"/>
                  <a:pt x="36583" y="25276"/>
                </a:cubicBezTo>
                <a:cubicBezTo>
                  <a:pt x="38592" y="25276"/>
                  <a:pt x="40534" y="24808"/>
                  <a:pt x="42555" y="24780"/>
                </a:cubicBezTo>
                <a:cubicBezTo>
                  <a:pt x="43290" y="24780"/>
                  <a:pt x="44044" y="24606"/>
                  <a:pt x="44780" y="24606"/>
                </a:cubicBezTo>
                <a:cubicBezTo>
                  <a:pt x="45353" y="24606"/>
                  <a:pt x="45914" y="24711"/>
                  <a:pt x="46445" y="25084"/>
                </a:cubicBezTo>
                <a:cubicBezTo>
                  <a:pt x="46486" y="25104"/>
                  <a:pt x="46550" y="25111"/>
                  <a:pt x="46629" y="25111"/>
                </a:cubicBezTo>
                <a:cubicBezTo>
                  <a:pt x="46787" y="25111"/>
                  <a:pt x="47003" y="25084"/>
                  <a:pt x="47205" y="25084"/>
                </a:cubicBezTo>
                <a:cubicBezTo>
                  <a:pt x="47093" y="24692"/>
                  <a:pt x="47033" y="24377"/>
                  <a:pt x="47688" y="24377"/>
                </a:cubicBezTo>
                <a:cubicBezTo>
                  <a:pt x="47745" y="24377"/>
                  <a:pt x="47807" y="24380"/>
                  <a:pt x="47874" y="24384"/>
                </a:cubicBezTo>
                <a:cubicBezTo>
                  <a:pt x="47900" y="24386"/>
                  <a:pt x="47925" y="24387"/>
                  <a:pt x="47949" y="24387"/>
                </a:cubicBezTo>
                <a:cubicBezTo>
                  <a:pt x="48289" y="24387"/>
                  <a:pt x="48425" y="24198"/>
                  <a:pt x="48482" y="24141"/>
                </a:cubicBezTo>
                <a:cubicBezTo>
                  <a:pt x="48512" y="23746"/>
                  <a:pt x="48087" y="23928"/>
                  <a:pt x="47965" y="23716"/>
                </a:cubicBezTo>
                <a:cubicBezTo>
                  <a:pt x="51096" y="23199"/>
                  <a:pt x="54379" y="23655"/>
                  <a:pt x="57570" y="23199"/>
                </a:cubicBezTo>
                <a:cubicBezTo>
                  <a:pt x="57266" y="22804"/>
                  <a:pt x="56780" y="22804"/>
                  <a:pt x="56415" y="22682"/>
                </a:cubicBezTo>
                <a:cubicBezTo>
                  <a:pt x="56446" y="22409"/>
                  <a:pt x="56962" y="22500"/>
                  <a:pt x="57054" y="22257"/>
                </a:cubicBezTo>
                <a:cubicBezTo>
                  <a:pt x="57023" y="22135"/>
                  <a:pt x="56537" y="22135"/>
                  <a:pt x="56719" y="22014"/>
                </a:cubicBezTo>
                <a:cubicBezTo>
                  <a:pt x="59972" y="21558"/>
                  <a:pt x="63224" y="21770"/>
                  <a:pt x="66385" y="21071"/>
                </a:cubicBezTo>
                <a:cubicBezTo>
                  <a:pt x="65959" y="20676"/>
                  <a:pt x="65534" y="20676"/>
                  <a:pt x="65260" y="20646"/>
                </a:cubicBezTo>
                <a:cubicBezTo>
                  <a:pt x="65443" y="19977"/>
                  <a:pt x="66142" y="19977"/>
                  <a:pt x="66932" y="19916"/>
                </a:cubicBezTo>
                <a:cubicBezTo>
                  <a:pt x="67510" y="19855"/>
                  <a:pt x="68087" y="19886"/>
                  <a:pt x="68634" y="19825"/>
                </a:cubicBezTo>
                <a:cubicBezTo>
                  <a:pt x="71461" y="19460"/>
                  <a:pt x="74318" y="19217"/>
                  <a:pt x="77176" y="18974"/>
                </a:cubicBezTo>
                <a:cubicBezTo>
                  <a:pt x="77631" y="18944"/>
                  <a:pt x="78118" y="18883"/>
                  <a:pt x="78239" y="18427"/>
                </a:cubicBezTo>
                <a:lnTo>
                  <a:pt x="76233" y="18427"/>
                </a:lnTo>
                <a:cubicBezTo>
                  <a:pt x="76811" y="18214"/>
                  <a:pt x="77479" y="18275"/>
                  <a:pt x="77631" y="17789"/>
                </a:cubicBezTo>
                <a:cubicBezTo>
                  <a:pt x="77084" y="17758"/>
                  <a:pt x="76598" y="17728"/>
                  <a:pt x="76233" y="17728"/>
                </a:cubicBezTo>
                <a:cubicBezTo>
                  <a:pt x="76203" y="16634"/>
                  <a:pt x="74865" y="17029"/>
                  <a:pt x="74166" y="16877"/>
                </a:cubicBezTo>
                <a:cubicBezTo>
                  <a:pt x="75200" y="16390"/>
                  <a:pt x="76963" y="17059"/>
                  <a:pt x="77631" y="15904"/>
                </a:cubicBezTo>
                <a:cubicBezTo>
                  <a:pt x="77449" y="15752"/>
                  <a:pt x="76780" y="15722"/>
                  <a:pt x="77297" y="15387"/>
                </a:cubicBezTo>
                <a:cubicBezTo>
                  <a:pt x="77601" y="15175"/>
                  <a:pt x="77297" y="15023"/>
                  <a:pt x="77024" y="14992"/>
                </a:cubicBezTo>
                <a:cubicBezTo>
                  <a:pt x="76750" y="14931"/>
                  <a:pt x="76446" y="14962"/>
                  <a:pt x="75929" y="14931"/>
                </a:cubicBezTo>
                <a:cubicBezTo>
                  <a:pt x="76537" y="14810"/>
                  <a:pt x="76963" y="14810"/>
                  <a:pt x="77206" y="14567"/>
                </a:cubicBezTo>
                <a:cubicBezTo>
                  <a:pt x="76932" y="14050"/>
                  <a:pt x="76264" y="14172"/>
                  <a:pt x="75625" y="14050"/>
                </a:cubicBezTo>
                <a:cubicBezTo>
                  <a:pt x="76659" y="13959"/>
                  <a:pt x="77236" y="13655"/>
                  <a:pt x="76811" y="12956"/>
                </a:cubicBezTo>
                <a:cubicBezTo>
                  <a:pt x="76867" y="12941"/>
                  <a:pt x="76920" y="12935"/>
                  <a:pt x="76972" y="12935"/>
                </a:cubicBezTo>
                <a:cubicBezTo>
                  <a:pt x="77233" y="12935"/>
                  <a:pt x="77448" y="13093"/>
                  <a:pt x="77673" y="13093"/>
                </a:cubicBezTo>
                <a:cubicBezTo>
                  <a:pt x="77767" y="13093"/>
                  <a:pt x="77863" y="13065"/>
                  <a:pt x="77966" y="12986"/>
                </a:cubicBezTo>
                <a:cubicBezTo>
                  <a:pt x="77905" y="12682"/>
                  <a:pt x="77145" y="12773"/>
                  <a:pt x="77297" y="12348"/>
                </a:cubicBezTo>
                <a:cubicBezTo>
                  <a:pt x="77334" y="12343"/>
                  <a:pt x="77371" y="12341"/>
                  <a:pt x="77408" y="12341"/>
                </a:cubicBezTo>
                <a:cubicBezTo>
                  <a:pt x="77677" y="12341"/>
                  <a:pt x="77971" y="12451"/>
                  <a:pt x="78326" y="12451"/>
                </a:cubicBezTo>
                <a:cubicBezTo>
                  <a:pt x="78537" y="12451"/>
                  <a:pt x="78769" y="12412"/>
                  <a:pt x="79030" y="12287"/>
                </a:cubicBezTo>
                <a:cubicBezTo>
                  <a:pt x="77935" y="12165"/>
                  <a:pt x="77327" y="11649"/>
                  <a:pt x="76385" y="11497"/>
                </a:cubicBezTo>
                <a:cubicBezTo>
                  <a:pt x="75443" y="11314"/>
                  <a:pt x="74470" y="11436"/>
                  <a:pt x="73498" y="11345"/>
                </a:cubicBezTo>
                <a:cubicBezTo>
                  <a:pt x="74592" y="10889"/>
                  <a:pt x="76020" y="11375"/>
                  <a:pt x="76963" y="10737"/>
                </a:cubicBezTo>
                <a:cubicBezTo>
                  <a:pt x="77054" y="10463"/>
                  <a:pt x="76416" y="10433"/>
                  <a:pt x="76659" y="10250"/>
                </a:cubicBezTo>
                <a:cubicBezTo>
                  <a:pt x="76993" y="10007"/>
                  <a:pt x="76568" y="9855"/>
                  <a:pt x="76659" y="9612"/>
                </a:cubicBezTo>
                <a:cubicBezTo>
                  <a:pt x="76932" y="9521"/>
                  <a:pt x="77236" y="9430"/>
                  <a:pt x="77540" y="9339"/>
                </a:cubicBezTo>
                <a:cubicBezTo>
                  <a:pt x="77540" y="9278"/>
                  <a:pt x="77540" y="9217"/>
                  <a:pt x="77540" y="9126"/>
                </a:cubicBezTo>
                <a:cubicBezTo>
                  <a:pt x="75109" y="8913"/>
                  <a:pt x="72586" y="9004"/>
                  <a:pt x="70093" y="8670"/>
                </a:cubicBezTo>
                <a:cubicBezTo>
                  <a:pt x="70306" y="8579"/>
                  <a:pt x="70458" y="8488"/>
                  <a:pt x="70580" y="8427"/>
                </a:cubicBezTo>
                <a:cubicBezTo>
                  <a:pt x="70428" y="8214"/>
                  <a:pt x="70154" y="8214"/>
                  <a:pt x="69941" y="8153"/>
                </a:cubicBezTo>
                <a:cubicBezTo>
                  <a:pt x="69668" y="8032"/>
                  <a:pt x="70245" y="7940"/>
                  <a:pt x="70063" y="7788"/>
                </a:cubicBezTo>
                <a:cubicBezTo>
                  <a:pt x="69972" y="7667"/>
                  <a:pt x="69820" y="7636"/>
                  <a:pt x="69637" y="7606"/>
                </a:cubicBezTo>
                <a:cubicBezTo>
                  <a:pt x="69485" y="7606"/>
                  <a:pt x="69333" y="7629"/>
                  <a:pt x="69185" y="7629"/>
                </a:cubicBezTo>
                <a:cubicBezTo>
                  <a:pt x="69037" y="7629"/>
                  <a:pt x="68893" y="7606"/>
                  <a:pt x="68756" y="7515"/>
                </a:cubicBezTo>
                <a:lnTo>
                  <a:pt x="68756" y="7515"/>
                </a:lnTo>
                <a:cubicBezTo>
                  <a:pt x="68862" y="7528"/>
                  <a:pt x="68968" y="7534"/>
                  <a:pt x="69073" y="7534"/>
                </a:cubicBezTo>
                <a:cubicBezTo>
                  <a:pt x="69692" y="7534"/>
                  <a:pt x="70303" y="7340"/>
                  <a:pt x="70938" y="7340"/>
                </a:cubicBezTo>
                <a:cubicBezTo>
                  <a:pt x="71189" y="7340"/>
                  <a:pt x="71444" y="7370"/>
                  <a:pt x="71704" y="7454"/>
                </a:cubicBezTo>
                <a:cubicBezTo>
                  <a:pt x="71005" y="7150"/>
                  <a:pt x="70336" y="6937"/>
                  <a:pt x="69546" y="6755"/>
                </a:cubicBezTo>
                <a:cubicBezTo>
                  <a:pt x="69342" y="6711"/>
                  <a:pt x="69146" y="6696"/>
                  <a:pt x="68953" y="6696"/>
                </a:cubicBezTo>
                <a:cubicBezTo>
                  <a:pt x="68450" y="6696"/>
                  <a:pt x="67975" y="6803"/>
                  <a:pt x="67475" y="6803"/>
                </a:cubicBezTo>
                <a:cubicBezTo>
                  <a:pt x="67366" y="6803"/>
                  <a:pt x="67257" y="6798"/>
                  <a:pt x="67145" y="6785"/>
                </a:cubicBezTo>
                <a:cubicBezTo>
                  <a:pt x="66279" y="6664"/>
                  <a:pt x="65397" y="6649"/>
                  <a:pt x="64523" y="6649"/>
                </a:cubicBezTo>
                <a:cubicBezTo>
                  <a:pt x="64232" y="6649"/>
                  <a:pt x="63942" y="6650"/>
                  <a:pt x="63653" y="6650"/>
                </a:cubicBezTo>
                <a:cubicBezTo>
                  <a:pt x="63075" y="6650"/>
                  <a:pt x="62505" y="6644"/>
                  <a:pt x="61947" y="6603"/>
                </a:cubicBezTo>
                <a:cubicBezTo>
                  <a:pt x="62011" y="6267"/>
                  <a:pt x="61763" y="6234"/>
                  <a:pt x="61470" y="6234"/>
                </a:cubicBezTo>
                <a:cubicBezTo>
                  <a:pt x="61399" y="6234"/>
                  <a:pt x="61326" y="6236"/>
                  <a:pt x="61253" y="6236"/>
                </a:cubicBezTo>
                <a:cubicBezTo>
                  <a:pt x="61056" y="6236"/>
                  <a:pt x="60867" y="6222"/>
                  <a:pt x="60762" y="6117"/>
                </a:cubicBezTo>
                <a:cubicBezTo>
                  <a:pt x="61583" y="5995"/>
                  <a:pt x="61947" y="5539"/>
                  <a:pt x="62616" y="5083"/>
                </a:cubicBezTo>
                <a:cubicBezTo>
                  <a:pt x="59789" y="4567"/>
                  <a:pt x="56932" y="4810"/>
                  <a:pt x="54257" y="4354"/>
                </a:cubicBezTo>
                <a:cubicBezTo>
                  <a:pt x="55899" y="4293"/>
                  <a:pt x="57540" y="4354"/>
                  <a:pt x="59455" y="4080"/>
                </a:cubicBezTo>
                <a:cubicBezTo>
                  <a:pt x="58573" y="3898"/>
                  <a:pt x="59303" y="3715"/>
                  <a:pt x="59181" y="3563"/>
                </a:cubicBezTo>
                <a:cubicBezTo>
                  <a:pt x="58421" y="3290"/>
                  <a:pt x="57631" y="3381"/>
                  <a:pt x="56902" y="3320"/>
                </a:cubicBezTo>
                <a:cubicBezTo>
                  <a:pt x="57136" y="3112"/>
                  <a:pt x="57408" y="3050"/>
                  <a:pt x="57696" y="3050"/>
                </a:cubicBezTo>
                <a:cubicBezTo>
                  <a:pt x="58120" y="3050"/>
                  <a:pt x="58580" y="3184"/>
                  <a:pt x="59011" y="3184"/>
                </a:cubicBezTo>
                <a:cubicBezTo>
                  <a:pt x="59313" y="3184"/>
                  <a:pt x="59600" y="3118"/>
                  <a:pt x="59850" y="2895"/>
                </a:cubicBezTo>
                <a:cubicBezTo>
                  <a:pt x="59546" y="2652"/>
                  <a:pt x="59181" y="2560"/>
                  <a:pt x="58786" y="2469"/>
                </a:cubicBezTo>
                <a:cubicBezTo>
                  <a:pt x="58603" y="2437"/>
                  <a:pt x="58422" y="2426"/>
                  <a:pt x="58244" y="2426"/>
                </a:cubicBezTo>
                <a:cubicBezTo>
                  <a:pt x="57842" y="2426"/>
                  <a:pt x="57451" y="2482"/>
                  <a:pt x="57070" y="2482"/>
                </a:cubicBezTo>
                <a:cubicBezTo>
                  <a:pt x="56973" y="2482"/>
                  <a:pt x="56876" y="2478"/>
                  <a:pt x="56780" y="2469"/>
                </a:cubicBezTo>
                <a:cubicBezTo>
                  <a:pt x="54713" y="2287"/>
                  <a:pt x="52616" y="2196"/>
                  <a:pt x="50518" y="1983"/>
                </a:cubicBezTo>
                <a:cubicBezTo>
                  <a:pt x="47084" y="1649"/>
                  <a:pt x="43558" y="1588"/>
                  <a:pt x="40093" y="1253"/>
                </a:cubicBezTo>
                <a:cubicBezTo>
                  <a:pt x="37600" y="1041"/>
                  <a:pt x="35169" y="585"/>
                  <a:pt x="32676" y="463"/>
                </a:cubicBezTo>
                <a:cubicBezTo>
                  <a:pt x="31641" y="417"/>
                  <a:pt x="30607" y="249"/>
                  <a:pt x="29585" y="249"/>
                </a:cubicBezTo>
                <a:cubicBezTo>
                  <a:pt x="29256" y="249"/>
                  <a:pt x="28929" y="267"/>
                  <a:pt x="28603" y="311"/>
                </a:cubicBezTo>
                <a:cubicBezTo>
                  <a:pt x="28139" y="371"/>
                  <a:pt x="27680" y="394"/>
                  <a:pt x="27223" y="394"/>
                </a:cubicBezTo>
                <a:cubicBezTo>
                  <a:pt x="25585" y="394"/>
                  <a:pt x="23982" y="92"/>
                  <a:pt x="22342" y="68"/>
                </a:cubicBezTo>
                <a:cubicBezTo>
                  <a:pt x="21586" y="50"/>
                  <a:pt x="20842" y="0"/>
                  <a:pt x="2008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7" name="Google Shape;6307;p20"/>
          <p:cNvGrpSpPr/>
          <p:nvPr/>
        </p:nvGrpSpPr>
        <p:grpSpPr>
          <a:xfrm rot="-2143453">
            <a:off x="-1269698" y="-581725"/>
            <a:ext cx="3222339" cy="1467403"/>
            <a:chOff x="3427375" y="613525"/>
            <a:chExt cx="1481825" cy="674800"/>
          </a:xfrm>
        </p:grpSpPr>
        <p:sp>
          <p:nvSpPr>
            <p:cNvPr id="6308" name="Google Shape;6308;p20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20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20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20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20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20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20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20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20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20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20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20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20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20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20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20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20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20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20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20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20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20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20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20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20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20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20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20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20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20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20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20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20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20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20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20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20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20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20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20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20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20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20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20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20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20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20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20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20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20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20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20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20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20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20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20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20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20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20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20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20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20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20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20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20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20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20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20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20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20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20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20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20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20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20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20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20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20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20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20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20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20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20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20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20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20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20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20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20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20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20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20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20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20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20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20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20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20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20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20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20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20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20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20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20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20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20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20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20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20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20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20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20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20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20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20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20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20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20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20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20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20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20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20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20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20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20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20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20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20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20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20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20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20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20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20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20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20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20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20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20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20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20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20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20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20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20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20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20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20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20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20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20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20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20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20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20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20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20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20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20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20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20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20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20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20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20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20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20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20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20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20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20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20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20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20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20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20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20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20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8" name="Google Shape;6488;p20"/>
          <p:cNvSpPr/>
          <p:nvPr/>
        </p:nvSpPr>
        <p:spPr>
          <a:xfrm rot="-6434087">
            <a:off x="-473530" y="-1524555"/>
            <a:ext cx="2205723" cy="2602652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9" name="Google Shape;6489;p20"/>
          <p:cNvSpPr/>
          <p:nvPr/>
        </p:nvSpPr>
        <p:spPr>
          <a:xfrm rot="-1657332">
            <a:off x="7381092" y="-850784"/>
            <a:ext cx="2205736" cy="260263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1">
    <p:spTree>
      <p:nvGrpSpPr>
        <p:cNvPr id="6490" name="Shape 6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1" name="Google Shape;6491;p21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6492" name="Google Shape;6492;p21"/>
          <p:cNvGrpSpPr/>
          <p:nvPr/>
        </p:nvGrpSpPr>
        <p:grpSpPr>
          <a:xfrm rot="-8548188">
            <a:off x="-1071659" y="-1027315"/>
            <a:ext cx="3222324" cy="1467396"/>
            <a:chOff x="3427375" y="613525"/>
            <a:chExt cx="1481825" cy="674800"/>
          </a:xfrm>
        </p:grpSpPr>
        <p:sp>
          <p:nvSpPr>
            <p:cNvPr id="6493" name="Google Shape;6493;p21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21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21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21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21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21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21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21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21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21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21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21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21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21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21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21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21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21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21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21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21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21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21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21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21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21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21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21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21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21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21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21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21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21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21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21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21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21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21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21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21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21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21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21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21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21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21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21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21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21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21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21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21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21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21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21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21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21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21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21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21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21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21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21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21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21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21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21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21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21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21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21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21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21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21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21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21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21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21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21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21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21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21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21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21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21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21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21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21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21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21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21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21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21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21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21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21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21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21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21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21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21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21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21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21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21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21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21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21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21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21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21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21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21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21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21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21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21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21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21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21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21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21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21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21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21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21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21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21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21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21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21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21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21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21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21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21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21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21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21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21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21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21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21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21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21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21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21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21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21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21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21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21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21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21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21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21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21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21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21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21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21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21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21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21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21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21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21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21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21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21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21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21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21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21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21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21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21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21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21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21"/>
          <p:cNvGrpSpPr/>
          <p:nvPr/>
        </p:nvGrpSpPr>
        <p:grpSpPr>
          <a:xfrm rot="8907227">
            <a:off x="7192843" y="-638067"/>
            <a:ext cx="3222317" cy="1467393"/>
            <a:chOff x="3427375" y="613525"/>
            <a:chExt cx="1481825" cy="674800"/>
          </a:xfrm>
        </p:grpSpPr>
        <p:sp>
          <p:nvSpPr>
            <p:cNvPr id="6674" name="Google Shape;6674;p21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21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21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21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21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21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21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21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21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21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21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21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21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21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21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21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21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21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21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21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21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21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21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21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21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21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21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21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21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21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21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21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21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21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21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21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21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21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21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21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21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21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21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21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21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21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21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21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21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21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21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21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21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21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21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21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21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21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21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21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21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21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21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21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21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21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21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21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21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21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21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21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21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21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21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21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21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21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21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21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21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21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21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21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21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21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21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21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21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21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21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21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21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21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21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21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21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21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21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21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21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21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21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21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21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21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21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21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21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21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21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21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21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21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21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21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21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21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21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21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21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21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21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21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21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21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21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21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21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21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21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21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21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21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21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21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21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21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21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21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21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21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21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21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21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21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21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21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21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21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21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21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21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21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21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21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21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21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21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21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21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21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21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21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21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21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21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21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21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21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21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21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21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21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21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21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21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21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21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21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4" name="Google Shape;6854;p21"/>
          <p:cNvSpPr/>
          <p:nvPr/>
        </p:nvSpPr>
        <p:spPr>
          <a:xfrm>
            <a:off x="-541050" y="4425700"/>
            <a:ext cx="3342484" cy="871875"/>
          </a:xfrm>
          <a:custGeom>
            <a:rect b="b" l="l" r="r" t="t"/>
            <a:pathLst>
              <a:path extrusionOk="0" h="34875" w="69242">
                <a:moveTo>
                  <a:pt x="63776" y="6151"/>
                </a:moveTo>
                <a:cubicBezTo>
                  <a:pt x="64247" y="6151"/>
                  <a:pt x="64728" y="6322"/>
                  <a:pt x="65017" y="6665"/>
                </a:cubicBezTo>
                <a:cubicBezTo>
                  <a:pt x="64907" y="6630"/>
                  <a:pt x="64794" y="6617"/>
                  <a:pt x="64677" y="6617"/>
                </a:cubicBezTo>
                <a:cubicBezTo>
                  <a:pt x="64355" y="6617"/>
                  <a:pt x="64012" y="6716"/>
                  <a:pt x="63681" y="6716"/>
                </a:cubicBezTo>
                <a:cubicBezTo>
                  <a:pt x="63403" y="6716"/>
                  <a:pt x="63133" y="6647"/>
                  <a:pt x="62889" y="6392"/>
                </a:cubicBezTo>
                <a:cubicBezTo>
                  <a:pt x="63136" y="6231"/>
                  <a:pt x="63453" y="6151"/>
                  <a:pt x="63776" y="6151"/>
                </a:cubicBezTo>
                <a:close/>
                <a:moveTo>
                  <a:pt x="61488" y="6386"/>
                </a:moveTo>
                <a:cubicBezTo>
                  <a:pt x="61785" y="6386"/>
                  <a:pt x="62081" y="6457"/>
                  <a:pt x="62368" y="6457"/>
                </a:cubicBezTo>
                <a:cubicBezTo>
                  <a:pt x="62452" y="6457"/>
                  <a:pt x="62535" y="6451"/>
                  <a:pt x="62617" y="6435"/>
                </a:cubicBezTo>
                <a:lnTo>
                  <a:pt x="62617" y="6435"/>
                </a:lnTo>
                <a:cubicBezTo>
                  <a:pt x="62209" y="6532"/>
                  <a:pt x="61812" y="6776"/>
                  <a:pt x="61370" y="6776"/>
                </a:cubicBezTo>
                <a:cubicBezTo>
                  <a:pt x="61177" y="6776"/>
                  <a:pt x="60976" y="6729"/>
                  <a:pt x="60762" y="6604"/>
                </a:cubicBezTo>
                <a:cubicBezTo>
                  <a:pt x="61001" y="6433"/>
                  <a:pt x="61245" y="6386"/>
                  <a:pt x="61488" y="6386"/>
                </a:cubicBezTo>
                <a:close/>
                <a:moveTo>
                  <a:pt x="60647" y="19297"/>
                </a:moveTo>
                <a:cubicBezTo>
                  <a:pt x="60798" y="19297"/>
                  <a:pt x="60966" y="19329"/>
                  <a:pt x="61157" y="19401"/>
                </a:cubicBezTo>
                <a:cubicBezTo>
                  <a:pt x="61318" y="19463"/>
                  <a:pt x="61510" y="19474"/>
                  <a:pt x="61718" y="19474"/>
                </a:cubicBezTo>
                <a:cubicBezTo>
                  <a:pt x="61838" y="19474"/>
                  <a:pt x="61963" y="19471"/>
                  <a:pt x="62090" y="19471"/>
                </a:cubicBezTo>
                <a:cubicBezTo>
                  <a:pt x="62283" y="19471"/>
                  <a:pt x="62482" y="19479"/>
                  <a:pt x="62677" y="19522"/>
                </a:cubicBezTo>
                <a:cubicBezTo>
                  <a:pt x="62363" y="20131"/>
                  <a:pt x="61737" y="20448"/>
                  <a:pt x="60967" y="20448"/>
                </a:cubicBezTo>
                <a:cubicBezTo>
                  <a:pt x="60468" y="20448"/>
                  <a:pt x="59907" y="20314"/>
                  <a:pt x="59333" y="20039"/>
                </a:cubicBezTo>
                <a:cubicBezTo>
                  <a:pt x="59762" y="19706"/>
                  <a:pt x="60097" y="19297"/>
                  <a:pt x="60647" y="19297"/>
                </a:cubicBezTo>
                <a:close/>
                <a:moveTo>
                  <a:pt x="4925" y="24477"/>
                </a:moveTo>
                <a:cubicBezTo>
                  <a:pt x="5897" y="24477"/>
                  <a:pt x="6779" y="24629"/>
                  <a:pt x="7600" y="25146"/>
                </a:cubicBezTo>
                <a:cubicBezTo>
                  <a:pt x="7464" y="25127"/>
                  <a:pt x="7330" y="25120"/>
                  <a:pt x="7197" y="25120"/>
                </a:cubicBezTo>
                <a:cubicBezTo>
                  <a:pt x="6754" y="25120"/>
                  <a:pt x="6324" y="25200"/>
                  <a:pt x="5900" y="25200"/>
                </a:cubicBezTo>
                <a:cubicBezTo>
                  <a:pt x="5624" y="25200"/>
                  <a:pt x="5350" y="25166"/>
                  <a:pt x="5077" y="25054"/>
                </a:cubicBezTo>
                <a:cubicBezTo>
                  <a:pt x="4985" y="24781"/>
                  <a:pt x="5320" y="24963"/>
                  <a:pt x="5350" y="24811"/>
                </a:cubicBezTo>
                <a:cubicBezTo>
                  <a:pt x="5229" y="24720"/>
                  <a:pt x="5107" y="24629"/>
                  <a:pt x="4925" y="24477"/>
                </a:cubicBezTo>
                <a:close/>
                <a:moveTo>
                  <a:pt x="43436" y="27456"/>
                </a:moveTo>
                <a:cubicBezTo>
                  <a:pt x="43141" y="27536"/>
                  <a:pt x="42941" y="27806"/>
                  <a:pt x="42668" y="27806"/>
                </a:cubicBezTo>
                <a:cubicBezTo>
                  <a:pt x="42632" y="27806"/>
                  <a:pt x="42594" y="27801"/>
                  <a:pt x="42555" y="27790"/>
                </a:cubicBezTo>
                <a:lnTo>
                  <a:pt x="42555" y="27790"/>
                </a:lnTo>
                <a:cubicBezTo>
                  <a:pt x="42585" y="28155"/>
                  <a:pt x="42585" y="28459"/>
                  <a:pt x="42980" y="28611"/>
                </a:cubicBezTo>
                <a:cubicBezTo>
                  <a:pt x="43098" y="28640"/>
                  <a:pt x="43357" y="29038"/>
                  <a:pt x="42827" y="29038"/>
                </a:cubicBezTo>
                <a:cubicBezTo>
                  <a:pt x="42808" y="29038"/>
                  <a:pt x="42788" y="29037"/>
                  <a:pt x="42767" y="29036"/>
                </a:cubicBezTo>
                <a:lnTo>
                  <a:pt x="42767" y="29036"/>
                </a:lnTo>
                <a:cubicBezTo>
                  <a:pt x="42950" y="29188"/>
                  <a:pt x="43071" y="29279"/>
                  <a:pt x="43193" y="29371"/>
                </a:cubicBezTo>
                <a:cubicBezTo>
                  <a:pt x="43223" y="29462"/>
                  <a:pt x="43132" y="29462"/>
                  <a:pt x="43102" y="29462"/>
                </a:cubicBezTo>
                <a:cubicBezTo>
                  <a:pt x="42857" y="29579"/>
                  <a:pt x="42619" y="29624"/>
                  <a:pt x="42386" y="29624"/>
                </a:cubicBezTo>
                <a:cubicBezTo>
                  <a:pt x="41895" y="29624"/>
                  <a:pt x="41428" y="29424"/>
                  <a:pt x="40974" y="29279"/>
                </a:cubicBezTo>
                <a:cubicBezTo>
                  <a:pt x="40123" y="29006"/>
                  <a:pt x="39302" y="28823"/>
                  <a:pt x="38421" y="28823"/>
                </a:cubicBezTo>
                <a:cubicBezTo>
                  <a:pt x="38330" y="28580"/>
                  <a:pt x="38512" y="28428"/>
                  <a:pt x="38542" y="28246"/>
                </a:cubicBezTo>
                <a:cubicBezTo>
                  <a:pt x="38390" y="28033"/>
                  <a:pt x="38056" y="28033"/>
                  <a:pt x="37934" y="27638"/>
                </a:cubicBezTo>
                <a:lnTo>
                  <a:pt x="37934" y="27638"/>
                </a:lnTo>
                <a:cubicBezTo>
                  <a:pt x="38204" y="27651"/>
                  <a:pt x="38471" y="27657"/>
                  <a:pt x="38737" y="27657"/>
                </a:cubicBezTo>
                <a:cubicBezTo>
                  <a:pt x="40332" y="27657"/>
                  <a:pt x="41873" y="27456"/>
                  <a:pt x="43436" y="27456"/>
                </a:cubicBezTo>
                <a:close/>
                <a:moveTo>
                  <a:pt x="39241" y="30769"/>
                </a:moveTo>
                <a:cubicBezTo>
                  <a:pt x="39728" y="30982"/>
                  <a:pt x="40396" y="30678"/>
                  <a:pt x="40944" y="31437"/>
                </a:cubicBezTo>
                <a:cubicBezTo>
                  <a:pt x="40214" y="31255"/>
                  <a:pt x="39697" y="31103"/>
                  <a:pt x="39181" y="30951"/>
                </a:cubicBezTo>
                <a:cubicBezTo>
                  <a:pt x="39211" y="30890"/>
                  <a:pt x="39211" y="30830"/>
                  <a:pt x="39241" y="30769"/>
                </a:cubicBezTo>
                <a:close/>
                <a:moveTo>
                  <a:pt x="37589" y="0"/>
                </a:moveTo>
                <a:cubicBezTo>
                  <a:pt x="36735" y="0"/>
                  <a:pt x="35889" y="233"/>
                  <a:pt x="35031" y="233"/>
                </a:cubicBezTo>
                <a:cubicBezTo>
                  <a:pt x="34925" y="233"/>
                  <a:pt x="34819" y="229"/>
                  <a:pt x="34712" y="221"/>
                </a:cubicBezTo>
                <a:cubicBezTo>
                  <a:pt x="34241" y="172"/>
                  <a:pt x="33769" y="122"/>
                  <a:pt x="33314" y="122"/>
                </a:cubicBezTo>
                <a:cubicBezTo>
                  <a:pt x="33212" y="122"/>
                  <a:pt x="33111" y="124"/>
                  <a:pt x="33010" y="130"/>
                </a:cubicBezTo>
                <a:cubicBezTo>
                  <a:pt x="31521" y="191"/>
                  <a:pt x="30032" y="221"/>
                  <a:pt x="28542" y="221"/>
                </a:cubicBezTo>
                <a:cubicBezTo>
                  <a:pt x="26776" y="221"/>
                  <a:pt x="25010" y="497"/>
                  <a:pt x="23245" y="497"/>
                </a:cubicBezTo>
                <a:cubicBezTo>
                  <a:pt x="23156" y="497"/>
                  <a:pt x="23068" y="496"/>
                  <a:pt x="22980" y="495"/>
                </a:cubicBezTo>
                <a:cubicBezTo>
                  <a:pt x="22300" y="495"/>
                  <a:pt x="21631" y="442"/>
                  <a:pt x="20961" y="442"/>
                </a:cubicBezTo>
                <a:cubicBezTo>
                  <a:pt x="20491" y="442"/>
                  <a:pt x="20021" y="468"/>
                  <a:pt x="19545" y="556"/>
                </a:cubicBezTo>
                <a:cubicBezTo>
                  <a:pt x="19059" y="647"/>
                  <a:pt x="18603" y="890"/>
                  <a:pt x="18086" y="920"/>
                </a:cubicBezTo>
                <a:cubicBezTo>
                  <a:pt x="16384" y="951"/>
                  <a:pt x="14682" y="1012"/>
                  <a:pt x="12980" y="1042"/>
                </a:cubicBezTo>
                <a:cubicBezTo>
                  <a:pt x="11723" y="1042"/>
                  <a:pt x="10453" y="1028"/>
                  <a:pt x="9188" y="1028"/>
                </a:cubicBezTo>
                <a:cubicBezTo>
                  <a:pt x="8555" y="1028"/>
                  <a:pt x="7924" y="1032"/>
                  <a:pt x="7296" y="1042"/>
                </a:cubicBezTo>
                <a:cubicBezTo>
                  <a:pt x="6049" y="1072"/>
                  <a:pt x="4773" y="1072"/>
                  <a:pt x="3557" y="1467"/>
                </a:cubicBezTo>
                <a:cubicBezTo>
                  <a:pt x="3314" y="1559"/>
                  <a:pt x="2919" y="1498"/>
                  <a:pt x="2888" y="1954"/>
                </a:cubicBezTo>
                <a:cubicBezTo>
                  <a:pt x="3800" y="2714"/>
                  <a:pt x="4742" y="2774"/>
                  <a:pt x="6019" y="3018"/>
                </a:cubicBezTo>
                <a:cubicBezTo>
                  <a:pt x="5628" y="3478"/>
                  <a:pt x="5080" y="3642"/>
                  <a:pt x="4574" y="3642"/>
                </a:cubicBezTo>
                <a:cubicBezTo>
                  <a:pt x="4411" y="3642"/>
                  <a:pt x="4252" y="3625"/>
                  <a:pt x="4104" y="3595"/>
                </a:cubicBezTo>
                <a:cubicBezTo>
                  <a:pt x="3986" y="3572"/>
                  <a:pt x="3876" y="3561"/>
                  <a:pt x="3771" y="3561"/>
                </a:cubicBezTo>
                <a:cubicBezTo>
                  <a:pt x="3200" y="3561"/>
                  <a:pt x="2799" y="3871"/>
                  <a:pt x="2311" y="4051"/>
                </a:cubicBezTo>
                <a:cubicBezTo>
                  <a:pt x="2280" y="3778"/>
                  <a:pt x="2189" y="3474"/>
                  <a:pt x="2189" y="3200"/>
                </a:cubicBezTo>
                <a:cubicBezTo>
                  <a:pt x="2189" y="2653"/>
                  <a:pt x="2219" y="2653"/>
                  <a:pt x="2007" y="2501"/>
                </a:cubicBezTo>
                <a:cubicBezTo>
                  <a:pt x="1855" y="2562"/>
                  <a:pt x="1885" y="2805"/>
                  <a:pt x="1824" y="2835"/>
                </a:cubicBezTo>
                <a:cubicBezTo>
                  <a:pt x="1004" y="3413"/>
                  <a:pt x="1125" y="4477"/>
                  <a:pt x="548" y="5176"/>
                </a:cubicBezTo>
                <a:cubicBezTo>
                  <a:pt x="487" y="5267"/>
                  <a:pt x="457" y="5388"/>
                  <a:pt x="457" y="5510"/>
                </a:cubicBezTo>
                <a:cubicBezTo>
                  <a:pt x="365" y="7303"/>
                  <a:pt x="244" y="9066"/>
                  <a:pt x="305" y="10860"/>
                </a:cubicBezTo>
                <a:cubicBezTo>
                  <a:pt x="365" y="11863"/>
                  <a:pt x="335" y="12896"/>
                  <a:pt x="305" y="13899"/>
                </a:cubicBezTo>
                <a:cubicBezTo>
                  <a:pt x="305" y="14993"/>
                  <a:pt x="335" y="16057"/>
                  <a:pt x="213" y="17152"/>
                </a:cubicBezTo>
                <a:cubicBezTo>
                  <a:pt x="1" y="18702"/>
                  <a:pt x="426" y="20161"/>
                  <a:pt x="1004" y="21589"/>
                </a:cubicBezTo>
                <a:cubicBezTo>
                  <a:pt x="1247" y="22197"/>
                  <a:pt x="1764" y="22866"/>
                  <a:pt x="1064" y="23504"/>
                </a:cubicBezTo>
                <a:cubicBezTo>
                  <a:pt x="1034" y="23565"/>
                  <a:pt x="1004" y="23656"/>
                  <a:pt x="1034" y="23717"/>
                </a:cubicBezTo>
                <a:cubicBezTo>
                  <a:pt x="1490" y="24325"/>
                  <a:pt x="1277" y="25146"/>
                  <a:pt x="1672" y="25814"/>
                </a:cubicBezTo>
                <a:cubicBezTo>
                  <a:pt x="1794" y="26027"/>
                  <a:pt x="2098" y="26270"/>
                  <a:pt x="1946" y="26635"/>
                </a:cubicBezTo>
                <a:cubicBezTo>
                  <a:pt x="1794" y="26665"/>
                  <a:pt x="1642" y="26696"/>
                  <a:pt x="1490" y="26726"/>
                </a:cubicBezTo>
                <a:cubicBezTo>
                  <a:pt x="1703" y="27121"/>
                  <a:pt x="1247" y="27243"/>
                  <a:pt x="1156" y="27486"/>
                </a:cubicBezTo>
                <a:cubicBezTo>
                  <a:pt x="1277" y="27881"/>
                  <a:pt x="1672" y="27881"/>
                  <a:pt x="1976" y="28094"/>
                </a:cubicBezTo>
                <a:cubicBezTo>
                  <a:pt x="1794" y="28580"/>
                  <a:pt x="1095" y="28763"/>
                  <a:pt x="1216" y="29340"/>
                </a:cubicBezTo>
                <a:cubicBezTo>
                  <a:pt x="1520" y="29918"/>
                  <a:pt x="2584" y="29431"/>
                  <a:pt x="2645" y="30434"/>
                </a:cubicBezTo>
                <a:cubicBezTo>
                  <a:pt x="2485" y="30422"/>
                  <a:pt x="2326" y="30414"/>
                  <a:pt x="2169" y="30414"/>
                </a:cubicBezTo>
                <a:cubicBezTo>
                  <a:pt x="1581" y="30414"/>
                  <a:pt x="1021" y="30518"/>
                  <a:pt x="517" y="30830"/>
                </a:cubicBezTo>
                <a:cubicBezTo>
                  <a:pt x="305" y="30951"/>
                  <a:pt x="153" y="31042"/>
                  <a:pt x="183" y="31286"/>
                </a:cubicBezTo>
                <a:cubicBezTo>
                  <a:pt x="305" y="31772"/>
                  <a:pt x="1399" y="32653"/>
                  <a:pt x="1916" y="32653"/>
                </a:cubicBezTo>
                <a:cubicBezTo>
                  <a:pt x="2919" y="32653"/>
                  <a:pt x="3922" y="32441"/>
                  <a:pt x="4925" y="32380"/>
                </a:cubicBezTo>
                <a:cubicBezTo>
                  <a:pt x="5606" y="32336"/>
                  <a:pt x="6292" y="32328"/>
                  <a:pt x="6980" y="32328"/>
                </a:cubicBezTo>
                <a:cubicBezTo>
                  <a:pt x="7435" y="32328"/>
                  <a:pt x="7891" y="32332"/>
                  <a:pt x="8348" y="32332"/>
                </a:cubicBezTo>
                <a:cubicBezTo>
                  <a:pt x="9140" y="32332"/>
                  <a:pt x="9935" y="32320"/>
                  <a:pt x="10730" y="32258"/>
                </a:cubicBezTo>
                <a:cubicBezTo>
                  <a:pt x="11023" y="32232"/>
                  <a:pt x="11321" y="32221"/>
                  <a:pt x="11621" y="32221"/>
                </a:cubicBezTo>
                <a:cubicBezTo>
                  <a:pt x="12379" y="32221"/>
                  <a:pt x="13151" y="32293"/>
                  <a:pt x="13891" y="32380"/>
                </a:cubicBezTo>
                <a:cubicBezTo>
                  <a:pt x="14591" y="32471"/>
                  <a:pt x="15350" y="32501"/>
                  <a:pt x="16080" y="32836"/>
                </a:cubicBezTo>
                <a:cubicBezTo>
                  <a:pt x="15928" y="32905"/>
                  <a:pt x="15795" y="32924"/>
                  <a:pt x="15672" y="32924"/>
                </a:cubicBezTo>
                <a:cubicBezTo>
                  <a:pt x="15525" y="32924"/>
                  <a:pt x="15392" y="32896"/>
                  <a:pt x="15259" y="32896"/>
                </a:cubicBezTo>
                <a:cubicBezTo>
                  <a:pt x="14487" y="32910"/>
                  <a:pt x="13708" y="32936"/>
                  <a:pt x="12932" y="32936"/>
                </a:cubicBezTo>
                <a:cubicBezTo>
                  <a:pt x="11967" y="32936"/>
                  <a:pt x="11005" y="32896"/>
                  <a:pt x="10062" y="32745"/>
                </a:cubicBezTo>
                <a:cubicBezTo>
                  <a:pt x="9509" y="32666"/>
                  <a:pt x="8956" y="32587"/>
                  <a:pt x="8403" y="32587"/>
                </a:cubicBezTo>
                <a:cubicBezTo>
                  <a:pt x="8318" y="32587"/>
                  <a:pt x="8232" y="32588"/>
                  <a:pt x="8147" y="32593"/>
                </a:cubicBezTo>
                <a:cubicBezTo>
                  <a:pt x="7843" y="32593"/>
                  <a:pt x="7812" y="32714"/>
                  <a:pt x="7721" y="32836"/>
                </a:cubicBezTo>
                <a:cubicBezTo>
                  <a:pt x="7934" y="32988"/>
                  <a:pt x="8177" y="33079"/>
                  <a:pt x="8329" y="33231"/>
                </a:cubicBezTo>
                <a:cubicBezTo>
                  <a:pt x="9059" y="34082"/>
                  <a:pt x="9970" y="34538"/>
                  <a:pt x="11095" y="34599"/>
                </a:cubicBezTo>
                <a:cubicBezTo>
                  <a:pt x="11165" y="34601"/>
                  <a:pt x="11235" y="34602"/>
                  <a:pt x="11304" y="34602"/>
                </a:cubicBezTo>
                <a:cubicBezTo>
                  <a:pt x="11706" y="34602"/>
                  <a:pt x="12107" y="34567"/>
                  <a:pt x="12500" y="34567"/>
                </a:cubicBezTo>
                <a:cubicBezTo>
                  <a:pt x="12871" y="34567"/>
                  <a:pt x="13235" y="34598"/>
                  <a:pt x="13587" y="34720"/>
                </a:cubicBezTo>
                <a:cubicBezTo>
                  <a:pt x="13923" y="34851"/>
                  <a:pt x="14259" y="34867"/>
                  <a:pt x="14594" y="34867"/>
                </a:cubicBezTo>
                <a:cubicBezTo>
                  <a:pt x="14705" y="34867"/>
                  <a:pt x="14815" y="34865"/>
                  <a:pt x="14926" y="34865"/>
                </a:cubicBezTo>
                <a:cubicBezTo>
                  <a:pt x="15027" y="34865"/>
                  <a:pt x="15128" y="34867"/>
                  <a:pt x="15229" y="34872"/>
                </a:cubicBezTo>
                <a:cubicBezTo>
                  <a:pt x="15262" y="34874"/>
                  <a:pt x="15295" y="34874"/>
                  <a:pt x="15328" y="34874"/>
                </a:cubicBezTo>
                <a:cubicBezTo>
                  <a:pt x="16019" y="34874"/>
                  <a:pt x="16686" y="34597"/>
                  <a:pt x="17352" y="34597"/>
                </a:cubicBezTo>
                <a:cubicBezTo>
                  <a:pt x="17384" y="34597"/>
                  <a:pt x="17416" y="34597"/>
                  <a:pt x="17448" y="34599"/>
                </a:cubicBezTo>
                <a:cubicBezTo>
                  <a:pt x="17611" y="34605"/>
                  <a:pt x="17775" y="34608"/>
                  <a:pt x="17939" y="34608"/>
                </a:cubicBezTo>
                <a:cubicBezTo>
                  <a:pt x="19325" y="34608"/>
                  <a:pt x="20709" y="34391"/>
                  <a:pt x="22068" y="34173"/>
                </a:cubicBezTo>
                <a:cubicBezTo>
                  <a:pt x="23177" y="33997"/>
                  <a:pt x="24286" y="33778"/>
                  <a:pt x="25378" y="33778"/>
                </a:cubicBezTo>
                <a:cubicBezTo>
                  <a:pt x="25603" y="33778"/>
                  <a:pt x="25827" y="33788"/>
                  <a:pt x="26050" y="33808"/>
                </a:cubicBezTo>
                <a:cubicBezTo>
                  <a:pt x="26240" y="33832"/>
                  <a:pt x="26428" y="33841"/>
                  <a:pt x="26615" y="33841"/>
                </a:cubicBezTo>
                <a:cubicBezTo>
                  <a:pt x="27615" y="33841"/>
                  <a:pt x="28584" y="33564"/>
                  <a:pt x="29571" y="33564"/>
                </a:cubicBezTo>
                <a:cubicBezTo>
                  <a:pt x="29613" y="33564"/>
                  <a:pt x="29655" y="33564"/>
                  <a:pt x="29697" y="33565"/>
                </a:cubicBezTo>
                <a:cubicBezTo>
                  <a:pt x="29978" y="33583"/>
                  <a:pt x="30279" y="33600"/>
                  <a:pt x="30577" y="33600"/>
                </a:cubicBezTo>
                <a:cubicBezTo>
                  <a:pt x="30795" y="33600"/>
                  <a:pt x="31011" y="33591"/>
                  <a:pt x="31217" y="33565"/>
                </a:cubicBezTo>
                <a:cubicBezTo>
                  <a:pt x="32615" y="33474"/>
                  <a:pt x="34044" y="33322"/>
                  <a:pt x="35442" y="33322"/>
                </a:cubicBezTo>
                <a:cubicBezTo>
                  <a:pt x="35746" y="33322"/>
                  <a:pt x="36050" y="33261"/>
                  <a:pt x="36323" y="33231"/>
                </a:cubicBezTo>
                <a:cubicBezTo>
                  <a:pt x="36668" y="33231"/>
                  <a:pt x="37014" y="32987"/>
                  <a:pt x="37359" y="32987"/>
                </a:cubicBezTo>
                <a:cubicBezTo>
                  <a:pt x="37469" y="32987"/>
                  <a:pt x="37580" y="33012"/>
                  <a:pt x="37691" y="33079"/>
                </a:cubicBezTo>
                <a:cubicBezTo>
                  <a:pt x="38056" y="33352"/>
                  <a:pt x="38482" y="33292"/>
                  <a:pt x="38877" y="33352"/>
                </a:cubicBezTo>
                <a:cubicBezTo>
                  <a:pt x="38927" y="33360"/>
                  <a:pt x="38976" y="33363"/>
                  <a:pt x="39024" y="33363"/>
                </a:cubicBezTo>
                <a:cubicBezTo>
                  <a:pt x="39303" y="33363"/>
                  <a:pt x="39548" y="33250"/>
                  <a:pt x="39844" y="33250"/>
                </a:cubicBezTo>
                <a:cubicBezTo>
                  <a:pt x="39895" y="33250"/>
                  <a:pt x="39947" y="33253"/>
                  <a:pt x="40001" y="33261"/>
                </a:cubicBezTo>
                <a:cubicBezTo>
                  <a:pt x="41215" y="33435"/>
                  <a:pt x="42388" y="33850"/>
                  <a:pt x="43636" y="33850"/>
                </a:cubicBezTo>
                <a:cubicBezTo>
                  <a:pt x="43920" y="33850"/>
                  <a:pt x="44207" y="33829"/>
                  <a:pt x="44500" y="33778"/>
                </a:cubicBezTo>
                <a:cubicBezTo>
                  <a:pt x="45351" y="33626"/>
                  <a:pt x="46232" y="33839"/>
                  <a:pt x="47084" y="33504"/>
                </a:cubicBezTo>
                <a:cubicBezTo>
                  <a:pt x="46871" y="32349"/>
                  <a:pt x="45625" y="32319"/>
                  <a:pt x="44956" y="31498"/>
                </a:cubicBezTo>
                <a:lnTo>
                  <a:pt x="44956" y="31498"/>
                </a:lnTo>
                <a:cubicBezTo>
                  <a:pt x="45109" y="31519"/>
                  <a:pt x="45257" y="31530"/>
                  <a:pt x="45398" y="31530"/>
                </a:cubicBezTo>
                <a:cubicBezTo>
                  <a:pt x="46070" y="31530"/>
                  <a:pt x="46623" y="31303"/>
                  <a:pt x="47175" y="30951"/>
                </a:cubicBezTo>
                <a:cubicBezTo>
                  <a:pt x="46658" y="30130"/>
                  <a:pt x="45746" y="30009"/>
                  <a:pt x="45017" y="29583"/>
                </a:cubicBezTo>
                <a:cubicBezTo>
                  <a:pt x="45290" y="29188"/>
                  <a:pt x="45685" y="29371"/>
                  <a:pt x="46020" y="29279"/>
                </a:cubicBezTo>
                <a:cubicBezTo>
                  <a:pt x="46111" y="28307"/>
                  <a:pt x="45898" y="27912"/>
                  <a:pt x="44895" y="27364"/>
                </a:cubicBezTo>
                <a:cubicBezTo>
                  <a:pt x="45057" y="27364"/>
                  <a:pt x="45192" y="27351"/>
                  <a:pt x="45318" y="27351"/>
                </a:cubicBezTo>
                <a:cubicBezTo>
                  <a:pt x="45381" y="27351"/>
                  <a:pt x="45442" y="27354"/>
                  <a:pt x="45503" y="27364"/>
                </a:cubicBezTo>
                <a:cubicBezTo>
                  <a:pt x="46099" y="27486"/>
                  <a:pt x="46694" y="27530"/>
                  <a:pt x="47290" y="27530"/>
                </a:cubicBezTo>
                <a:cubicBezTo>
                  <a:pt x="48031" y="27530"/>
                  <a:pt x="48773" y="27462"/>
                  <a:pt x="49515" y="27395"/>
                </a:cubicBezTo>
                <a:cubicBezTo>
                  <a:pt x="49800" y="27371"/>
                  <a:pt x="50067" y="27236"/>
                  <a:pt x="50358" y="27236"/>
                </a:cubicBezTo>
                <a:cubicBezTo>
                  <a:pt x="50439" y="27236"/>
                  <a:pt x="50523" y="27247"/>
                  <a:pt x="50609" y="27273"/>
                </a:cubicBezTo>
                <a:cubicBezTo>
                  <a:pt x="51187" y="27425"/>
                  <a:pt x="51795" y="27516"/>
                  <a:pt x="52403" y="27516"/>
                </a:cubicBezTo>
                <a:cubicBezTo>
                  <a:pt x="53223" y="27516"/>
                  <a:pt x="53983" y="27273"/>
                  <a:pt x="54774" y="27243"/>
                </a:cubicBezTo>
                <a:cubicBezTo>
                  <a:pt x="56810" y="27182"/>
                  <a:pt x="58847" y="27273"/>
                  <a:pt x="60883" y="27091"/>
                </a:cubicBezTo>
                <a:cubicBezTo>
                  <a:pt x="61390" y="27050"/>
                  <a:pt x="61893" y="27040"/>
                  <a:pt x="62394" y="27040"/>
                </a:cubicBezTo>
                <a:cubicBezTo>
                  <a:pt x="62895" y="27040"/>
                  <a:pt x="63394" y="27050"/>
                  <a:pt x="63891" y="27050"/>
                </a:cubicBezTo>
                <a:cubicBezTo>
                  <a:pt x="64389" y="27050"/>
                  <a:pt x="64885" y="27040"/>
                  <a:pt x="65382" y="27000"/>
                </a:cubicBezTo>
                <a:cubicBezTo>
                  <a:pt x="66598" y="26909"/>
                  <a:pt x="67753" y="26787"/>
                  <a:pt x="68847" y="26361"/>
                </a:cubicBezTo>
                <a:cubicBezTo>
                  <a:pt x="68816" y="26088"/>
                  <a:pt x="68786" y="25845"/>
                  <a:pt x="68786" y="25723"/>
                </a:cubicBezTo>
                <a:cubicBezTo>
                  <a:pt x="67935" y="25054"/>
                  <a:pt x="66841" y="25480"/>
                  <a:pt x="66081" y="24781"/>
                </a:cubicBezTo>
                <a:cubicBezTo>
                  <a:pt x="66415" y="24447"/>
                  <a:pt x="66871" y="24477"/>
                  <a:pt x="67266" y="24355"/>
                </a:cubicBezTo>
                <a:cubicBezTo>
                  <a:pt x="67844" y="24143"/>
                  <a:pt x="68026" y="23839"/>
                  <a:pt x="67661" y="23383"/>
                </a:cubicBezTo>
                <a:cubicBezTo>
                  <a:pt x="67509" y="23187"/>
                  <a:pt x="67279" y="23100"/>
                  <a:pt x="67026" y="23100"/>
                </a:cubicBezTo>
                <a:cubicBezTo>
                  <a:pt x="66926" y="23100"/>
                  <a:pt x="66823" y="23114"/>
                  <a:pt x="66719" y="23140"/>
                </a:cubicBezTo>
                <a:cubicBezTo>
                  <a:pt x="66573" y="23184"/>
                  <a:pt x="66427" y="23217"/>
                  <a:pt x="66279" y="23217"/>
                </a:cubicBezTo>
                <a:cubicBezTo>
                  <a:pt x="66027" y="23217"/>
                  <a:pt x="65771" y="23123"/>
                  <a:pt x="65503" y="22836"/>
                </a:cubicBezTo>
                <a:cubicBezTo>
                  <a:pt x="66202" y="22744"/>
                  <a:pt x="66233" y="22045"/>
                  <a:pt x="66719" y="21832"/>
                </a:cubicBezTo>
                <a:cubicBezTo>
                  <a:pt x="66902" y="21741"/>
                  <a:pt x="66902" y="21529"/>
                  <a:pt x="66841" y="21498"/>
                </a:cubicBezTo>
                <a:cubicBezTo>
                  <a:pt x="66214" y="21140"/>
                  <a:pt x="65909" y="20312"/>
                  <a:pt x="65092" y="20312"/>
                </a:cubicBezTo>
                <a:cubicBezTo>
                  <a:pt x="65077" y="20312"/>
                  <a:pt x="65062" y="20312"/>
                  <a:pt x="65047" y="20313"/>
                </a:cubicBezTo>
                <a:cubicBezTo>
                  <a:pt x="65022" y="20314"/>
                  <a:pt x="64996" y="20314"/>
                  <a:pt x="64971" y="20314"/>
                </a:cubicBezTo>
                <a:cubicBezTo>
                  <a:pt x="64160" y="20314"/>
                  <a:pt x="63566" y="19849"/>
                  <a:pt x="62859" y="19614"/>
                </a:cubicBezTo>
                <a:cubicBezTo>
                  <a:pt x="63862" y="19340"/>
                  <a:pt x="64865" y="19431"/>
                  <a:pt x="65868" y="19310"/>
                </a:cubicBezTo>
                <a:cubicBezTo>
                  <a:pt x="66628" y="19249"/>
                  <a:pt x="67479" y="19310"/>
                  <a:pt x="68026" y="18611"/>
                </a:cubicBezTo>
                <a:cubicBezTo>
                  <a:pt x="67783" y="18276"/>
                  <a:pt x="67327" y="18185"/>
                  <a:pt x="67054" y="17911"/>
                </a:cubicBezTo>
                <a:cubicBezTo>
                  <a:pt x="66447" y="17305"/>
                  <a:pt x="65698" y="17146"/>
                  <a:pt x="64956" y="17146"/>
                </a:cubicBezTo>
                <a:cubicBezTo>
                  <a:pt x="64731" y="17146"/>
                  <a:pt x="64507" y="17161"/>
                  <a:pt x="64288" y="17182"/>
                </a:cubicBezTo>
                <a:cubicBezTo>
                  <a:pt x="62950" y="17273"/>
                  <a:pt x="61643" y="17395"/>
                  <a:pt x="60306" y="17395"/>
                </a:cubicBezTo>
                <a:cubicBezTo>
                  <a:pt x="59850" y="17395"/>
                  <a:pt x="59850" y="17395"/>
                  <a:pt x="59546" y="16908"/>
                </a:cubicBezTo>
                <a:cubicBezTo>
                  <a:pt x="60694" y="16626"/>
                  <a:pt x="61842" y="16534"/>
                  <a:pt x="62991" y="16534"/>
                </a:cubicBezTo>
                <a:cubicBezTo>
                  <a:pt x="63940" y="16534"/>
                  <a:pt x="64889" y="16596"/>
                  <a:pt x="65838" y="16665"/>
                </a:cubicBezTo>
                <a:cubicBezTo>
                  <a:pt x="66173" y="16710"/>
                  <a:pt x="66558" y="16853"/>
                  <a:pt x="66895" y="16853"/>
                </a:cubicBezTo>
                <a:cubicBezTo>
                  <a:pt x="67017" y="16853"/>
                  <a:pt x="67132" y="16835"/>
                  <a:pt x="67236" y="16787"/>
                </a:cubicBezTo>
                <a:cubicBezTo>
                  <a:pt x="67661" y="16604"/>
                  <a:pt x="68026" y="16149"/>
                  <a:pt x="68300" y="15693"/>
                </a:cubicBezTo>
                <a:cubicBezTo>
                  <a:pt x="68421" y="15510"/>
                  <a:pt x="68239" y="15115"/>
                  <a:pt x="68209" y="14811"/>
                </a:cubicBezTo>
                <a:cubicBezTo>
                  <a:pt x="67175" y="14507"/>
                  <a:pt x="66111" y="14477"/>
                  <a:pt x="65108" y="14386"/>
                </a:cubicBezTo>
                <a:cubicBezTo>
                  <a:pt x="64525" y="14321"/>
                  <a:pt x="63957" y="14179"/>
                  <a:pt x="63382" y="14179"/>
                </a:cubicBezTo>
                <a:cubicBezTo>
                  <a:pt x="63148" y="14179"/>
                  <a:pt x="62914" y="14203"/>
                  <a:pt x="62677" y="14264"/>
                </a:cubicBezTo>
                <a:cubicBezTo>
                  <a:pt x="62632" y="14274"/>
                  <a:pt x="62592" y="14279"/>
                  <a:pt x="62556" y="14279"/>
                </a:cubicBezTo>
                <a:cubicBezTo>
                  <a:pt x="62270" y="14279"/>
                  <a:pt x="62238" y="13973"/>
                  <a:pt x="62373" y="13595"/>
                </a:cubicBezTo>
                <a:cubicBezTo>
                  <a:pt x="62708" y="13562"/>
                  <a:pt x="63045" y="13549"/>
                  <a:pt x="63382" y="13549"/>
                </a:cubicBezTo>
                <a:cubicBezTo>
                  <a:pt x="64724" y="13549"/>
                  <a:pt x="66072" y="13759"/>
                  <a:pt x="67405" y="13759"/>
                </a:cubicBezTo>
                <a:cubicBezTo>
                  <a:pt x="67888" y="13759"/>
                  <a:pt x="68369" y="13731"/>
                  <a:pt x="68847" y="13656"/>
                </a:cubicBezTo>
                <a:cubicBezTo>
                  <a:pt x="68634" y="13322"/>
                  <a:pt x="68877" y="12805"/>
                  <a:pt x="68634" y="12531"/>
                </a:cubicBezTo>
                <a:cubicBezTo>
                  <a:pt x="66324" y="11863"/>
                  <a:pt x="64014" y="11863"/>
                  <a:pt x="61734" y="11468"/>
                </a:cubicBezTo>
                <a:cubicBezTo>
                  <a:pt x="61917" y="11072"/>
                  <a:pt x="62494" y="11316"/>
                  <a:pt x="62555" y="10829"/>
                </a:cubicBezTo>
                <a:cubicBezTo>
                  <a:pt x="61765" y="10434"/>
                  <a:pt x="60731" y="11012"/>
                  <a:pt x="60063" y="10130"/>
                </a:cubicBezTo>
                <a:cubicBezTo>
                  <a:pt x="60451" y="10067"/>
                  <a:pt x="60730" y="10033"/>
                  <a:pt x="60956" y="10033"/>
                </a:cubicBezTo>
                <a:cubicBezTo>
                  <a:pt x="61385" y="10033"/>
                  <a:pt x="61620" y="10156"/>
                  <a:pt x="62038" y="10434"/>
                </a:cubicBezTo>
                <a:cubicBezTo>
                  <a:pt x="62480" y="10264"/>
                  <a:pt x="63319" y="10161"/>
                  <a:pt x="64085" y="10161"/>
                </a:cubicBezTo>
                <a:cubicBezTo>
                  <a:pt x="64691" y="10161"/>
                  <a:pt x="65252" y="10226"/>
                  <a:pt x="65534" y="10373"/>
                </a:cubicBezTo>
                <a:cubicBezTo>
                  <a:pt x="65871" y="10537"/>
                  <a:pt x="66191" y="10604"/>
                  <a:pt x="66500" y="10604"/>
                </a:cubicBezTo>
                <a:cubicBezTo>
                  <a:pt x="67109" y="10604"/>
                  <a:pt x="67674" y="10342"/>
                  <a:pt x="68239" y="10039"/>
                </a:cubicBezTo>
                <a:cubicBezTo>
                  <a:pt x="68239" y="10039"/>
                  <a:pt x="68269" y="10009"/>
                  <a:pt x="68300" y="9978"/>
                </a:cubicBezTo>
                <a:cubicBezTo>
                  <a:pt x="68209" y="9917"/>
                  <a:pt x="68117" y="9887"/>
                  <a:pt x="67996" y="9826"/>
                </a:cubicBezTo>
                <a:cubicBezTo>
                  <a:pt x="68330" y="9644"/>
                  <a:pt x="68482" y="9340"/>
                  <a:pt x="68513" y="8975"/>
                </a:cubicBezTo>
                <a:cubicBezTo>
                  <a:pt x="68361" y="8945"/>
                  <a:pt x="68209" y="8975"/>
                  <a:pt x="68148" y="8914"/>
                </a:cubicBezTo>
                <a:cubicBezTo>
                  <a:pt x="67905" y="8732"/>
                  <a:pt x="67418" y="8975"/>
                  <a:pt x="67388" y="8519"/>
                </a:cubicBezTo>
                <a:cubicBezTo>
                  <a:pt x="67357" y="8246"/>
                  <a:pt x="67540" y="8033"/>
                  <a:pt x="67874" y="7911"/>
                </a:cubicBezTo>
                <a:cubicBezTo>
                  <a:pt x="68087" y="7851"/>
                  <a:pt x="68026" y="7486"/>
                  <a:pt x="67813" y="7364"/>
                </a:cubicBezTo>
                <a:cubicBezTo>
                  <a:pt x="67570" y="7243"/>
                  <a:pt x="67388" y="7060"/>
                  <a:pt x="67114" y="6969"/>
                </a:cubicBezTo>
                <a:cubicBezTo>
                  <a:pt x="66780" y="6878"/>
                  <a:pt x="66354" y="6908"/>
                  <a:pt x="66050" y="6635"/>
                </a:cubicBezTo>
                <a:cubicBezTo>
                  <a:pt x="66129" y="6556"/>
                  <a:pt x="66208" y="6477"/>
                  <a:pt x="66228" y="6477"/>
                </a:cubicBezTo>
                <a:cubicBezTo>
                  <a:pt x="66231" y="6477"/>
                  <a:pt x="66233" y="6479"/>
                  <a:pt x="66233" y="6483"/>
                </a:cubicBezTo>
                <a:cubicBezTo>
                  <a:pt x="66474" y="6582"/>
                  <a:pt x="66701" y="6623"/>
                  <a:pt x="66916" y="6623"/>
                </a:cubicBezTo>
                <a:cubicBezTo>
                  <a:pt x="67624" y="6623"/>
                  <a:pt x="68218" y="6178"/>
                  <a:pt x="68847" y="5875"/>
                </a:cubicBezTo>
                <a:cubicBezTo>
                  <a:pt x="69060" y="5753"/>
                  <a:pt x="69242" y="5571"/>
                  <a:pt x="69212" y="5267"/>
                </a:cubicBezTo>
                <a:cubicBezTo>
                  <a:pt x="69212" y="5085"/>
                  <a:pt x="69212" y="4841"/>
                  <a:pt x="68999" y="4811"/>
                </a:cubicBezTo>
                <a:cubicBezTo>
                  <a:pt x="68482" y="4781"/>
                  <a:pt x="68057" y="4477"/>
                  <a:pt x="67570" y="4355"/>
                </a:cubicBezTo>
                <a:cubicBezTo>
                  <a:pt x="65595" y="3869"/>
                  <a:pt x="63558" y="3595"/>
                  <a:pt x="61491" y="3504"/>
                </a:cubicBezTo>
                <a:cubicBezTo>
                  <a:pt x="61461" y="3230"/>
                  <a:pt x="61613" y="3170"/>
                  <a:pt x="61734" y="3048"/>
                </a:cubicBezTo>
                <a:cubicBezTo>
                  <a:pt x="62190" y="2622"/>
                  <a:pt x="62190" y="2075"/>
                  <a:pt x="61582" y="1893"/>
                </a:cubicBezTo>
                <a:cubicBezTo>
                  <a:pt x="60214" y="1437"/>
                  <a:pt x="59029" y="616"/>
                  <a:pt x="57448" y="525"/>
                </a:cubicBezTo>
                <a:cubicBezTo>
                  <a:pt x="55321" y="404"/>
                  <a:pt x="53193" y="464"/>
                  <a:pt x="51096" y="221"/>
                </a:cubicBezTo>
                <a:cubicBezTo>
                  <a:pt x="50967" y="208"/>
                  <a:pt x="50837" y="202"/>
                  <a:pt x="50707" y="202"/>
                </a:cubicBezTo>
                <a:cubicBezTo>
                  <a:pt x="50079" y="202"/>
                  <a:pt x="49442" y="331"/>
                  <a:pt x="48829" y="331"/>
                </a:cubicBezTo>
                <a:cubicBezTo>
                  <a:pt x="48702" y="331"/>
                  <a:pt x="48576" y="326"/>
                  <a:pt x="48451" y="312"/>
                </a:cubicBezTo>
                <a:cubicBezTo>
                  <a:pt x="46840" y="100"/>
                  <a:pt x="45199" y="130"/>
                  <a:pt x="43588" y="69"/>
                </a:cubicBezTo>
                <a:cubicBezTo>
                  <a:pt x="43552" y="68"/>
                  <a:pt x="43517" y="67"/>
                  <a:pt x="43481" y="67"/>
                </a:cubicBezTo>
                <a:cubicBezTo>
                  <a:pt x="42836" y="67"/>
                  <a:pt x="42192" y="258"/>
                  <a:pt x="41560" y="258"/>
                </a:cubicBezTo>
                <a:cubicBezTo>
                  <a:pt x="41364" y="258"/>
                  <a:pt x="41168" y="239"/>
                  <a:pt x="40974" y="191"/>
                </a:cubicBezTo>
                <a:cubicBezTo>
                  <a:pt x="40718" y="129"/>
                  <a:pt x="40463" y="111"/>
                  <a:pt x="40207" y="111"/>
                </a:cubicBezTo>
                <a:cubicBezTo>
                  <a:pt x="39837" y="111"/>
                  <a:pt x="39467" y="149"/>
                  <a:pt x="39096" y="149"/>
                </a:cubicBezTo>
                <a:cubicBezTo>
                  <a:pt x="38841" y="149"/>
                  <a:pt x="38585" y="131"/>
                  <a:pt x="38330" y="69"/>
                </a:cubicBezTo>
                <a:cubicBezTo>
                  <a:pt x="38082" y="20"/>
                  <a:pt x="37835" y="0"/>
                  <a:pt x="3758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5" name="Google Shape;6855;p21"/>
          <p:cNvSpPr/>
          <p:nvPr/>
        </p:nvSpPr>
        <p:spPr>
          <a:xfrm rot="1333571">
            <a:off x="7877997" y="-319692"/>
            <a:ext cx="1995498" cy="236687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6" name="Google Shape;6856;p21"/>
          <p:cNvSpPr/>
          <p:nvPr/>
        </p:nvSpPr>
        <p:spPr>
          <a:xfrm rot="-3727337">
            <a:off x="-181844" y="-690197"/>
            <a:ext cx="1736228" cy="1858487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2">
    <p:spTree>
      <p:nvGrpSpPr>
        <p:cNvPr id="6857" name="Shape 6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8" name="Google Shape;6858;p22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sp>
        <p:nvSpPr>
          <p:cNvPr id="6859" name="Google Shape;6859;p22"/>
          <p:cNvSpPr/>
          <p:nvPr/>
        </p:nvSpPr>
        <p:spPr>
          <a:xfrm rot="-8412575">
            <a:off x="7872050" y="3659626"/>
            <a:ext cx="2217185" cy="1699207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0" name="Google Shape;6860;p22"/>
          <p:cNvGrpSpPr/>
          <p:nvPr/>
        </p:nvGrpSpPr>
        <p:grpSpPr>
          <a:xfrm rot="-8548188">
            <a:off x="-1693771" y="3530535"/>
            <a:ext cx="3222324" cy="1467396"/>
            <a:chOff x="3427375" y="613525"/>
            <a:chExt cx="1481825" cy="674800"/>
          </a:xfrm>
        </p:grpSpPr>
        <p:sp>
          <p:nvSpPr>
            <p:cNvPr id="6861" name="Google Shape;6861;p22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22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22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22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22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22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22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22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22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22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22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22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22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22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22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22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22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22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22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22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22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22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22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22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22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22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22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22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22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22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22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22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22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22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22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22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22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22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22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22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22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22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22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22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22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22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22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22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22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22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22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22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22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22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22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22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22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22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22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22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22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22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22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22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22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22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22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22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22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22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22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22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22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22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22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22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22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22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22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22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22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22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22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22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22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22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22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22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22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22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22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22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22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22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22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22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22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22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22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22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22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22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22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22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22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22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22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22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22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22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22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22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22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22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22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22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22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22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22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22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22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22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22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22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22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22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22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22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22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22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22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22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22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22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22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22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22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22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22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22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22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22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22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22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22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22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22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22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22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22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22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22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22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22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22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22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22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22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22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22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22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22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22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22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22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22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22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22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22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22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22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22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22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22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22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22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22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22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22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22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1" name="Google Shape;7041;p22"/>
          <p:cNvSpPr/>
          <p:nvPr/>
        </p:nvSpPr>
        <p:spPr>
          <a:xfrm rot="4922184">
            <a:off x="7869176" y="4029756"/>
            <a:ext cx="1736268" cy="185852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2" name="Google Shape;7042;p22"/>
          <p:cNvGrpSpPr/>
          <p:nvPr/>
        </p:nvGrpSpPr>
        <p:grpSpPr>
          <a:xfrm rot="-10174144">
            <a:off x="7192988" y="-409395"/>
            <a:ext cx="3222283" cy="1467377"/>
            <a:chOff x="3427375" y="613525"/>
            <a:chExt cx="1481825" cy="674800"/>
          </a:xfrm>
        </p:grpSpPr>
        <p:sp>
          <p:nvSpPr>
            <p:cNvPr id="7043" name="Google Shape;7043;p22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22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22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22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22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22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22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22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22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22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22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22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22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22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22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22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22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22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22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22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22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22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22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22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22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22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22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22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22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22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22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22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22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22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22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22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22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22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22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22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22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22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22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22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22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22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22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22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22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22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22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22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22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22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22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22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22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22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22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22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22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22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22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22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22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22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22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22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22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22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22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22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22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22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22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22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22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22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22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22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22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22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22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22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22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22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22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22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22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22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22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22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22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22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22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22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22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22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22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22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22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22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22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22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22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22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22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22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22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22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22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22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22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22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22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22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22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22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22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22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22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22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22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22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22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22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22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22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22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22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22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22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22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22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22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22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22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22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22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22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22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22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22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22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22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22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22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22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22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22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22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22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22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22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22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22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22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22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22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22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22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22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22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22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22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22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22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22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22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22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22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22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22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22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22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22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22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22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22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22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3" name="Google Shape;7223;p22"/>
          <p:cNvSpPr/>
          <p:nvPr/>
        </p:nvSpPr>
        <p:spPr>
          <a:xfrm rot="-215561">
            <a:off x="7727913" y="-580232"/>
            <a:ext cx="1736250" cy="1858511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4" name="Google Shape;7224;p22"/>
          <p:cNvSpPr/>
          <p:nvPr/>
        </p:nvSpPr>
        <p:spPr>
          <a:xfrm rot="10284185">
            <a:off x="-874465" y="-16902"/>
            <a:ext cx="2217215" cy="1699228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13">
    <p:spTree>
      <p:nvGrpSpPr>
        <p:cNvPr id="7225" name="Shape 7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6" name="Google Shape;7226;p23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7227" name="Google Shape;7227;p23"/>
          <p:cNvGrpSpPr/>
          <p:nvPr/>
        </p:nvGrpSpPr>
        <p:grpSpPr>
          <a:xfrm rot="56281">
            <a:off x="6587702" y="-637920"/>
            <a:ext cx="3222364" cy="1467414"/>
            <a:chOff x="3427375" y="613525"/>
            <a:chExt cx="1481825" cy="674800"/>
          </a:xfrm>
        </p:grpSpPr>
        <p:sp>
          <p:nvSpPr>
            <p:cNvPr id="7228" name="Google Shape;7228;p2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2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2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2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2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2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2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2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2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2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2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2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2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2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2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2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2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2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2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2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2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2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2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2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2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2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2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2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2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2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2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2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2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2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2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2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2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2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2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2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2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2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2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2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2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2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2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2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2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2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2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2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2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2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2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2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2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2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2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2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2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2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2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2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2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2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2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2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2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2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2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2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2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2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2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2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2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2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2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2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2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2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2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2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2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2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2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2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2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2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2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2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2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2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2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2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2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2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2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2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2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2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2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2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2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2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2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2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2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2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2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2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2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2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2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2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2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2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2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2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2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2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2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2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2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2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2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2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2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2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2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2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2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2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2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2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2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2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2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2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2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2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2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2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2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2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2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2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2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2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2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2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2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2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2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2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2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2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2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2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2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2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2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2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2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2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2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2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2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2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2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2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2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2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2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2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2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2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2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2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8" name="Google Shape;7408;p23"/>
          <p:cNvSpPr/>
          <p:nvPr/>
        </p:nvSpPr>
        <p:spPr>
          <a:xfrm rot="-2699838">
            <a:off x="7550885" y="-1334594"/>
            <a:ext cx="2205709" cy="2602676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9" name="Google Shape;7409;p23"/>
          <p:cNvGrpSpPr/>
          <p:nvPr/>
        </p:nvGrpSpPr>
        <p:grpSpPr>
          <a:xfrm rot="1984925">
            <a:off x="-1662275" y="3942973"/>
            <a:ext cx="3222422" cy="1467441"/>
            <a:chOff x="3427375" y="613525"/>
            <a:chExt cx="1481825" cy="674800"/>
          </a:xfrm>
        </p:grpSpPr>
        <p:sp>
          <p:nvSpPr>
            <p:cNvPr id="7410" name="Google Shape;7410;p2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2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2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2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2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2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2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2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2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2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2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2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2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2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2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2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2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2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2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2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2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2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2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2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2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2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2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2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2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2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2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2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2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2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2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2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2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2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2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2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2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2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2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2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2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2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2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2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2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2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2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2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2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2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2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2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2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2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2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2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2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2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2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2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2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2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2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2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2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2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2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2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2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2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2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2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2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2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2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2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2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2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2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2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2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2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2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2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2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2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2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2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2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2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2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2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2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2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2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2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2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2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2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2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2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2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2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2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2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2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2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2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2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2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2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2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2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2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2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2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2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2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2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2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2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2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2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2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2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2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2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2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2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2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2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2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2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2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2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2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2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2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2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2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2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2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2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2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2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2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2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2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2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2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2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2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2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2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2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2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2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2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2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2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2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2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2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2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2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2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2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2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2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2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2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2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2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2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2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2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0" name="Google Shape;7590;p23"/>
          <p:cNvSpPr/>
          <p:nvPr/>
        </p:nvSpPr>
        <p:spPr>
          <a:xfrm>
            <a:off x="393225" y="-298798"/>
            <a:ext cx="1816138" cy="1305645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1" name="Google Shape;7591;p23"/>
          <p:cNvSpPr/>
          <p:nvPr/>
        </p:nvSpPr>
        <p:spPr>
          <a:xfrm rot="-3998037">
            <a:off x="159237" y="-708316"/>
            <a:ext cx="1384801" cy="1796747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2" name="Google Shape;7592;p23"/>
          <p:cNvSpPr/>
          <p:nvPr/>
        </p:nvSpPr>
        <p:spPr>
          <a:xfrm>
            <a:off x="6498550" y="4385125"/>
            <a:ext cx="3323307" cy="907639"/>
          </a:xfrm>
          <a:custGeom>
            <a:rect b="b" l="l" r="r" t="t"/>
            <a:pathLst>
              <a:path extrusionOk="0" h="18720" w="68543">
                <a:moveTo>
                  <a:pt x="25073" y="2212"/>
                </a:moveTo>
                <a:cubicBezTo>
                  <a:pt x="26498" y="2212"/>
                  <a:pt x="27919" y="2265"/>
                  <a:pt x="29332" y="2311"/>
                </a:cubicBezTo>
                <a:cubicBezTo>
                  <a:pt x="26475" y="2402"/>
                  <a:pt x="23648" y="2311"/>
                  <a:pt x="20791" y="2432"/>
                </a:cubicBezTo>
                <a:cubicBezTo>
                  <a:pt x="22220" y="2265"/>
                  <a:pt x="23648" y="2212"/>
                  <a:pt x="25073" y="2212"/>
                </a:cubicBezTo>
                <a:close/>
                <a:moveTo>
                  <a:pt x="54196" y="3223"/>
                </a:moveTo>
                <a:lnTo>
                  <a:pt x="54196" y="3223"/>
                </a:lnTo>
                <a:cubicBezTo>
                  <a:pt x="55807" y="3435"/>
                  <a:pt x="57388" y="3618"/>
                  <a:pt x="58999" y="3800"/>
                </a:cubicBezTo>
                <a:cubicBezTo>
                  <a:pt x="58799" y="3811"/>
                  <a:pt x="58600" y="3816"/>
                  <a:pt x="58402" y="3816"/>
                </a:cubicBezTo>
                <a:cubicBezTo>
                  <a:pt x="56973" y="3816"/>
                  <a:pt x="55584" y="3543"/>
                  <a:pt x="54196" y="3223"/>
                </a:cubicBezTo>
                <a:close/>
                <a:moveTo>
                  <a:pt x="28968" y="10752"/>
                </a:moveTo>
                <a:cubicBezTo>
                  <a:pt x="31238" y="10752"/>
                  <a:pt x="33507" y="10881"/>
                  <a:pt x="35776" y="11065"/>
                </a:cubicBezTo>
                <a:cubicBezTo>
                  <a:pt x="35776" y="11125"/>
                  <a:pt x="35776" y="11186"/>
                  <a:pt x="35776" y="11247"/>
                </a:cubicBezTo>
                <a:cubicBezTo>
                  <a:pt x="32402" y="11125"/>
                  <a:pt x="29028" y="11004"/>
                  <a:pt x="25654" y="10852"/>
                </a:cubicBezTo>
                <a:cubicBezTo>
                  <a:pt x="26759" y="10782"/>
                  <a:pt x="27864" y="10752"/>
                  <a:pt x="28968" y="10752"/>
                </a:cubicBezTo>
                <a:close/>
                <a:moveTo>
                  <a:pt x="5824" y="12044"/>
                </a:moveTo>
                <a:cubicBezTo>
                  <a:pt x="6207" y="12044"/>
                  <a:pt x="6550" y="12122"/>
                  <a:pt x="6748" y="12280"/>
                </a:cubicBezTo>
                <a:cubicBezTo>
                  <a:pt x="6265" y="12441"/>
                  <a:pt x="5814" y="12497"/>
                  <a:pt x="5351" y="12497"/>
                </a:cubicBezTo>
                <a:cubicBezTo>
                  <a:pt x="5027" y="12497"/>
                  <a:pt x="4697" y="12470"/>
                  <a:pt x="4347" y="12432"/>
                </a:cubicBezTo>
                <a:cubicBezTo>
                  <a:pt x="4759" y="12175"/>
                  <a:pt x="5326" y="12044"/>
                  <a:pt x="5824" y="12044"/>
                </a:cubicBezTo>
                <a:close/>
                <a:moveTo>
                  <a:pt x="14849" y="13066"/>
                </a:moveTo>
                <a:cubicBezTo>
                  <a:pt x="15126" y="13066"/>
                  <a:pt x="15408" y="13104"/>
                  <a:pt x="15688" y="13104"/>
                </a:cubicBezTo>
                <a:cubicBezTo>
                  <a:pt x="15819" y="13104"/>
                  <a:pt x="15950" y="13095"/>
                  <a:pt x="16080" y="13071"/>
                </a:cubicBezTo>
                <a:lnTo>
                  <a:pt x="16080" y="13071"/>
                </a:lnTo>
                <a:cubicBezTo>
                  <a:pt x="15862" y="13266"/>
                  <a:pt x="15637" y="13326"/>
                  <a:pt x="15408" y="13326"/>
                </a:cubicBezTo>
                <a:cubicBezTo>
                  <a:pt x="15052" y="13326"/>
                  <a:pt x="14686" y="13181"/>
                  <a:pt x="14328" y="13181"/>
                </a:cubicBezTo>
                <a:cubicBezTo>
                  <a:pt x="14273" y="13181"/>
                  <a:pt x="14219" y="13185"/>
                  <a:pt x="14165" y="13192"/>
                </a:cubicBezTo>
                <a:cubicBezTo>
                  <a:pt x="14386" y="13093"/>
                  <a:pt x="14616" y="13066"/>
                  <a:pt x="14849" y="13066"/>
                </a:cubicBezTo>
                <a:close/>
                <a:moveTo>
                  <a:pt x="22037" y="13223"/>
                </a:moveTo>
                <a:cubicBezTo>
                  <a:pt x="22037" y="13253"/>
                  <a:pt x="22037" y="13314"/>
                  <a:pt x="22068" y="13344"/>
                </a:cubicBezTo>
                <a:lnTo>
                  <a:pt x="18420" y="13344"/>
                </a:lnTo>
                <a:cubicBezTo>
                  <a:pt x="18420" y="13314"/>
                  <a:pt x="18420" y="13253"/>
                  <a:pt x="18420" y="13223"/>
                </a:cubicBezTo>
                <a:close/>
                <a:moveTo>
                  <a:pt x="45837" y="13618"/>
                </a:moveTo>
                <a:lnTo>
                  <a:pt x="45837" y="13618"/>
                </a:lnTo>
                <a:cubicBezTo>
                  <a:pt x="48998" y="13800"/>
                  <a:pt x="52159" y="13983"/>
                  <a:pt x="55290" y="14743"/>
                </a:cubicBezTo>
                <a:cubicBezTo>
                  <a:pt x="52129" y="14378"/>
                  <a:pt x="48968" y="14013"/>
                  <a:pt x="45837" y="13618"/>
                </a:cubicBezTo>
                <a:close/>
                <a:moveTo>
                  <a:pt x="20280" y="14614"/>
                </a:moveTo>
                <a:cubicBezTo>
                  <a:pt x="27588" y="14614"/>
                  <a:pt x="34830" y="15018"/>
                  <a:pt x="42007" y="15776"/>
                </a:cubicBezTo>
                <a:cubicBezTo>
                  <a:pt x="41538" y="15776"/>
                  <a:pt x="41020" y="15796"/>
                  <a:pt x="40486" y="15796"/>
                </a:cubicBezTo>
                <a:cubicBezTo>
                  <a:pt x="40085" y="15796"/>
                  <a:pt x="39676" y="15785"/>
                  <a:pt x="39272" y="15746"/>
                </a:cubicBezTo>
                <a:cubicBezTo>
                  <a:pt x="38998" y="15715"/>
                  <a:pt x="38694" y="15715"/>
                  <a:pt x="38451" y="15715"/>
                </a:cubicBezTo>
                <a:cubicBezTo>
                  <a:pt x="36627" y="15594"/>
                  <a:pt x="34834" y="15654"/>
                  <a:pt x="33041" y="15502"/>
                </a:cubicBezTo>
                <a:cubicBezTo>
                  <a:pt x="31247" y="15320"/>
                  <a:pt x="29454" y="15472"/>
                  <a:pt x="27661" y="15320"/>
                </a:cubicBezTo>
                <a:cubicBezTo>
                  <a:pt x="26931" y="15252"/>
                  <a:pt x="26184" y="15217"/>
                  <a:pt x="25434" y="15217"/>
                </a:cubicBezTo>
                <a:cubicBezTo>
                  <a:pt x="25183" y="15217"/>
                  <a:pt x="24933" y="15221"/>
                  <a:pt x="24682" y="15229"/>
                </a:cubicBezTo>
                <a:cubicBezTo>
                  <a:pt x="24175" y="15252"/>
                  <a:pt x="23670" y="15262"/>
                  <a:pt x="23166" y="15262"/>
                </a:cubicBezTo>
                <a:cubicBezTo>
                  <a:pt x="21708" y="15262"/>
                  <a:pt x="20261" y="15183"/>
                  <a:pt x="18815" y="15138"/>
                </a:cubicBezTo>
                <a:cubicBezTo>
                  <a:pt x="18442" y="15130"/>
                  <a:pt x="18071" y="15127"/>
                  <a:pt x="17700" y="15127"/>
                </a:cubicBezTo>
                <a:cubicBezTo>
                  <a:pt x="16501" y="15127"/>
                  <a:pt x="15312" y="15166"/>
                  <a:pt x="14104" y="15259"/>
                </a:cubicBezTo>
                <a:cubicBezTo>
                  <a:pt x="13803" y="15276"/>
                  <a:pt x="13501" y="15283"/>
                  <a:pt x="13200" y="15283"/>
                </a:cubicBezTo>
                <a:cubicBezTo>
                  <a:pt x="12377" y="15283"/>
                  <a:pt x="11553" y="15227"/>
                  <a:pt x="10730" y="15138"/>
                </a:cubicBezTo>
                <a:cubicBezTo>
                  <a:pt x="10673" y="15130"/>
                  <a:pt x="10614" y="15126"/>
                  <a:pt x="10554" y="15126"/>
                </a:cubicBezTo>
                <a:cubicBezTo>
                  <a:pt x="10389" y="15126"/>
                  <a:pt x="10217" y="15154"/>
                  <a:pt x="10061" y="15198"/>
                </a:cubicBezTo>
                <a:cubicBezTo>
                  <a:pt x="9907" y="15253"/>
                  <a:pt x="9753" y="15285"/>
                  <a:pt x="9596" y="15285"/>
                </a:cubicBezTo>
                <a:cubicBezTo>
                  <a:pt x="9320" y="15285"/>
                  <a:pt x="9034" y="15188"/>
                  <a:pt x="8724" y="14955"/>
                </a:cubicBezTo>
                <a:cubicBezTo>
                  <a:pt x="12594" y="14725"/>
                  <a:pt x="16446" y="14614"/>
                  <a:pt x="20280" y="14614"/>
                </a:cubicBezTo>
                <a:close/>
                <a:moveTo>
                  <a:pt x="29849" y="1"/>
                </a:moveTo>
                <a:cubicBezTo>
                  <a:pt x="29363" y="1"/>
                  <a:pt x="28876" y="142"/>
                  <a:pt x="28390" y="142"/>
                </a:cubicBezTo>
                <a:cubicBezTo>
                  <a:pt x="28238" y="142"/>
                  <a:pt x="28086" y="128"/>
                  <a:pt x="27934" y="92"/>
                </a:cubicBezTo>
                <a:cubicBezTo>
                  <a:pt x="27741" y="49"/>
                  <a:pt x="27532" y="6"/>
                  <a:pt x="27340" y="6"/>
                </a:cubicBezTo>
                <a:cubicBezTo>
                  <a:pt x="27261" y="6"/>
                  <a:pt x="27185" y="13"/>
                  <a:pt x="27113" y="31"/>
                </a:cubicBezTo>
                <a:cubicBezTo>
                  <a:pt x="26356" y="208"/>
                  <a:pt x="25590" y="240"/>
                  <a:pt x="24824" y="240"/>
                </a:cubicBezTo>
                <a:cubicBezTo>
                  <a:pt x="24392" y="240"/>
                  <a:pt x="23960" y="230"/>
                  <a:pt x="23530" y="230"/>
                </a:cubicBezTo>
                <a:cubicBezTo>
                  <a:pt x="23285" y="230"/>
                  <a:pt x="23041" y="233"/>
                  <a:pt x="22797" y="244"/>
                </a:cubicBezTo>
                <a:cubicBezTo>
                  <a:pt x="20730" y="335"/>
                  <a:pt x="18633" y="396"/>
                  <a:pt x="16566" y="457"/>
                </a:cubicBezTo>
                <a:cubicBezTo>
                  <a:pt x="15806" y="487"/>
                  <a:pt x="15016" y="487"/>
                  <a:pt x="14256" y="578"/>
                </a:cubicBezTo>
                <a:cubicBezTo>
                  <a:pt x="12098" y="913"/>
                  <a:pt x="9940" y="1034"/>
                  <a:pt x="7782" y="1247"/>
                </a:cubicBezTo>
                <a:cubicBezTo>
                  <a:pt x="6171" y="1429"/>
                  <a:pt x="4560" y="1764"/>
                  <a:pt x="2918" y="1855"/>
                </a:cubicBezTo>
                <a:cubicBezTo>
                  <a:pt x="2493" y="1885"/>
                  <a:pt x="1885" y="1794"/>
                  <a:pt x="1520" y="2341"/>
                </a:cubicBezTo>
                <a:cubicBezTo>
                  <a:pt x="1993" y="2749"/>
                  <a:pt x="2537" y="2798"/>
                  <a:pt x="3094" y="2798"/>
                </a:cubicBezTo>
                <a:cubicBezTo>
                  <a:pt x="3269" y="2798"/>
                  <a:pt x="3445" y="2793"/>
                  <a:pt x="3621" y="2793"/>
                </a:cubicBezTo>
                <a:cubicBezTo>
                  <a:pt x="3928" y="2793"/>
                  <a:pt x="4234" y="2808"/>
                  <a:pt x="4529" y="2888"/>
                </a:cubicBezTo>
                <a:cubicBezTo>
                  <a:pt x="4465" y="2882"/>
                  <a:pt x="4402" y="2879"/>
                  <a:pt x="4339" y="2879"/>
                </a:cubicBezTo>
                <a:cubicBezTo>
                  <a:pt x="3808" y="2879"/>
                  <a:pt x="3311" y="3073"/>
                  <a:pt x="2776" y="3073"/>
                </a:cubicBezTo>
                <a:cubicBezTo>
                  <a:pt x="2743" y="3073"/>
                  <a:pt x="2709" y="3072"/>
                  <a:pt x="2675" y="3071"/>
                </a:cubicBezTo>
                <a:cubicBezTo>
                  <a:pt x="2637" y="3064"/>
                  <a:pt x="2598" y="3061"/>
                  <a:pt x="2560" y="3061"/>
                </a:cubicBezTo>
                <a:cubicBezTo>
                  <a:pt x="2411" y="3061"/>
                  <a:pt x="2268" y="3115"/>
                  <a:pt x="2219" y="3283"/>
                </a:cubicBezTo>
                <a:cubicBezTo>
                  <a:pt x="2159" y="3527"/>
                  <a:pt x="2402" y="3557"/>
                  <a:pt x="2584" y="3739"/>
                </a:cubicBezTo>
                <a:cubicBezTo>
                  <a:pt x="2341" y="3739"/>
                  <a:pt x="2159" y="3831"/>
                  <a:pt x="1976" y="4013"/>
                </a:cubicBezTo>
                <a:cubicBezTo>
                  <a:pt x="2371" y="4013"/>
                  <a:pt x="2675" y="4165"/>
                  <a:pt x="2918" y="4378"/>
                </a:cubicBezTo>
                <a:cubicBezTo>
                  <a:pt x="2159" y="4834"/>
                  <a:pt x="1307" y="4651"/>
                  <a:pt x="517" y="4864"/>
                </a:cubicBezTo>
                <a:cubicBezTo>
                  <a:pt x="304" y="4925"/>
                  <a:pt x="0" y="4925"/>
                  <a:pt x="0" y="5198"/>
                </a:cubicBezTo>
                <a:cubicBezTo>
                  <a:pt x="0" y="5502"/>
                  <a:pt x="304" y="5563"/>
                  <a:pt x="548" y="5563"/>
                </a:cubicBezTo>
                <a:lnTo>
                  <a:pt x="1551" y="5563"/>
                </a:lnTo>
                <a:cubicBezTo>
                  <a:pt x="1247" y="5958"/>
                  <a:pt x="608" y="5654"/>
                  <a:pt x="456" y="6201"/>
                </a:cubicBezTo>
                <a:cubicBezTo>
                  <a:pt x="791" y="6384"/>
                  <a:pt x="1186" y="6414"/>
                  <a:pt x="1551" y="6414"/>
                </a:cubicBezTo>
                <a:cubicBezTo>
                  <a:pt x="1611" y="6688"/>
                  <a:pt x="1155" y="6597"/>
                  <a:pt x="1277" y="6900"/>
                </a:cubicBezTo>
                <a:cubicBezTo>
                  <a:pt x="1581" y="7174"/>
                  <a:pt x="1946" y="7326"/>
                  <a:pt x="2371" y="7448"/>
                </a:cubicBezTo>
                <a:cubicBezTo>
                  <a:pt x="2348" y="7444"/>
                  <a:pt x="2326" y="7442"/>
                  <a:pt x="2305" y="7442"/>
                </a:cubicBezTo>
                <a:cubicBezTo>
                  <a:pt x="1968" y="7442"/>
                  <a:pt x="1894" y="7877"/>
                  <a:pt x="1551" y="7934"/>
                </a:cubicBezTo>
                <a:cubicBezTo>
                  <a:pt x="943" y="7995"/>
                  <a:pt x="943" y="8025"/>
                  <a:pt x="791" y="8238"/>
                </a:cubicBezTo>
                <a:cubicBezTo>
                  <a:pt x="1193" y="8598"/>
                  <a:pt x="1654" y="8619"/>
                  <a:pt x="2133" y="8619"/>
                </a:cubicBezTo>
                <a:cubicBezTo>
                  <a:pt x="2196" y="8619"/>
                  <a:pt x="2259" y="8618"/>
                  <a:pt x="2322" y="8618"/>
                </a:cubicBezTo>
                <a:cubicBezTo>
                  <a:pt x="2469" y="8618"/>
                  <a:pt x="2618" y="8620"/>
                  <a:pt x="2766" y="8633"/>
                </a:cubicBezTo>
                <a:cubicBezTo>
                  <a:pt x="2432" y="9059"/>
                  <a:pt x="1946" y="8876"/>
                  <a:pt x="1551" y="8967"/>
                </a:cubicBezTo>
                <a:cubicBezTo>
                  <a:pt x="1064" y="9119"/>
                  <a:pt x="852" y="9332"/>
                  <a:pt x="821" y="9818"/>
                </a:cubicBezTo>
                <a:cubicBezTo>
                  <a:pt x="1004" y="9852"/>
                  <a:pt x="1185" y="9860"/>
                  <a:pt x="1367" y="9860"/>
                </a:cubicBezTo>
                <a:cubicBezTo>
                  <a:pt x="1544" y="9860"/>
                  <a:pt x="1722" y="9852"/>
                  <a:pt x="1904" y="9852"/>
                </a:cubicBezTo>
                <a:cubicBezTo>
                  <a:pt x="2216" y="9852"/>
                  <a:pt x="2539" y="9875"/>
                  <a:pt x="2888" y="10001"/>
                </a:cubicBezTo>
                <a:cubicBezTo>
                  <a:pt x="2098" y="10274"/>
                  <a:pt x="1307" y="9940"/>
                  <a:pt x="821" y="10670"/>
                </a:cubicBezTo>
                <a:cubicBezTo>
                  <a:pt x="1551" y="10973"/>
                  <a:pt x="2250" y="11277"/>
                  <a:pt x="3040" y="11308"/>
                </a:cubicBezTo>
                <a:cubicBezTo>
                  <a:pt x="2371" y="11521"/>
                  <a:pt x="1581" y="11399"/>
                  <a:pt x="1095" y="12098"/>
                </a:cubicBezTo>
                <a:cubicBezTo>
                  <a:pt x="1129" y="12202"/>
                  <a:pt x="1213" y="12218"/>
                  <a:pt x="1303" y="12218"/>
                </a:cubicBezTo>
                <a:cubicBezTo>
                  <a:pt x="1342" y="12218"/>
                  <a:pt x="1383" y="12215"/>
                  <a:pt x="1421" y="12215"/>
                </a:cubicBezTo>
                <a:cubicBezTo>
                  <a:pt x="1525" y="12215"/>
                  <a:pt x="1611" y="12238"/>
                  <a:pt x="1611" y="12402"/>
                </a:cubicBezTo>
                <a:cubicBezTo>
                  <a:pt x="1459" y="12584"/>
                  <a:pt x="1095" y="12372"/>
                  <a:pt x="1004" y="12706"/>
                </a:cubicBezTo>
                <a:cubicBezTo>
                  <a:pt x="1247" y="13101"/>
                  <a:pt x="1703" y="13010"/>
                  <a:pt x="2128" y="13101"/>
                </a:cubicBezTo>
                <a:cubicBezTo>
                  <a:pt x="1824" y="13253"/>
                  <a:pt x="1551" y="13284"/>
                  <a:pt x="1277" y="13344"/>
                </a:cubicBezTo>
                <a:cubicBezTo>
                  <a:pt x="1034" y="13375"/>
                  <a:pt x="730" y="13405"/>
                  <a:pt x="456" y="13861"/>
                </a:cubicBezTo>
                <a:cubicBezTo>
                  <a:pt x="1287" y="14018"/>
                  <a:pt x="2114" y="14059"/>
                  <a:pt x="2935" y="14059"/>
                </a:cubicBezTo>
                <a:cubicBezTo>
                  <a:pt x="3833" y="14059"/>
                  <a:pt x="4724" y="14010"/>
                  <a:pt x="5607" y="14010"/>
                </a:cubicBezTo>
                <a:cubicBezTo>
                  <a:pt x="6102" y="14010"/>
                  <a:pt x="6594" y="14026"/>
                  <a:pt x="7083" y="14074"/>
                </a:cubicBezTo>
                <a:cubicBezTo>
                  <a:pt x="6900" y="14499"/>
                  <a:pt x="6900" y="14499"/>
                  <a:pt x="7326" y="14864"/>
                </a:cubicBezTo>
                <a:cubicBezTo>
                  <a:pt x="7204" y="15016"/>
                  <a:pt x="6931" y="15016"/>
                  <a:pt x="6931" y="15259"/>
                </a:cubicBezTo>
                <a:cubicBezTo>
                  <a:pt x="6931" y="15472"/>
                  <a:pt x="7235" y="15472"/>
                  <a:pt x="7265" y="15654"/>
                </a:cubicBezTo>
                <a:cubicBezTo>
                  <a:pt x="6931" y="15958"/>
                  <a:pt x="6475" y="15806"/>
                  <a:pt x="6232" y="16232"/>
                </a:cubicBezTo>
                <a:cubicBezTo>
                  <a:pt x="6839" y="16597"/>
                  <a:pt x="7508" y="16566"/>
                  <a:pt x="8146" y="16657"/>
                </a:cubicBezTo>
                <a:cubicBezTo>
                  <a:pt x="9602" y="16928"/>
                  <a:pt x="11072" y="16970"/>
                  <a:pt x="12537" y="16970"/>
                </a:cubicBezTo>
                <a:cubicBezTo>
                  <a:pt x="13213" y="16970"/>
                  <a:pt x="13888" y="16961"/>
                  <a:pt x="14560" y="16961"/>
                </a:cubicBezTo>
                <a:cubicBezTo>
                  <a:pt x="14643" y="16964"/>
                  <a:pt x="14727" y="16966"/>
                  <a:pt x="14810" y="16966"/>
                </a:cubicBezTo>
                <a:cubicBezTo>
                  <a:pt x="15348" y="16966"/>
                  <a:pt x="15884" y="16914"/>
                  <a:pt x="16404" y="16914"/>
                </a:cubicBezTo>
                <a:cubicBezTo>
                  <a:pt x="16655" y="16914"/>
                  <a:pt x="16902" y="16926"/>
                  <a:pt x="17144" y="16961"/>
                </a:cubicBezTo>
                <a:cubicBezTo>
                  <a:pt x="17694" y="17049"/>
                  <a:pt x="18245" y="17075"/>
                  <a:pt x="18796" y="17075"/>
                </a:cubicBezTo>
                <a:cubicBezTo>
                  <a:pt x="19582" y="17075"/>
                  <a:pt x="20369" y="17022"/>
                  <a:pt x="21156" y="17022"/>
                </a:cubicBezTo>
                <a:cubicBezTo>
                  <a:pt x="21612" y="17022"/>
                  <a:pt x="22085" y="16920"/>
                  <a:pt x="22549" y="16920"/>
                </a:cubicBezTo>
                <a:cubicBezTo>
                  <a:pt x="22704" y="16920"/>
                  <a:pt x="22858" y="16931"/>
                  <a:pt x="23010" y="16961"/>
                </a:cubicBezTo>
                <a:cubicBezTo>
                  <a:pt x="23528" y="17046"/>
                  <a:pt x="24046" y="17073"/>
                  <a:pt x="24564" y="17073"/>
                </a:cubicBezTo>
                <a:cubicBezTo>
                  <a:pt x="25353" y="17073"/>
                  <a:pt x="26142" y="17010"/>
                  <a:pt x="26931" y="16992"/>
                </a:cubicBezTo>
                <a:cubicBezTo>
                  <a:pt x="27782" y="16992"/>
                  <a:pt x="28633" y="17022"/>
                  <a:pt x="29484" y="17022"/>
                </a:cubicBezTo>
                <a:cubicBezTo>
                  <a:pt x="29619" y="17020"/>
                  <a:pt x="29754" y="17020"/>
                  <a:pt x="29888" y="17020"/>
                </a:cubicBezTo>
                <a:cubicBezTo>
                  <a:pt x="31902" y="17020"/>
                  <a:pt x="33936" y="17207"/>
                  <a:pt x="35950" y="17207"/>
                </a:cubicBezTo>
                <a:cubicBezTo>
                  <a:pt x="36084" y="17207"/>
                  <a:pt x="36219" y="17206"/>
                  <a:pt x="36354" y="17205"/>
                </a:cubicBezTo>
                <a:cubicBezTo>
                  <a:pt x="36434" y="17200"/>
                  <a:pt x="36515" y="17198"/>
                  <a:pt x="36596" y="17198"/>
                </a:cubicBezTo>
                <a:cubicBezTo>
                  <a:pt x="37092" y="17198"/>
                  <a:pt x="37589" y="17270"/>
                  <a:pt x="38086" y="17296"/>
                </a:cubicBezTo>
                <a:cubicBezTo>
                  <a:pt x="40488" y="17448"/>
                  <a:pt x="42889" y="17478"/>
                  <a:pt x="45290" y="17721"/>
                </a:cubicBezTo>
                <a:cubicBezTo>
                  <a:pt x="46992" y="17904"/>
                  <a:pt x="48694" y="17873"/>
                  <a:pt x="50427" y="18025"/>
                </a:cubicBezTo>
                <a:cubicBezTo>
                  <a:pt x="51886" y="18177"/>
                  <a:pt x="53406" y="18268"/>
                  <a:pt x="54865" y="18481"/>
                </a:cubicBezTo>
                <a:cubicBezTo>
                  <a:pt x="55808" y="18606"/>
                  <a:pt x="56751" y="18720"/>
                  <a:pt x="57695" y="18720"/>
                </a:cubicBezTo>
                <a:cubicBezTo>
                  <a:pt x="58362" y="18720"/>
                  <a:pt x="59030" y="18663"/>
                  <a:pt x="59698" y="18512"/>
                </a:cubicBezTo>
                <a:cubicBezTo>
                  <a:pt x="59667" y="17904"/>
                  <a:pt x="59150" y="17995"/>
                  <a:pt x="58786" y="17812"/>
                </a:cubicBezTo>
                <a:cubicBezTo>
                  <a:pt x="58683" y="17769"/>
                  <a:pt x="58576" y="17756"/>
                  <a:pt x="58466" y="17756"/>
                </a:cubicBezTo>
                <a:cubicBezTo>
                  <a:pt x="58328" y="17756"/>
                  <a:pt x="58187" y="17775"/>
                  <a:pt x="58047" y="17775"/>
                </a:cubicBezTo>
                <a:cubicBezTo>
                  <a:pt x="57836" y="17775"/>
                  <a:pt x="57629" y="17731"/>
                  <a:pt x="57448" y="17509"/>
                </a:cubicBezTo>
                <a:cubicBezTo>
                  <a:pt x="57527" y="17499"/>
                  <a:pt x="57605" y="17495"/>
                  <a:pt x="57683" y="17495"/>
                </a:cubicBezTo>
                <a:cubicBezTo>
                  <a:pt x="58117" y="17495"/>
                  <a:pt x="58536" y="17625"/>
                  <a:pt x="58981" y="17625"/>
                </a:cubicBezTo>
                <a:cubicBezTo>
                  <a:pt x="59193" y="17625"/>
                  <a:pt x="59410" y="17596"/>
                  <a:pt x="59637" y="17509"/>
                </a:cubicBezTo>
                <a:cubicBezTo>
                  <a:pt x="59242" y="17326"/>
                  <a:pt x="59454" y="16749"/>
                  <a:pt x="59090" y="16688"/>
                </a:cubicBezTo>
                <a:cubicBezTo>
                  <a:pt x="58330" y="16566"/>
                  <a:pt x="57661" y="16202"/>
                  <a:pt x="56871" y="16202"/>
                </a:cubicBezTo>
                <a:cubicBezTo>
                  <a:pt x="56354" y="16171"/>
                  <a:pt x="55777" y="16171"/>
                  <a:pt x="55260" y="16080"/>
                </a:cubicBezTo>
                <a:cubicBezTo>
                  <a:pt x="53527" y="15746"/>
                  <a:pt x="51825" y="15472"/>
                  <a:pt x="50093" y="15259"/>
                </a:cubicBezTo>
                <a:cubicBezTo>
                  <a:pt x="49606" y="15198"/>
                  <a:pt x="49150" y="15077"/>
                  <a:pt x="48664" y="14986"/>
                </a:cubicBezTo>
                <a:cubicBezTo>
                  <a:pt x="48995" y="14885"/>
                  <a:pt x="49319" y="14852"/>
                  <a:pt x="49642" y="14852"/>
                </a:cubicBezTo>
                <a:cubicBezTo>
                  <a:pt x="50003" y="14852"/>
                  <a:pt x="50363" y="14893"/>
                  <a:pt x="50731" y="14925"/>
                </a:cubicBezTo>
                <a:cubicBezTo>
                  <a:pt x="52463" y="15077"/>
                  <a:pt x="54196" y="15229"/>
                  <a:pt x="55898" y="15411"/>
                </a:cubicBezTo>
                <a:cubicBezTo>
                  <a:pt x="57084" y="15533"/>
                  <a:pt x="58239" y="15685"/>
                  <a:pt x="59394" y="15685"/>
                </a:cubicBezTo>
                <a:cubicBezTo>
                  <a:pt x="59758" y="15685"/>
                  <a:pt x="59850" y="15898"/>
                  <a:pt x="59667" y="16202"/>
                </a:cubicBezTo>
                <a:cubicBezTo>
                  <a:pt x="59717" y="16212"/>
                  <a:pt x="59762" y="16217"/>
                  <a:pt x="59804" y="16217"/>
                </a:cubicBezTo>
                <a:cubicBezTo>
                  <a:pt x="60119" y="16217"/>
                  <a:pt x="60214" y="15937"/>
                  <a:pt x="60214" y="15776"/>
                </a:cubicBezTo>
                <a:cubicBezTo>
                  <a:pt x="60154" y="15168"/>
                  <a:pt x="59485" y="15411"/>
                  <a:pt x="59211" y="15198"/>
                </a:cubicBezTo>
                <a:cubicBezTo>
                  <a:pt x="59824" y="14522"/>
                  <a:pt x="60555" y="14419"/>
                  <a:pt x="61312" y="14419"/>
                </a:cubicBezTo>
                <a:cubicBezTo>
                  <a:pt x="61643" y="14419"/>
                  <a:pt x="61979" y="14439"/>
                  <a:pt x="62312" y="14439"/>
                </a:cubicBezTo>
                <a:cubicBezTo>
                  <a:pt x="62524" y="14439"/>
                  <a:pt x="62737" y="14439"/>
                  <a:pt x="62920" y="14499"/>
                </a:cubicBezTo>
                <a:cubicBezTo>
                  <a:pt x="63053" y="14544"/>
                  <a:pt x="63181" y="14565"/>
                  <a:pt x="63308" y="14565"/>
                </a:cubicBezTo>
                <a:cubicBezTo>
                  <a:pt x="63617" y="14565"/>
                  <a:pt x="63922" y="14441"/>
                  <a:pt x="64287" y="14226"/>
                </a:cubicBezTo>
                <a:cubicBezTo>
                  <a:pt x="63558" y="13648"/>
                  <a:pt x="62676" y="13466"/>
                  <a:pt x="62129" y="13071"/>
                </a:cubicBezTo>
                <a:cubicBezTo>
                  <a:pt x="62721" y="12866"/>
                  <a:pt x="63335" y="12807"/>
                  <a:pt x="63964" y="12807"/>
                </a:cubicBezTo>
                <a:cubicBezTo>
                  <a:pt x="64851" y="12807"/>
                  <a:pt x="65767" y="12926"/>
                  <a:pt x="66690" y="12926"/>
                </a:cubicBezTo>
                <a:cubicBezTo>
                  <a:pt x="66963" y="12926"/>
                  <a:pt x="67236" y="12915"/>
                  <a:pt x="67509" y="12888"/>
                </a:cubicBezTo>
                <a:cubicBezTo>
                  <a:pt x="67357" y="12280"/>
                  <a:pt x="66810" y="12372"/>
                  <a:pt x="66476" y="12129"/>
                </a:cubicBezTo>
                <a:cubicBezTo>
                  <a:pt x="66719" y="12007"/>
                  <a:pt x="67175" y="12129"/>
                  <a:pt x="67175" y="11733"/>
                </a:cubicBezTo>
                <a:cubicBezTo>
                  <a:pt x="67205" y="11277"/>
                  <a:pt x="66719" y="11399"/>
                  <a:pt x="66476" y="11247"/>
                </a:cubicBezTo>
                <a:cubicBezTo>
                  <a:pt x="66454" y="11233"/>
                  <a:pt x="66428" y="11228"/>
                  <a:pt x="66399" y="11228"/>
                </a:cubicBezTo>
                <a:cubicBezTo>
                  <a:pt x="66359" y="11228"/>
                  <a:pt x="66314" y="11236"/>
                  <a:pt x="66273" y="11236"/>
                </a:cubicBezTo>
                <a:cubicBezTo>
                  <a:pt x="66218" y="11236"/>
                  <a:pt x="66168" y="11222"/>
                  <a:pt x="66141" y="11156"/>
                </a:cubicBezTo>
                <a:cubicBezTo>
                  <a:pt x="66111" y="10852"/>
                  <a:pt x="66415" y="10882"/>
                  <a:pt x="66506" y="10700"/>
                </a:cubicBezTo>
                <a:cubicBezTo>
                  <a:pt x="66141" y="9818"/>
                  <a:pt x="65351" y="9758"/>
                  <a:pt x="64561" y="9666"/>
                </a:cubicBezTo>
                <a:cubicBezTo>
                  <a:pt x="64746" y="9583"/>
                  <a:pt x="64929" y="9552"/>
                  <a:pt x="65113" y="9552"/>
                </a:cubicBezTo>
                <a:cubicBezTo>
                  <a:pt x="65631" y="9552"/>
                  <a:pt x="66145" y="9799"/>
                  <a:pt x="66672" y="9799"/>
                </a:cubicBezTo>
                <a:cubicBezTo>
                  <a:pt x="66907" y="9799"/>
                  <a:pt x="67146" y="9749"/>
                  <a:pt x="67388" y="9606"/>
                </a:cubicBezTo>
                <a:cubicBezTo>
                  <a:pt x="67053" y="9241"/>
                  <a:pt x="66749" y="8876"/>
                  <a:pt x="66233" y="8663"/>
                </a:cubicBezTo>
                <a:cubicBezTo>
                  <a:pt x="66340" y="8640"/>
                  <a:pt x="66451" y="8633"/>
                  <a:pt x="66561" y="8633"/>
                </a:cubicBezTo>
                <a:cubicBezTo>
                  <a:pt x="66685" y="8633"/>
                  <a:pt x="66807" y="8641"/>
                  <a:pt x="66923" y="8641"/>
                </a:cubicBezTo>
                <a:cubicBezTo>
                  <a:pt x="67232" y="8641"/>
                  <a:pt x="67494" y="8585"/>
                  <a:pt x="67600" y="8177"/>
                </a:cubicBezTo>
                <a:cubicBezTo>
                  <a:pt x="67418" y="7721"/>
                  <a:pt x="66932" y="7812"/>
                  <a:pt x="66537" y="7448"/>
                </a:cubicBezTo>
                <a:lnTo>
                  <a:pt x="66537" y="7448"/>
                </a:lnTo>
                <a:cubicBezTo>
                  <a:pt x="66642" y="7474"/>
                  <a:pt x="66741" y="7484"/>
                  <a:pt x="66835" y="7484"/>
                </a:cubicBezTo>
                <a:cubicBezTo>
                  <a:pt x="67127" y="7484"/>
                  <a:pt x="67381" y="7390"/>
                  <a:pt x="67665" y="7390"/>
                </a:cubicBezTo>
                <a:cubicBezTo>
                  <a:pt x="67823" y="7390"/>
                  <a:pt x="67990" y="7419"/>
                  <a:pt x="68178" y="7508"/>
                </a:cubicBezTo>
                <a:cubicBezTo>
                  <a:pt x="67722" y="6566"/>
                  <a:pt x="66749" y="6657"/>
                  <a:pt x="66263" y="5958"/>
                </a:cubicBezTo>
                <a:lnTo>
                  <a:pt x="66263" y="5958"/>
                </a:lnTo>
                <a:cubicBezTo>
                  <a:pt x="66524" y="6029"/>
                  <a:pt x="66776" y="6087"/>
                  <a:pt x="67009" y="6087"/>
                </a:cubicBezTo>
                <a:cubicBezTo>
                  <a:pt x="67374" y="6087"/>
                  <a:pt x="67694" y="5947"/>
                  <a:pt x="67935" y="5502"/>
                </a:cubicBezTo>
                <a:cubicBezTo>
                  <a:pt x="67783" y="5441"/>
                  <a:pt x="67661" y="5411"/>
                  <a:pt x="67418" y="5320"/>
                </a:cubicBezTo>
                <a:cubicBezTo>
                  <a:pt x="68269" y="5077"/>
                  <a:pt x="67631" y="4013"/>
                  <a:pt x="68543" y="3891"/>
                </a:cubicBezTo>
                <a:cubicBezTo>
                  <a:pt x="67479" y="2949"/>
                  <a:pt x="66202" y="2949"/>
                  <a:pt x="65017" y="2797"/>
                </a:cubicBezTo>
                <a:cubicBezTo>
                  <a:pt x="63375" y="2584"/>
                  <a:pt x="61795" y="2250"/>
                  <a:pt x="60123" y="2189"/>
                </a:cubicBezTo>
                <a:cubicBezTo>
                  <a:pt x="58786" y="2128"/>
                  <a:pt x="57448" y="1764"/>
                  <a:pt x="56081" y="1703"/>
                </a:cubicBezTo>
                <a:cubicBezTo>
                  <a:pt x="54530" y="1642"/>
                  <a:pt x="53011" y="1368"/>
                  <a:pt x="51460" y="1216"/>
                </a:cubicBezTo>
                <a:cubicBezTo>
                  <a:pt x="49120" y="1004"/>
                  <a:pt x="46749" y="730"/>
                  <a:pt x="44378" y="609"/>
                </a:cubicBezTo>
                <a:cubicBezTo>
                  <a:pt x="42706" y="517"/>
                  <a:pt x="41035" y="396"/>
                  <a:pt x="39332" y="335"/>
                </a:cubicBezTo>
                <a:cubicBezTo>
                  <a:pt x="36171" y="244"/>
                  <a:pt x="33010" y="1"/>
                  <a:pt x="2984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14">
    <p:spTree>
      <p:nvGrpSpPr>
        <p:cNvPr id="7593" name="Shape 7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4" name="Google Shape;7594;p24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7595" name="Google Shape;7595;p24"/>
          <p:cNvGrpSpPr/>
          <p:nvPr/>
        </p:nvGrpSpPr>
        <p:grpSpPr>
          <a:xfrm flipH="1" rot="-1072950">
            <a:off x="-1692589" y="110656"/>
            <a:ext cx="3222157" cy="1467320"/>
            <a:chOff x="3427375" y="613525"/>
            <a:chExt cx="1481825" cy="674800"/>
          </a:xfrm>
        </p:grpSpPr>
        <p:sp>
          <p:nvSpPr>
            <p:cNvPr id="7596" name="Google Shape;7596;p24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24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24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24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24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24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24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24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24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24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24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24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24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24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24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24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24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24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24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24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24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24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24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24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24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24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24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24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24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24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24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24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24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24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24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24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24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24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24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24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24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24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24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24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24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24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24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24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24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24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24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24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24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24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24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24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24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24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24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24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24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24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24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24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24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24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24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24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24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24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24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24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24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24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24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24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24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24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24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24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24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24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24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24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24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24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24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24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24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24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24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24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24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24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24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24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24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24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24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24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24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24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24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24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24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24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24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24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24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24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24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24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24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24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24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24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24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24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24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24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24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24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24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24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24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24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24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24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24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24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24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24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24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24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24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24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24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24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24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24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24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24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24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24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24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24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24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24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24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24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24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24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24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24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24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24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24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24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24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24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24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24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24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24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24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24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24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24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24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24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24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24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24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24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24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24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24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24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24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24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6" name="Google Shape;7776;p24"/>
          <p:cNvSpPr/>
          <p:nvPr/>
        </p:nvSpPr>
        <p:spPr>
          <a:xfrm flipH="1">
            <a:off x="-1168576" y="-425897"/>
            <a:ext cx="1854952" cy="307087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7" name="Google Shape;7777;p24"/>
          <p:cNvSpPr/>
          <p:nvPr/>
        </p:nvSpPr>
        <p:spPr>
          <a:xfrm>
            <a:off x="7495500" y="-425900"/>
            <a:ext cx="1854999" cy="1408136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8" name="Google Shape;7778;p24"/>
          <p:cNvGrpSpPr/>
          <p:nvPr/>
        </p:nvGrpSpPr>
        <p:grpSpPr>
          <a:xfrm flipH="1" rot="197893">
            <a:off x="2703434" y="4656227"/>
            <a:ext cx="3222083" cy="1467286"/>
            <a:chOff x="3427375" y="613525"/>
            <a:chExt cx="1481825" cy="674800"/>
          </a:xfrm>
        </p:grpSpPr>
        <p:sp>
          <p:nvSpPr>
            <p:cNvPr id="7779" name="Google Shape;7779;p24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24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24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24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24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24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24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24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24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24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24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24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24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24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24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24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24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24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24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24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24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24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24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24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24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24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24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24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24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24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24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24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24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24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24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24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24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24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24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24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24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24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24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24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24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24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24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24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24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24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24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24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24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24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24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24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24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24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24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24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24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24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24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24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24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24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24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24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24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24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24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24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24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24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24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24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24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24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24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24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24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24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24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24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24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24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24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24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24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24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24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24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24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24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24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24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24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24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24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24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24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24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24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24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24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24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24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24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24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24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24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24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24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24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24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24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24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24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24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24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24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24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24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24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24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24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24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24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24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24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24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24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24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24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24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24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24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24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24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24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24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24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24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24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24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24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24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24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24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24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24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24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24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24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24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24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24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24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24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24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24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24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24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24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24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24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24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24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24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24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24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24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24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24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24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24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24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24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24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24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17">
    <p:spTree>
      <p:nvGrpSpPr>
        <p:cNvPr id="7959" name="Shape 7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0" name="Google Shape;7960;p25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7961" name="Google Shape;7961;p25"/>
          <p:cNvGrpSpPr/>
          <p:nvPr/>
        </p:nvGrpSpPr>
        <p:grpSpPr>
          <a:xfrm rot="1072950">
            <a:off x="6837461" y="-111769"/>
            <a:ext cx="3222157" cy="1467320"/>
            <a:chOff x="3427375" y="613525"/>
            <a:chExt cx="1481825" cy="674800"/>
          </a:xfrm>
        </p:grpSpPr>
        <p:sp>
          <p:nvSpPr>
            <p:cNvPr id="7962" name="Google Shape;7962;p2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2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2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2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2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2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2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2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2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2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2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2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2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2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2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2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2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2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2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2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2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2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2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2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2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2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2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2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2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2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2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2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2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2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2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2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2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2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2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2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2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2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2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2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2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2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2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2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2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2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2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2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2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2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2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2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2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2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2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2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2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2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2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2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2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2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2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2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2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2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2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2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2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2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2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2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2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2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2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2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2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2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2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2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2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2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2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2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2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2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2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2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2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2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2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2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2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2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2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2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2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2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2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2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2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2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2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2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2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2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2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2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2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2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2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2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2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2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2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2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2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2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2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2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2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2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2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2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2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2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2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2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2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2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2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2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2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2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2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2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2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2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2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2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2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2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2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2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2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2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2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2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2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2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2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2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2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2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2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2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2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2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2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2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2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2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2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2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2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2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2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2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2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2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2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2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2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2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2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2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2" name="Google Shape;8142;p25"/>
          <p:cNvSpPr/>
          <p:nvPr/>
        </p:nvSpPr>
        <p:spPr>
          <a:xfrm>
            <a:off x="7680652" y="-648322"/>
            <a:ext cx="1854952" cy="307087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3" name="Google Shape;8143;p25"/>
          <p:cNvSpPr/>
          <p:nvPr/>
        </p:nvSpPr>
        <p:spPr>
          <a:xfrm>
            <a:off x="-606725" y="225750"/>
            <a:ext cx="2103109" cy="1499162"/>
          </a:xfrm>
          <a:custGeom>
            <a:rect b="b" l="l" r="r" t="t"/>
            <a:pathLst>
              <a:path extrusionOk="0" h="24871" w="73923">
                <a:moveTo>
                  <a:pt x="47119" y="1"/>
                </a:moveTo>
                <a:cubicBezTo>
                  <a:pt x="45820" y="1"/>
                  <a:pt x="44521" y="19"/>
                  <a:pt x="43223" y="36"/>
                </a:cubicBezTo>
                <a:cubicBezTo>
                  <a:pt x="41581" y="36"/>
                  <a:pt x="39910" y="66"/>
                  <a:pt x="38268" y="188"/>
                </a:cubicBezTo>
                <a:cubicBezTo>
                  <a:pt x="35776" y="310"/>
                  <a:pt x="33314" y="614"/>
                  <a:pt x="30821" y="705"/>
                </a:cubicBezTo>
                <a:cubicBezTo>
                  <a:pt x="29302" y="735"/>
                  <a:pt x="27782" y="887"/>
                  <a:pt x="26292" y="887"/>
                </a:cubicBezTo>
                <a:cubicBezTo>
                  <a:pt x="25563" y="887"/>
                  <a:pt x="24925" y="1070"/>
                  <a:pt x="24317" y="1373"/>
                </a:cubicBezTo>
                <a:cubicBezTo>
                  <a:pt x="24013" y="1525"/>
                  <a:pt x="23709" y="1708"/>
                  <a:pt x="23344" y="1708"/>
                </a:cubicBezTo>
                <a:cubicBezTo>
                  <a:pt x="22918" y="1685"/>
                  <a:pt x="22493" y="1675"/>
                  <a:pt x="22068" y="1675"/>
                </a:cubicBezTo>
                <a:cubicBezTo>
                  <a:pt x="19802" y="1675"/>
                  <a:pt x="17552" y="1953"/>
                  <a:pt x="15303" y="1953"/>
                </a:cubicBezTo>
                <a:cubicBezTo>
                  <a:pt x="15207" y="1953"/>
                  <a:pt x="15112" y="1952"/>
                  <a:pt x="15016" y="1951"/>
                </a:cubicBezTo>
                <a:cubicBezTo>
                  <a:pt x="14894" y="1951"/>
                  <a:pt x="14772" y="1951"/>
                  <a:pt x="14681" y="1981"/>
                </a:cubicBezTo>
                <a:cubicBezTo>
                  <a:pt x="12949" y="2316"/>
                  <a:pt x="11186" y="2285"/>
                  <a:pt x="9453" y="2498"/>
                </a:cubicBezTo>
                <a:cubicBezTo>
                  <a:pt x="8085" y="2650"/>
                  <a:pt x="6718" y="2680"/>
                  <a:pt x="5380" y="2954"/>
                </a:cubicBezTo>
                <a:cubicBezTo>
                  <a:pt x="4924" y="3076"/>
                  <a:pt x="4286" y="2893"/>
                  <a:pt x="3921" y="3501"/>
                </a:cubicBezTo>
                <a:cubicBezTo>
                  <a:pt x="4276" y="3674"/>
                  <a:pt x="4637" y="3727"/>
                  <a:pt x="4998" y="3727"/>
                </a:cubicBezTo>
                <a:cubicBezTo>
                  <a:pt x="5571" y="3727"/>
                  <a:pt x="6148" y="3594"/>
                  <a:pt x="6711" y="3594"/>
                </a:cubicBezTo>
                <a:cubicBezTo>
                  <a:pt x="6980" y="3594"/>
                  <a:pt x="7246" y="3625"/>
                  <a:pt x="7508" y="3714"/>
                </a:cubicBezTo>
                <a:cubicBezTo>
                  <a:pt x="7234" y="3896"/>
                  <a:pt x="6930" y="3896"/>
                  <a:pt x="6596" y="3896"/>
                </a:cubicBezTo>
                <a:cubicBezTo>
                  <a:pt x="6436" y="3896"/>
                  <a:pt x="6277" y="3894"/>
                  <a:pt x="6118" y="3894"/>
                </a:cubicBezTo>
                <a:cubicBezTo>
                  <a:pt x="5640" y="3894"/>
                  <a:pt x="5167" y="3912"/>
                  <a:pt x="4711" y="4048"/>
                </a:cubicBezTo>
                <a:cubicBezTo>
                  <a:pt x="4529" y="4079"/>
                  <a:pt x="4377" y="4139"/>
                  <a:pt x="4377" y="4322"/>
                </a:cubicBezTo>
                <a:cubicBezTo>
                  <a:pt x="4377" y="4504"/>
                  <a:pt x="4529" y="4595"/>
                  <a:pt x="4711" y="4595"/>
                </a:cubicBezTo>
                <a:cubicBezTo>
                  <a:pt x="4833" y="4595"/>
                  <a:pt x="4955" y="4609"/>
                  <a:pt x="5076" y="4609"/>
                </a:cubicBezTo>
                <a:cubicBezTo>
                  <a:pt x="5137" y="4609"/>
                  <a:pt x="5198" y="4606"/>
                  <a:pt x="5259" y="4595"/>
                </a:cubicBezTo>
                <a:cubicBezTo>
                  <a:pt x="5655" y="4492"/>
                  <a:pt x="6048" y="4455"/>
                  <a:pt x="6440" y="4455"/>
                </a:cubicBezTo>
                <a:cubicBezTo>
                  <a:pt x="7311" y="4455"/>
                  <a:pt x="8177" y="4635"/>
                  <a:pt x="9058" y="4656"/>
                </a:cubicBezTo>
                <a:cubicBezTo>
                  <a:pt x="7477" y="5143"/>
                  <a:pt x="5745" y="5082"/>
                  <a:pt x="4164" y="5568"/>
                </a:cubicBezTo>
                <a:cubicBezTo>
                  <a:pt x="4164" y="5598"/>
                  <a:pt x="4164" y="5659"/>
                  <a:pt x="4164" y="5720"/>
                </a:cubicBezTo>
                <a:lnTo>
                  <a:pt x="6353" y="5720"/>
                </a:lnTo>
                <a:cubicBezTo>
                  <a:pt x="6163" y="5931"/>
                  <a:pt x="5890" y="5959"/>
                  <a:pt x="5603" y="5959"/>
                </a:cubicBezTo>
                <a:cubicBezTo>
                  <a:pt x="5498" y="5959"/>
                  <a:pt x="5392" y="5955"/>
                  <a:pt x="5286" y="5955"/>
                </a:cubicBezTo>
                <a:cubicBezTo>
                  <a:pt x="4851" y="5955"/>
                  <a:pt x="4444" y="6020"/>
                  <a:pt x="4316" y="6693"/>
                </a:cubicBezTo>
                <a:cubicBezTo>
                  <a:pt x="4481" y="6794"/>
                  <a:pt x="4643" y="6828"/>
                  <a:pt x="4805" y="6828"/>
                </a:cubicBezTo>
                <a:cubicBezTo>
                  <a:pt x="5111" y="6828"/>
                  <a:pt x="5417" y="6710"/>
                  <a:pt x="5738" y="6710"/>
                </a:cubicBezTo>
                <a:cubicBezTo>
                  <a:pt x="5908" y="6710"/>
                  <a:pt x="6082" y="6743"/>
                  <a:pt x="6262" y="6845"/>
                </a:cubicBezTo>
                <a:cubicBezTo>
                  <a:pt x="5562" y="7088"/>
                  <a:pt x="4833" y="6723"/>
                  <a:pt x="4347" y="7453"/>
                </a:cubicBezTo>
                <a:cubicBezTo>
                  <a:pt x="5113" y="7453"/>
                  <a:pt x="5849" y="7348"/>
                  <a:pt x="6576" y="7348"/>
                </a:cubicBezTo>
                <a:cubicBezTo>
                  <a:pt x="6888" y="7348"/>
                  <a:pt x="7198" y="7367"/>
                  <a:pt x="7508" y="7422"/>
                </a:cubicBezTo>
                <a:cubicBezTo>
                  <a:pt x="7629" y="7969"/>
                  <a:pt x="7325" y="8060"/>
                  <a:pt x="6900" y="8060"/>
                </a:cubicBezTo>
                <a:cubicBezTo>
                  <a:pt x="6687" y="8060"/>
                  <a:pt x="6476" y="8057"/>
                  <a:pt x="6268" y="8057"/>
                </a:cubicBezTo>
                <a:cubicBezTo>
                  <a:pt x="5642" y="8057"/>
                  <a:pt x="5038" y="8091"/>
                  <a:pt x="4468" y="8364"/>
                </a:cubicBezTo>
                <a:cubicBezTo>
                  <a:pt x="4924" y="8851"/>
                  <a:pt x="5532" y="8729"/>
                  <a:pt x="6079" y="8820"/>
                </a:cubicBezTo>
                <a:cubicBezTo>
                  <a:pt x="5532" y="9155"/>
                  <a:pt x="4772" y="9003"/>
                  <a:pt x="4255" y="9702"/>
                </a:cubicBezTo>
                <a:cubicBezTo>
                  <a:pt x="5562" y="9763"/>
                  <a:pt x="6778" y="9641"/>
                  <a:pt x="8025" y="9945"/>
                </a:cubicBezTo>
                <a:cubicBezTo>
                  <a:pt x="7660" y="10127"/>
                  <a:pt x="7356" y="10310"/>
                  <a:pt x="6991" y="10523"/>
                </a:cubicBezTo>
                <a:cubicBezTo>
                  <a:pt x="7660" y="10826"/>
                  <a:pt x="8328" y="10614"/>
                  <a:pt x="8906" y="10918"/>
                </a:cubicBezTo>
                <a:cubicBezTo>
                  <a:pt x="8389" y="11100"/>
                  <a:pt x="7721" y="10918"/>
                  <a:pt x="7386" y="11556"/>
                </a:cubicBezTo>
                <a:cubicBezTo>
                  <a:pt x="7538" y="11738"/>
                  <a:pt x="7842" y="11586"/>
                  <a:pt x="7873" y="11890"/>
                </a:cubicBezTo>
                <a:cubicBezTo>
                  <a:pt x="7333" y="12019"/>
                  <a:pt x="6815" y="12387"/>
                  <a:pt x="6208" y="12387"/>
                </a:cubicBezTo>
                <a:cubicBezTo>
                  <a:pt x="6097" y="12387"/>
                  <a:pt x="5984" y="12374"/>
                  <a:pt x="5866" y="12346"/>
                </a:cubicBezTo>
                <a:lnTo>
                  <a:pt x="5866" y="12346"/>
                </a:lnTo>
                <a:cubicBezTo>
                  <a:pt x="5903" y="12771"/>
                  <a:pt x="6046" y="12881"/>
                  <a:pt x="6222" y="12881"/>
                </a:cubicBezTo>
                <a:cubicBezTo>
                  <a:pt x="6411" y="12881"/>
                  <a:pt x="6637" y="12754"/>
                  <a:pt x="6812" y="12754"/>
                </a:cubicBezTo>
                <a:cubicBezTo>
                  <a:pt x="6882" y="12754"/>
                  <a:pt x="6944" y="12775"/>
                  <a:pt x="6991" y="12833"/>
                </a:cubicBezTo>
                <a:cubicBezTo>
                  <a:pt x="6885" y="12965"/>
                  <a:pt x="6756" y="13051"/>
                  <a:pt x="6604" y="13051"/>
                </a:cubicBezTo>
                <a:cubicBezTo>
                  <a:pt x="6582" y="13051"/>
                  <a:pt x="6559" y="13049"/>
                  <a:pt x="6535" y="13045"/>
                </a:cubicBezTo>
                <a:cubicBezTo>
                  <a:pt x="6480" y="13043"/>
                  <a:pt x="6425" y="13042"/>
                  <a:pt x="6371" y="13042"/>
                </a:cubicBezTo>
                <a:cubicBezTo>
                  <a:pt x="5663" y="13042"/>
                  <a:pt x="4977" y="13200"/>
                  <a:pt x="4293" y="13200"/>
                </a:cubicBezTo>
                <a:cubicBezTo>
                  <a:pt x="4240" y="13200"/>
                  <a:pt x="4187" y="13199"/>
                  <a:pt x="4134" y="13197"/>
                </a:cubicBezTo>
                <a:cubicBezTo>
                  <a:pt x="4090" y="13197"/>
                  <a:pt x="4045" y="13197"/>
                  <a:pt x="3999" y="13197"/>
                </a:cubicBezTo>
                <a:cubicBezTo>
                  <a:pt x="3545" y="13197"/>
                  <a:pt x="3048" y="13222"/>
                  <a:pt x="2827" y="13775"/>
                </a:cubicBezTo>
                <a:cubicBezTo>
                  <a:pt x="3040" y="13957"/>
                  <a:pt x="3283" y="14018"/>
                  <a:pt x="3526" y="14079"/>
                </a:cubicBezTo>
                <a:cubicBezTo>
                  <a:pt x="3070" y="14109"/>
                  <a:pt x="2918" y="14626"/>
                  <a:pt x="2401" y="14626"/>
                </a:cubicBezTo>
                <a:cubicBezTo>
                  <a:pt x="2365" y="14624"/>
                  <a:pt x="2329" y="14624"/>
                  <a:pt x="2292" y="14624"/>
                </a:cubicBezTo>
                <a:cubicBezTo>
                  <a:pt x="1633" y="14624"/>
                  <a:pt x="997" y="14875"/>
                  <a:pt x="334" y="14991"/>
                </a:cubicBezTo>
                <a:cubicBezTo>
                  <a:pt x="91" y="15021"/>
                  <a:pt x="0" y="15112"/>
                  <a:pt x="91" y="15386"/>
                </a:cubicBezTo>
                <a:lnTo>
                  <a:pt x="1307" y="15386"/>
                </a:lnTo>
                <a:cubicBezTo>
                  <a:pt x="1034" y="15568"/>
                  <a:pt x="730" y="15568"/>
                  <a:pt x="669" y="15933"/>
                </a:cubicBezTo>
                <a:cubicBezTo>
                  <a:pt x="734" y="16062"/>
                  <a:pt x="860" y="16100"/>
                  <a:pt x="993" y="16100"/>
                </a:cubicBezTo>
                <a:cubicBezTo>
                  <a:pt x="1047" y="16100"/>
                  <a:pt x="1102" y="16094"/>
                  <a:pt x="1155" y="16085"/>
                </a:cubicBezTo>
                <a:cubicBezTo>
                  <a:pt x="1273" y="16065"/>
                  <a:pt x="1378" y="15970"/>
                  <a:pt x="1495" y="15970"/>
                </a:cubicBezTo>
                <a:cubicBezTo>
                  <a:pt x="1559" y="15970"/>
                  <a:pt x="1627" y="15999"/>
                  <a:pt x="1702" y="16085"/>
                </a:cubicBezTo>
                <a:cubicBezTo>
                  <a:pt x="1398" y="16267"/>
                  <a:pt x="1398" y="16450"/>
                  <a:pt x="1672" y="16693"/>
                </a:cubicBezTo>
                <a:cubicBezTo>
                  <a:pt x="1793" y="16784"/>
                  <a:pt x="1930" y="16784"/>
                  <a:pt x="2063" y="16784"/>
                </a:cubicBezTo>
                <a:cubicBezTo>
                  <a:pt x="2196" y="16784"/>
                  <a:pt x="2325" y="16784"/>
                  <a:pt x="2432" y="16875"/>
                </a:cubicBezTo>
                <a:cubicBezTo>
                  <a:pt x="2037" y="17240"/>
                  <a:pt x="1307" y="16906"/>
                  <a:pt x="1003" y="17483"/>
                </a:cubicBezTo>
                <a:cubicBezTo>
                  <a:pt x="1489" y="17878"/>
                  <a:pt x="2037" y="17696"/>
                  <a:pt x="2553" y="17848"/>
                </a:cubicBezTo>
                <a:cubicBezTo>
                  <a:pt x="2532" y="17846"/>
                  <a:pt x="2510" y="17845"/>
                  <a:pt x="2489" y="17845"/>
                </a:cubicBezTo>
                <a:cubicBezTo>
                  <a:pt x="2170" y="17845"/>
                  <a:pt x="1872" y="18033"/>
                  <a:pt x="1554" y="18033"/>
                </a:cubicBezTo>
                <a:cubicBezTo>
                  <a:pt x="1532" y="18033"/>
                  <a:pt x="1511" y="18032"/>
                  <a:pt x="1489" y="18030"/>
                </a:cubicBezTo>
                <a:cubicBezTo>
                  <a:pt x="1471" y="18029"/>
                  <a:pt x="1452" y="18028"/>
                  <a:pt x="1434" y="18028"/>
                </a:cubicBezTo>
                <a:cubicBezTo>
                  <a:pt x="1104" y="18028"/>
                  <a:pt x="915" y="18286"/>
                  <a:pt x="973" y="18517"/>
                </a:cubicBezTo>
                <a:cubicBezTo>
                  <a:pt x="997" y="18685"/>
                  <a:pt x="1231" y="18739"/>
                  <a:pt x="1448" y="18739"/>
                </a:cubicBezTo>
                <a:cubicBezTo>
                  <a:pt x="1505" y="18739"/>
                  <a:pt x="1561" y="18736"/>
                  <a:pt x="1611" y="18729"/>
                </a:cubicBezTo>
                <a:cubicBezTo>
                  <a:pt x="1763" y="18699"/>
                  <a:pt x="1915" y="18608"/>
                  <a:pt x="2067" y="18608"/>
                </a:cubicBezTo>
                <a:cubicBezTo>
                  <a:pt x="2143" y="18608"/>
                  <a:pt x="2227" y="18585"/>
                  <a:pt x="2306" y="18585"/>
                </a:cubicBezTo>
                <a:cubicBezTo>
                  <a:pt x="2386" y="18585"/>
                  <a:pt x="2462" y="18608"/>
                  <a:pt x="2523" y="18699"/>
                </a:cubicBezTo>
                <a:cubicBezTo>
                  <a:pt x="2006" y="18851"/>
                  <a:pt x="1368" y="18760"/>
                  <a:pt x="973" y="19337"/>
                </a:cubicBezTo>
                <a:cubicBezTo>
                  <a:pt x="1169" y="19403"/>
                  <a:pt x="1362" y="19416"/>
                  <a:pt x="1551" y="19416"/>
                </a:cubicBezTo>
                <a:cubicBezTo>
                  <a:pt x="1689" y="19416"/>
                  <a:pt x="1824" y="19409"/>
                  <a:pt x="1958" y="19409"/>
                </a:cubicBezTo>
                <a:cubicBezTo>
                  <a:pt x="2238" y="19409"/>
                  <a:pt x="2509" y="19441"/>
                  <a:pt x="2766" y="19641"/>
                </a:cubicBezTo>
                <a:cubicBezTo>
                  <a:pt x="2401" y="19763"/>
                  <a:pt x="2097" y="19884"/>
                  <a:pt x="1763" y="19945"/>
                </a:cubicBezTo>
                <a:cubicBezTo>
                  <a:pt x="1155" y="20067"/>
                  <a:pt x="1337" y="20340"/>
                  <a:pt x="1581" y="20614"/>
                </a:cubicBezTo>
                <a:cubicBezTo>
                  <a:pt x="1481" y="20723"/>
                  <a:pt x="1369" y="20755"/>
                  <a:pt x="1248" y="20755"/>
                </a:cubicBezTo>
                <a:cubicBezTo>
                  <a:pt x="1088" y="20755"/>
                  <a:pt x="914" y="20699"/>
                  <a:pt x="740" y="20699"/>
                </a:cubicBezTo>
                <a:cubicBezTo>
                  <a:pt x="645" y="20699"/>
                  <a:pt x="549" y="20716"/>
                  <a:pt x="456" y="20766"/>
                </a:cubicBezTo>
                <a:cubicBezTo>
                  <a:pt x="821" y="21039"/>
                  <a:pt x="1277" y="20887"/>
                  <a:pt x="1611" y="21161"/>
                </a:cubicBezTo>
                <a:cubicBezTo>
                  <a:pt x="1450" y="21336"/>
                  <a:pt x="1271" y="21380"/>
                  <a:pt x="1082" y="21380"/>
                </a:cubicBezTo>
                <a:cubicBezTo>
                  <a:pt x="890" y="21380"/>
                  <a:pt x="687" y="21334"/>
                  <a:pt x="483" y="21334"/>
                </a:cubicBezTo>
                <a:cubicBezTo>
                  <a:pt x="433" y="21334"/>
                  <a:pt x="384" y="21337"/>
                  <a:pt x="334" y="21343"/>
                </a:cubicBezTo>
                <a:cubicBezTo>
                  <a:pt x="973" y="21921"/>
                  <a:pt x="1763" y="21921"/>
                  <a:pt x="2584" y="21921"/>
                </a:cubicBezTo>
                <a:cubicBezTo>
                  <a:pt x="2493" y="22377"/>
                  <a:pt x="2705" y="22468"/>
                  <a:pt x="3100" y="22498"/>
                </a:cubicBezTo>
                <a:cubicBezTo>
                  <a:pt x="4195" y="22498"/>
                  <a:pt x="5289" y="22407"/>
                  <a:pt x="6353" y="22194"/>
                </a:cubicBezTo>
                <a:cubicBezTo>
                  <a:pt x="7123" y="22049"/>
                  <a:pt x="7886" y="22008"/>
                  <a:pt x="8649" y="22008"/>
                </a:cubicBezTo>
                <a:cubicBezTo>
                  <a:pt x="9482" y="22008"/>
                  <a:pt x="10315" y="22057"/>
                  <a:pt x="11155" y="22073"/>
                </a:cubicBezTo>
                <a:cubicBezTo>
                  <a:pt x="11221" y="22073"/>
                  <a:pt x="11287" y="22072"/>
                  <a:pt x="11353" y="22072"/>
                </a:cubicBezTo>
                <a:cubicBezTo>
                  <a:pt x="11682" y="22072"/>
                  <a:pt x="12011" y="22093"/>
                  <a:pt x="12341" y="22346"/>
                </a:cubicBezTo>
                <a:cubicBezTo>
                  <a:pt x="12675" y="22590"/>
                  <a:pt x="13192" y="22711"/>
                  <a:pt x="13617" y="22742"/>
                </a:cubicBezTo>
                <a:cubicBezTo>
                  <a:pt x="14067" y="22773"/>
                  <a:pt x="14517" y="22786"/>
                  <a:pt x="14967" y="22786"/>
                </a:cubicBezTo>
                <a:cubicBezTo>
                  <a:pt x="16248" y="22786"/>
                  <a:pt x="17524" y="22680"/>
                  <a:pt x="18785" y="22590"/>
                </a:cubicBezTo>
                <a:cubicBezTo>
                  <a:pt x="20943" y="22407"/>
                  <a:pt x="23070" y="22225"/>
                  <a:pt x="25228" y="22194"/>
                </a:cubicBezTo>
                <a:cubicBezTo>
                  <a:pt x="26627" y="22194"/>
                  <a:pt x="28025" y="22225"/>
                  <a:pt x="29423" y="22316"/>
                </a:cubicBezTo>
                <a:cubicBezTo>
                  <a:pt x="31520" y="22407"/>
                  <a:pt x="33648" y="22468"/>
                  <a:pt x="35745" y="22590"/>
                </a:cubicBezTo>
                <a:cubicBezTo>
                  <a:pt x="37539" y="22681"/>
                  <a:pt x="39302" y="22772"/>
                  <a:pt x="41095" y="22863"/>
                </a:cubicBezTo>
                <a:cubicBezTo>
                  <a:pt x="42736" y="22954"/>
                  <a:pt x="44378" y="23015"/>
                  <a:pt x="46019" y="23167"/>
                </a:cubicBezTo>
                <a:cubicBezTo>
                  <a:pt x="47752" y="23319"/>
                  <a:pt x="49515" y="23501"/>
                  <a:pt x="51278" y="23623"/>
                </a:cubicBezTo>
                <a:cubicBezTo>
                  <a:pt x="51855" y="23653"/>
                  <a:pt x="52433" y="23684"/>
                  <a:pt x="53041" y="23775"/>
                </a:cubicBezTo>
                <a:cubicBezTo>
                  <a:pt x="54226" y="23988"/>
                  <a:pt x="55442" y="24170"/>
                  <a:pt x="56658" y="24261"/>
                </a:cubicBezTo>
                <a:cubicBezTo>
                  <a:pt x="57843" y="24353"/>
                  <a:pt x="59029" y="24535"/>
                  <a:pt x="60184" y="24656"/>
                </a:cubicBezTo>
                <a:cubicBezTo>
                  <a:pt x="60688" y="24700"/>
                  <a:pt x="61177" y="24871"/>
                  <a:pt x="61673" y="24871"/>
                </a:cubicBezTo>
                <a:cubicBezTo>
                  <a:pt x="61864" y="24871"/>
                  <a:pt x="62056" y="24846"/>
                  <a:pt x="62250" y="24778"/>
                </a:cubicBezTo>
                <a:cubicBezTo>
                  <a:pt x="62433" y="24413"/>
                  <a:pt x="61946" y="24322"/>
                  <a:pt x="61977" y="24018"/>
                </a:cubicBezTo>
                <a:cubicBezTo>
                  <a:pt x="62107" y="24012"/>
                  <a:pt x="62237" y="24010"/>
                  <a:pt x="62366" y="24010"/>
                </a:cubicBezTo>
                <a:cubicBezTo>
                  <a:pt x="63024" y="24010"/>
                  <a:pt x="63682" y="24073"/>
                  <a:pt x="64345" y="24073"/>
                </a:cubicBezTo>
                <a:cubicBezTo>
                  <a:pt x="64899" y="24073"/>
                  <a:pt x="65457" y="24029"/>
                  <a:pt x="66020" y="23866"/>
                </a:cubicBezTo>
                <a:cubicBezTo>
                  <a:pt x="65904" y="23606"/>
                  <a:pt x="65767" y="23531"/>
                  <a:pt x="65627" y="23531"/>
                </a:cubicBezTo>
                <a:cubicBezTo>
                  <a:pt x="65472" y="23531"/>
                  <a:pt x="65312" y="23622"/>
                  <a:pt x="65168" y="23653"/>
                </a:cubicBezTo>
                <a:cubicBezTo>
                  <a:pt x="64986" y="23532"/>
                  <a:pt x="64804" y="23410"/>
                  <a:pt x="64682" y="23289"/>
                </a:cubicBezTo>
                <a:cubicBezTo>
                  <a:pt x="64834" y="22924"/>
                  <a:pt x="64925" y="22559"/>
                  <a:pt x="65290" y="22559"/>
                </a:cubicBezTo>
                <a:cubicBezTo>
                  <a:pt x="64713" y="22012"/>
                  <a:pt x="63922" y="21890"/>
                  <a:pt x="63162" y="21556"/>
                </a:cubicBezTo>
                <a:lnTo>
                  <a:pt x="63162" y="21556"/>
                </a:lnTo>
                <a:cubicBezTo>
                  <a:pt x="63519" y="21594"/>
                  <a:pt x="63865" y="21611"/>
                  <a:pt x="64209" y="21611"/>
                </a:cubicBezTo>
                <a:cubicBezTo>
                  <a:pt x="64686" y="21611"/>
                  <a:pt x="65160" y="21579"/>
                  <a:pt x="65655" y="21526"/>
                </a:cubicBezTo>
                <a:cubicBezTo>
                  <a:pt x="65783" y="21510"/>
                  <a:pt x="65911" y="21503"/>
                  <a:pt x="66040" y="21503"/>
                </a:cubicBezTo>
                <a:cubicBezTo>
                  <a:pt x="66891" y="21503"/>
                  <a:pt x="67766" y="21811"/>
                  <a:pt x="68664" y="21890"/>
                </a:cubicBezTo>
                <a:cubicBezTo>
                  <a:pt x="69010" y="21925"/>
                  <a:pt x="69414" y="22146"/>
                  <a:pt x="69789" y="22146"/>
                </a:cubicBezTo>
                <a:cubicBezTo>
                  <a:pt x="70072" y="22146"/>
                  <a:pt x="70339" y="22019"/>
                  <a:pt x="70548" y="21587"/>
                </a:cubicBezTo>
                <a:cubicBezTo>
                  <a:pt x="70596" y="21597"/>
                  <a:pt x="70641" y="21602"/>
                  <a:pt x="70685" y="21602"/>
                </a:cubicBezTo>
                <a:cubicBezTo>
                  <a:pt x="71175" y="21602"/>
                  <a:pt x="71475" y="21016"/>
                  <a:pt x="71976" y="21016"/>
                </a:cubicBezTo>
                <a:cubicBezTo>
                  <a:pt x="72095" y="21016"/>
                  <a:pt x="72226" y="21049"/>
                  <a:pt x="72372" y="21131"/>
                </a:cubicBezTo>
                <a:cubicBezTo>
                  <a:pt x="72220" y="20675"/>
                  <a:pt x="71856" y="20675"/>
                  <a:pt x="71673" y="20431"/>
                </a:cubicBezTo>
                <a:cubicBezTo>
                  <a:pt x="71856" y="20371"/>
                  <a:pt x="72099" y="20371"/>
                  <a:pt x="72129" y="20067"/>
                </a:cubicBezTo>
                <a:cubicBezTo>
                  <a:pt x="71947" y="20006"/>
                  <a:pt x="71734" y="19915"/>
                  <a:pt x="71521" y="19793"/>
                </a:cubicBezTo>
                <a:cubicBezTo>
                  <a:pt x="72251" y="19459"/>
                  <a:pt x="71339" y="19094"/>
                  <a:pt x="71552" y="18760"/>
                </a:cubicBezTo>
                <a:cubicBezTo>
                  <a:pt x="71629" y="18734"/>
                  <a:pt x="71711" y="18728"/>
                  <a:pt x="71794" y="18728"/>
                </a:cubicBezTo>
                <a:cubicBezTo>
                  <a:pt x="71876" y="18728"/>
                  <a:pt x="71960" y="18734"/>
                  <a:pt x="72042" y="18734"/>
                </a:cubicBezTo>
                <a:cubicBezTo>
                  <a:pt x="72171" y="18734"/>
                  <a:pt x="72296" y="18718"/>
                  <a:pt x="72403" y="18638"/>
                </a:cubicBezTo>
                <a:cubicBezTo>
                  <a:pt x="72342" y="18395"/>
                  <a:pt x="72007" y="18425"/>
                  <a:pt x="72038" y="18091"/>
                </a:cubicBezTo>
                <a:cubicBezTo>
                  <a:pt x="72281" y="18061"/>
                  <a:pt x="72615" y="18030"/>
                  <a:pt x="72676" y="17696"/>
                </a:cubicBezTo>
                <a:cubicBezTo>
                  <a:pt x="72737" y="17240"/>
                  <a:pt x="72099" y="17483"/>
                  <a:pt x="72068" y="17118"/>
                </a:cubicBezTo>
                <a:cubicBezTo>
                  <a:pt x="72142" y="17077"/>
                  <a:pt x="72222" y="17067"/>
                  <a:pt x="72304" y="17067"/>
                </a:cubicBezTo>
                <a:cubicBezTo>
                  <a:pt x="72384" y="17067"/>
                  <a:pt x="72466" y="17077"/>
                  <a:pt x="72545" y="17077"/>
                </a:cubicBezTo>
                <a:cubicBezTo>
                  <a:pt x="72686" y="17077"/>
                  <a:pt x="72820" y="17046"/>
                  <a:pt x="72919" y="16875"/>
                </a:cubicBezTo>
                <a:cubicBezTo>
                  <a:pt x="72889" y="16632"/>
                  <a:pt x="72342" y="16632"/>
                  <a:pt x="72615" y="16267"/>
                </a:cubicBezTo>
                <a:cubicBezTo>
                  <a:pt x="72804" y="15998"/>
                  <a:pt x="72849" y="15513"/>
                  <a:pt x="73282" y="15513"/>
                </a:cubicBezTo>
                <a:cubicBezTo>
                  <a:pt x="73337" y="15513"/>
                  <a:pt x="73398" y="15521"/>
                  <a:pt x="73466" y="15538"/>
                </a:cubicBezTo>
                <a:cubicBezTo>
                  <a:pt x="73436" y="15173"/>
                  <a:pt x="72950" y="15203"/>
                  <a:pt x="72889" y="14900"/>
                </a:cubicBezTo>
                <a:cubicBezTo>
                  <a:pt x="72958" y="14859"/>
                  <a:pt x="73024" y="14844"/>
                  <a:pt x="73088" y="14844"/>
                </a:cubicBezTo>
                <a:cubicBezTo>
                  <a:pt x="73284" y="14844"/>
                  <a:pt x="73462" y="14985"/>
                  <a:pt x="73665" y="14985"/>
                </a:cubicBezTo>
                <a:cubicBezTo>
                  <a:pt x="73746" y="14985"/>
                  <a:pt x="73831" y="14963"/>
                  <a:pt x="73922" y="14900"/>
                </a:cubicBezTo>
                <a:cubicBezTo>
                  <a:pt x="72828" y="13684"/>
                  <a:pt x="71308" y="13927"/>
                  <a:pt x="70001" y="13623"/>
                </a:cubicBezTo>
                <a:cubicBezTo>
                  <a:pt x="68634" y="13289"/>
                  <a:pt x="67266" y="13106"/>
                  <a:pt x="65959" y="12863"/>
                </a:cubicBezTo>
                <a:cubicBezTo>
                  <a:pt x="66262" y="12507"/>
                  <a:pt x="66639" y="12437"/>
                  <a:pt x="67041" y="12437"/>
                </a:cubicBezTo>
                <a:cubicBezTo>
                  <a:pt x="67303" y="12437"/>
                  <a:pt x="67576" y="12467"/>
                  <a:pt x="67845" y="12467"/>
                </a:cubicBezTo>
                <a:cubicBezTo>
                  <a:pt x="68116" y="12467"/>
                  <a:pt x="68383" y="12437"/>
                  <a:pt x="68634" y="12316"/>
                </a:cubicBezTo>
                <a:cubicBezTo>
                  <a:pt x="68238" y="12194"/>
                  <a:pt x="67874" y="12194"/>
                  <a:pt x="67570" y="11951"/>
                </a:cubicBezTo>
                <a:cubicBezTo>
                  <a:pt x="67611" y="11784"/>
                  <a:pt x="67703" y="11746"/>
                  <a:pt x="67814" y="11746"/>
                </a:cubicBezTo>
                <a:cubicBezTo>
                  <a:pt x="67905" y="11746"/>
                  <a:pt x="68010" y="11772"/>
                  <a:pt x="68108" y="11772"/>
                </a:cubicBezTo>
                <a:cubicBezTo>
                  <a:pt x="68236" y="11772"/>
                  <a:pt x="68353" y="11728"/>
                  <a:pt x="68421" y="11526"/>
                </a:cubicBezTo>
                <a:cubicBezTo>
                  <a:pt x="68137" y="11526"/>
                  <a:pt x="67880" y="11539"/>
                  <a:pt x="67642" y="11539"/>
                </a:cubicBezTo>
                <a:cubicBezTo>
                  <a:pt x="67522" y="11539"/>
                  <a:pt x="67408" y="11536"/>
                  <a:pt x="67296" y="11526"/>
                </a:cubicBezTo>
                <a:cubicBezTo>
                  <a:pt x="66931" y="11495"/>
                  <a:pt x="66597" y="11404"/>
                  <a:pt x="66263" y="11343"/>
                </a:cubicBezTo>
                <a:cubicBezTo>
                  <a:pt x="66344" y="10970"/>
                  <a:pt x="66515" y="10879"/>
                  <a:pt x="66719" y="10879"/>
                </a:cubicBezTo>
                <a:cubicBezTo>
                  <a:pt x="66915" y="10879"/>
                  <a:pt x="67141" y="10963"/>
                  <a:pt x="67347" y="10963"/>
                </a:cubicBezTo>
                <a:cubicBezTo>
                  <a:pt x="67486" y="10963"/>
                  <a:pt x="67616" y="10924"/>
                  <a:pt x="67722" y="10796"/>
                </a:cubicBezTo>
                <a:cubicBezTo>
                  <a:pt x="67387" y="10675"/>
                  <a:pt x="67053" y="10553"/>
                  <a:pt x="66719" y="10431"/>
                </a:cubicBezTo>
                <a:cubicBezTo>
                  <a:pt x="67083" y="9945"/>
                  <a:pt x="67661" y="10188"/>
                  <a:pt x="68086" y="10006"/>
                </a:cubicBezTo>
                <a:cubicBezTo>
                  <a:pt x="68056" y="9763"/>
                  <a:pt x="67752" y="9702"/>
                  <a:pt x="67813" y="9337"/>
                </a:cubicBezTo>
                <a:lnTo>
                  <a:pt x="67813" y="9337"/>
                </a:lnTo>
                <a:cubicBezTo>
                  <a:pt x="67935" y="9507"/>
                  <a:pt x="68050" y="9568"/>
                  <a:pt x="68161" y="9568"/>
                </a:cubicBezTo>
                <a:cubicBezTo>
                  <a:pt x="68434" y="9568"/>
                  <a:pt x="68681" y="9198"/>
                  <a:pt x="68955" y="9198"/>
                </a:cubicBezTo>
                <a:cubicBezTo>
                  <a:pt x="69065" y="9198"/>
                  <a:pt x="69180" y="9258"/>
                  <a:pt x="69302" y="9428"/>
                </a:cubicBezTo>
                <a:cubicBezTo>
                  <a:pt x="69485" y="8820"/>
                  <a:pt x="69120" y="8699"/>
                  <a:pt x="68694" y="8638"/>
                </a:cubicBezTo>
                <a:cubicBezTo>
                  <a:pt x="68755" y="8486"/>
                  <a:pt x="68816" y="8364"/>
                  <a:pt x="68877" y="8273"/>
                </a:cubicBezTo>
                <a:cubicBezTo>
                  <a:pt x="68725" y="8152"/>
                  <a:pt x="68542" y="8060"/>
                  <a:pt x="68360" y="7939"/>
                </a:cubicBezTo>
                <a:cubicBezTo>
                  <a:pt x="68482" y="7787"/>
                  <a:pt x="68542" y="7665"/>
                  <a:pt x="68634" y="7574"/>
                </a:cubicBezTo>
                <a:cubicBezTo>
                  <a:pt x="68421" y="7392"/>
                  <a:pt x="68238" y="7209"/>
                  <a:pt x="67874" y="6875"/>
                </a:cubicBezTo>
                <a:lnTo>
                  <a:pt x="67874" y="6875"/>
                </a:lnTo>
                <a:cubicBezTo>
                  <a:pt x="68111" y="6943"/>
                  <a:pt x="68304" y="6973"/>
                  <a:pt x="68461" y="6973"/>
                </a:cubicBezTo>
                <a:cubicBezTo>
                  <a:pt x="69289" y="6973"/>
                  <a:pt x="69128" y="6140"/>
                  <a:pt x="69333" y="5629"/>
                </a:cubicBezTo>
                <a:cubicBezTo>
                  <a:pt x="68998" y="5507"/>
                  <a:pt x="68664" y="5416"/>
                  <a:pt x="68299" y="5386"/>
                </a:cubicBezTo>
                <a:cubicBezTo>
                  <a:pt x="68385" y="5214"/>
                  <a:pt x="68507" y="5164"/>
                  <a:pt x="68643" y="5164"/>
                </a:cubicBezTo>
                <a:cubicBezTo>
                  <a:pt x="68840" y="5164"/>
                  <a:pt x="69067" y="5270"/>
                  <a:pt x="69259" y="5270"/>
                </a:cubicBezTo>
                <a:cubicBezTo>
                  <a:pt x="69405" y="5270"/>
                  <a:pt x="69531" y="5208"/>
                  <a:pt x="69606" y="4991"/>
                </a:cubicBezTo>
                <a:cubicBezTo>
                  <a:pt x="69211" y="4656"/>
                  <a:pt x="68573" y="4747"/>
                  <a:pt x="68117" y="4200"/>
                </a:cubicBezTo>
                <a:lnTo>
                  <a:pt x="68117" y="4200"/>
                </a:lnTo>
                <a:cubicBezTo>
                  <a:pt x="68725" y="4231"/>
                  <a:pt x="69150" y="4261"/>
                  <a:pt x="69576" y="4261"/>
                </a:cubicBezTo>
                <a:cubicBezTo>
                  <a:pt x="69819" y="3957"/>
                  <a:pt x="69272" y="3836"/>
                  <a:pt x="69454" y="3471"/>
                </a:cubicBezTo>
                <a:lnTo>
                  <a:pt x="69454" y="3471"/>
                </a:lnTo>
                <a:cubicBezTo>
                  <a:pt x="69705" y="3516"/>
                  <a:pt x="69887" y="3902"/>
                  <a:pt x="70167" y="3902"/>
                </a:cubicBezTo>
                <a:cubicBezTo>
                  <a:pt x="70260" y="3902"/>
                  <a:pt x="70365" y="3859"/>
                  <a:pt x="70488" y="3744"/>
                </a:cubicBezTo>
                <a:cubicBezTo>
                  <a:pt x="70245" y="3501"/>
                  <a:pt x="70032" y="3258"/>
                  <a:pt x="69758" y="2954"/>
                </a:cubicBezTo>
                <a:cubicBezTo>
                  <a:pt x="69971" y="2954"/>
                  <a:pt x="70093" y="2893"/>
                  <a:pt x="70153" y="2711"/>
                </a:cubicBezTo>
                <a:cubicBezTo>
                  <a:pt x="69667" y="2468"/>
                  <a:pt x="69181" y="2346"/>
                  <a:pt x="68725" y="2164"/>
                </a:cubicBezTo>
                <a:cubicBezTo>
                  <a:pt x="66506" y="1313"/>
                  <a:pt x="64165" y="1161"/>
                  <a:pt x="61886" y="887"/>
                </a:cubicBezTo>
                <a:cubicBezTo>
                  <a:pt x="59971" y="674"/>
                  <a:pt x="58086" y="431"/>
                  <a:pt x="56171" y="310"/>
                </a:cubicBezTo>
                <a:cubicBezTo>
                  <a:pt x="54104" y="188"/>
                  <a:pt x="52038" y="66"/>
                  <a:pt x="49971" y="36"/>
                </a:cubicBezTo>
                <a:cubicBezTo>
                  <a:pt x="49020" y="10"/>
                  <a:pt x="48069" y="1"/>
                  <a:pt x="471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4" name="Google Shape;8144;p25"/>
          <p:cNvSpPr/>
          <p:nvPr/>
        </p:nvSpPr>
        <p:spPr>
          <a:xfrm rot="6696168">
            <a:off x="-376891" y="4171288"/>
            <a:ext cx="1643425" cy="1498689"/>
          </a:xfrm>
          <a:custGeom>
            <a:rect b="b" l="l" r="r" t="t"/>
            <a:pathLst>
              <a:path extrusionOk="0" h="24871" w="73923">
                <a:moveTo>
                  <a:pt x="47119" y="1"/>
                </a:moveTo>
                <a:cubicBezTo>
                  <a:pt x="45820" y="1"/>
                  <a:pt x="44521" y="19"/>
                  <a:pt x="43223" y="36"/>
                </a:cubicBezTo>
                <a:cubicBezTo>
                  <a:pt x="41581" y="36"/>
                  <a:pt x="39910" y="66"/>
                  <a:pt x="38268" y="188"/>
                </a:cubicBezTo>
                <a:cubicBezTo>
                  <a:pt x="35776" y="310"/>
                  <a:pt x="33314" y="614"/>
                  <a:pt x="30821" y="705"/>
                </a:cubicBezTo>
                <a:cubicBezTo>
                  <a:pt x="29302" y="735"/>
                  <a:pt x="27782" y="887"/>
                  <a:pt x="26292" y="887"/>
                </a:cubicBezTo>
                <a:cubicBezTo>
                  <a:pt x="25563" y="887"/>
                  <a:pt x="24925" y="1070"/>
                  <a:pt x="24317" y="1373"/>
                </a:cubicBezTo>
                <a:cubicBezTo>
                  <a:pt x="24013" y="1525"/>
                  <a:pt x="23709" y="1708"/>
                  <a:pt x="23344" y="1708"/>
                </a:cubicBezTo>
                <a:cubicBezTo>
                  <a:pt x="22918" y="1685"/>
                  <a:pt x="22493" y="1675"/>
                  <a:pt x="22068" y="1675"/>
                </a:cubicBezTo>
                <a:cubicBezTo>
                  <a:pt x="19802" y="1675"/>
                  <a:pt x="17552" y="1953"/>
                  <a:pt x="15303" y="1953"/>
                </a:cubicBezTo>
                <a:cubicBezTo>
                  <a:pt x="15207" y="1953"/>
                  <a:pt x="15112" y="1952"/>
                  <a:pt x="15016" y="1951"/>
                </a:cubicBezTo>
                <a:cubicBezTo>
                  <a:pt x="14894" y="1951"/>
                  <a:pt x="14772" y="1951"/>
                  <a:pt x="14681" y="1981"/>
                </a:cubicBezTo>
                <a:cubicBezTo>
                  <a:pt x="12949" y="2316"/>
                  <a:pt x="11186" y="2285"/>
                  <a:pt x="9453" y="2498"/>
                </a:cubicBezTo>
                <a:cubicBezTo>
                  <a:pt x="8085" y="2650"/>
                  <a:pt x="6718" y="2680"/>
                  <a:pt x="5380" y="2954"/>
                </a:cubicBezTo>
                <a:cubicBezTo>
                  <a:pt x="4924" y="3076"/>
                  <a:pt x="4286" y="2893"/>
                  <a:pt x="3921" y="3501"/>
                </a:cubicBezTo>
                <a:cubicBezTo>
                  <a:pt x="4276" y="3674"/>
                  <a:pt x="4637" y="3727"/>
                  <a:pt x="4998" y="3727"/>
                </a:cubicBezTo>
                <a:cubicBezTo>
                  <a:pt x="5571" y="3727"/>
                  <a:pt x="6148" y="3594"/>
                  <a:pt x="6711" y="3594"/>
                </a:cubicBezTo>
                <a:cubicBezTo>
                  <a:pt x="6980" y="3594"/>
                  <a:pt x="7246" y="3625"/>
                  <a:pt x="7508" y="3714"/>
                </a:cubicBezTo>
                <a:cubicBezTo>
                  <a:pt x="7234" y="3896"/>
                  <a:pt x="6930" y="3896"/>
                  <a:pt x="6596" y="3896"/>
                </a:cubicBezTo>
                <a:cubicBezTo>
                  <a:pt x="6436" y="3896"/>
                  <a:pt x="6277" y="3894"/>
                  <a:pt x="6118" y="3894"/>
                </a:cubicBezTo>
                <a:cubicBezTo>
                  <a:pt x="5640" y="3894"/>
                  <a:pt x="5167" y="3912"/>
                  <a:pt x="4711" y="4048"/>
                </a:cubicBezTo>
                <a:cubicBezTo>
                  <a:pt x="4529" y="4079"/>
                  <a:pt x="4377" y="4139"/>
                  <a:pt x="4377" y="4322"/>
                </a:cubicBezTo>
                <a:cubicBezTo>
                  <a:pt x="4377" y="4504"/>
                  <a:pt x="4529" y="4595"/>
                  <a:pt x="4711" y="4595"/>
                </a:cubicBezTo>
                <a:cubicBezTo>
                  <a:pt x="4833" y="4595"/>
                  <a:pt x="4955" y="4609"/>
                  <a:pt x="5076" y="4609"/>
                </a:cubicBezTo>
                <a:cubicBezTo>
                  <a:pt x="5137" y="4609"/>
                  <a:pt x="5198" y="4606"/>
                  <a:pt x="5259" y="4595"/>
                </a:cubicBezTo>
                <a:cubicBezTo>
                  <a:pt x="5655" y="4492"/>
                  <a:pt x="6048" y="4455"/>
                  <a:pt x="6440" y="4455"/>
                </a:cubicBezTo>
                <a:cubicBezTo>
                  <a:pt x="7311" y="4455"/>
                  <a:pt x="8177" y="4635"/>
                  <a:pt x="9058" y="4656"/>
                </a:cubicBezTo>
                <a:cubicBezTo>
                  <a:pt x="7477" y="5143"/>
                  <a:pt x="5745" y="5082"/>
                  <a:pt x="4164" y="5568"/>
                </a:cubicBezTo>
                <a:cubicBezTo>
                  <a:pt x="4164" y="5598"/>
                  <a:pt x="4164" y="5659"/>
                  <a:pt x="4164" y="5720"/>
                </a:cubicBezTo>
                <a:lnTo>
                  <a:pt x="6353" y="5720"/>
                </a:lnTo>
                <a:cubicBezTo>
                  <a:pt x="6163" y="5931"/>
                  <a:pt x="5890" y="5959"/>
                  <a:pt x="5603" y="5959"/>
                </a:cubicBezTo>
                <a:cubicBezTo>
                  <a:pt x="5498" y="5959"/>
                  <a:pt x="5392" y="5955"/>
                  <a:pt x="5286" y="5955"/>
                </a:cubicBezTo>
                <a:cubicBezTo>
                  <a:pt x="4851" y="5955"/>
                  <a:pt x="4444" y="6020"/>
                  <a:pt x="4316" y="6693"/>
                </a:cubicBezTo>
                <a:cubicBezTo>
                  <a:pt x="4481" y="6794"/>
                  <a:pt x="4643" y="6828"/>
                  <a:pt x="4805" y="6828"/>
                </a:cubicBezTo>
                <a:cubicBezTo>
                  <a:pt x="5111" y="6828"/>
                  <a:pt x="5417" y="6710"/>
                  <a:pt x="5738" y="6710"/>
                </a:cubicBezTo>
                <a:cubicBezTo>
                  <a:pt x="5908" y="6710"/>
                  <a:pt x="6082" y="6743"/>
                  <a:pt x="6262" y="6845"/>
                </a:cubicBezTo>
                <a:cubicBezTo>
                  <a:pt x="5562" y="7088"/>
                  <a:pt x="4833" y="6723"/>
                  <a:pt x="4347" y="7453"/>
                </a:cubicBezTo>
                <a:cubicBezTo>
                  <a:pt x="5113" y="7453"/>
                  <a:pt x="5849" y="7348"/>
                  <a:pt x="6576" y="7348"/>
                </a:cubicBezTo>
                <a:cubicBezTo>
                  <a:pt x="6888" y="7348"/>
                  <a:pt x="7198" y="7367"/>
                  <a:pt x="7508" y="7422"/>
                </a:cubicBezTo>
                <a:cubicBezTo>
                  <a:pt x="7629" y="7969"/>
                  <a:pt x="7325" y="8060"/>
                  <a:pt x="6900" y="8060"/>
                </a:cubicBezTo>
                <a:cubicBezTo>
                  <a:pt x="6687" y="8060"/>
                  <a:pt x="6476" y="8057"/>
                  <a:pt x="6268" y="8057"/>
                </a:cubicBezTo>
                <a:cubicBezTo>
                  <a:pt x="5642" y="8057"/>
                  <a:pt x="5038" y="8091"/>
                  <a:pt x="4468" y="8364"/>
                </a:cubicBezTo>
                <a:cubicBezTo>
                  <a:pt x="4924" y="8851"/>
                  <a:pt x="5532" y="8729"/>
                  <a:pt x="6079" y="8820"/>
                </a:cubicBezTo>
                <a:cubicBezTo>
                  <a:pt x="5532" y="9155"/>
                  <a:pt x="4772" y="9003"/>
                  <a:pt x="4255" y="9702"/>
                </a:cubicBezTo>
                <a:cubicBezTo>
                  <a:pt x="5562" y="9763"/>
                  <a:pt x="6778" y="9641"/>
                  <a:pt x="8025" y="9945"/>
                </a:cubicBezTo>
                <a:cubicBezTo>
                  <a:pt x="7660" y="10127"/>
                  <a:pt x="7356" y="10310"/>
                  <a:pt x="6991" y="10523"/>
                </a:cubicBezTo>
                <a:cubicBezTo>
                  <a:pt x="7660" y="10826"/>
                  <a:pt x="8328" y="10614"/>
                  <a:pt x="8906" y="10918"/>
                </a:cubicBezTo>
                <a:cubicBezTo>
                  <a:pt x="8389" y="11100"/>
                  <a:pt x="7721" y="10918"/>
                  <a:pt x="7386" y="11556"/>
                </a:cubicBezTo>
                <a:cubicBezTo>
                  <a:pt x="7538" y="11738"/>
                  <a:pt x="7842" y="11586"/>
                  <a:pt x="7873" y="11890"/>
                </a:cubicBezTo>
                <a:cubicBezTo>
                  <a:pt x="7333" y="12019"/>
                  <a:pt x="6815" y="12387"/>
                  <a:pt x="6208" y="12387"/>
                </a:cubicBezTo>
                <a:cubicBezTo>
                  <a:pt x="6097" y="12387"/>
                  <a:pt x="5984" y="12374"/>
                  <a:pt x="5866" y="12346"/>
                </a:cubicBezTo>
                <a:lnTo>
                  <a:pt x="5866" y="12346"/>
                </a:lnTo>
                <a:cubicBezTo>
                  <a:pt x="5903" y="12771"/>
                  <a:pt x="6046" y="12881"/>
                  <a:pt x="6222" y="12881"/>
                </a:cubicBezTo>
                <a:cubicBezTo>
                  <a:pt x="6411" y="12881"/>
                  <a:pt x="6637" y="12754"/>
                  <a:pt x="6812" y="12754"/>
                </a:cubicBezTo>
                <a:cubicBezTo>
                  <a:pt x="6882" y="12754"/>
                  <a:pt x="6944" y="12775"/>
                  <a:pt x="6991" y="12833"/>
                </a:cubicBezTo>
                <a:cubicBezTo>
                  <a:pt x="6885" y="12965"/>
                  <a:pt x="6756" y="13051"/>
                  <a:pt x="6604" y="13051"/>
                </a:cubicBezTo>
                <a:cubicBezTo>
                  <a:pt x="6582" y="13051"/>
                  <a:pt x="6559" y="13049"/>
                  <a:pt x="6535" y="13045"/>
                </a:cubicBezTo>
                <a:cubicBezTo>
                  <a:pt x="6480" y="13043"/>
                  <a:pt x="6425" y="13042"/>
                  <a:pt x="6371" y="13042"/>
                </a:cubicBezTo>
                <a:cubicBezTo>
                  <a:pt x="5663" y="13042"/>
                  <a:pt x="4977" y="13200"/>
                  <a:pt x="4293" y="13200"/>
                </a:cubicBezTo>
                <a:cubicBezTo>
                  <a:pt x="4240" y="13200"/>
                  <a:pt x="4187" y="13199"/>
                  <a:pt x="4134" y="13197"/>
                </a:cubicBezTo>
                <a:cubicBezTo>
                  <a:pt x="4090" y="13197"/>
                  <a:pt x="4045" y="13197"/>
                  <a:pt x="3999" y="13197"/>
                </a:cubicBezTo>
                <a:cubicBezTo>
                  <a:pt x="3545" y="13197"/>
                  <a:pt x="3048" y="13222"/>
                  <a:pt x="2827" y="13775"/>
                </a:cubicBezTo>
                <a:cubicBezTo>
                  <a:pt x="3040" y="13957"/>
                  <a:pt x="3283" y="14018"/>
                  <a:pt x="3526" y="14079"/>
                </a:cubicBezTo>
                <a:cubicBezTo>
                  <a:pt x="3070" y="14109"/>
                  <a:pt x="2918" y="14626"/>
                  <a:pt x="2401" y="14626"/>
                </a:cubicBezTo>
                <a:cubicBezTo>
                  <a:pt x="2365" y="14624"/>
                  <a:pt x="2329" y="14624"/>
                  <a:pt x="2292" y="14624"/>
                </a:cubicBezTo>
                <a:cubicBezTo>
                  <a:pt x="1633" y="14624"/>
                  <a:pt x="997" y="14875"/>
                  <a:pt x="334" y="14991"/>
                </a:cubicBezTo>
                <a:cubicBezTo>
                  <a:pt x="91" y="15021"/>
                  <a:pt x="0" y="15112"/>
                  <a:pt x="91" y="15386"/>
                </a:cubicBezTo>
                <a:lnTo>
                  <a:pt x="1307" y="15386"/>
                </a:lnTo>
                <a:cubicBezTo>
                  <a:pt x="1034" y="15568"/>
                  <a:pt x="730" y="15568"/>
                  <a:pt x="669" y="15933"/>
                </a:cubicBezTo>
                <a:cubicBezTo>
                  <a:pt x="734" y="16062"/>
                  <a:pt x="860" y="16100"/>
                  <a:pt x="993" y="16100"/>
                </a:cubicBezTo>
                <a:cubicBezTo>
                  <a:pt x="1047" y="16100"/>
                  <a:pt x="1102" y="16094"/>
                  <a:pt x="1155" y="16085"/>
                </a:cubicBezTo>
                <a:cubicBezTo>
                  <a:pt x="1273" y="16065"/>
                  <a:pt x="1378" y="15970"/>
                  <a:pt x="1495" y="15970"/>
                </a:cubicBezTo>
                <a:cubicBezTo>
                  <a:pt x="1559" y="15970"/>
                  <a:pt x="1627" y="15999"/>
                  <a:pt x="1702" y="16085"/>
                </a:cubicBezTo>
                <a:cubicBezTo>
                  <a:pt x="1398" y="16267"/>
                  <a:pt x="1398" y="16450"/>
                  <a:pt x="1672" y="16693"/>
                </a:cubicBezTo>
                <a:cubicBezTo>
                  <a:pt x="1793" y="16784"/>
                  <a:pt x="1930" y="16784"/>
                  <a:pt x="2063" y="16784"/>
                </a:cubicBezTo>
                <a:cubicBezTo>
                  <a:pt x="2196" y="16784"/>
                  <a:pt x="2325" y="16784"/>
                  <a:pt x="2432" y="16875"/>
                </a:cubicBezTo>
                <a:cubicBezTo>
                  <a:pt x="2037" y="17240"/>
                  <a:pt x="1307" y="16906"/>
                  <a:pt x="1003" y="17483"/>
                </a:cubicBezTo>
                <a:cubicBezTo>
                  <a:pt x="1489" y="17878"/>
                  <a:pt x="2037" y="17696"/>
                  <a:pt x="2553" y="17848"/>
                </a:cubicBezTo>
                <a:cubicBezTo>
                  <a:pt x="2532" y="17846"/>
                  <a:pt x="2510" y="17845"/>
                  <a:pt x="2489" y="17845"/>
                </a:cubicBezTo>
                <a:cubicBezTo>
                  <a:pt x="2170" y="17845"/>
                  <a:pt x="1872" y="18033"/>
                  <a:pt x="1554" y="18033"/>
                </a:cubicBezTo>
                <a:cubicBezTo>
                  <a:pt x="1532" y="18033"/>
                  <a:pt x="1511" y="18032"/>
                  <a:pt x="1489" y="18030"/>
                </a:cubicBezTo>
                <a:cubicBezTo>
                  <a:pt x="1471" y="18029"/>
                  <a:pt x="1452" y="18028"/>
                  <a:pt x="1434" y="18028"/>
                </a:cubicBezTo>
                <a:cubicBezTo>
                  <a:pt x="1104" y="18028"/>
                  <a:pt x="915" y="18286"/>
                  <a:pt x="973" y="18517"/>
                </a:cubicBezTo>
                <a:cubicBezTo>
                  <a:pt x="997" y="18685"/>
                  <a:pt x="1231" y="18739"/>
                  <a:pt x="1448" y="18739"/>
                </a:cubicBezTo>
                <a:cubicBezTo>
                  <a:pt x="1505" y="18739"/>
                  <a:pt x="1561" y="18736"/>
                  <a:pt x="1611" y="18729"/>
                </a:cubicBezTo>
                <a:cubicBezTo>
                  <a:pt x="1763" y="18699"/>
                  <a:pt x="1915" y="18608"/>
                  <a:pt x="2067" y="18608"/>
                </a:cubicBezTo>
                <a:cubicBezTo>
                  <a:pt x="2143" y="18608"/>
                  <a:pt x="2227" y="18585"/>
                  <a:pt x="2306" y="18585"/>
                </a:cubicBezTo>
                <a:cubicBezTo>
                  <a:pt x="2386" y="18585"/>
                  <a:pt x="2462" y="18608"/>
                  <a:pt x="2523" y="18699"/>
                </a:cubicBezTo>
                <a:cubicBezTo>
                  <a:pt x="2006" y="18851"/>
                  <a:pt x="1368" y="18760"/>
                  <a:pt x="973" y="19337"/>
                </a:cubicBezTo>
                <a:cubicBezTo>
                  <a:pt x="1169" y="19403"/>
                  <a:pt x="1362" y="19416"/>
                  <a:pt x="1551" y="19416"/>
                </a:cubicBezTo>
                <a:cubicBezTo>
                  <a:pt x="1689" y="19416"/>
                  <a:pt x="1824" y="19409"/>
                  <a:pt x="1958" y="19409"/>
                </a:cubicBezTo>
                <a:cubicBezTo>
                  <a:pt x="2238" y="19409"/>
                  <a:pt x="2509" y="19441"/>
                  <a:pt x="2766" y="19641"/>
                </a:cubicBezTo>
                <a:cubicBezTo>
                  <a:pt x="2401" y="19763"/>
                  <a:pt x="2097" y="19884"/>
                  <a:pt x="1763" y="19945"/>
                </a:cubicBezTo>
                <a:cubicBezTo>
                  <a:pt x="1155" y="20067"/>
                  <a:pt x="1337" y="20340"/>
                  <a:pt x="1581" y="20614"/>
                </a:cubicBezTo>
                <a:cubicBezTo>
                  <a:pt x="1481" y="20723"/>
                  <a:pt x="1369" y="20755"/>
                  <a:pt x="1248" y="20755"/>
                </a:cubicBezTo>
                <a:cubicBezTo>
                  <a:pt x="1088" y="20755"/>
                  <a:pt x="914" y="20699"/>
                  <a:pt x="740" y="20699"/>
                </a:cubicBezTo>
                <a:cubicBezTo>
                  <a:pt x="645" y="20699"/>
                  <a:pt x="549" y="20716"/>
                  <a:pt x="456" y="20766"/>
                </a:cubicBezTo>
                <a:cubicBezTo>
                  <a:pt x="821" y="21039"/>
                  <a:pt x="1277" y="20887"/>
                  <a:pt x="1611" y="21161"/>
                </a:cubicBezTo>
                <a:cubicBezTo>
                  <a:pt x="1450" y="21336"/>
                  <a:pt x="1271" y="21380"/>
                  <a:pt x="1082" y="21380"/>
                </a:cubicBezTo>
                <a:cubicBezTo>
                  <a:pt x="890" y="21380"/>
                  <a:pt x="687" y="21334"/>
                  <a:pt x="483" y="21334"/>
                </a:cubicBezTo>
                <a:cubicBezTo>
                  <a:pt x="433" y="21334"/>
                  <a:pt x="384" y="21337"/>
                  <a:pt x="334" y="21343"/>
                </a:cubicBezTo>
                <a:cubicBezTo>
                  <a:pt x="973" y="21921"/>
                  <a:pt x="1763" y="21921"/>
                  <a:pt x="2584" y="21921"/>
                </a:cubicBezTo>
                <a:cubicBezTo>
                  <a:pt x="2493" y="22377"/>
                  <a:pt x="2705" y="22468"/>
                  <a:pt x="3100" y="22498"/>
                </a:cubicBezTo>
                <a:cubicBezTo>
                  <a:pt x="4195" y="22498"/>
                  <a:pt x="5289" y="22407"/>
                  <a:pt x="6353" y="22194"/>
                </a:cubicBezTo>
                <a:cubicBezTo>
                  <a:pt x="7123" y="22049"/>
                  <a:pt x="7886" y="22008"/>
                  <a:pt x="8649" y="22008"/>
                </a:cubicBezTo>
                <a:cubicBezTo>
                  <a:pt x="9482" y="22008"/>
                  <a:pt x="10315" y="22057"/>
                  <a:pt x="11155" y="22073"/>
                </a:cubicBezTo>
                <a:cubicBezTo>
                  <a:pt x="11221" y="22073"/>
                  <a:pt x="11287" y="22072"/>
                  <a:pt x="11353" y="22072"/>
                </a:cubicBezTo>
                <a:cubicBezTo>
                  <a:pt x="11682" y="22072"/>
                  <a:pt x="12011" y="22093"/>
                  <a:pt x="12341" y="22346"/>
                </a:cubicBezTo>
                <a:cubicBezTo>
                  <a:pt x="12675" y="22590"/>
                  <a:pt x="13192" y="22711"/>
                  <a:pt x="13617" y="22742"/>
                </a:cubicBezTo>
                <a:cubicBezTo>
                  <a:pt x="14067" y="22773"/>
                  <a:pt x="14517" y="22786"/>
                  <a:pt x="14967" y="22786"/>
                </a:cubicBezTo>
                <a:cubicBezTo>
                  <a:pt x="16248" y="22786"/>
                  <a:pt x="17524" y="22680"/>
                  <a:pt x="18785" y="22590"/>
                </a:cubicBezTo>
                <a:cubicBezTo>
                  <a:pt x="20943" y="22407"/>
                  <a:pt x="23070" y="22225"/>
                  <a:pt x="25228" y="22194"/>
                </a:cubicBezTo>
                <a:cubicBezTo>
                  <a:pt x="26627" y="22194"/>
                  <a:pt x="28025" y="22225"/>
                  <a:pt x="29423" y="22316"/>
                </a:cubicBezTo>
                <a:cubicBezTo>
                  <a:pt x="31520" y="22407"/>
                  <a:pt x="33648" y="22468"/>
                  <a:pt x="35745" y="22590"/>
                </a:cubicBezTo>
                <a:cubicBezTo>
                  <a:pt x="37539" y="22681"/>
                  <a:pt x="39302" y="22772"/>
                  <a:pt x="41095" y="22863"/>
                </a:cubicBezTo>
                <a:cubicBezTo>
                  <a:pt x="42736" y="22954"/>
                  <a:pt x="44378" y="23015"/>
                  <a:pt x="46019" y="23167"/>
                </a:cubicBezTo>
                <a:cubicBezTo>
                  <a:pt x="47752" y="23319"/>
                  <a:pt x="49515" y="23501"/>
                  <a:pt x="51278" y="23623"/>
                </a:cubicBezTo>
                <a:cubicBezTo>
                  <a:pt x="51855" y="23653"/>
                  <a:pt x="52433" y="23684"/>
                  <a:pt x="53041" y="23775"/>
                </a:cubicBezTo>
                <a:cubicBezTo>
                  <a:pt x="54226" y="23988"/>
                  <a:pt x="55442" y="24170"/>
                  <a:pt x="56658" y="24261"/>
                </a:cubicBezTo>
                <a:cubicBezTo>
                  <a:pt x="57843" y="24353"/>
                  <a:pt x="59029" y="24535"/>
                  <a:pt x="60184" y="24656"/>
                </a:cubicBezTo>
                <a:cubicBezTo>
                  <a:pt x="60688" y="24700"/>
                  <a:pt x="61177" y="24871"/>
                  <a:pt x="61673" y="24871"/>
                </a:cubicBezTo>
                <a:cubicBezTo>
                  <a:pt x="61864" y="24871"/>
                  <a:pt x="62056" y="24846"/>
                  <a:pt x="62250" y="24778"/>
                </a:cubicBezTo>
                <a:cubicBezTo>
                  <a:pt x="62433" y="24413"/>
                  <a:pt x="61946" y="24322"/>
                  <a:pt x="61977" y="24018"/>
                </a:cubicBezTo>
                <a:cubicBezTo>
                  <a:pt x="62107" y="24012"/>
                  <a:pt x="62237" y="24010"/>
                  <a:pt x="62366" y="24010"/>
                </a:cubicBezTo>
                <a:cubicBezTo>
                  <a:pt x="63024" y="24010"/>
                  <a:pt x="63682" y="24073"/>
                  <a:pt x="64345" y="24073"/>
                </a:cubicBezTo>
                <a:cubicBezTo>
                  <a:pt x="64899" y="24073"/>
                  <a:pt x="65457" y="24029"/>
                  <a:pt x="66020" y="23866"/>
                </a:cubicBezTo>
                <a:cubicBezTo>
                  <a:pt x="65904" y="23606"/>
                  <a:pt x="65767" y="23531"/>
                  <a:pt x="65627" y="23531"/>
                </a:cubicBezTo>
                <a:cubicBezTo>
                  <a:pt x="65472" y="23531"/>
                  <a:pt x="65312" y="23622"/>
                  <a:pt x="65168" y="23653"/>
                </a:cubicBezTo>
                <a:cubicBezTo>
                  <a:pt x="64986" y="23532"/>
                  <a:pt x="64804" y="23410"/>
                  <a:pt x="64682" y="23289"/>
                </a:cubicBezTo>
                <a:cubicBezTo>
                  <a:pt x="64834" y="22924"/>
                  <a:pt x="64925" y="22559"/>
                  <a:pt x="65290" y="22559"/>
                </a:cubicBezTo>
                <a:cubicBezTo>
                  <a:pt x="64713" y="22012"/>
                  <a:pt x="63922" y="21890"/>
                  <a:pt x="63162" y="21556"/>
                </a:cubicBezTo>
                <a:lnTo>
                  <a:pt x="63162" y="21556"/>
                </a:lnTo>
                <a:cubicBezTo>
                  <a:pt x="63519" y="21594"/>
                  <a:pt x="63865" y="21611"/>
                  <a:pt x="64209" y="21611"/>
                </a:cubicBezTo>
                <a:cubicBezTo>
                  <a:pt x="64686" y="21611"/>
                  <a:pt x="65160" y="21579"/>
                  <a:pt x="65655" y="21526"/>
                </a:cubicBezTo>
                <a:cubicBezTo>
                  <a:pt x="65783" y="21510"/>
                  <a:pt x="65911" y="21503"/>
                  <a:pt x="66040" y="21503"/>
                </a:cubicBezTo>
                <a:cubicBezTo>
                  <a:pt x="66891" y="21503"/>
                  <a:pt x="67766" y="21811"/>
                  <a:pt x="68664" y="21890"/>
                </a:cubicBezTo>
                <a:cubicBezTo>
                  <a:pt x="69010" y="21925"/>
                  <a:pt x="69414" y="22146"/>
                  <a:pt x="69789" y="22146"/>
                </a:cubicBezTo>
                <a:cubicBezTo>
                  <a:pt x="70072" y="22146"/>
                  <a:pt x="70339" y="22019"/>
                  <a:pt x="70548" y="21587"/>
                </a:cubicBezTo>
                <a:cubicBezTo>
                  <a:pt x="70596" y="21597"/>
                  <a:pt x="70641" y="21602"/>
                  <a:pt x="70685" y="21602"/>
                </a:cubicBezTo>
                <a:cubicBezTo>
                  <a:pt x="71175" y="21602"/>
                  <a:pt x="71475" y="21016"/>
                  <a:pt x="71976" y="21016"/>
                </a:cubicBezTo>
                <a:cubicBezTo>
                  <a:pt x="72095" y="21016"/>
                  <a:pt x="72226" y="21049"/>
                  <a:pt x="72372" y="21131"/>
                </a:cubicBezTo>
                <a:cubicBezTo>
                  <a:pt x="72220" y="20675"/>
                  <a:pt x="71856" y="20675"/>
                  <a:pt x="71673" y="20431"/>
                </a:cubicBezTo>
                <a:cubicBezTo>
                  <a:pt x="71856" y="20371"/>
                  <a:pt x="72099" y="20371"/>
                  <a:pt x="72129" y="20067"/>
                </a:cubicBezTo>
                <a:cubicBezTo>
                  <a:pt x="71947" y="20006"/>
                  <a:pt x="71734" y="19915"/>
                  <a:pt x="71521" y="19793"/>
                </a:cubicBezTo>
                <a:cubicBezTo>
                  <a:pt x="72251" y="19459"/>
                  <a:pt x="71339" y="19094"/>
                  <a:pt x="71552" y="18760"/>
                </a:cubicBezTo>
                <a:cubicBezTo>
                  <a:pt x="71629" y="18734"/>
                  <a:pt x="71711" y="18728"/>
                  <a:pt x="71794" y="18728"/>
                </a:cubicBezTo>
                <a:cubicBezTo>
                  <a:pt x="71876" y="18728"/>
                  <a:pt x="71960" y="18734"/>
                  <a:pt x="72042" y="18734"/>
                </a:cubicBezTo>
                <a:cubicBezTo>
                  <a:pt x="72171" y="18734"/>
                  <a:pt x="72296" y="18718"/>
                  <a:pt x="72403" y="18638"/>
                </a:cubicBezTo>
                <a:cubicBezTo>
                  <a:pt x="72342" y="18395"/>
                  <a:pt x="72007" y="18425"/>
                  <a:pt x="72038" y="18091"/>
                </a:cubicBezTo>
                <a:cubicBezTo>
                  <a:pt x="72281" y="18061"/>
                  <a:pt x="72615" y="18030"/>
                  <a:pt x="72676" y="17696"/>
                </a:cubicBezTo>
                <a:cubicBezTo>
                  <a:pt x="72737" y="17240"/>
                  <a:pt x="72099" y="17483"/>
                  <a:pt x="72068" y="17118"/>
                </a:cubicBezTo>
                <a:cubicBezTo>
                  <a:pt x="72142" y="17077"/>
                  <a:pt x="72222" y="17067"/>
                  <a:pt x="72304" y="17067"/>
                </a:cubicBezTo>
                <a:cubicBezTo>
                  <a:pt x="72384" y="17067"/>
                  <a:pt x="72466" y="17077"/>
                  <a:pt x="72545" y="17077"/>
                </a:cubicBezTo>
                <a:cubicBezTo>
                  <a:pt x="72686" y="17077"/>
                  <a:pt x="72820" y="17046"/>
                  <a:pt x="72919" y="16875"/>
                </a:cubicBezTo>
                <a:cubicBezTo>
                  <a:pt x="72889" y="16632"/>
                  <a:pt x="72342" y="16632"/>
                  <a:pt x="72615" y="16267"/>
                </a:cubicBezTo>
                <a:cubicBezTo>
                  <a:pt x="72804" y="15998"/>
                  <a:pt x="72849" y="15513"/>
                  <a:pt x="73282" y="15513"/>
                </a:cubicBezTo>
                <a:cubicBezTo>
                  <a:pt x="73337" y="15513"/>
                  <a:pt x="73398" y="15521"/>
                  <a:pt x="73466" y="15538"/>
                </a:cubicBezTo>
                <a:cubicBezTo>
                  <a:pt x="73436" y="15173"/>
                  <a:pt x="72950" y="15203"/>
                  <a:pt x="72889" y="14900"/>
                </a:cubicBezTo>
                <a:cubicBezTo>
                  <a:pt x="72958" y="14859"/>
                  <a:pt x="73024" y="14844"/>
                  <a:pt x="73088" y="14844"/>
                </a:cubicBezTo>
                <a:cubicBezTo>
                  <a:pt x="73284" y="14844"/>
                  <a:pt x="73462" y="14985"/>
                  <a:pt x="73665" y="14985"/>
                </a:cubicBezTo>
                <a:cubicBezTo>
                  <a:pt x="73746" y="14985"/>
                  <a:pt x="73831" y="14963"/>
                  <a:pt x="73922" y="14900"/>
                </a:cubicBezTo>
                <a:cubicBezTo>
                  <a:pt x="72828" y="13684"/>
                  <a:pt x="71308" y="13927"/>
                  <a:pt x="70001" y="13623"/>
                </a:cubicBezTo>
                <a:cubicBezTo>
                  <a:pt x="68634" y="13289"/>
                  <a:pt x="67266" y="13106"/>
                  <a:pt x="65959" y="12863"/>
                </a:cubicBezTo>
                <a:cubicBezTo>
                  <a:pt x="66262" y="12507"/>
                  <a:pt x="66639" y="12437"/>
                  <a:pt x="67041" y="12437"/>
                </a:cubicBezTo>
                <a:cubicBezTo>
                  <a:pt x="67303" y="12437"/>
                  <a:pt x="67576" y="12467"/>
                  <a:pt x="67845" y="12467"/>
                </a:cubicBezTo>
                <a:cubicBezTo>
                  <a:pt x="68116" y="12467"/>
                  <a:pt x="68383" y="12437"/>
                  <a:pt x="68634" y="12316"/>
                </a:cubicBezTo>
                <a:cubicBezTo>
                  <a:pt x="68238" y="12194"/>
                  <a:pt x="67874" y="12194"/>
                  <a:pt x="67570" y="11951"/>
                </a:cubicBezTo>
                <a:cubicBezTo>
                  <a:pt x="67611" y="11784"/>
                  <a:pt x="67703" y="11746"/>
                  <a:pt x="67814" y="11746"/>
                </a:cubicBezTo>
                <a:cubicBezTo>
                  <a:pt x="67905" y="11746"/>
                  <a:pt x="68010" y="11772"/>
                  <a:pt x="68108" y="11772"/>
                </a:cubicBezTo>
                <a:cubicBezTo>
                  <a:pt x="68236" y="11772"/>
                  <a:pt x="68353" y="11728"/>
                  <a:pt x="68421" y="11526"/>
                </a:cubicBezTo>
                <a:cubicBezTo>
                  <a:pt x="68137" y="11526"/>
                  <a:pt x="67880" y="11539"/>
                  <a:pt x="67642" y="11539"/>
                </a:cubicBezTo>
                <a:cubicBezTo>
                  <a:pt x="67522" y="11539"/>
                  <a:pt x="67408" y="11536"/>
                  <a:pt x="67296" y="11526"/>
                </a:cubicBezTo>
                <a:cubicBezTo>
                  <a:pt x="66931" y="11495"/>
                  <a:pt x="66597" y="11404"/>
                  <a:pt x="66263" y="11343"/>
                </a:cubicBezTo>
                <a:cubicBezTo>
                  <a:pt x="66344" y="10970"/>
                  <a:pt x="66515" y="10879"/>
                  <a:pt x="66719" y="10879"/>
                </a:cubicBezTo>
                <a:cubicBezTo>
                  <a:pt x="66915" y="10879"/>
                  <a:pt x="67141" y="10963"/>
                  <a:pt x="67347" y="10963"/>
                </a:cubicBezTo>
                <a:cubicBezTo>
                  <a:pt x="67486" y="10963"/>
                  <a:pt x="67616" y="10924"/>
                  <a:pt x="67722" y="10796"/>
                </a:cubicBezTo>
                <a:cubicBezTo>
                  <a:pt x="67387" y="10675"/>
                  <a:pt x="67053" y="10553"/>
                  <a:pt x="66719" y="10431"/>
                </a:cubicBezTo>
                <a:cubicBezTo>
                  <a:pt x="67083" y="9945"/>
                  <a:pt x="67661" y="10188"/>
                  <a:pt x="68086" y="10006"/>
                </a:cubicBezTo>
                <a:cubicBezTo>
                  <a:pt x="68056" y="9763"/>
                  <a:pt x="67752" y="9702"/>
                  <a:pt x="67813" y="9337"/>
                </a:cubicBezTo>
                <a:lnTo>
                  <a:pt x="67813" y="9337"/>
                </a:lnTo>
                <a:cubicBezTo>
                  <a:pt x="67935" y="9507"/>
                  <a:pt x="68050" y="9568"/>
                  <a:pt x="68161" y="9568"/>
                </a:cubicBezTo>
                <a:cubicBezTo>
                  <a:pt x="68434" y="9568"/>
                  <a:pt x="68681" y="9198"/>
                  <a:pt x="68955" y="9198"/>
                </a:cubicBezTo>
                <a:cubicBezTo>
                  <a:pt x="69065" y="9198"/>
                  <a:pt x="69180" y="9258"/>
                  <a:pt x="69302" y="9428"/>
                </a:cubicBezTo>
                <a:cubicBezTo>
                  <a:pt x="69485" y="8820"/>
                  <a:pt x="69120" y="8699"/>
                  <a:pt x="68694" y="8638"/>
                </a:cubicBezTo>
                <a:cubicBezTo>
                  <a:pt x="68755" y="8486"/>
                  <a:pt x="68816" y="8364"/>
                  <a:pt x="68877" y="8273"/>
                </a:cubicBezTo>
                <a:cubicBezTo>
                  <a:pt x="68725" y="8152"/>
                  <a:pt x="68542" y="8060"/>
                  <a:pt x="68360" y="7939"/>
                </a:cubicBezTo>
                <a:cubicBezTo>
                  <a:pt x="68482" y="7787"/>
                  <a:pt x="68542" y="7665"/>
                  <a:pt x="68634" y="7574"/>
                </a:cubicBezTo>
                <a:cubicBezTo>
                  <a:pt x="68421" y="7392"/>
                  <a:pt x="68238" y="7209"/>
                  <a:pt x="67874" y="6875"/>
                </a:cubicBezTo>
                <a:lnTo>
                  <a:pt x="67874" y="6875"/>
                </a:lnTo>
                <a:cubicBezTo>
                  <a:pt x="68111" y="6943"/>
                  <a:pt x="68304" y="6973"/>
                  <a:pt x="68461" y="6973"/>
                </a:cubicBezTo>
                <a:cubicBezTo>
                  <a:pt x="69289" y="6973"/>
                  <a:pt x="69128" y="6140"/>
                  <a:pt x="69333" y="5629"/>
                </a:cubicBezTo>
                <a:cubicBezTo>
                  <a:pt x="68998" y="5507"/>
                  <a:pt x="68664" y="5416"/>
                  <a:pt x="68299" y="5386"/>
                </a:cubicBezTo>
                <a:cubicBezTo>
                  <a:pt x="68385" y="5214"/>
                  <a:pt x="68507" y="5164"/>
                  <a:pt x="68643" y="5164"/>
                </a:cubicBezTo>
                <a:cubicBezTo>
                  <a:pt x="68840" y="5164"/>
                  <a:pt x="69067" y="5270"/>
                  <a:pt x="69259" y="5270"/>
                </a:cubicBezTo>
                <a:cubicBezTo>
                  <a:pt x="69405" y="5270"/>
                  <a:pt x="69531" y="5208"/>
                  <a:pt x="69606" y="4991"/>
                </a:cubicBezTo>
                <a:cubicBezTo>
                  <a:pt x="69211" y="4656"/>
                  <a:pt x="68573" y="4747"/>
                  <a:pt x="68117" y="4200"/>
                </a:cubicBezTo>
                <a:lnTo>
                  <a:pt x="68117" y="4200"/>
                </a:lnTo>
                <a:cubicBezTo>
                  <a:pt x="68725" y="4231"/>
                  <a:pt x="69150" y="4261"/>
                  <a:pt x="69576" y="4261"/>
                </a:cubicBezTo>
                <a:cubicBezTo>
                  <a:pt x="69819" y="3957"/>
                  <a:pt x="69272" y="3836"/>
                  <a:pt x="69454" y="3471"/>
                </a:cubicBezTo>
                <a:lnTo>
                  <a:pt x="69454" y="3471"/>
                </a:lnTo>
                <a:cubicBezTo>
                  <a:pt x="69705" y="3516"/>
                  <a:pt x="69887" y="3902"/>
                  <a:pt x="70167" y="3902"/>
                </a:cubicBezTo>
                <a:cubicBezTo>
                  <a:pt x="70260" y="3902"/>
                  <a:pt x="70365" y="3859"/>
                  <a:pt x="70488" y="3744"/>
                </a:cubicBezTo>
                <a:cubicBezTo>
                  <a:pt x="70245" y="3501"/>
                  <a:pt x="70032" y="3258"/>
                  <a:pt x="69758" y="2954"/>
                </a:cubicBezTo>
                <a:cubicBezTo>
                  <a:pt x="69971" y="2954"/>
                  <a:pt x="70093" y="2893"/>
                  <a:pt x="70153" y="2711"/>
                </a:cubicBezTo>
                <a:cubicBezTo>
                  <a:pt x="69667" y="2468"/>
                  <a:pt x="69181" y="2346"/>
                  <a:pt x="68725" y="2164"/>
                </a:cubicBezTo>
                <a:cubicBezTo>
                  <a:pt x="66506" y="1313"/>
                  <a:pt x="64165" y="1161"/>
                  <a:pt x="61886" y="887"/>
                </a:cubicBezTo>
                <a:cubicBezTo>
                  <a:pt x="59971" y="674"/>
                  <a:pt x="58086" y="431"/>
                  <a:pt x="56171" y="310"/>
                </a:cubicBezTo>
                <a:cubicBezTo>
                  <a:pt x="54104" y="188"/>
                  <a:pt x="52038" y="66"/>
                  <a:pt x="49971" y="36"/>
                </a:cubicBezTo>
                <a:cubicBezTo>
                  <a:pt x="49020" y="10"/>
                  <a:pt x="48069" y="1"/>
                  <a:pt x="471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5" name="Google Shape;8145;p25"/>
          <p:cNvGrpSpPr/>
          <p:nvPr/>
        </p:nvGrpSpPr>
        <p:grpSpPr>
          <a:xfrm rot="3077720">
            <a:off x="7658022" y="4355240"/>
            <a:ext cx="3222161" cy="1467322"/>
            <a:chOff x="3427375" y="613525"/>
            <a:chExt cx="1481825" cy="674800"/>
          </a:xfrm>
        </p:grpSpPr>
        <p:sp>
          <p:nvSpPr>
            <p:cNvPr id="8146" name="Google Shape;8146;p2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2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2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2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2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2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2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2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2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2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2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2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2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2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2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2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2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2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2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2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2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2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2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2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2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2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2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2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2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2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2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2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2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2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2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2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2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2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2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2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2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2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2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2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2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2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2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2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2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2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2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2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2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2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2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2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2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2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2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2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2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2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2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2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2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2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2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2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2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2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2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2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2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2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2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2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2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2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2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2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2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2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2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2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2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2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2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2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2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2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2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2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2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2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2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2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2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2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2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2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2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2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2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2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2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2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2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2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2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2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2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2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2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2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2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2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2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2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2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2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2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2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2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2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2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2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2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2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2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2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2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2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2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2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2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2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2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2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2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2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2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2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2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2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2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2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2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2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2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2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2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2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2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2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2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2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2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2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2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2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2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2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2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2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2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2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2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2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2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2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2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2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2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2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2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2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2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2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2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2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6" name="Google Shape;8326;p25"/>
          <p:cNvSpPr/>
          <p:nvPr/>
        </p:nvSpPr>
        <p:spPr>
          <a:xfrm rot="-8984378">
            <a:off x="-959317" y="1164203"/>
            <a:ext cx="1854937" cy="3070876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CUSTOM_18">
    <p:spTree>
      <p:nvGrpSpPr>
        <p:cNvPr id="8327" name="Shape 8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8" name="Google Shape;8328;p26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8329" name="Google Shape;8329;p26"/>
          <p:cNvGrpSpPr/>
          <p:nvPr/>
        </p:nvGrpSpPr>
        <p:grpSpPr>
          <a:xfrm flipH="1" rot="-1072950">
            <a:off x="-817269" y="-111769"/>
            <a:ext cx="3222157" cy="1467320"/>
            <a:chOff x="3427375" y="613525"/>
            <a:chExt cx="1481825" cy="674800"/>
          </a:xfrm>
        </p:grpSpPr>
        <p:sp>
          <p:nvSpPr>
            <p:cNvPr id="8330" name="Google Shape;8330;p2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2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2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2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2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2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2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2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2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2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2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2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2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2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2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2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2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2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2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2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2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2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2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2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2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2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2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2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2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2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2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2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2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2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2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2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2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2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2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2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2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2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2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2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2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2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2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2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2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2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2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2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2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2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2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2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2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2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2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2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2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2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2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2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2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2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2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2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2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2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2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2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2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2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2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2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2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2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2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2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2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2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2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2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2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2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2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2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2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2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2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2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2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2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2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2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2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2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2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2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2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2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2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2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2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2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2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2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2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2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2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2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2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2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2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2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2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2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2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2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2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2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2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2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2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2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2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2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2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2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2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2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2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2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2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2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2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2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2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2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2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2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2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2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2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2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2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2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2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2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2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2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2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2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2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2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2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2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2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2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2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2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2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2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2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2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2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2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2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2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2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2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2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2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2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2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2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2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2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2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0" name="Google Shape;8510;p26"/>
          <p:cNvSpPr/>
          <p:nvPr/>
        </p:nvSpPr>
        <p:spPr>
          <a:xfrm flipH="1">
            <a:off x="-586080" y="-1397322"/>
            <a:ext cx="1854952" cy="307087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1" name="Google Shape;8511;p26"/>
          <p:cNvSpPr/>
          <p:nvPr/>
        </p:nvSpPr>
        <p:spPr>
          <a:xfrm flipH="1" rot="-1309880">
            <a:off x="7490316" y="-334376"/>
            <a:ext cx="2103138" cy="1499142"/>
          </a:xfrm>
          <a:custGeom>
            <a:rect b="b" l="l" r="r" t="t"/>
            <a:pathLst>
              <a:path extrusionOk="0" h="24871" w="73923">
                <a:moveTo>
                  <a:pt x="47119" y="1"/>
                </a:moveTo>
                <a:cubicBezTo>
                  <a:pt x="45820" y="1"/>
                  <a:pt x="44521" y="19"/>
                  <a:pt x="43223" y="36"/>
                </a:cubicBezTo>
                <a:cubicBezTo>
                  <a:pt x="41581" y="36"/>
                  <a:pt x="39910" y="66"/>
                  <a:pt x="38268" y="188"/>
                </a:cubicBezTo>
                <a:cubicBezTo>
                  <a:pt x="35776" y="310"/>
                  <a:pt x="33314" y="614"/>
                  <a:pt x="30821" y="705"/>
                </a:cubicBezTo>
                <a:cubicBezTo>
                  <a:pt x="29302" y="735"/>
                  <a:pt x="27782" y="887"/>
                  <a:pt x="26292" y="887"/>
                </a:cubicBezTo>
                <a:cubicBezTo>
                  <a:pt x="25563" y="887"/>
                  <a:pt x="24925" y="1070"/>
                  <a:pt x="24317" y="1373"/>
                </a:cubicBezTo>
                <a:cubicBezTo>
                  <a:pt x="24013" y="1525"/>
                  <a:pt x="23709" y="1708"/>
                  <a:pt x="23344" y="1708"/>
                </a:cubicBezTo>
                <a:cubicBezTo>
                  <a:pt x="22918" y="1685"/>
                  <a:pt x="22493" y="1675"/>
                  <a:pt x="22068" y="1675"/>
                </a:cubicBezTo>
                <a:cubicBezTo>
                  <a:pt x="19802" y="1675"/>
                  <a:pt x="17552" y="1953"/>
                  <a:pt x="15303" y="1953"/>
                </a:cubicBezTo>
                <a:cubicBezTo>
                  <a:pt x="15207" y="1953"/>
                  <a:pt x="15112" y="1952"/>
                  <a:pt x="15016" y="1951"/>
                </a:cubicBezTo>
                <a:cubicBezTo>
                  <a:pt x="14894" y="1951"/>
                  <a:pt x="14772" y="1951"/>
                  <a:pt x="14681" y="1981"/>
                </a:cubicBezTo>
                <a:cubicBezTo>
                  <a:pt x="12949" y="2316"/>
                  <a:pt x="11186" y="2285"/>
                  <a:pt x="9453" y="2498"/>
                </a:cubicBezTo>
                <a:cubicBezTo>
                  <a:pt x="8085" y="2650"/>
                  <a:pt x="6718" y="2680"/>
                  <a:pt x="5380" y="2954"/>
                </a:cubicBezTo>
                <a:cubicBezTo>
                  <a:pt x="4924" y="3076"/>
                  <a:pt x="4286" y="2893"/>
                  <a:pt x="3921" y="3501"/>
                </a:cubicBezTo>
                <a:cubicBezTo>
                  <a:pt x="4276" y="3674"/>
                  <a:pt x="4637" y="3727"/>
                  <a:pt x="4998" y="3727"/>
                </a:cubicBezTo>
                <a:cubicBezTo>
                  <a:pt x="5571" y="3727"/>
                  <a:pt x="6148" y="3594"/>
                  <a:pt x="6711" y="3594"/>
                </a:cubicBezTo>
                <a:cubicBezTo>
                  <a:pt x="6980" y="3594"/>
                  <a:pt x="7246" y="3625"/>
                  <a:pt x="7508" y="3714"/>
                </a:cubicBezTo>
                <a:cubicBezTo>
                  <a:pt x="7234" y="3896"/>
                  <a:pt x="6930" y="3896"/>
                  <a:pt x="6596" y="3896"/>
                </a:cubicBezTo>
                <a:cubicBezTo>
                  <a:pt x="6436" y="3896"/>
                  <a:pt x="6277" y="3894"/>
                  <a:pt x="6118" y="3894"/>
                </a:cubicBezTo>
                <a:cubicBezTo>
                  <a:pt x="5640" y="3894"/>
                  <a:pt x="5167" y="3912"/>
                  <a:pt x="4711" y="4048"/>
                </a:cubicBezTo>
                <a:cubicBezTo>
                  <a:pt x="4529" y="4079"/>
                  <a:pt x="4377" y="4139"/>
                  <a:pt x="4377" y="4322"/>
                </a:cubicBezTo>
                <a:cubicBezTo>
                  <a:pt x="4377" y="4504"/>
                  <a:pt x="4529" y="4595"/>
                  <a:pt x="4711" y="4595"/>
                </a:cubicBezTo>
                <a:cubicBezTo>
                  <a:pt x="4833" y="4595"/>
                  <a:pt x="4955" y="4609"/>
                  <a:pt x="5076" y="4609"/>
                </a:cubicBezTo>
                <a:cubicBezTo>
                  <a:pt x="5137" y="4609"/>
                  <a:pt x="5198" y="4606"/>
                  <a:pt x="5259" y="4595"/>
                </a:cubicBezTo>
                <a:cubicBezTo>
                  <a:pt x="5655" y="4492"/>
                  <a:pt x="6048" y="4455"/>
                  <a:pt x="6440" y="4455"/>
                </a:cubicBezTo>
                <a:cubicBezTo>
                  <a:pt x="7311" y="4455"/>
                  <a:pt x="8177" y="4635"/>
                  <a:pt x="9058" y="4656"/>
                </a:cubicBezTo>
                <a:cubicBezTo>
                  <a:pt x="7477" y="5143"/>
                  <a:pt x="5745" y="5082"/>
                  <a:pt x="4164" y="5568"/>
                </a:cubicBezTo>
                <a:cubicBezTo>
                  <a:pt x="4164" y="5598"/>
                  <a:pt x="4164" y="5659"/>
                  <a:pt x="4164" y="5720"/>
                </a:cubicBezTo>
                <a:lnTo>
                  <a:pt x="6353" y="5720"/>
                </a:lnTo>
                <a:cubicBezTo>
                  <a:pt x="6163" y="5931"/>
                  <a:pt x="5890" y="5959"/>
                  <a:pt x="5603" y="5959"/>
                </a:cubicBezTo>
                <a:cubicBezTo>
                  <a:pt x="5498" y="5959"/>
                  <a:pt x="5392" y="5955"/>
                  <a:pt x="5286" y="5955"/>
                </a:cubicBezTo>
                <a:cubicBezTo>
                  <a:pt x="4851" y="5955"/>
                  <a:pt x="4444" y="6020"/>
                  <a:pt x="4316" y="6693"/>
                </a:cubicBezTo>
                <a:cubicBezTo>
                  <a:pt x="4481" y="6794"/>
                  <a:pt x="4643" y="6828"/>
                  <a:pt x="4805" y="6828"/>
                </a:cubicBezTo>
                <a:cubicBezTo>
                  <a:pt x="5111" y="6828"/>
                  <a:pt x="5417" y="6710"/>
                  <a:pt x="5738" y="6710"/>
                </a:cubicBezTo>
                <a:cubicBezTo>
                  <a:pt x="5908" y="6710"/>
                  <a:pt x="6082" y="6743"/>
                  <a:pt x="6262" y="6845"/>
                </a:cubicBezTo>
                <a:cubicBezTo>
                  <a:pt x="5562" y="7088"/>
                  <a:pt x="4833" y="6723"/>
                  <a:pt x="4347" y="7453"/>
                </a:cubicBezTo>
                <a:cubicBezTo>
                  <a:pt x="5113" y="7453"/>
                  <a:pt x="5849" y="7348"/>
                  <a:pt x="6576" y="7348"/>
                </a:cubicBezTo>
                <a:cubicBezTo>
                  <a:pt x="6888" y="7348"/>
                  <a:pt x="7198" y="7367"/>
                  <a:pt x="7508" y="7422"/>
                </a:cubicBezTo>
                <a:cubicBezTo>
                  <a:pt x="7629" y="7969"/>
                  <a:pt x="7325" y="8060"/>
                  <a:pt x="6900" y="8060"/>
                </a:cubicBezTo>
                <a:cubicBezTo>
                  <a:pt x="6687" y="8060"/>
                  <a:pt x="6476" y="8057"/>
                  <a:pt x="6268" y="8057"/>
                </a:cubicBezTo>
                <a:cubicBezTo>
                  <a:pt x="5642" y="8057"/>
                  <a:pt x="5038" y="8091"/>
                  <a:pt x="4468" y="8364"/>
                </a:cubicBezTo>
                <a:cubicBezTo>
                  <a:pt x="4924" y="8851"/>
                  <a:pt x="5532" y="8729"/>
                  <a:pt x="6079" y="8820"/>
                </a:cubicBezTo>
                <a:cubicBezTo>
                  <a:pt x="5532" y="9155"/>
                  <a:pt x="4772" y="9003"/>
                  <a:pt x="4255" y="9702"/>
                </a:cubicBezTo>
                <a:cubicBezTo>
                  <a:pt x="5562" y="9763"/>
                  <a:pt x="6778" y="9641"/>
                  <a:pt x="8025" y="9945"/>
                </a:cubicBezTo>
                <a:cubicBezTo>
                  <a:pt x="7660" y="10127"/>
                  <a:pt x="7356" y="10310"/>
                  <a:pt x="6991" y="10523"/>
                </a:cubicBezTo>
                <a:cubicBezTo>
                  <a:pt x="7660" y="10826"/>
                  <a:pt x="8328" y="10614"/>
                  <a:pt x="8906" y="10918"/>
                </a:cubicBezTo>
                <a:cubicBezTo>
                  <a:pt x="8389" y="11100"/>
                  <a:pt x="7721" y="10918"/>
                  <a:pt x="7386" y="11556"/>
                </a:cubicBezTo>
                <a:cubicBezTo>
                  <a:pt x="7538" y="11738"/>
                  <a:pt x="7842" y="11586"/>
                  <a:pt x="7873" y="11890"/>
                </a:cubicBezTo>
                <a:cubicBezTo>
                  <a:pt x="7333" y="12019"/>
                  <a:pt x="6815" y="12387"/>
                  <a:pt x="6208" y="12387"/>
                </a:cubicBezTo>
                <a:cubicBezTo>
                  <a:pt x="6097" y="12387"/>
                  <a:pt x="5984" y="12374"/>
                  <a:pt x="5866" y="12346"/>
                </a:cubicBezTo>
                <a:lnTo>
                  <a:pt x="5866" y="12346"/>
                </a:lnTo>
                <a:cubicBezTo>
                  <a:pt x="5903" y="12771"/>
                  <a:pt x="6046" y="12881"/>
                  <a:pt x="6222" y="12881"/>
                </a:cubicBezTo>
                <a:cubicBezTo>
                  <a:pt x="6411" y="12881"/>
                  <a:pt x="6637" y="12754"/>
                  <a:pt x="6812" y="12754"/>
                </a:cubicBezTo>
                <a:cubicBezTo>
                  <a:pt x="6882" y="12754"/>
                  <a:pt x="6944" y="12775"/>
                  <a:pt x="6991" y="12833"/>
                </a:cubicBezTo>
                <a:cubicBezTo>
                  <a:pt x="6885" y="12965"/>
                  <a:pt x="6756" y="13051"/>
                  <a:pt x="6604" y="13051"/>
                </a:cubicBezTo>
                <a:cubicBezTo>
                  <a:pt x="6582" y="13051"/>
                  <a:pt x="6559" y="13049"/>
                  <a:pt x="6535" y="13045"/>
                </a:cubicBezTo>
                <a:cubicBezTo>
                  <a:pt x="6480" y="13043"/>
                  <a:pt x="6425" y="13042"/>
                  <a:pt x="6371" y="13042"/>
                </a:cubicBezTo>
                <a:cubicBezTo>
                  <a:pt x="5663" y="13042"/>
                  <a:pt x="4977" y="13200"/>
                  <a:pt x="4293" y="13200"/>
                </a:cubicBezTo>
                <a:cubicBezTo>
                  <a:pt x="4240" y="13200"/>
                  <a:pt x="4187" y="13199"/>
                  <a:pt x="4134" y="13197"/>
                </a:cubicBezTo>
                <a:cubicBezTo>
                  <a:pt x="4090" y="13197"/>
                  <a:pt x="4045" y="13197"/>
                  <a:pt x="3999" y="13197"/>
                </a:cubicBezTo>
                <a:cubicBezTo>
                  <a:pt x="3545" y="13197"/>
                  <a:pt x="3048" y="13222"/>
                  <a:pt x="2827" y="13775"/>
                </a:cubicBezTo>
                <a:cubicBezTo>
                  <a:pt x="3040" y="13957"/>
                  <a:pt x="3283" y="14018"/>
                  <a:pt x="3526" y="14079"/>
                </a:cubicBezTo>
                <a:cubicBezTo>
                  <a:pt x="3070" y="14109"/>
                  <a:pt x="2918" y="14626"/>
                  <a:pt x="2401" y="14626"/>
                </a:cubicBezTo>
                <a:cubicBezTo>
                  <a:pt x="2365" y="14624"/>
                  <a:pt x="2329" y="14624"/>
                  <a:pt x="2292" y="14624"/>
                </a:cubicBezTo>
                <a:cubicBezTo>
                  <a:pt x="1633" y="14624"/>
                  <a:pt x="997" y="14875"/>
                  <a:pt x="334" y="14991"/>
                </a:cubicBezTo>
                <a:cubicBezTo>
                  <a:pt x="91" y="15021"/>
                  <a:pt x="0" y="15112"/>
                  <a:pt x="91" y="15386"/>
                </a:cubicBezTo>
                <a:lnTo>
                  <a:pt x="1307" y="15386"/>
                </a:lnTo>
                <a:cubicBezTo>
                  <a:pt x="1034" y="15568"/>
                  <a:pt x="730" y="15568"/>
                  <a:pt x="669" y="15933"/>
                </a:cubicBezTo>
                <a:cubicBezTo>
                  <a:pt x="734" y="16062"/>
                  <a:pt x="860" y="16100"/>
                  <a:pt x="993" y="16100"/>
                </a:cubicBezTo>
                <a:cubicBezTo>
                  <a:pt x="1047" y="16100"/>
                  <a:pt x="1102" y="16094"/>
                  <a:pt x="1155" y="16085"/>
                </a:cubicBezTo>
                <a:cubicBezTo>
                  <a:pt x="1273" y="16065"/>
                  <a:pt x="1378" y="15970"/>
                  <a:pt x="1495" y="15970"/>
                </a:cubicBezTo>
                <a:cubicBezTo>
                  <a:pt x="1559" y="15970"/>
                  <a:pt x="1627" y="15999"/>
                  <a:pt x="1702" y="16085"/>
                </a:cubicBezTo>
                <a:cubicBezTo>
                  <a:pt x="1398" y="16267"/>
                  <a:pt x="1398" y="16450"/>
                  <a:pt x="1672" y="16693"/>
                </a:cubicBezTo>
                <a:cubicBezTo>
                  <a:pt x="1793" y="16784"/>
                  <a:pt x="1930" y="16784"/>
                  <a:pt x="2063" y="16784"/>
                </a:cubicBezTo>
                <a:cubicBezTo>
                  <a:pt x="2196" y="16784"/>
                  <a:pt x="2325" y="16784"/>
                  <a:pt x="2432" y="16875"/>
                </a:cubicBezTo>
                <a:cubicBezTo>
                  <a:pt x="2037" y="17240"/>
                  <a:pt x="1307" y="16906"/>
                  <a:pt x="1003" y="17483"/>
                </a:cubicBezTo>
                <a:cubicBezTo>
                  <a:pt x="1489" y="17878"/>
                  <a:pt x="2037" y="17696"/>
                  <a:pt x="2553" y="17848"/>
                </a:cubicBezTo>
                <a:cubicBezTo>
                  <a:pt x="2532" y="17846"/>
                  <a:pt x="2510" y="17845"/>
                  <a:pt x="2489" y="17845"/>
                </a:cubicBezTo>
                <a:cubicBezTo>
                  <a:pt x="2170" y="17845"/>
                  <a:pt x="1872" y="18033"/>
                  <a:pt x="1554" y="18033"/>
                </a:cubicBezTo>
                <a:cubicBezTo>
                  <a:pt x="1532" y="18033"/>
                  <a:pt x="1511" y="18032"/>
                  <a:pt x="1489" y="18030"/>
                </a:cubicBezTo>
                <a:cubicBezTo>
                  <a:pt x="1471" y="18029"/>
                  <a:pt x="1452" y="18028"/>
                  <a:pt x="1434" y="18028"/>
                </a:cubicBezTo>
                <a:cubicBezTo>
                  <a:pt x="1104" y="18028"/>
                  <a:pt x="915" y="18286"/>
                  <a:pt x="973" y="18517"/>
                </a:cubicBezTo>
                <a:cubicBezTo>
                  <a:pt x="997" y="18685"/>
                  <a:pt x="1231" y="18739"/>
                  <a:pt x="1448" y="18739"/>
                </a:cubicBezTo>
                <a:cubicBezTo>
                  <a:pt x="1505" y="18739"/>
                  <a:pt x="1561" y="18736"/>
                  <a:pt x="1611" y="18729"/>
                </a:cubicBezTo>
                <a:cubicBezTo>
                  <a:pt x="1763" y="18699"/>
                  <a:pt x="1915" y="18608"/>
                  <a:pt x="2067" y="18608"/>
                </a:cubicBezTo>
                <a:cubicBezTo>
                  <a:pt x="2143" y="18608"/>
                  <a:pt x="2227" y="18585"/>
                  <a:pt x="2306" y="18585"/>
                </a:cubicBezTo>
                <a:cubicBezTo>
                  <a:pt x="2386" y="18585"/>
                  <a:pt x="2462" y="18608"/>
                  <a:pt x="2523" y="18699"/>
                </a:cubicBezTo>
                <a:cubicBezTo>
                  <a:pt x="2006" y="18851"/>
                  <a:pt x="1368" y="18760"/>
                  <a:pt x="973" y="19337"/>
                </a:cubicBezTo>
                <a:cubicBezTo>
                  <a:pt x="1169" y="19403"/>
                  <a:pt x="1362" y="19416"/>
                  <a:pt x="1551" y="19416"/>
                </a:cubicBezTo>
                <a:cubicBezTo>
                  <a:pt x="1689" y="19416"/>
                  <a:pt x="1824" y="19409"/>
                  <a:pt x="1958" y="19409"/>
                </a:cubicBezTo>
                <a:cubicBezTo>
                  <a:pt x="2238" y="19409"/>
                  <a:pt x="2509" y="19441"/>
                  <a:pt x="2766" y="19641"/>
                </a:cubicBezTo>
                <a:cubicBezTo>
                  <a:pt x="2401" y="19763"/>
                  <a:pt x="2097" y="19884"/>
                  <a:pt x="1763" y="19945"/>
                </a:cubicBezTo>
                <a:cubicBezTo>
                  <a:pt x="1155" y="20067"/>
                  <a:pt x="1337" y="20340"/>
                  <a:pt x="1581" y="20614"/>
                </a:cubicBezTo>
                <a:cubicBezTo>
                  <a:pt x="1481" y="20723"/>
                  <a:pt x="1369" y="20755"/>
                  <a:pt x="1248" y="20755"/>
                </a:cubicBezTo>
                <a:cubicBezTo>
                  <a:pt x="1088" y="20755"/>
                  <a:pt x="914" y="20699"/>
                  <a:pt x="740" y="20699"/>
                </a:cubicBezTo>
                <a:cubicBezTo>
                  <a:pt x="645" y="20699"/>
                  <a:pt x="549" y="20716"/>
                  <a:pt x="456" y="20766"/>
                </a:cubicBezTo>
                <a:cubicBezTo>
                  <a:pt x="821" y="21039"/>
                  <a:pt x="1277" y="20887"/>
                  <a:pt x="1611" y="21161"/>
                </a:cubicBezTo>
                <a:cubicBezTo>
                  <a:pt x="1450" y="21336"/>
                  <a:pt x="1271" y="21380"/>
                  <a:pt x="1082" y="21380"/>
                </a:cubicBezTo>
                <a:cubicBezTo>
                  <a:pt x="890" y="21380"/>
                  <a:pt x="687" y="21334"/>
                  <a:pt x="483" y="21334"/>
                </a:cubicBezTo>
                <a:cubicBezTo>
                  <a:pt x="433" y="21334"/>
                  <a:pt x="384" y="21337"/>
                  <a:pt x="334" y="21343"/>
                </a:cubicBezTo>
                <a:cubicBezTo>
                  <a:pt x="973" y="21921"/>
                  <a:pt x="1763" y="21921"/>
                  <a:pt x="2584" y="21921"/>
                </a:cubicBezTo>
                <a:cubicBezTo>
                  <a:pt x="2493" y="22377"/>
                  <a:pt x="2705" y="22468"/>
                  <a:pt x="3100" y="22498"/>
                </a:cubicBezTo>
                <a:cubicBezTo>
                  <a:pt x="4195" y="22498"/>
                  <a:pt x="5289" y="22407"/>
                  <a:pt x="6353" y="22194"/>
                </a:cubicBezTo>
                <a:cubicBezTo>
                  <a:pt x="7123" y="22049"/>
                  <a:pt x="7886" y="22008"/>
                  <a:pt x="8649" y="22008"/>
                </a:cubicBezTo>
                <a:cubicBezTo>
                  <a:pt x="9482" y="22008"/>
                  <a:pt x="10315" y="22057"/>
                  <a:pt x="11155" y="22073"/>
                </a:cubicBezTo>
                <a:cubicBezTo>
                  <a:pt x="11221" y="22073"/>
                  <a:pt x="11287" y="22072"/>
                  <a:pt x="11353" y="22072"/>
                </a:cubicBezTo>
                <a:cubicBezTo>
                  <a:pt x="11682" y="22072"/>
                  <a:pt x="12011" y="22093"/>
                  <a:pt x="12341" y="22346"/>
                </a:cubicBezTo>
                <a:cubicBezTo>
                  <a:pt x="12675" y="22590"/>
                  <a:pt x="13192" y="22711"/>
                  <a:pt x="13617" y="22742"/>
                </a:cubicBezTo>
                <a:cubicBezTo>
                  <a:pt x="14067" y="22773"/>
                  <a:pt x="14517" y="22786"/>
                  <a:pt x="14967" y="22786"/>
                </a:cubicBezTo>
                <a:cubicBezTo>
                  <a:pt x="16248" y="22786"/>
                  <a:pt x="17524" y="22680"/>
                  <a:pt x="18785" y="22590"/>
                </a:cubicBezTo>
                <a:cubicBezTo>
                  <a:pt x="20943" y="22407"/>
                  <a:pt x="23070" y="22225"/>
                  <a:pt x="25228" y="22194"/>
                </a:cubicBezTo>
                <a:cubicBezTo>
                  <a:pt x="26627" y="22194"/>
                  <a:pt x="28025" y="22225"/>
                  <a:pt x="29423" y="22316"/>
                </a:cubicBezTo>
                <a:cubicBezTo>
                  <a:pt x="31520" y="22407"/>
                  <a:pt x="33648" y="22468"/>
                  <a:pt x="35745" y="22590"/>
                </a:cubicBezTo>
                <a:cubicBezTo>
                  <a:pt x="37539" y="22681"/>
                  <a:pt x="39302" y="22772"/>
                  <a:pt x="41095" y="22863"/>
                </a:cubicBezTo>
                <a:cubicBezTo>
                  <a:pt x="42736" y="22954"/>
                  <a:pt x="44378" y="23015"/>
                  <a:pt x="46019" y="23167"/>
                </a:cubicBezTo>
                <a:cubicBezTo>
                  <a:pt x="47752" y="23319"/>
                  <a:pt x="49515" y="23501"/>
                  <a:pt x="51278" y="23623"/>
                </a:cubicBezTo>
                <a:cubicBezTo>
                  <a:pt x="51855" y="23653"/>
                  <a:pt x="52433" y="23684"/>
                  <a:pt x="53041" y="23775"/>
                </a:cubicBezTo>
                <a:cubicBezTo>
                  <a:pt x="54226" y="23988"/>
                  <a:pt x="55442" y="24170"/>
                  <a:pt x="56658" y="24261"/>
                </a:cubicBezTo>
                <a:cubicBezTo>
                  <a:pt x="57843" y="24353"/>
                  <a:pt x="59029" y="24535"/>
                  <a:pt x="60184" y="24656"/>
                </a:cubicBezTo>
                <a:cubicBezTo>
                  <a:pt x="60688" y="24700"/>
                  <a:pt x="61177" y="24871"/>
                  <a:pt x="61673" y="24871"/>
                </a:cubicBezTo>
                <a:cubicBezTo>
                  <a:pt x="61864" y="24871"/>
                  <a:pt x="62056" y="24846"/>
                  <a:pt x="62250" y="24778"/>
                </a:cubicBezTo>
                <a:cubicBezTo>
                  <a:pt x="62433" y="24413"/>
                  <a:pt x="61946" y="24322"/>
                  <a:pt x="61977" y="24018"/>
                </a:cubicBezTo>
                <a:cubicBezTo>
                  <a:pt x="62107" y="24012"/>
                  <a:pt x="62237" y="24010"/>
                  <a:pt x="62366" y="24010"/>
                </a:cubicBezTo>
                <a:cubicBezTo>
                  <a:pt x="63024" y="24010"/>
                  <a:pt x="63682" y="24073"/>
                  <a:pt x="64345" y="24073"/>
                </a:cubicBezTo>
                <a:cubicBezTo>
                  <a:pt x="64899" y="24073"/>
                  <a:pt x="65457" y="24029"/>
                  <a:pt x="66020" y="23866"/>
                </a:cubicBezTo>
                <a:cubicBezTo>
                  <a:pt x="65904" y="23606"/>
                  <a:pt x="65767" y="23531"/>
                  <a:pt x="65627" y="23531"/>
                </a:cubicBezTo>
                <a:cubicBezTo>
                  <a:pt x="65472" y="23531"/>
                  <a:pt x="65312" y="23622"/>
                  <a:pt x="65168" y="23653"/>
                </a:cubicBezTo>
                <a:cubicBezTo>
                  <a:pt x="64986" y="23532"/>
                  <a:pt x="64804" y="23410"/>
                  <a:pt x="64682" y="23289"/>
                </a:cubicBezTo>
                <a:cubicBezTo>
                  <a:pt x="64834" y="22924"/>
                  <a:pt x="64925" y="22559"/>
                  <a:pt x="65290" y="22559"/>
                </a:cubicBezTo>
                <a:cubicBezTo>
                  <a:pt x="64713" y="22012"/>
                  <a:pt x="63922" y="21890"/>
                  <a:pt x="63162" y="21556"/>
                </a:cubicBezTo>
                <a:lnTo>
                  <a:pt x="63162" y="21556"/>
                </a:lnTo>
                <a:cubicBezTo>
                  <a:pt x="63519" y="21594"/>
                  <a:pt x="63865" y="21611"/>
                  <a:pt x="64209" y="21611"/>
                </a:cubicBezTo>
                <a:cubicBezTo>
                  <a:pt x="64686" y="21611"/>
                  <a:pt x="65160" y="21579"/>
                  <a:pt x="65655" y="21526"/>
                </a:cubicBezTo>
                <a:cubicBezTo>
                  <a:pt x="65783" y="21510"/>
                  <a:pt x="65911" y="21503"/>
                  <a:pt x="66040" y="21503"/>
                </a:cubicBezTo>
                <a:cubicBezTo>
                  <a:pt x="66891" y="21503"/>
                  <a:pt x="67766" y="21811"/>
                  <a:pt x="68664" y="21890"/>
                </a:cubicBezTo>
                <a:cubicBezTo>
                  <a:pt x="69010" y="21925"/>
                  <a:pt x="69414" y="22146"/>
                  <a:pt x="69789" y="22146"/>
                </a:cubicBezTo>
                <a:cubicBezTo>
                  <a:pt x="70072" y="22146"/>
                  <a:pt x="70339" y="22019"/>
                  <a:pt x="70548" y="21587"/>
                </a:cubicBezTo>
                <a:cubicBezTo>
                  <a:pt x="70596" y="21597"/>
                  <a:pt x="70641" y="21602"/>
                  <a:pt x="70685" y="21602"/>
                </a:cubicBezTo>
                <a:cubicBezTo>
                  <a:pt x="71175" y="21602"/>
                  <a:pt x="71475" y="21016"/>
                  <a:pt x="71976" y="21016"/>
                </a:cubicBezTo>
                <a:cubicBezTo>
                  <a:pt x="72095" y="21016"/>
                  <a:pt x="72226" y="21049"/>
                  <a:pt x="72372" y="21131"/>
                </a:cubicBezTo>
                <a:cubicBezTo>
                  <a:pt x="72220" y="20675"/>
                  <a:pt x="71856" y="20675"/>
                  <a:pt x="71673" y="20431"/>
                </a:cubicBezTo>
                <a:cubicBezTo>
                  <a:pt x="71856" y="20371"/>
                  <a:pt x="72099" y="20371"/>
                  <a:pt x="72129" y="20067"/>
                </a:cubicBezTo>
                <a:cubicBezTo>
                  <a:pt x="71947" y="20006"/>
                  <a:pt x="71734" y="19915"/>
                  <a:pt x="71521" y="19793"/>
                </a:cubicBezTo>
                <a:cubicBezTo>
                  <a:pt x="72251" y="19459"/>
                  <a:pt x="71339" y="19094"/>
                  <a:pt x="71552" y="18760"/>
                </a:cubicBezTo>
                <a:cubicBezTo>
                  <a:pt x="71629" y="18734"/>
                  <a:pt x="71711" y="18728"/>
                  <a:pt x="71794" y="18728"/>
                </a:cubicBezTo>
                <a:cubicBezTo>
                  <a:pt x="71876" y="18728"/>
                  <a:pt x="71960" y="18734"/>
                  <a:pt x="72042" y="18734"/>
                </a:cubicBezTo>
                <a:cubicBezTo>
                  <a:pt x="72171" y="18734"/>
                  <a:pt x="72296" y="18718"/>
                  <a:pt x="72403" y="18638"/>
                </a:cubicBezTo>
                <a:cubicBezTo>
                  <a:pt x="72342" y="18395"/>
                  <a:pt x="72007" y="18425"/>
                  <a:pt x="72038" y="18091"/>
                </a:cubicBezTo>
                <a:cubicBezTo>
                  <a:pt x="72281" y="18061"/>
                  <a:pt x="72615" y="18030"/>
                  <a:pt x="72676" y="17696"/>
                </a:cubicBezTo>
                <a:cubicBezTo>
                  <a:pt x="72737" y="17240"/>
                  <a:pt x="72099" y="17483"/>
                  <a:pt x="72068" y="17118"/>
                </a:cubicBezTo>
                <a:cubicBezTo>
                  <a:pt x="72142" y="17077"/>
                  <a:pt x="72222" y="17067"/>
                  <a:pt x="72304" y="17067"/>
                </a:cubicBezTo>
                <a:cubicBezTo>
                  <a:pt x="72384" y="17067"/>
                  <a:pt x="72466" y="17077"/>
                  <a:pt x="72545" y="17077"/>
                </a:cubicBezTo>
                <a:cubicBezTo>
                  <a:pt x="72686" y="17077"/>
                  <a:pt x="72820" y="17046"/>
                  <a:pt x="72919" y="16875"/>
                </a:cubicBezTo>
                <a:cubicBezTo>
                  <a:pt x="72889" y="16632"/>
                  <a:pt x="72342" y="16632"/>
                  <a:pt x="72615" y="16267"/>
                </a:cubicBezTo>
                <a:cubicBezTo>
                  <a:pt x="72804" y="15998"/>
                  <a:pt x="72849" y="15513"/>
                  <a:pt x="73282" y="15513"/>
                </a:cubicBezTo>
                <a:cubicBezTo>
                  <a:pt x="73337" y="15513"/>
                  <a:pt x="73398" y="15521"/>
                  <a:pt x="73466" y="15538"/>
                </a:cubicBezTo>
                <a:cubicBezTo>
                  <a:pt x="73436" y="15173"/>
                  <a:pt x="72950" y="15203"/>
                  <a:pt x="72889" y="14900"/>
                </a:cubicBezTo>
                <a:cubicBezTo>
                  <a:pt x="72958" y="14859"/>
                  <a:pt x="73024" y="14844"/>
                  <a:pt x="73088" y="14844"/>
                </a:cubicBezTo>
                <a:cubicBezTo>
                  <a:pt x="73284" y="14844"/>
                  <a:pt x="73462" y="14985"/>
                  <a:pt x="73665" y="14985"/>
                </a:cubicBezTo>
                <a:cubicBezTo>
                  <a:pt x="73746" y="14985"/>
                  <a:pt x="73831" y="14963"/>
                  <a:pt x="73922" y="14900"/>
                </a:cubicBezTo>
                <a:cubicBezTo>
                  <a:pt x="72828" y="13684"/>
                  <a:pt x="71308" y="13927"/>
                  <a:pt x="70001" y="13623"/>
                </a:cubicBezTo>
                <a:cubicBezTo>
                  <a:pt x="68634" y="13289"/>
                  <a:pt x="67266" y="13106"/>
                  <a:pt x="65959" y="12863"/>
                </a:cubicBezTo>
                <a:cubicBezTo>
                  <a:pt x="66262" y="12507"/>
                  <a:pt x="66639" y="12437"/>
                  <a:pt x="67041" y="12437"/>
                </a:cubicBezTo>
                <a:cubicBezTo>
                  <a:pt x="67303" y="12437"/>
                  <a:pt x="67576" y="12467"/>
                  <a:pt x="67845" y="12467"/>
                </a:cubicBezTo>
                <a:cubicBezTo>
                  <a:pt x="68116" y="12467"/>
                  <a:pt x="68383" y="12437"/>
                  <a:pt x="68634" y="12316"/>
                </a:cubicBezTo>
                <a:cubicBezTo>
                  <a:pt x="68238" y="12194"/>
                  <a:pt x="67874" y="12194"/>
                  <a:pt x="67570" y="11951"/>
                </a:cubicBezTo>
                <a:cubicBezTo>
                  <a:pt x="67611" y="11784"/>
                  <a:pt x="67703" y="11746"/>
                  <a:pt x="67814" y="11746"/>
                </a:cubicBezTo>
                <a:cubicBezTo>
                  <a:pt x="67905" y="11746"/>
                  <a:pt x="68010" y="11772"/>
                  <a:pt x="68108" y="11772"/>
                </a:cubicBezTo>
                <a:cubicBezTo>
                  <a:pt x="68236" y="11772"/>
                  <a:pt x="68353" y="11728"/>
                  <a:pt x="68421" y="11526"/>
                </a:cubicBezTo>
                <a:cubicBezTo>
                  <a:pt x="68137" y="11526"/>
                  <a:pt x="67880" y="11539"/>
                  <a:pt x="67642" y="11539"/>
                </a:cubicBezTo>
                <a:cubicBezTo>
                  <a:pt x="67522" y="11539"/>
                  <a:pt x="67408" y="11536"/>
                  <a:pt x="67296" y="11526"/>
                </a:cubicBezTo>
                <a:cubicBezTo>
                  <a:pt x="66931" y="11495"/>
                  <a:pt x="66597" y="11404"/>
                  <a:pt x="66263" y="11343"/>
                </a:cubicBezTo>
                <a:cubicBezTo>
                  <a:pt x="66344" y="10970"/>
                  <a:pt x="66515" y="10879"/>
                  <a:pt x="66719" y="10879"/>
                </a:cubicBezTo>
                <a:cubicBezTo>
                  <a:pt x="66915" y="10879"/>
                  <a:pt x="67141" y="10963"/>
                  <a:pt x="67347" y="10963"/>
                </a:cubicBezTo>
                <a:cubicBezTo>
                  <a:pt x="67486" y="10963"/>
                  <a:pt x="67616" y="10924"/>
                  <a:pt x="67722" y="10796"/>
                </a:cubicBezTo>
                <a:cubicBezTo>
                  <a:pt x="67387" y="10675"/>
                  <a:pt x="67053" y="10553"/>
                  <a:pt x="66719" y="10431"/>
                </a:cubicBezTo>
                <a:cubicBezTo>
                  <a:pt x="67083" y="9945"/>
                  <a:pt x="67661" y="10188"/>
                  <a:pt x="68086" y="10006"/>
                </a:cubicBezTo>
                <a:cubicBezTo>
                  <a:pt x="68056" y="9763"/>
                  <a:pt x="67752" y="9702"/>
                  <a:pt x="67813" y="9337"/>
                </a:cubicBezTo>
                <a:lnTo>
                  <a:pt x="67813" y="9337"/>
                </a:lnTo>
                <a:cubicBezTo>
                  <a:pt x="67935" y="9507"/>
                  <a:pt x="68050" y="9568"/>
                  <a:pt x="68161" y="9568"/>
                </a:cubicBezTo>
                <a:cubicBezTo>
                  <a:pt x="68434" y="9568"/>
                  <a:pt x="68681" y="9198"/>
                  <a:pt x="68955" y="9198"/>
                </a:cubicBezTo>
                <a:cubicBezTo>
                  <a:pt x="69065" y="9198"/>
                  <a:pt x="69180" y="9258"/>
                  <a:pt x="69302" y="9428"/>
                </a:cubicBezTo>
                <a:cubicBezTo>
                  <a:pt x="69485" y="8820"/>
                  <a:pt x="69120" y="8699"/>
                  <a:pt x="68694" y="8638"/>
                </a:cubicBezTo>
                <a:cubicBezTo>
                  <a:pt x="68755" y="8486"/>
                  <a:pt x="68816" y="8364"/>
                  <a:pt x="68877" y="8273"/>
                </a:cubicBezTo>
                <a:cubicBezTo>
                  <a:pt x="68725" y="8152"/>
                  <a:pt x="68542" y="8060"/>
                  <a:pt x="68360" y="7939"/>
                </a:cubicBezTo>
                <a:cubicBezTo>
                  <a:pt x="68482" y="7787"/>
                  <a:pt x="68542" y="7665"/>
                  <a:pt x="68634" y="7574"/>
                </a:cubicBezTo>
                <a:cubicBezTo>
                  <a:pt x="68421" y="7392"/>
                  <a:pt x="68238" y="7209"/>
                  <a:pt x="67874" y="6875"/>
                </a:cubicBezTo>
                <a:lnTo>
                  <a:pt x="67874" y="6875"/>
                </a:lnTo>
                <a:cubicBezTo>
                  <a:pt x="68111" y="6943"/>
                  <a:pt x="68304" y="6973"/>
                  <a:pt x="68461" y="6973"/>
                </a:cubicBezTo>
                <a:cubicBezTo>
                  <a:pt x="69289" y="6973"/>
                  <a:pt x="69128" y="6140"/>
                  <a:pt x="69333" y="5629"/>
                </a:cubicBezTo>
                <a:cubicBezTo>
                  <a:pt x="68998" y="5507"/>
                  <a:pt x="68664" y="5416"/>
                  <a:pt x="68299" y="5386"/>
                </a:cubicBezTo>
                <a:cubicBezTo>
                  <a:pt x="68385" y="5214"/>
                  <a:pt x="68507" y="5164"/>
                  <a:pt x="68643" y="5164"/>
                </a:cubicBezTo>
                <a:cubicBezTo>
                  <a:pt x="68840" y="5164"/>
                  <a:pt x="69067" y="5270"/>
                  <a:pt x="69259" y="5270"/>
                </a:cubicBezTo>
                <a:cubicBezTo>
                  <a:pt x="69405" y="5270"/>
                  <a:pt x="69531" y="5208"/>
                  <a:pt x="69606" y="4991"/>
                </a:cubicBezTo>
                <a:cubicBezTo>
                  <a:pt x="69211" y="4656"/>
                  <a:pt x="68573" y="4747"/>
                  <a:pt x="68117" y="4200"/>
                </a:cubicBezTo>
                <a:lnTo>
                  <a:pt x="68117" y="4200"/>
                </a:lnTo>
                <a:cubicBezTo>
                  <a:pt x="68725" y="4231"/>
                  <a:pt x="69150" y="4261"/>
                  <a:pt x="69576" y="4261"/>
                </a:cubicBezTo>
                <a:cubicBezTo>
                  <a:pt x="69819" y="3957"/>
                  <a:pt x="69272" y="3836"/>
                  <a:pt x="69454" y="3471"/>
                </a:cubicBezTo>
                <a:lnTo>
                  <a:pt x="69454" y="3471"/>
                </a:lnTo>
                <a:cubicBezTo>
                  <a:pt x="69705" y="3516"/>
                  <a:pt x="69887" y="3902"/>
                  <a:pt x="70167" y="3902"/>
                </a:cubicBezTo>
                <a:cubicBezTo>
                  <a:pt x="70260" y="3902"/>
                  <a:pt x="70365" y="3859"/>
                  <a:pt x="70488" y="3744"/>
                </a:cubicBezTo>
                <a:cubicBezTo>
                  <a:pt x="70245" y="3501"/>
                  <a:pt x="70032" y="3258"/>
                  <a:pt x="69758" y="2954"/>
                </a:cubicBezTo>
                <a:cubicBezTo>
                  <a:pt x="69971" y="2954"/>
                  <a:pt x="70093" y="2893"/>
                  <a:pt x="70153" y="2711"/>
                </a:cubicBezTo>
                <a:cubicBezTo>
                  <a:pt x="69667" y="2468"/>
                  <a:pt x="69181" y="2346"/>
                  <a:pt x="68725" y="2164"/>
                </a:cubicBezTo>
                <a:cubicBezTo>
                  <a:pt x="66506" y="1313"/>
                  <a:pt x="64165" y="1161"/>
                  <a:pt x="61886" y="887"/>
                </a:cubicBezTo>
                <a:cubicBezTo>
                  <a:pt x="59971" y="674"/>
                  <a:pt x="58086" y="431"/>
                  <a:pt x="56171" y="310"/>
                </a:cubicBezTo>
                <a:cubicBezTo>
                  <a:pt x="54104" y="188"/>
                  <a:pt x="52038" y="66"/>
                  <a:pt x="49971" y="36"/>
                </a:cubicBezTo>
                <a:cubicBezTo>
                  <a:pt x="49020" y="10"/>
                  <a:pt x="48069" y="1"/>
                  <a:pt x="471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2" name="Google Shape;8512;p26"/>
          <p:cNvSpPr/>
          <p:nvPr/>
        </p:nvSpPr>
        <p:spPr>
          <a:xfrm flipH="1" rot="-6696168">
            <a:off x="7174990" y="4339551"/>
            <a:ext cx="1643425" cy="1498689"/>
          </a:xfrm>
          <a:custGeom>
            <a:rect b="b" l="l" r="r" t="t"/>
            <a:pathLst>
              <a:path extrusionOk="0" h="24871" w="73923">
                <a:moveTo>
                  <a:pt x="47119" y="1"/>
                </a:moveTo>
                <a:cubicBezTo>
                  <a:pt x="45820" y="1"/>
                  <a:pt x="44521" y="19"/>
                  <a:pt x="43223" y="36"/>
                </a:cubicBezTo>
                <a:cubicBezTo>
                  <a:pt x="41581" y="36"/>
                  <a:pt x="39910" y="66"/>
                  <a:pt x="38268" y="188"/>
                </a:cubicBezTo>
                <a:cubicBezTo>
                  <a:pt x="35776" y="310"/>
                  <a:pt x="33314" y="614"/>
                  <a:pt x="30821" y="705"/>
                </a:cubicBezTo>
                <a:cubicBezTo>
                  <a:pt x="29302" y="735"/>
                  <a:pt x="27782" y="887"/>
                  <a:pt x="26292" y="887"/>
                </a:cubicBezTo>
                <a:cubicBezTo>
                  <a:pt x="25563" y="887"/>
                  <a:pt x="24925" y="1070"/>
                  <a:pt x="24317" y="1373"/>
                </a:cubicBezTo>
                <a:cubicBezTo>
                  <a:pt x="24013" y="1525"/>
                  <a:pt x="23709" y="1708"/>
                  <a:pt x="23344" y="1708"/>
                </a:cubicBezTo>
                <a:cubicBezTo>
                  <a:pt x="22918" y="1685"/>
                  <a:pt x="22493" y="1675"/>
                  <a:pt x="22068" y="1675"/>
                </a:cubicBezTo>
                <a:cubicBezTo>
                  <a:pt x="19802" y="1675"/>
                  <a:pt x="17552" y="1953"/>
                  <a:pt x="15303" y="1953"/>
                </a:cubicBezTo>
                <a:cubicBezTo>
                  <a:pt x="15207" y="1953"/>
                  <a:pt x="15112" y="1952"/>
                  <a:pt x="15016" y="1951"/>
                </a:cubicBezTo>
                <a:cubicBezTo>
                  <a:pt x="14894" y="1951"/>
                  <a:pt x="14772" y="1951"/>
                  <a:pt x="14681" y="1981"/>
                </a:cubicBezTo>
                <a:cubicBezTo>
                  <a:pt x="12949" y="2316"/>
                  <a:pt x="11186" y="2285"/>
                  <a:pt x="9453" y="2498"/>
                </a:cubicBezTo>
                <a:cubicBezTo>
                  <a:pt x="8085" y="2650"/>
                  <a:pt x="6718" y="2680"/>
                  <a:pt x="5380" y="2954"/>
                </a:cubicBezTo>
                <a:cubicBezTo>
                  <a:pt x="4924" y="3076"/>
                  <a:pt x="4286" y="2893"/>
                  <a:pt x="3921" y="3501"/>
                </a:cubicBezTo>
                <a:cubicBezTo>
                  <a:pt x="4276" y="3674"/>
                  <a:pt x="4637" y="3727"/>
                  <a:pt x="4998" y="3727"/>
                </a:cubicBezTo>
                <a:cubicBezTo>
                  <a:pt x="5571" y="3727"/>
                  <a:pt x="6148" y="3594"/>
                  <a:pt x="6711" y="3594"/>
                </a:cubicBezTo>
                <a:cubicBezTo>
                  <a:pt x="6980" y="3594"/>
                  <a:pt x="7246" y="3625"/>
                  <a:pt x="7508" y="3714"/>
                </a:cubicBezTo>
                <a:cubicBezTo>
                  <a:pt x="7234" y="3896"/>
                  <a:pt x="6930" y="3896"/>
                  <a:pt x="6596" y="3896"/>
                </a:cubicBezTo>
                <a:cubicBezTo>
                  <a:pt x="6436" y="3896"/>
                  <a:pt x="6277" y="3894"/>
                  <a:pt x="6118" y="3894"/>
                </a:cubicBezTo>
                <a:cubicBezTo>
                  <a:pt x="5640" y="3894"/>
                  <a:pt x="5167" y="3912"/>
                  <a:pt x="4711" y="4048"/>
                </a:cubicBezTo>
                <a:cubicBezTo>
                  <a:pt x="4529" y="4079"/>
                  <a:pt x="4377" y="4139"/>
                  <a:pt x="4377" y="4322"/>
                </a:cubicBezTo>
                <a:cubicBezTo>
                  <a:pt x="4377" y="4504"/>
                  <a:pt x="4529" y="4595"/>
                  <a:pt x="4711" y="4595"/>
                </a:cubicBezTo>
                <a:cubicBezTo>
                  <a:pt x="4833" y="4595"/>
                  <a:pt x="4955" y="4609"/>
                  <a:pt x="5076" y="4609"/>
                </a:cubicBezTo>
                <a:cubicBezTo>
                  <a:pt x="5137" y="4609"/>
                  <a:pt x="5198" y="4606"/>
                  <a:pt x="5259" y="4595"/>
                </a:cubicBezTo>
                <a:cubicBezTo>
                  <a:pt x="5655" y="4492"/>
                  <a:pt x="6048" y="4455"/>
                  <a:pt x="6440" y="4455"/>
                </a:cubicBezTo>
                <a:cubicBezTo>
                  <a:pt x="7311" y="4455"/>
                  <a:pt x="8177" y="4635"/>
                  <a:pt x="9058" y="4656"/>
                </a:cubicBezTo>
                <a:cubicBezTo>
                  <a:pt x="7477" y="5143"/>
                  <a:pt x="5745" y="5082"/>
                  <a:pt x="4164" y="5568"/>
                </a:cubicBezTo>
                <a:cubicBezTo>
                  <a:pt x="4164" y="5598"/>
                  <a:pt x="4164" y="5659"/>
                  <a:pt x="4164" y="5720"/>
                </a:cubicBezTo>
                <a:lnTo>
                  <a:pt x="6353" y="5720"/>
                </a:lnTo>
                <a:cubicBezTo>
                  <a:pt x="6163" y="5931"/>
                  <a:pt x="5890" y="5959"/>
                  <a:pt x="5603" y="5959"/>
                </a:cubicBezTo>
                <a:cubicBezTo>
                  <a:pt x="5498" y="5959"/>
                  <a:pt x="5392" y="5955"/>
                  <a:pt x="5286" y="5955"/>
                </a:cubicBezTo>
                <a:cubicBezTo>
                  <a:pt x="4851" y="5955"/>
                  <a:pt x="4444" y="6020"/>
                  <a:pt x="4316" y="6693"/>
                </a:cubicBezTo>
                <a:cubicBezTo>
                  <a:pt x="4481" y="6794"/>
                  <a:pt x="4643" y="6828"/>
                  <a:pt x="4805" y="6828"/>
                </a:cubicBezTo>
                <a:cubicBezTo>
                  <a:pt x="5111" y="6828"/>
                  <a:pt x="5417" y="6710"/>
                  <a:pt x="5738" y="6710"/>
                </a:cubicBezTo>
                <a:cubicBezTo>
                  <a:pt x="5908" y="6710"/>
                  <a:pt x="6082" y="6743"/>
                  <a:pt x="6262" y="6845"/>
                </a:cubicBezTo>
                <a:cubicBezTo>
                  <a:pt x="5562" y="7088"/>
                  <a:pt x="4833" y="6723"/>
                  <a:pt x="4347" y="7453"/>
                </a:cubicBezTo>
                <a:cubicBezTo>
                  <a:pt x="5113" y="7453"/>
                  <a:pt x="5849" y="7348"/>
                  <a:pt x="6576" y="7348"/>
                </a:cubicBezTo>
                <a:cubicBezTo>
                  <a:pt x="6888" y="7348"/>
                  <a:pt x="7198" y="7367"/>
                  <a:pt x="7508" y="7422"/>
                </a:cubicBezTo>
                <a:cubicBezTo>
                  <a:pt x="7629" y="7969"/>
                  <a:pt x="7325" y="8060"/>
                  <a:pt x="6900" y="8060"/>
                </a:cubicBezTo>
                <a:cubicBezTo>
                  <a:pt x="6687" y="8060"/>
                  <a:pt x="6476" y="8057"/>
                  <a:pt x="6268" y="8057"/>
                </a:cubicBezTo>
                <a:cubicBezTo>
                  <a:pt x="5642" y="8057"/>
                  <a:pt x="5038" y="8091"/>
                  <a:pt x="4468" y="8364"/>
                </a:cubicBezTo>
                <a:cubicBezTo>
                  <a:pt x="4924" y="8851"/>
                  <a:pt x="5532" y="8729"/>
                  <a:pt x="6079" y="8820"/>
                </a:cubicBezTo>
                <a:cubicBezTo>
                  <a:pt x="5532" y="9155"/>
                  <a:pt x="4772" y="9003"/>
                  <a:pt x="4255" y="9702"/>
                </a:cubicBezTo>
                <a:cubicBezTo>
                  <a:pt x="5562" y="9763"/>
                  <a:pt x="6778" y="9641"/>
                  <a:pt x="8025" y="9945"/>
                </a:cubicBezTo>
                <a:cubicBezTo>
                  <a:pt x="7660" y="10127"/>
                  <a:pt x="7356" y="10310"/>
                  <a:pt x="6991" y="10523"/>
                </a:cubicBezTo>
                <a:cubicBezTo>
                  <a:pt x="7660" y="10826"/>
                  <a:pt x="8328" y="10614"/>
                  <a:pt x="8906" y="10918"/>
                </a:cubicBezTo>
                <a:cubicBezTo>
                  <a:pt x="8389" y="11100"/>
                  <a:pt x="7721" y="10918"/>
                  <a:pt x="7386" y="11556"/>
                </a:cubicBezTo>
                <a:cubicBezTo>
                  <a:pt x="7538" y="11738"/>
                  <a:pt x="7842" y="11586"/>
                  <a:pt x="7873" y="11890"/>
                </a:cubicBezTo>
                <a:cubicBezTo>
                  <a:pt x="7333" y="12019"/>
                  <a:pt x="6815" y="12387"/>
                  <a:pt x="6208" y="12387"/>
                </a:cubicBezTo>
                <a:cubicBezTo>
                  <a:pt x="6097" y="12387"/>
                  <a:pt x="5984" y="12374"/>
                  <a:pt x="5866" y="12346"/>
                </a:cubicBezTo>
                <a:lnTo>
                  <a:pt x="5866" y="12346"/>
                </a:lnTo>
                <a:cubicBezTo>
                  <a:pt x="5903" y="12771"/>
                  <a:pt x="6046" y="12881"/>
                  <a:pt x="6222" y="12881"/>
                </a:cubicBezTo>
                <a:cubicBezTo>
                  <a:pt x="6411" y="12881"/>
                  <a:pt x="6637" y="12754"/>
                  <a:pt x="6812" y="12754"/>
                </a:cubicBezTo>
                <a:cubicBezTo>
                  <a:pt x="6882" y="12754"/>
                  <a:pt x="6944" y="12775"/>
                  <a:pt x="6991" y="12833"/>
                </a:cubicBezTo>
                <a:cubicBezTo>
                  <a:pt x="6885" y="12965"/>
                  <a:pt x="6756" y="13051"/>
                  <a:pt x="6604" y="13051"/>
                </a:cubicBezTo>
                <a:cubicBezTo>
                  <a:pt x="6582" y="13051"/>
                  <a:pt x="6559" y="13049"/>
                  <a:pt x="6535" y="13045"/>
                </a:cubicBezTo>
                <a:cubicBezTo>
                  <a:pt x="6480" y="13043"/>
                  <a:pt x="6425" y="13042"/>
                  <a:pt x="6371" y="13042"/>
                </a:cubicBezTo>
                <a:cubicBezTo>
                  <a:pt x="5663" y="13042"/>
                  <a:pt x="4977" y="13200"/>
                  <a:pt x="4293" y="13200"/>
                </a:cubicBezTo>
                <a:cubicBezTo>
                  <a:pt x="4240" y="13200"/>
                  <a:pt x="4187" y="13199"/>
                  <a:pt x="4134" y="13197"/>
                </a:cubicBezTo>
                <a:cubicBezTo>
                  <a:pt x="4090" y="13197"/>
                  <a:pt x="4045" y="13197"/>
                  <a:pt x="3999" y="13197"/>
                </a:cubicBezTo>
                <a:cubicBezTo>
                  <a:pt x="3545" y="13197"/>
                  <a:pt x="3048" y="13222"/>
                  <a:pt x="2827" y="13775"/>
                </a:cubicBezTo>
                <a:cubicBezTo>
                  <a:pt x="3040" y="13957"/>
                  <a:pt x="3283" y="14018"/>
                  <a:pt x="3526" y="14079"/>
                </a:cubicBezTo>
                <a:cubicBezTo>
                  <a:pt x="3070" y="14109"/>
                  <a:pt x="2918" y="14626"/>
                  <a:pt x="2401" y="14626"/>
                </a:cubicBezTo>
                <a:cubicBezTo>
                  <a:pt x="2365" y="14624"/>
                  <a:pt x="2329" y="14624"/>
                  <a:pt x="2292" y="14624"/>
                </a:cubicBezTo>
                <a:cubicBezTo>
                  <a:pt x="1633" y="14624"/>
                  <a:pt x="997" y="14875"/>
                  <a:pt x="334" y="14991"/>
                </a:cubicBezTo>
                <a:cubicBezTo>
                  <a:pt x="91" y="15021"/>
                  <a:pt x="0" y="15112"/>
                  <a:pt x="91" y="15386"/>
                </a:cubicBezTo>
                <a:lnTo>
                  <a:pt x="1307" y="15386"/>
                </a:lnTo>
                <a:cubicBezTo>
                  <a:pt x="1034" y="15568"/>
                  <a:pt x="730" y="15568"/>
                  <a:pt x="669" y="15933"/>
                </a:cubicBezTo>
                <a:cubicBezTo>
                  <a:pt x="734" y="16062"/>
                  <a:pt x="860" y="16100"/>
                  <a:pt x="993" y="16100"/>
                </a:cubicBezTo>
                <a:cubicBezTo>
                  <a:pt x="1047" y="16100"/>
                  <a:pt x="1102" y="16094"/>
                  <a:pt x="1155" y="16085"/>
                </a:cubicBezTo>
                <a:cubicBezTo>
                  <a:pt x="1273" y="16065"/>
                  <a:pt x="1378" y="15970"/>
                  <a:pt x="1495" y="15970"/>
                </a:cubicBezTo>
                <a:cubicBezTo>
                  <a:pt x="1559" y="15970"/>
                  <a:pt x="1627" y="15999"/>
                  <a:pt x="1702" y="16085"/>
                </a:cubicBezTo>
                <a:cubicBezTo>
                  <a:pt x="1398" y="16267"/>
                  <a:pt x="1398" y="16450"/>
                  <a:pt x="1672" y="16693"/>
                </a:cubicBezTo>
                <a:cubicBezTo>
                  <a:pt x="1793" y="16784"/>
                  <a:pt x="1930" y="16784"/>
                  <a:pt x="2063" y="16784"/>
                </a:cubicBezTo>
                <a:cubicBezTo>
                  <a:pt x="2196" y="16784"/>
                  <a:pt x="2325" y="16784"/>
                  <a:pt x="2432" y="16875"/>
                </a:cubicBezTo>
                <a:cubicBezTo>
                  <a:pt x="2037" y="17240"/>
                  <a:pt x="1307" y="16906"/>
                  <a:pt x="1003" y="17483"/>
                </a:cubicBezTo>
                <a:cubicBezTo>
                  <a:pt x="1489" y="17878"/>
                  <a:pt x="2037" y="17696"/>
                  <a:pt x="2553" y="17848"/>
                </a:cubicBezTo>
                <a:cubicBezTo>
                  <a:pt x="2532" y="17846"/>
                  <a:pt x="2510" y="17845"/>
                  <a:pt x="2489" y="17845"/>
                </a:cubicBezTo>
                <a:cubicBezTo>
                  <a:pt x="2170" y="17845"/>
                  <a:pt x="1872" y="18033"/>
                  <a:pt x="1554" y="18033"/>
                </a:cubicBezTo>
                <a:cubicBezTo>
                  <a:pt x="1532" y="18033"/>
                  <a:pt x="1511" y="18032"/>
                  <a:pt x="1489" y="18030"/>
                </a:cubicBezTo>
                <a:cubicBezTo>
                  <a:pt x="1471" y="18029"/>
                  <a:pt x="1452" y="18028"/>
                  <a:pt x="1434" y="18028"/>
                </a:cubicBezTo>
                <a:cubicBezTo>
                  <a:pt x="1104" y="18028"/>
                  <a:pt x="915" y="18286"/>
                  <a:pt x="973" y="18517"/>
                </a:cubicBezTo>
                <a:cubicBezTo>
                  <a:pt x="997" y="18685"/>
                  <a:pt x="1231" y="18739"/>
                  <a:pt x="1448" y="18739"/>
                </a:cubicBezTo>
                <a:cubicBezTo>
                  <a:pt x="1505" y="18739"/>
                  <a:pt x="1561" y="18736"/>
                  <a:pt x="1611" y="18729"/>
                </a:cubicBezTo>
                <a:cubicBezTo>
                  <a:pt x="1763" y="18699"/>
                  <a:pt x="1915" y="18608"/>
                  <a:pt x="2067" y="18608"/>
                </a:cubicBezTo>
                <a:cubicBezTo>
                  <a:pt x="2143" y="18608"/>
                  <a:pt x="2227" y="18585"/>
                  <a:pt x="2306" y="18585"/>
                </a:cubicBezTo>
                <a:cubicBezTo>
                  <a:pt x="2386" y="18585"/>
                  <a:pt x="2462" y="18608"/>
                  <a:pt x="2523" y="18699"/>
                </a:cubicBezTo>
                <a:cubicBezTo>
                  <a:pt x="2006" y="18851"/>
                  <a:pt x="1368" y="18760"/>
                  <a:pt x="973" y="19337"/>
                </a:cubicBezTo>
                <a:cubicBezTo>
                  <a:pt x="1169" y="19403"/>
                  <a:pt x="1362" y="19416"/>
                  <a:pt x="1551" y="19416"/>
                </a:cubicBezTo>
                <a:cubicBezTo>
                  <a:pt x="1689" y="19416"/>
                  <a:pt x="1824" y="19409"/>
                  <a:pt x="1958" y="19409"/>
                </a:cubicBezTo>
                <a:cubicBezTo>
                  <a:pt x="2238" y="19409"/>
                  <a:pt x="2509" y="19441"/>
                  <a:pt x="2766" y="19641"/>
                </a:cubicBezTo>
                <a:cubicBezTo>
                  <a:pt x="2401" y="19763"/>
                  <a:pt x="2097" y="19884"/>
                  <a:pt x="1763" y="19945"/>
                </a:cubicBezTo>
                <a:cubicBezTo>
                  <a:pt x="1155" y="20067"/>
                  <a:pt x="1337" y="20340"/>
                  <a:pt x="1581" y="20614"/>
                </a:cubicBezTo>
                <a:cubicBezTo>
                  <a:pt x="1481" y="20723"/>
                  <a:pt x="1369" y="20755"/>
                  <a:pt x="1248" y="20755"/>
                </a:cubicBezTo>
                <a:cubicBezTo>
                  <a:pt x="1088" y="20755"/>
                  <a:pt x="914" y="20699"/>
                  <a:pt x="740" y="20699"/>
                </a:cubicBezTo>
                <a:cubicBezTo>
                  <a:pt x="645" y="20699"/>
                  <a:pt x="549" y="20716"/>
                  <a:pt x="456" y="20766"/>
                </a:cubicBezTo>
                <a:cubicBezTo>
                  <a:pt x="821" y="21039"/>
                  <a:pt x="1277" y="20887"/>
                  <a:pt x="1611" y="21161"/>
                </a:cubicBezTo>
                <a:cubicBezTo>
                  <a:pt x="1450" y="21336"/>
                  <a:pt x="1271" y="21380"/>
                  <a:pt x="1082" y="21380"/>
                </a:cubicBezTo>
                <a:cubicBezTo>
                  <a:pt x="890" y="21380"/>
                  <a:pt x="687" y="21334"/>
                  <a:pt x="483" y="21334"/>
                </a:cubicBezTo>
                <a:cubicBezTo>
                  <a:pt x="433" y="21334"/>
                  <a:pt x="384" y="21337"/>
                  <a:pt x="334" y="21343"/>
                </a:cubicBezTo>
                <a:cubicBezTo>
                  <a:pt x="973" y="21921"/>
                  <a:pt x="1763" y="21921"/>
                  <a:pt x="2584" y="21921"/>
                </a:cubicBezTo>
                <a:cubicBezTo>
                  <a:pt x="2493" y="22377"/>
                  <a:pt x="2705" y="22468"/>
                  <a:pt x="3100" y="22498"/>
                </a:cubicBezTo>
                <a:cubicBezTo>
                  <a:pt x="4195" y="22498"/>
                  <a:pt x="5289" y="22407"/>
                  <a:pt x="6353" y="22194"/>
                </a:cubicBezTo>
                <a:cubicBezTo>
                  <a:pt x="7123" y="22049"/>
                  <a:pt x="7886" y="22008"/>
                  <a:pt x="8649" y="22008"/>
                </a:cubicBezTo>
                <a:cubicBezTo>
                  <a:pt x="9482" y="22008"/>
                  <a:pt x="10315" y="22057"/>
                  <a:pt x="11155" y="22073"/>
                </a:cubicBezTo>
                <a:cubicBezTo>
                  <a:pt x="11221" y="22073"/>
                  <a:pt x="11287" y="22072"/>
                  <a:pt x="11353" y="22072"/>
                </a:cubicBezTo>
                <a:cubicBezTo>
                  <a:pt x="11682" y="22072"/>
                  <a:pt x="12011" y="22093"/>
                  <a:pt x="12341" y="22346"/>
                </a:cubicBezTo>
                <a:cubicBezTo>
                  <a:pt x="12675" y="22590"/>
                  <a:pt x="13192" y="22711"/>
                  <a:pt x="13617" y="22742"/>
                </a:cubicBezTo>
                <a:cubicBezTo>
                  <a:pt x="14067" y="22773"/>
                  <a:pt x="14517" y="22786"/>
                  <a:pt x="14967" y="22786"/>
                </a:cubicBezTo>
                <a:cubicBezTo>
                  <a:pt x="16248" y="22786"/>
                  <a:pt x="17524" y="22680"/>
                  <a:pt x="18785" y="22590"/>
                </a:cubicBezTo>
                <a:cubicBezTo>
                  <a:pt x="20943" y="22407"/>
                  <a:pt x="23070" y="22225"/>
                  <a:pt x="25228" y="22194"/>
                </a:cubicBezTo>
                <a:cubicBezTo>
                  <a:pt x="26627" y="22194"/>
                  <a:pt x="28025" y="22225"/>
                  <a:pt x="29423" y="22316"/>
                </a:cubicBezTo>
                <a:cubicBezTo>
                  <a:pt x="31520" y="22407"/>
                  <a:pt x="33648" y="22468"/>
                  <a:pt x="35745" y="22590"/>
                </a:cubicBezTo>
                <a:cubicBezTo>
                  <a:pt x="37539" y="22681"/>
                  <a:pt x="39302" y="22772"/>
                  <a:pt x="41095" y="22863"/>
                </a:cubicBezTo>
                <a:cubicBezTo>
                  <a:pt x="42736" y="22954"/>
                  <a:pt x="44378" y="23015"/>
                  <a:pt x="46019" y="23167"/>
                </a:cubicBezTo>
                <a:cubicBezTo>
                  <a:pt x="47752" y="23319"/>
                  <a:pt x="49515" y="23501"/>
                  <a:pt x="51278" y="23623"/>
                </a:cubicBezTo>
                <a:cubicBezTo>
                  <a:pt x="51855" y="23653"/>
                  <a:pt x="52433" y="23684"/>
                  <a:pt x="53041" y="23775"/>
                </a:cubicBezTo>
                <a:cubicBezTo>
                  <a:pt x="54226" y="23988"/>
                  <a:pt x="55442" y="24170"/>
                  <a:pt x="56658" y="24261"/>
                </a:cubicBezTo>
                <a:cubicBezTo>
                  <a:pt x="57843" y="24353"/>
                  <a:pt x="59029" y="24535"/>
                  <a:pt x="60184" y="24656"/>
                </a:cubicBezTo>
                <a:cubicBezTo>
                  <a:pt x="60688" y="24700"/>
                  <a:pt x="61177" y="24871"/>
                  <a:pt x="61673" y="24871"/>
                </a:cubicBezTo>
                <a:cubicBezTo>
                  <a:pt x="61864" y="24871"/>
                  <a:pt x="62056" y="24846"/>
                  <a:pt x="62250" y="24778"/>
                </a:cubicBezTo>
                <a:cubicBezTo>
                  <a:pt x="62433" y="24413"/>
                  <a:pt x="61946" y="24322"/>
                  <a:pt x="61977" y="24018"/>
                </a:cubicBezTo>
                <a:cubicBezTo>
                  <a:pt x="62107" y="24012"/>
                  <a:pt x="62237" y="24010"/>
                  <a:pt x="62366" y="24010"/>
                </a:cubicBezTo>
                <a:cubicBezTo>
                  <a:pt x="63024" y="24010"/>
                  <a:pt x="63682" y="24073"/>
                  <a:pt x="64345" y="24073"/>
                </a:cubicBezTo>
                <a:cubicBezTo>
                  <a:pt x="64899" y="24073"/>
                  <a:pt x="65457" y="24029"/>
                  <a:pt x="66020" y="23866"/>
                </a:cubicBezTo>
                <a:cubicBezTo>
                  <a:pt x="65904" y="23606"/>
                  <a:pt x="65767" y="23531"/>
                  <a:pt x="65627" y="23531"/>
                </a:cubicBezTo>
                <a:cubicBezTo>
                  <a:pt x="65472" y="23531"/>
                  <a:pt x="65312" y="23622"/>
                  <a:pt x="65168" y="23653"/>
                </a:cubicBezTo>
                <a:cubicBezTo>
                  <a:pt x="64986" y="23532"/>
                  <a:pt x="64804" y="23410"/>
                  <a:pt x="64682" y="23289"/>
                </a:cubicBezTo>
                <a:cubicBezTo>
                  <a:pt x="64834" y="22924"/>
                  <a:pt x="64925" y="22559"/>
                  <a:pt x="65290" y="22559"/>
                </a:cubicBezTo>
                <a:cubicBezTo>
                  <a:pt x="64713" y="22012"/>
                  <a:pt x="63922" y="21890"/>
                  <a:pt x="63162" y="21556"/>
                </a:cubicBezTo>
                <a:lnTo>
                  <a:pt x="63162" y="21556"/>
                </a:lnTo>
                <a:cubicBezTo>
                  <a:pt x="63519" y="21594"/>
                  <a:pt x="63865" y="21611"/>
                  <a:pt x="64209" y="21611"/>
                </a:cubicBezTo>
                <a:cubicBezTo>
                  <a:pt x="64686" y="21611"/>
                  <a:pt x="65160" y="21579"/>
                  <a:pt x="65655" y="21526"/>
                </a:cubicBezTo>
                <a:cubicBezTo>
                  <a:pt x="65783" y="21510"/>
                  <a:pt x="65911" y="21503"/>
                  <a:pt x="66040" y="21503"/>
                </a:cubicBezTo>
                <a:cubicBezTo>
                  <a:pt x="66891" y="21503"/>
                  <a:pt x="67766" y="21811"/>
                  <a:pt x="68664" y="21890"/>
                </a:cubicBezTo>
                <a:cubicBezTo>
                  <a:pt x="69010" y="21925"/>
                  <a:pt x="69414" y="22146"/>
                  <a:pt x="69789" y="22146"/>
                </a:cubicBezTo>
                <a:cubicBezTo>
                  <a:pt x="70072" y="22146"/>
                  <a:pt x="70339" y="22019"/>
                  <a:pt x="70548" y="21587"/>
                </a:cubicBezTo>
                <a:cubicBezTo>
                  <a:pt x="70596" y="21597"/>
                  <a:pt x="70641" y="21602"/>
                  <a:pt x="70685" y="21602"/>
                </a:cubicBezTo>
                <a:cubicBezTo>
                  <a:pt x="71175" y="21602"/>
                  <a:pt x="71475" y="21016"/>
                  <a:pt x="71976" y="21016"/>
                </a:cubicBezTo>
                <a:cubicBezTo>
                  <a:pt x="72095" y="21016"/>
                  <a:pt x="72226" y="21049"/>
                  <a:pt x="72372" y="21131"/>
                </a:cubicBezTo>
                <a:cubicBezTo>
                  <a:pt x="72220" y="20675"/>
                  <a:pt x="71856" y="20675"/>
                  <a:pt x="71673" y="20431"/>
                </a:cubicBezTo>
                <a:cubicBezTo>
                  <a:pt x="71856" y="20371"/>
                  <a:pt x="72099" y="20371"/>
                  <a:pt x="72129" y="20067"/>
                </a:cubicBezTo>
                <a:cubicBezTo>
                  <a:pt x="71947" y="20006"/>
                  <a:pt x="71734" y="19915"/>
                  <a:pt x="71521" y="19793"/>
                </a:cubicBezTo>
                <a:cubicBezTo>
                  <a:pt x="72251" y="19459"/>
                  <a:pt x="71339" y="19094"/>
                  <a:pt x="71552" y="18760"/>
                </a:cubicBezTo>
                <a:cubicBezTo>
                  <a:pt x="71629" y="18734"/>
                  <a:pt x="71711" y="18728"/>
                  <a:pt x="71794" y="18728"/>
                </a:cubicBezTo>
                <a:cubicBezTo>
                  <a:pt x="71876" y="18728"/>
                  <a:pt x="71960" y="18734"/>
                  <a:pt x="72042" y="18734"/>
                </a:cubicBezTo>
                <a:cubicBezTo>
                  <a:pt x="72171" y="18734"/>
                  <a:pt x="72296" y="18718"/>
                  <a:pt x="72403" y="18638"/>
                </a:cubicBezTo>
                <a:cubicBezTo>
                  <a:pt x="72342" y="18395"/>
                  <a:pt x="72007" y="18425"/>
                  <a:pt x="72038" y="18091"/>
                </a:cubicBezTo>
                <a:cubicBezTo>
                  <a:pt x="72281" y="18061"/>
                  <a:pt x="72615" y="18030"/>
                  <a:pt x="72676" y="17696"/>
                </a:cubicBezTo>
                <a:cubicBezTo>
                  <a:pt x="72737" y="17240"/>
                  <a:pt x="72099" y="17483"/>
                  <a:pt x="72068" y="17118"/>
                </a:cubicBezTo>
                <a:cubicBezTo>
                  <a:pt x="72142" y="17077"/>
                  <a:pt x="72222" y="17067"/>
                  <a:pt x="72304" y="17067"/>
                </a:cubicBezTo>
                <a:cubicBezTo>
                  <a:pt x="72384" y="17067"/>
                  <a:pt x="72466" y="17077"/>
                  <a:pt x="72545" y="17077"/>
                </a:cubicBezTo>
                <a:cubicBezTo>
                  <a:pt x="72686" y="17077"/>
                  <a:pt x="72820" y="17046"/>
                  <a:pt x="72919" y="16875"/>
                </a:cubicBezTo>
                <a:cubicBezTo>
                  <a:pt x="72889" y="16632"/>
                  <a:pt x="72342" y="16632"/>
                  <a:pt x="72615" y="16267"/>
                </a:cubicBezTo>
                <a:cubicBezTo>
                  <a:pt x="72804" y="15998"/>
                  <a:pt x="72849" y="15513"/>
                  <a:pt x="73282" y="15513"/>
                </a:cubicBezTo>
                <a:cubicBezTo>
                  <a:pt x="73337" y="15513"/>
                  <a:pt x="73398" y="15521"/>
                  <a:pt x="73466" y="15538"/>
                </a:cubicBezTo>
                <a:cubicBezTo>
                  <a:pt x="73436" y="15173"/>
                  <a:pt x="72950" y="15203"/>
                  <a:pt x="72889" y="14900"/>
                </a:cubicBezTo>
                <a:cubicBezTo>
                  <a:pt x="72958" y="14859"/>
                  <a:pt x="73024" y="14844"/>
                  <a:pt x="73088" y="14844"/>
                </a:cubicBezTo>
                <a:cubicBezTo>
                  <a:pt x="73284" y="14844"/>
                  <a:pt x="73462" y="14985"/>
                  <a:pt x="73665" y="14985"/>
                </a:cubicBezTo>
                <a:cubicBezTo>
                  <a:pt x="73746" y="14985"/>
                  <a:pt x="73831" y="14963"/>
                  <a:pt x="73922" y="14900"/>
                </a:cubicBezTo>
                <a:cubicBezTo>
                  <a:pt x="72828" y="13684"/>
                  <a:pt x="71308" y="13927"/>
                  <a:pt x="70001" y="13623"/>
                </a:cubicBezTo>
                <a:cubicBezTo>
                  <a:pt x="68634" y="13289"/>
                  <a:pt x="67266" y="13106"/>
                  <a:pt x="65959" y="12863"/>
                </a:cubicBezTo>
                <a:cubicBezTo>
                  <a:pt x="66262" y="12507"/>
                  <a:pt x="66639" y="12437"/>
                  <a:pt x="67041" y="12437"/>
                </a:cubicBezTo>
                <a:cubicBezTo>
                  <a:pt x="67303" y="12437"/>
                  <a:pt x="67576" y="12467"/>
                  <a:pt x="67845" y="12467"/>
                </a:cubicBezTo>
                <a:cubicBezTo>
                  <a:pt x="68116" y="12467"/>
                  <a:pt x="68383" y="12437"/>
                  <a:pt x="68634" y="12316"/>
                </a:cubicBezTo>
                <a:cubicBezTo>
                  <a:pt x="68238" y="12194"/>
                  <a:pt x="67874" y="12194"/>
                  <a:pt x="67570" y="11951"/>
                </a:cubicBezTo>
                <a:cubicBezTo>
                  <a:pt x="67611" y="11784"/>
                  <a:pt x="67703" y="11746"/>
                  <a:pt x="67814" y="11746"/>
                </a:cubicBezTo>
                <a:cubicBezTo>
                  <a:pt x="67905" y="11746"/>
                  <a:pt x="68010" y="11772"/>
                  <a:pt x="68108" y="11772"/>
                </a:cubicBezTo>
                <a:cubicBezTo>
                  <a:pt x="68236" y="11772"/>
                  <a:pt x="68353" y="11728"/>
                  <a:pt x="68421" y="11526"/>
                </a:cubicBezTo>
                <a:cubicBezTo>
                  <a:pt x="68137" y="11526"/>
                  <a:pt x="67880" y="11539"/>
                  <a:pt x="67642" y="11539"/>
                </a:cubicBezTo>
                <a:cubicBezTo>
                  <a:pt x="67522" y="11539"/>
                  <a:pt x="67408" y="11536"/>
                  <a:pt x="67296" y="11526"/>
                </a:cubicBezTo>
                <a:cubicBezTo>
                  <a:pt x="66931" y="11495"/>
                  <a:pt x="66597" y="11404"/>
                  <a:pt x="66263" y="11343"/>
                </a:cubicBezTo>
                <a:cubicBezTo>
                  <a:pt x="66344" y="10970"/>
                  <a:pt x="66515" y="10879"/>
                  <a:pt x="66719" y="10879"/>
                </a:cubicBezTo>
                <a:cubicBezTo>
                  <a:pt x="66915" y="10879"/>
                  <a:pt x="67141" y="10963"/>
                  <a:pt x="67347" y="10963"/>
                </a:cubicBezTo>
                <a:cubicBezTo>
                  <a:pt x="67486" y="10963"/>
                  <a:pt x="67616" y="10924"/>
                  <a:pt x="67722" y="10796"/>
                </a:cubicBezTo>
                <a:cubicBezTo>
                  <a:pt x="67387" y="10675"/>
                  <a:pt x="67053" y="10553"/>
                  <a:pt x="66719" y="10431"/>
                </a:cubicBezTo>
                <a:cubicBezTo>
                  <a:pt x="67083" y="9945"/>
                  <a:pt x="67661" y="10188"/>
                  <a:pt x="68086" y="10006"/>
                </a:cubicBezTo>
                <a:cubicBezTo>
                  <a:pt x="68056" y="9763"/>
                  <a:pt x="67752" y="9702"/>
                  <a:pt x="67813" y="9337"/>
                </a:cubicBezTo>
                <a:lnTo>
                  <a:pt x="67813" y="9337"/>
                </a:lnTo>
                <a:cubicBezTo>
                  <a:pt x="67935" y="9507"/>
                  <a:pt x="68050" y="9568"/>
                  <a:pt x="68161" y="9568"/>
                </a:cubicBezTo>
                <a:cubicBezTo>
                  <a:pt x="68434" y="9568"/>
                  <a:pt x="68681" y="9198"/>
                  <a:pt x="68955" y="9198"/>
                </a:cubicBezTo>
                <a:cubicBezTo>
                  <a:pt x="69065" y="9198"/>
                  <a:pt x="69180" y="9258"/>
                  <a:pt x="69302" y="9428"/>
                </a:cubicBezTo>
                <a:cubicBezTo>
                  <a:pt x="69485" y="8820"/>
                  <a:pt x="69120" y="8699"/>
                  <a:pt x="68694" y="8638"/>
                </a:cubicBezTo>
                <a:cubicBezTo>
                  <a:pt x="68755" y="8486"/>
                  <a:pt x="68816" y="8364"/>
                  <a:pt x="68877" y="8273"/>
                </a:cubicBezTo>
                <a:cubicBezTo>
                  <a:pt x="68725" y="8152"/>
                  <a:pt x="68542" y="8060"/>
                  <a:pt x="68360" y="7939"/>
                </a:cubicBezTo>
                <a:cubicBezTo>
                  <a:pt x="68482" y="7787"/>
                  <a:pt x="68542" y="7665"/>
                  <a:pt x="68634" y="7574"/>
                </a:cubicBezTo>
                <a:cubicBezTo>
                  <a:pt x="68421" y="7392"/>
                  <a:pt x="68238" y="7209"/>
                  <a:pt x="67874" y="6875"/>
                </a:cubicBezTo>
                <a:lnTo>
                  <a:pt x="67874" y="6875"/>
                </a:lnTo>
                <a:cubicBezTo>
                  <a:pt x="68111" y="6943"/>
                  <a:pt x="68304" y="6973"/>
                  <a:pt x="68461" y="6973"/>
                </a:cubicBezTo>
                <a:cubicBezTo>
                  <a:pt x="69289" y="6973"/>
                  <a:pt x="69128" y="6140"/>
                  <a:pt x="69333" y="5629"/>
                </a:cubicBezTo>
                <a:cubicBezTo>
                  <a:pt x="68998" y="5507"/>
                  <a:pt x="68664" y="5416"/>
                  <a:pt x="68299" y="5386"/>
                </a:cubicBezTo>
                <a:cubicBezTo>
                  <a:pt x="68385" y="5214"/>
                  <a:pt x="68507" y="5164"/>
                  <a:pt x="68643" y="5164"/>
                </a:cubicBezTo>
                <a:cubicBezTo>
                  <a:pt x="68840" y="5164"/>
                  <a:pt x="69067" y="5270"/>
                  <a:pt x="69259" y="5270"/>
                </a:cubicBezTo>
                <a:cubicBezTo>
                  <a:pt x="69405" y="5270"/>
                  <a:pt x="69531" y="5208"/>
                  <a:pt x="69606" y="4991"/>
                </a:cubicBezTo>
                <a:cubicBezTo>
                  <a:pt x="69211" y="4656"/>
                  <a:pt x="68573" y="4747"/>
                  <a:pt x="68117" y="4200"/>
                </a:cubicBezTo>
                <a:lnTo>
                  <a:pt x="68117" y="4200"/>
                </a:lnTo>
                <a:cubicBezTo>
                  <a:pt x="68725" y="4231"/>
                  <a:pt x="69150" y="4261"/>
                  <a:pt x="69576" y="4261"/>
                </a:cubicBezTo>
                <a:cubicBezTo>
                  <a:pt x="69819" y="3957"/>
                  <a:pt x="69272" y="3836"/>
                  <a:pt x="69454" y="3471"/>
                </a:cubicBezTo>
                <a:lnTo>
                  <a:pt x="69454" y="3471"/>
                </a:lnTo>
                <a:cubicBezTo>
                  <a:pt x="69705" y="3516"/>
                  <a:pt x="69887" y="3902"/>
                  <a:pt x="70167" y="3902"/>
                </a:cubicBezTo>
                <a:cubicBezTo>
                  <a:pt x="70260" y="3902"/>
                  <a:pt x="70365" y="3859"/>
                  <a:pt x="70488" y="3744"/>
                </a:cubicBezTo>
                <a:cubicBezTo>
                  <a:pt x="70245" y="3501"/>
                  <a:pt x="70032" y="3258"/>
                  <a:pt x="69758" y="2954"/>
                </a:cubicBezTo>
                <a:cubicBezTo>
                  <a:pt x="69971" y="2954"/>
                  <a:pt x="70093" y="2893"/>
                  <a:pt x="70153" y="2711"/>
                </a:cubicBezTo>
                <a:cubicBezTo>
                  <a:pt x="69667" y="2468"/>
                  <a:pt x="69181" y="2346"/>
                  <a:pt x="68725" y="2164"/>
                </a:cubicBezTo>
                <a:cubicBezTo>
                  <a:pt x="66506" y="1313"/>
                  <a:pt x="64165" y="1161"/>
                  <a:pt x="61886" y="887"/>
                </a:cubicBezTo>
                <a:cubicBezTo>
                  <a:pt x="59971" y="674"/>
                  <a:pt x="58086" y="431"/>
                  <a:pt x="56171" y="310"/>
                </a:cubicBezTo>
                <a:cubicBezTo>
                  <a:pt x="54104" y="188"/>
                  <a:pt x="52038" y="66"/>
                  <a:pt x="49971" y="36"/>
                </a:cubicBezTo>
                <a:cubicBezTo>
                  <a:pt x="49020" y="10"/>
                  <a:pt x="48069" y="1"/>
                  <a:pt x="471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3" name="Google Shape;8513;p26"/>
          <p:cNvGrpSpPr/>
          <p:nvPr/>
        </p:nvGrpSpPr>
        <p:grpSpPr>
          <a:xfrm flipH="1" rot="-381791">
            <a:off x="-1071619" y="4347651"/>
            <a:ext cx="3222223" cy="1467350"/>
            <a:chOff x="3427375" y="613525"/>
            <a:chExt cx="1481825" cy="674800"/>
          </a:xfrm>
        </p:grpSpPr>
        <p:sp>
          <p:nvSpPr>
            <p:cNvPr id="8514" name="Google Shape;8514;p2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2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2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2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2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2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2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2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2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2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2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2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2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2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2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2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2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2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2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2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2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2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2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2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2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2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2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2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2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2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2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2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2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2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2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2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2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2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2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2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2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2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2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2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2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2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2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2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2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2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2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2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2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2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2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2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2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2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2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2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2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2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2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2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2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2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2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2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2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2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2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2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2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2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2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2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2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2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2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2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2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2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2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2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2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2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2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2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2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2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2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2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2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2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2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2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2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2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2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2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2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2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2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2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2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2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2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2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2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2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2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2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2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2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2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2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2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2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2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2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2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2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2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2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2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2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2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2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2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2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2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2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2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2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2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2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2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2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2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2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2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2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2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2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2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2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2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2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2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2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2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2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2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2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2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2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2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2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2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2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2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2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2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2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2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2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2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2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2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2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2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2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2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2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2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2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2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2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2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2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4" name="Google Shape;8694;p26"/>
          <p:cNvSpPr/>
          <p:nvPr/>
        </p:nvSpPr>
        <p:spPr>
          <a:xfrm flipH="1" rot="-6303240">
            <a:off x="409352" y="3697305"/>
            <a:ext cx="1599103" cy="264728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9">
  <p:cSld name="CUSTOM_19">
    <p:spTree>
      <p:nvGrpSpPr>
        <p:cNvPr id="8695" name="Shape 8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6" name="Google Shape;8696;p27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8697" name="Google Shape;8697;p27"/>
          <p:cNvGrpSpPr/>
          <p:nvPr/>
        </p:nvGrpSpPr>
        <p:grpSpPr>
          <a:xfrm rot="-8100000">
            <a:off x="-1323124" y="4342103"/>
            <a:ext cx="3222221" cy="1467349"/>
            <a:chOff x="3427375" y="613525"/>
            <a:chExt cx="1481825" cy="674800"/>
          </a:xfrm>
        </p:grpSpPr>
        <p:sp>
          <p:nvSpPr>
            <p:cNvPr id="8698" name="Google Shape;8698;p27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27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27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27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27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27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27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27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27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27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27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27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27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27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27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27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27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27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27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27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27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27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27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27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27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27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27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27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27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27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27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27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27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27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27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27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27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27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27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27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27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27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27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27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27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27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27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27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27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27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27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27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27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27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27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27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27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27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27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27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27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27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27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27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27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27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27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27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27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27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27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27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27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27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27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27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27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27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27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27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27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27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27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27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27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27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27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27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27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27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27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27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27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27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27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27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27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27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27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27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27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27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27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27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27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27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27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27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27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27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27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27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27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27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27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27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27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27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27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27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27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27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27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27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27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27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27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27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27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27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27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27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27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27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27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27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27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27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27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27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27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27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27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27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27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27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27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27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27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27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27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27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27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27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27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27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27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27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27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27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27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27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27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27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27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27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27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27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27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27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27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27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27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27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27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27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27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27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27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27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8" name="Google Shape;8878;p27"/>
          <p:cNvSpPr/>
          <p:nvPr/>
        </p:nvSpPr>
        <p:spPr>
          <a:xfrm rot="10136163">
            <a:off x="7310223" y="-588275"/>
            <a:ext cx="1854928" cy="3070881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9" name="Google Shape;8879;p27"/>
          <p:cNvGrpSpPr/>
          <p:nvPr/>
        </p:nvGrpSpPr>
        <p:grpSpPr>
          <a:xfrm rot="10507486">
            <a:off x="-1663934" y="-340141"/>
            <a:ext cx="3222180" cy="1467330"/>
            <a:chOff x="3427375" y="613525"/>
            <a:chExt cx="1481825" cy="674800"/>
          </a:xfrm>
        </p:grpSpPr>
        <p:sp>
          <p:nvSpPr>
            <p:cNvPr id="8880" name="Google Shape;8880;p27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27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27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27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27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27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27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27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27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27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27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27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27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27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27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27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27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27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27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27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27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27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27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27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27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27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27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27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27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27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27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27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27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27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27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27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27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27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27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27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27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27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27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27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27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27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27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27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27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27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27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27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27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27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27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27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27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27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27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27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27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27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27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27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27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27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27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27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27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27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27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27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27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27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27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27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27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27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27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27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27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27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27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27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27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27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27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27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27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27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27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27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27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27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27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27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27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27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27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27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27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27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27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27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27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27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27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27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27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27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27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27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27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27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27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27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27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27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27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27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27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27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27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27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27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27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27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27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27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27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27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27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27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27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27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27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27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27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27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27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27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27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27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27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27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27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27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27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27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27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27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27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27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27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27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27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27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27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27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27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27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27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27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27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27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27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27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27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27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27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27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27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27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27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27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27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27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27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27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27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0" name="Google Shape;9060;p27"/>
          <p:cNvSpPr/>
          <p:nvPr/>
        </p:nvSpPr>
        <p:spPr>
          <a:xfrm rot="-5170998">
            <a:off x="-184156" y="-1001568"/>
            <a:ext cx="1599117" cy="264728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1" name="Google Shape;9061;p27"/>
          <p:cNvGrpSpPr/>
          <p:nvPr/>
        </p:nvGrpSpPr>
        <p:grpSpPr>
          <a:xfrm rot="8743868">
            <a:off x="7372025" y="-974003"/>
            <a:ext cx="3222199" cy="1467339"/>
            <a:chOff x="3427375" y="613525"/>
            <a:chExt cx="1481825" cy="674800"/>
          </a:xfrm>
        </p:grpSpPr>
        <p:sp>
          <p:nvSpPr>
            <p:cNvPr id="9062" name="Google Shape;9062;p27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27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27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27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27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27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27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27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27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27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27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27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27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27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27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27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27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27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27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27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27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27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27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27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27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27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27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27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27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27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27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27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27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27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27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27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27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27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27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27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27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27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27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27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27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27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27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27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27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27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27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27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27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27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27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27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27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27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27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27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27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27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27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27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27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27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27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27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27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27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27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27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27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27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27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27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27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27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27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27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27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27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27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27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27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27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27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27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27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27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27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27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27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27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27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27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27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27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27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27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27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27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27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27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27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27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27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27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27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27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27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27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27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27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27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27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27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27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27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27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27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27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27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27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27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27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27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27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27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27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27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27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27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27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27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27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27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27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27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27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27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27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27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27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27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27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27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27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27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27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27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27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27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27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27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27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27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27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27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27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27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27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27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27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27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27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27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27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27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27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27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27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27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27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27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27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27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27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27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27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2" name="Google Shape;9242;p27"/>
          <p:cNvSpPr/>
          <p:nvPr/>
        </p:nvSpPr>
        <p:spPr>
          <a:xfrm>
            <a:off x="7959425" y="3917842"/>
            <a:ext cx="4018255" cy="1220062"/>
          </a:xfrm>
          <a:custGeom>
            <a:rect b="b" l="l" r="r" t="t"/>
            <a:pathLst>
              <a:path extrusionOk="0" h="20665" w="68057">
                <a:moveTo>
                  <a:pt x="38238" y="16622"/>
                </a:moveTo>
                <a:cubicBezTo>
                  <a:pt x="34520" y="16918"/>
                  <a:pt x="30826" y="17214"/>
                  <a:pt x="27135" y="17214"/>
                </a:cubicBezTo>
                <a:cubicBezTo>
                  <a:pt x="26661" y="17214"/>
                  <a:pt x="26188" y="17210"/>
                  <a:pt x="25715" y="17199"/>
                </a:cubicBezTo>
                <a:cubicBezTo>
                  <a:pt x="25715" y="17138"/>
                  <a:pt x="25715" y="17047"/>
                  <a:pt x="25715" y="16986"/>
                </a:cubicBezTo>
                <a:lnTo>
                  <a:pt x="38238" y="16622"/>
                </a:lnTo>
                <a:close/>
                <a:moveTo>
                  <a:pt x="54757" y="16367"/>
                </a:moveTo>
                <a:cubicBezTo>
                  <a:pt x="56089" y="16367"/>
                  <a:pt x="57421" y="16398"/>
                  <a:pt x="58756" y="16470"/>
                </a:cubicBezTo>
                <a:cubicBezTo>
                  <a:pt x="58664" y="16926"/>
                  <a:pt x="58300" y="16956"/>
                  <a:pt x="57935" y="16956"/>
                </a:cubicBezTo>
                <a:cubicBezTo>
                  <a:pt x="55929" y="16926"/>
                  <a:pt x="53923" y="16926"/>
                  <a:pt x="51886" y="16926"/>
                </a:cubicBezTo>
                <a:cubicBezTo>
                  <a:pt x="50883" y="16926"/>
                  <a:pt x="49880" y="16986"/>
                  <a:pt x="48877" y="17078"/>
                </a:cubicBezTo>
                <a:cubicBezTo>
                  <a:pt x="47631" y="17138"/>
                  <a:pt x="46385" y="17138"/>
                  <a:pt x="45169" y="17138"/>
                </a:cubicBezTo>
                <a:cubicBezTo>
                  <a:pt x="44476" y="17138"/>
                  <a:pt x="43794" y="17237"/>
                  <a:pt x="43116" y="17237"/>
                </a:cubicBezTo>
                <a:cubicBezTo>
                  <a:pt x="42664" y="17237"/>
                  <a:pt x="42214" y="17193"/>
                  <a:pt x="41764" y="17047"/>
                </a:cubicBezTo>
                <a:cubicBezTo>
                  <a:pt x="46091" y="16698"/>
                  <a:pt x="50417" y="16367"/>
                  <a:pt x="54757" y="16367"/>
                </a:cubicBezTo>
                <a:close/>
                <a:moveTo>
                  <a:pt x="11265" y="1"/>
                </a:moveTo>
                <a:cubicBezTo>
                  <a:pt x="10963" y="1"/>
                  <a:pt x="10663" y="14"/>
                  <a:pt x="10366" y="56"/>
                </a:cubicBezTo>
                <a:cubicBezTo>
                  <a:pt x="9799" y="145"/>
                  <a:pt x="9232" y="192"/>
                  <a:pt x="8678" y="192"/>
                </a:cubicBezTo>
                <a:cubicBezTo>
                  <a:pt x="8280" y="192"/>
                  <a:pt x="7889" y="168"/>
                  <a:pt x="7508" y="117"/>
                </a:cubicBezTo>
                <a:cubicBezTo>
                  <a:pt x="7338" y="94"/>
                  <a:pt x="7180" y="80"/>
                  <a:pt x="7030" y="80"/>
                </a:cubicBezTo>
                <a:cubicBezTo>
                  <a:pt x="6590" y="80"/>
                  <a:pt x="6222" y="195"/>
                  <a:pt x="5837" y="512"/>
                </a:cubicBezTo>
                <a:cubicBezTo>
                  <a:pt x="5858" y="511"/>
                  <a:pt x="5880" y="510"/>
                  <a:pt x="5902" y="510"/>
                </a:cubicBezTo>
                <a:cubicBezTo>
                  <a:pt x="6420" y="510"/>
                  <a:pt x="6862" y="848"/>
                  <a:pt x="7387" y="877"/>
                </a:cubicBezTo>
                <a:cubicBezTo>
                  <a:pt x="9591" y="929"/>
                  <a:pt x="11818" y="1004"/>
                  <a:pt x="14028" y="1004"/>
                </a:cubicBezTo>
                <a:cubicBezTo>
                  <a:pt x="14378" y="1004"/>
                  <a:pt x="14728" y="1003"/>
                  <a:pt x="15077" y="998"/>
                </a:cubicBezTo>
                <a:cubicBezTo>
                  <a:pt x="15284" y="998"/>
                  <a:pt x="15500" y="994"/>
                  <a:pt x="15715" y="994"/>
                </a:cubicBezTo>
                <a:cubicBezTo>
                  <a:pt x="16036" y="994"/>
                  <a:pt x="16354" y="1004"/>
                  <a:pt x="16627" y="1059"/>
                </a:cubicBezTo>
                <a:cubicBezTo>
                  <a:pt x="17256" y="1206"/>
                  <a:pt x="17890" y="1247"/>
                  <a:pt x="18525" y="1247"/>
                </a:cubicBezTo>
                <a:cubicBezTo>
                  <a:pt x="19334" y="1247"/>
                  <a:pt x="20143" y="1181"/>
                  <a:pt x="20943" y="1181"/>
                </a:cubicBezTo>
                <a:cubicBezTo>
                  <a:pt x="21451" y="1190"/>
                  <a:pt x="21958" y="1193"/>
                  <a:pt x="22466" y="1193"/>
                </a:cubicBezTo>
                <a:cubicBezTo>
                  <a:pt x="23691" y="1193"/>
                  <a:pt x="24916" y="1172"/>
                  <a:pt x="26141" y="1150"/>
                </a:cubicBezTo>
                <a:cubicBezTo>
                  <a:pt x="28481" y="1150"/>
                  <a:pt x="30822" y="1333"/>
                  <a:pt x="33193" y="1424"/>
                </a:cubicBezTo>
                <a:cubicBezTo>
                  <a:pt x="35290" y="1485"/>
                  <a:pt x="37387" y="1515"/>
                  <a:pt x="39485" y="1545"/>
                </a:cubicBezTo>
                <a:cubicBezTo>
                  <a:pt x="39527" y="1551"/>
                  <a:pt x="39569" y="1552"/>
                  <a:pt x="39609" y="1552"/>
                </a:cubicBezTo>
                <a:cubicBezTo>
                  <a:pt x="39672" y="1552"/>
                  <a:pt x="39733" y="1549"/>
                  <a:pt x="39794" y="1549"/>
                </a:cubicBezTo>
                <a:cubicBezTo>
                  <a:pt x="39921" y="1549"/>
                  <a:pt x="40048" y="1565"/>
                  <a:pt x="40184" y="1667"/>
                </a:cubicBezTo>
                <a:cubicBezTo>
                  <a:pt x="40093" y="1667"/>
                  <a:pt x="40001" y="1697"/>
                  <a:pt x="39941" y="1697"/>
                </a:cubicBezTo>
                <a:lnTo>
                  <a:pt x="28603" y="1697"/>
                </a:lnTo>
                <a:cubicBezTo>
                  <a:pt x="27459" y="1697"/>
                  <a:pt x="26339" y="1860"/>
                  <a:pt x="25222" y="1860"/>
                </a:cubicBezTo>
                <a:cubicBezTo>
                  <a:pt x="25062" y="1860"/>
                  <a:pt x="24902" y="1857"/>
                  <a:pt x="24743" y="1849"/>
                </a:cubicBezTo>
                <a:cubicBezTo>
                  <a:pt x="24376" y="1816"/>
                  <a:pt x="24000" y="1792"/>
                  <a:pt x="23630" y="1792"/>
                </a:cubicBezTo>
                <a:cubicBezTo>
                  <a:pt x="23325" y="1792"/>
                  <a:pt x="23025" y="1808"/>
                  <a:pt x="22737" y="1849"/>
                </a:cubicBezTo>
                <a:cubicBezTo>
                  <a:pt x="21763" y="2018"/>
                  <a:pt x="20777" y="2060"/>
                  <a:pt x="19794" y="2060"/>
                </a:cubicBezTo>
                <a:cubicBezTo>
                  <a:pt x="19182" y="2060"/>
                  <a:pt x="18571" y="2043"/>
                  <a:pt x="17965" y="2032"/>
                </a:cubicBezTo>
                <a:cubicBezTo>
                  <a:pt x="16141" y="2001"/>
                  <a:pt x="14317" y="2001"/>
                  <a:pt x="12463" y="1941"/>
                </a:cubicBezTo>
                <a:cubicBezTo>
                  <a:pt x="10670" y="1880"/>
                  <a:pt x="8876" y="1880"/>
                  <a:pt x="7083" y="1697"/>
                </a:cubicBezTo>
                <a:cubicBezTo>
                  <a:pt x="6900" y="1697"/>
                  <a:pt x="6688" y="1758"/>
                  <a:pt x="6657" y="1849"/>
                </a:cubicBezTo>
                <a:cubicBezTo>
                  <a:pt x="6625" y="2202"/>
                  <a:pt x="6467" y="2276"/>
                  <a:pt x="6275" y="2276"/>
                </a:cubicBezTo>
                <a:cubicBezTo>
                  <a:pt x="6136" y="2276"/>
                  <a:pt x="5980" y="2237"/>
                  <a:pt x="5842" y="2237"/>
                </a:cubicBezTo>
                <a:cubicBezTo>
                  <a:pt x="5808" y="2237"/>
                  <a:pt x="5776" y="2239"/>
                  <a:pt x="5745" y="2245"/>
                </a:cubicBezTo>
                <a:cubicBezTo>
                  <a:pt x="5654" y="2265"/>
                  <a:pt x="5563" y="2265"/>
                  <a:pt x="5471" y="2265"/>
                </a:cubicBezTo>
                <a:lnTo>
                  <a:pt x="5471" y="2265"/>
                </a:lnTo>
                <a:cubicBezTo>
                  <a:pt x="5286" y="2265"/>
                  <a:pt x="5097" y="2265"/>
                  <a:pt x="4894" y="2427"/>
                </a:cubicBezTo>
                <a:cubicBezTo>
                  <a:pt x="5956" y="2545"/>
                  <a:pt x="6931" y="3006"/>
                  <a:pt x="8015" y="3006"/>
                </a:cubicBezTo>
                <a:cubicBezTo>
                  <a:pt x="8049" y="3006"/>
                  <a:pt x="8082" y="3005"/>
                  <a:pt x="8116" y="3004"/>
                </a:cubicBezTo>
                <a:lnTo>
                  <a:pt x="8116" y="3004"/>
                </a:lnTo>
                <a:cubicBezTo>
                  <a:pt x="7919" y="3187"/>
                  <a:pt x="7698" y="3210"/>
                  <a:pt x="7474" y="3210"/>
                </a:cubicBezTo>
                <a:cubicBezTo>
                  <a:pt x="7399" y="3210"/>
                  <a:pt x="7324" y="3207"/>
                  <a:pt x="7249" y="3207"/>
                </a:cubicBezTo>
                <a:cubicBezTo>
                  <a:pt x="7100" y="3207"/>
                  <a:pt x="6951" y="3217"/>
                  <a:pt x="6809" y="3278"/>
                </a:cubicBezTo>
                <a:cubicBezTo>
                  <a:pt x="5685" y="3704"/>
                  <a:pt x="4499" y="3734"/>
                  <a:pt x="3344" y="3764"/>
                </a:cubicBezTo>
                <a:cubicBezTo>
                  <a:pt x="2280" y="3764"/>
                  <a:pt x="1460" y="4463"/>
                  <a:pt x="457" y="4646"/>
                </a:cubicBezTo>
                <a:cubicBezTo>
                  <a:pt x="396" y="4646"/>
                  <a:pt x="335" y="4737"/>
                  <a:pt x="305" y="4798"/>
                </a:cubicBezTo>
                <a:cubicBezTo>
                  <a:pt x="92" y="5011"/>
                  <a:pt x="1" y="5163"/>
                  <a:pt x="365" y="5345"/>
                </a:cubicBezTo>
                <a:cubicBezTo>
                  <a:pt x="465" y="5399"/>
                  <a:pt x="576" y="5425"/>
                  <a:pt x="694" y="5425"/>
                </a:cubicBezTo>
                <a:cubicBezTo>
                  <a:pt x="1042" y="5425"/>
                  <a:pt x="1445" y="5192"/>
                  <a:pt x="1764" y="4737"/>
                </a:cubicBezTo>
                <a:cubicBezTo>
                  <a:pt x="2311" y="5071"/>
                  <a:pt x="2949" y="5071"/>
                  <a:pt x="3557" y="5315"/>
                </a:cubicBezTo>
                <a:cubicBezTo>
                  <a:pt x="2189" y="5558"/>
                  <a:pt x="2189" y="5558"/>
                  <a:pt x="2341" y="6318"/>
                </a:cubicBezTo>
                <a:cubicBezTo>
                  <a:pt x="1885" y="6530"/>
                  <a:pt x="1429" y="6713"/>
                  <a:pt x="1065" y="7321"/>
                </a:cubicBezTo>
                <a:cubicBezTo>
                  <a:pt x="1794" y="7092"/>
                  <a:pt x="2497" y="6924"/>
                  <a:pt x="3172" y="6924"/>
                </a:cubicBezTo>
                <a:cubicBezTo>
                  <a:pt x="3932" y="6924"/>
                  <a:pt x="4658" y="7136"/>
                  <a:pt x="5350" y="7716"/>
                </a:cubicBezTo>
                <a:cubicBezTo>
                  <a:pt x="4104" y="7929"/>
                  <a:pt x="2615" y="7564"/>
                  <a:pt x="1672" y="8840"/>
                </a:cubicBezTo>
                <a:cubicBezTo>
                  <a:pt x="1834" y="8898"/>
                  <a:pt x="1995" y="8918"/>
                  <a:pt x="2157" y="8918"/>
                </a:cubicBezTo>
                <a:cubicBezTo>
                  <a:pt x="2500" y="8918"/>
                  <a:pt x="2847" y="8829"/>
                  <a:pt x="3201" y="8829"/>
                </a:cubicBezTo>
                <a:cubicBezTo>
                  <a:pt x="3466" y="8829"/>
                  <a:pt x="3736" y="8879"/>
                  <a:pt x="4013" y="9053"/>
                </a:cubicBezTo>
                <a:cubicBezTo>
                  <a:pt x="3927" y="9044"/>
                  <a:pt x="3845" y="9040"/>
                  <a:pt x="3766" y="9040"/>
                </a:cubicBezTo>
                <a:cubicBezTo>
                  <a:pt x="3031" y="9040"/>
                  <a:pt x="2567" y="9407"/>
                  <a:pt x="2128" y="9874"/>
                </a:cubicBezTo>
                <a:cubicBezTo>
                  <a:pt x="1794" y="10269"/>
                  <a:pt x="1885" y="10421"/>
                  <a:pt x="2372" y="10573"/>
                </a:cubicBezTo>
                <a:cubicBezTo>
                  <a:pt x="2858" y="10755"/>
                  <a:pt x="3375" y="10603"/>
                  <a:pt x="4043" y="10816"/>
                </a:cubicBezTo>
                <a:cubicBezTo>
                  <a:pt x="3192" y="11120"/>
                  <a:pt x="2372" y="10877"/>
                  <a:pt x="1824" y="11576"/>
                </a:cubicBezTo>
                <a:cubicBezTo>
                  <a:pt x="3219" y="11819"/>
                  <a:pt x="4597" y="12047"/>
                  <a:pt x="6006" y="12047"/>
                </a:cubicBezTo>
                <a:cubicBezTo>
                  <a:pt x="6532" y="12047"/>
                  <a:pt x="7062" y="12015"/>
                  <a:pt x="7600" y="11941"/>
                </a:cubicBezTo>
                <a:lnTo>
                  <a:pt x="7600" y="11941"/>
                </a:lnTo>
                <a:cubicBezTo>
                  <a:pt x="7478" y="12488"/>
                  <a:pt x="7478" y="12488"/>
                  <a:pt x="7113" y="12518"/>
                </a:cubicBezTo>
                <a:cubicBezTo>
                  <a:pt x="5835" y="12603"/>
                  <a:pt x="4557" y="12795"/>
                  <a:pt x="3280" y="12795"/>
                </a:cubicBezTo>
                <a:cubicBezTo>
                  <a:pt x="3190" y="12795"/>
                  <a:pt x="3100" y="12794"/>
                  <a:pt x="3010" y="12792"/>
                </a:cubicBezTo>
                <a:cubicBezTo>
                  <a:pt x="2675" y="12792"/>
                  <a:pt x="2341" y="12944"/>
                  <a:pt x="2037" y="13035"/>
                </a:cubicBezTo>
                <a:cubicBezTo>
                  <a:pt x="1703" y="13126"/>
                  <a:pt x="1703" y="13430"/>
                  <a:pt x="1946" y="13521"/>
                </a:cubicBezTo>
                <a:cubicBezTo>
                  <a:pt x="2402" y="13734"/>
                  <a:pt x="2736" y="14160"/>
                  <a:pt x="3314" y="14220"/>
                </a:cubicBezTo>
                <a:cubicBezTo>
                  <a:pt x="3557" y="14251"/>
                  <a:pt x="3922" y="14190"/>
                  <a:pt x="4134" y="14433"/>
                </a:cubicBezTo>
                <a:cubicBezTo>
                  <a:pt x="3283" y="15011"/>
                  <a:pt x="2037" y="14555"/>
                  <a:pt x="1338" y="15588"/>
                </a:cubicBezTo>
                <a:cubicBezTo>
                  <a:pt x="1672" y="15923"/>
                  <a:pt x="2068" y="15953"/>
                  <a:pt x="2463" y="15983"/>
                </a:cubicBezTo>
                <a:cubicBezTo>
                  <a:pt x="3338" y="15983"/>
                  <a:pt x="4194" y="16022"/>
                  <a:pt x="5062" y="16022"/>
                </a:cubicBezTo>
                <a:cubicBezTo>
                  <a:pt x="5279" y="16022"/>
                  <a:pt x="5496" y="16020"/>
                  <a:pt x="5715" y="16014"/>
                </a:cubicBezTo>
                <a:cubicBezTo>
                  <a:pt x="6966" y="15992"/>
                  <a:pt x="8201" y="15907"/>
                  <a:pt x="9443" y="15907"/>
                </a:cubicBezTo>
                <a:cubicBezTo>
                  <a:pt x="9921" y="15907"/>
                  <a:pt x="10401" y="15919"/>
                  <a:pt x="10882" y="15953"/>
                </a:cubicBezTo>
                <a:cubicBezTo>
                  <a:pt x="11142" y="15970"/>
                  <a:pt x="11403" y="15977"/>
                  <a:pt x="11665" y="15977"/>
                </a:cubicBezTo>
                <a:cubicBezTo>
                  <a:pt x="12811" y="15977"/>
                  <a:pt x="13969" y="15834"/>
                  <a:pt x="15107" y="15710"/>
                </a:cubicBezTo>
                <a:cubicBezTo>
                  <a:pt x="15218" y="15697"/>
                  <a:pt x="15339" y="15680"/>
                  <a:pt x="15466" y="15680"/>
                </a:cubicBezTo>
                <a:cubicBezTo>
                  <a:pt x="15652" y="15680"/>
                  <a:pt x="15851" y="15717"/>
                  <a:pt x="16050" y="15862"/>
                </a:cubicBezTo>
                <a:cubicBezTo>
                  <a:pt x="15472" y="15862"/>
                  <a:pt x="15563" y="16500"/>
                  <a:pt x="15107" y="16591"/>
                </a:cubicBezTo>
                <a:cubicBezTo>
                  <a:pt x="15473" y="16943"/>
                  <a:pt x="15850" y="17036"/>
                  <a:pt x="16229" y="17036"/>
                </a:cubicBezTo>
                <a:cubicBezTo>
                  <a:pt x="16651" y="17036"/>
                  <a:pt x="17076" y="16921"/>
                  <a:pt x="17486" y="16921"/>
                </a:cubicBezTo>
                <a:cubicBezTo>
                  <a:pt x="17535" y="16921"/>
                  <a:pt x="17582" y="16922"/>
                  <a:pt x="17630" y="16926"/>
                </a:cubicBezTo>
                <a:cubicBezTo>
                  <a:pt x="17942" y="16948"/>
                  <a:pt x="18257" y="16962"/>
                  <a:pt x="18575" y="16962"/>
                </a:cubicBezTo>
                <a:cubicBezTo>
                  <a:pt x="19127" y="16962"/>
                  <a:pt x="19685" y="16920"/>
                  <a:pt x="20244" y="16804"/>
                </a:cubicBezTo>
                <a:cubicBezTo>
                  <a:pt x="20852" y="16696"/>
                  <a:pt x="21322" y="16642"/>
                  <a:pt x="21691" y="16642"/>
                </a:cubicBezTo>
                <a:cubicBezTo>
                  <a:pt x="22152" y="16642"/>
                  <a:pt x="22456" y="16726"/>
                  <a:pt x="22676" y="16895"/>
                </a:cubicBezTo>
                <a:cubicBezTo>
                  <a:pt x="22311" y="16986"/>
                  <a:pt x="21977" y="17047"/>
                  <a:pt x="21551" y="17169"/>
                </a:cubicBezTo>
                <a:cubicBezTo>
                  <a:pt x="21993" y="17564"/>
                  <a:pt x="22470" y="17639"/>
                  <a:pt x="22955" y="17639"/>
                </a:cubicBezTo>
                <a:cubicBezTo>
                  <a:pt x="23104" y="17639"/>
                  <a:pt x="23255" y="17632"/>
                  <a:pt x="23405" y="17625"/>
                </a:cubicBezTo>
                <a:cubicBezTo>
                  <a:pt x="23800" y="17625"/>
                  <a:pt x="24196" y="17716"/>
                  <a:pt x="24135" y="18172"/>
                </a:cubicBezTo>
                <a:cubicBezTo>
                  <a:pt x="24104" y="18506"/>
                  <a:pt x="23709" y="18476"/>
                  <a:pt x="23405" y="18506"/>
                </a:cubicBezTo>
                <a:cubicBezTo>
                  <a:pt x="23307" y="18525"/>
                  <a:pt x="23210" y="18532"/>
                  <a:pt x="23112" y="18532"/>
                </a:cubicBezTo>
                <a:cubicBezTo>
                  <a:pt x="22787" y="18532"/>
                  <a:pt x="22461" y="18452"/>
                  <a:pt x="22106" y="18452"/>
                </a:cubicBezTo>
                <a:cubicBezTo>
                  <a:pt x="21875" y="18452"/>
                  <a:pt x="21632" y="18486"/>
                  <a:pt x="21369" y="18597"/>
                </a:cubicBezTo>
                <a:cubicBezTo>
                  <a:pt x="22068" y="18871"/>
                  <a:pt x="22737" y="19023"/>
                  <a:pt x="23132" y="19479"/>
                </a:cubicBezTo>
                <a:cubicBezTo>
                  <a:pt x="22913" y="19819"/>
                  <a:pt x="22616" y="19887"/>
                  <a:pt x="22290" y="19887"/>
                </a:cubicBezTo>
                <a:cubicBezTo>
                  <a:pt x="22073" y="19887"/>
                  <a:pt x="21843" y="19857"/>
                  <a:pt x="21614" y="19857"/>
                </a:cubicBezTo>
                <a:cubicBezTo>
                  <a:pt x="21328" y="19857"/>
                  <a:pt x="21045" y="19904"/>
                  <a:pt x="20791" y="20117"/>
                </a:cubicBezTo>
                <a:cubicBezTo>
                  <a:pt x="21399" y="20604"/>
                  <a:pt x="22098" y="20664"/>
                  <a:pt x="22767" y="20664"/>
                </a:cubicBezTo>
                <a:cubicBezTo>
                  <a:pt x="23101" y="20659"/>
                  <a:pt x="23437" y="20658"/>
                  <a:pt x="23772" y="20658"/>
                </a:cubicBezTo>
                <a:cubicBezTo>
                  <a:pt x="24444" y="20658"/>
                  <a:pt x="25119" y="20664"/>
                  <a:pt x="25795" y="20664"/>
                </a:cubicBezTo>
                <a:cubicBezTo>
                  <a:pt x="26810" y="20664"/>
                  <a:pt x="27828" y="20649"/>
                  <a:pt x="28846" y="20573"/>
                </a:cubicBezTo>
                <a:cubicBezTo>
                  <a:pt x="30548" y="20421"/>
                  <a:pt x="32251" y="20360"/>
                  <a:pt x="33983" y="20300"/>
                </a:cubicBezTo>
                <a:cubicBezTo>
                  <a:pt x="36679" y="20214"/>
                  <a:pt x="39349" y="19838"/>
                  <a:pt x="42042" y="19838"/>
                </a:cubicBezTo>
                <a:cubicBezTo>
                  <a:pt x="42233" y="19838"/>
                  <a:pt x="42424" y="19840"/>
                  <a:pt x="42615" y="19844"/>
                </a:cubicBezTo>
                <a:cubicBezTo>
                  <a:pt x="43031" y="19852"/>
                  <a:pt x="43446" y="19856"/>
                  <a:pt x="43862" y="19856"/>
                </a:cubicBezTo>
                <a:cubicBezTo>
                  <a:pt x="44996" y="19856"/>
                  <a:pt x="46131" y="19827"/>
                  <a:pt x="47266" y="19783"/>
                </a:cubicBezTo>
                <a:cubicBezTo>
                  <a:pt x="49029" y="19661"/>
                  <a:pt x="50822" y="19631"/>
                  <a:pt x="52585" y="19570"/>
                </a:cubicBezTo>
                <a:cubicBezTo>
                  <a:pt x="52762" y="19564"/>
                  <a:pt x="52939" y="19562"/>
                  <a:pt x="53118" y="19562"/>
                </a:cubicBezTo>
                <a:cubicBezTo>
                  <a:pt x="53831" y="19562"/>
                  <a:pt x="54561" y="19600"/>
                  <a:pt x="55290" y="19600"/>
                </a:cubicBezTo>
                <a:cubicBezTo>
                  <a:pt x="55504" y="19597"/>
                  <a:pt x="55717" y="19596"/>
                  <a:pt x="55930" y="19596"/>
                </a:cubicBezTo>
                <a:cubicBezTo>
                  <a:pt x="57662" y="19596"/>
                  <a:pt x="59394" y="19695"/>
                  <a:pt x="61126" y="19722"/>
                </a:cubicBezTo>
                <a:lnTo>
                  <a:pt x="65838" y="19722"/>
                </a:lnTo>
                <a:cubicBezTo>
                  <a:pt x="66172" y="19722"/>
                  <a:pt x="66446" y="19600"/>
                  <a:pt x="66658" y="19357"/>
                </a:cubicBezTo>
                <a:cubicBezTo>
                  <a:pt x="66263" y="18901"/>
                  <a:pt x="65655" y="19145"/>
                  <a:pt x="65260" y="18780"/>
                </a:cubicBezTo>
                <a:cubicBezTo>
                  <a:pt x="65333" y="18743"/>
                  <a:pt x="65416" y="18733"/>
                  <a:pt x="65502" y="18733"/>
                </a:cubicBezTo>
                <a:cubicBezTo>
                  <a:pt x="65615" y="18733"/>
                  <a:pt x="65733" y="18751"/>
                  <a:pt x="65842" y="18751"/>
                </a:cubicBezTo>
                <a:cubicBezTo>
                  <a:pt x="65998" y="18751"/>
                  <a:pt x="66134" y="18714"/>
                  <a:pt x="66203" y="18537"/>
                </a:cubicBezTo>
                <a:cubicBezTo>
                  <a:pt x="66354" y="18111"/>
                  <a:pt x="65747" y="18293"/>
                  <a:pt x="65625" y="17989"/>
                </a:cubicBezTo>
                <a:cubicBezTo>
                  <a:pt x="65899" y="17868"/>
                  <a:pt x="65807" y="17686"/>
                  <a:pt x="65716" y="17473"/>
                </a:cubicBezTo>
                <a:cubicBezTo>
                  <a:pt x="65560" y="17187"/>
                  <a:pt x="65271" y="17101"/>
                  <a:pt x="65020" y="17101"/>
                </a:cubicBezTo>
                <a:cubicBezTo>
                  <a:pt x="64977" y="17101"/>
                  <a:pt x="64935" y="17104"/>
                  <a:pt x="64895" y="17108"/>
                </a:cubicBezTo>
                <a:cubicBezTo>
                  <a:pt x="64720" y="17118"/>
                  <a:pt x="64545" y="17123"/>
                  <a:pt x="64370" y="17123"/>
                </a:cubicBezTo>
                <a:cubicBezTo>
                  <a:pt x="63225" y="17123"/>
                  <a:pt x="62091" y="16931"/>
                  <a:pt x="60931" y="16931"/>
                </a:cubicBezTo>
                <a:cubicBezTo>
                  <a:pt x="60704" y="16931"/>
                  <a:pt x="60475" y="16938"/>
                  <a:pt x="60245" y="16956"/>
                </a:cubicBezTo>
                <a:cubicBezTo>
                  <a:pt x="60496" y="16614"/>
                  <a:pt x="60746" y="16443"/>
                  <a:pt x="61061" y="16443"/>
                </a:cubicBezTo>
                <a:cubicBezTo>
                  <a:pt x="61166" y="16443"/>
                  <a:pt x="61278" y="16462"/>
                  <a:pt x="61400" y="16500"/>
                </a:cubicBezTo>
                <a:cubicBezTo>
                  <a:pt x="61643" y="16591"/>
                  <a:pt x="61947" y="16591"/>
                  <a:pt x="62221" y="16591"/>
                </a:cubicBezTo>
                <a:cubicBezTo>
                  <a:pt x="62708" y="16559"/>
                  <a:pt x="63195" y="16526"/>
                  <a:pt x="63683" y="16526"/>
                </a:cubicBezTo>
                <a:cubicBezTo>
                  <a:pt x="64107" y="16526"/>
                  <a:pt x="64532" y="16551"/>
                  <a:pt x="64956" y="16622"/>
                </a:cubicBezTo>
                <a:cubicBezTo>
                  <a:pt x="65167" y="16664"/>
                  <a:pt x="65404" y="16726"/>
                  <a:pt x="65631" y="16726"/>
                </a:cubicBezTo>
                <a:cubicBezTo>
                  <a:pt x="65894" y="16726"/>
                  <a:pt x="66144" y="16642"/>
                  <a:pt x="66324" y="16348"/>
                </a:cubicBezTo>
                <a:cubicBezTo>
                  <a:pt x="66111" y="16014"/>
                  <a:pt x="65625" y="16014"/>
                  <a:pt x="65199" y="15619"/>
                </a:cubicBezTo>
                <a:cubicBezTo>
                  <a:pt x="66051" y="15588"/>
                  <a:pt x="66658" y="15315"/>
                  <a:pt x="67297" y="15041"/>
                </a:cubicBezTo>
                <a:cubicBezTo>
                  <a:pt x="67631" y="14859"/>
                  <a:pt x="67874" y="14676"/>
                  <a:pt x="67661" y="14251"/>
                </a:cubicBezTo>
                <a:cubicBezTo>
                  <a:pt x="67297" y="13582"/>
                  <a:pt x="67388" y="13005"/>
                  <a:pt x="68026" y="12549"/>
                </a:cubicBezTo>
                <a:cubicBezTo>
                  <a:pt x="68057" y="12549"/>
                  <a:pt x="68026" y="12488"/>
                  <a:pt x="68026" y="12427"/>
                </a:cubicBezTo>
                <a:cubicBezTo>
                  <a:pt x="67901" y="12361"/>
                  <a:pt x="67775" y="12337"/>
                  <a:pt x="67648" y="12337"/>
                </a:cubicBezTo>
                <a:cubicBezTo>
                  <a:pt x="67344" y="12337"/>
                  <a:pt x="67029" y="12472"/>
                  <a:pt x="66681" y="12472"/>
                </a:cubicBezTo>
                <a:cubicBezTo>
                  <a:pt x="66575" y="12472"/>
                  <a:pt x="66467" y="12459"/>
                  <a:pt x="66354" y="12427"/>
                </a:cubicBezTo>
                <a:cubicBezTo>
                  <a:pt x="66628" y="12245"/>
                  <a:pt x="66841" y="12154"/>
                  <a:pt x="67023" y="12032"/>
                </a:cubicBezTo>
                <a:cubicBezTo>
                  <a:pt x="66871" y="11789"/>
                  <a:pt x="67084" y="11394"/>
                  <a:pt x="66598" y="11302"/>
                </a:cubicBezTo>
                <a:cubicBezTo>
                  <a:pt x="66902" y="11211"/>
                  <a:pt x="67145" y="11333"/>
                  <a:pt x="67388" y="11150"/>
                </a:cubicBezTo>
                <a:cubicBezTo>
                  <a:pt x="67054" y="10603"/>
                  <a:pt x="66446" y="10695"/>
                  <a:pt x="65990" y="10482"/>
                </a:cubicBezTo>
                <a:cubicBezTo>
                  <a:pt x="66111" y="9114"/>
                  <a:pt x="66324" y="7807"/>
                  <a:pt x="66172" y="6439"/>
                </a:cubicBezTo>
                <a:cubicBezTo>
                  <a:pt x="66522" y="6322"/>
                  <a:pt x="66592" y="5645"/>
                  <a:pt x="67135" y="5645"/>
                </a:cubicBezTo>
                <a:cubicBezTo>
                  <a:pt x="67158" y="5645"/>
                  <a:pt x="67181" y="5646"/>
                  <a:pt x="67206" y="5649"/>
                </a:cubicBezTo>
                <a:cubicBezTo>
                  <a:pt x="67266" y="5071"/>
                  <a:pt x="66628" y="5102"/>
                  <a:pt x="66537" y="4707"/>
                </a:cubicBezTo>
                <a:cubicBezTo>
                  <a:pt x="66810" y="4524"/>
                  <a:pt x="67084" y="4342"/>
                  <a:pt x="67236" y="4038"/>
                </a:cubicBezTo>
                <a:cubicBezTo>
                  <a:pt x="67114" y="3886"/>
                  <a:pt x="66841" y="3673"/>
                  <a:pt x="66871" y="3552"/>
                </a:cubicBezTo>
                <a:cubicBezTo>
                  <a:pt x="67114" y="2792"/>
                  <a:pt x="66476" y="2792"/>
                  <a:pt x="66081" y="2701"/>
                </a:cubicBezTo>
                <a:cubicBezTo>
                  <a:pt x="65102" y="2436"/>
                  <a:pt x="64122" y="2263"/>
                  <a:pt x="63123" y="2263"/>
                </a:cubicBezTo>
                <a:cubicBezTo>
                  <a:pt x="62974" y="2263"/>
                  <a:pt x="62826" y="2267"/>
                  <a:pt x="62677" y="2275"/>
                </a:cubicBezTo>
                <a:cubicBezTo>
                  <a:pt x="62563" y="2279"/>
                  <a:pt x="62449" y="2281"/>
                  <a:pt x="62335" y="2281"/>
                </a:cubicBezTo>
                <a:cubicBezTo>
                  <a:pt x="60864" y="2281"/>
                  <a:pt x="59413" y="1965"/>
                  <a:pt x="57942" y="1965"/>
                </a:cubicBezTo>
                <a:cubicBezTo>
                  <a:pt x="57828" y="1965"/>
                  <a:pt x="57715" y="1967"/>
                  <a:pt x="57601" y="1971"/>
                </a:cubicBezTo>
                <a:cubicBezTo>
                  <a:pt x="57373" y="1971"/>
                  <a:pt x="57123" y="2077"/>
                  <a:pt x="56888" y="2077"/>
                </a:cubicBezTo>
                <a:cubicBezTo>
                  <a:pt x="56841" y="2077"/>
                  <a:pt x="56795" y="2072"/>
                  <a:pt x="56749" y="2062"/>
                </a:cubicBezTo>
                <a:cubicBezTo>
                  <a:pt x="55835" y="1875"/>
                  <a:pt x="54906" y="1830"/>
                  <a:pt x="53983" y="1830"/>
                </a:cubicBezTo>
                <a:cubicBezTo>
                  <a:pt x="53556" y="1830"/>
                  <a:pt x="53130" y="1840"/>
                  <a:pt x="52707" y="1849"/>
                </a:cubicBezTo>
                <a:cubicBezTo>
                  <a:pt x="52190" y="1849"/>
                  <a:pt x="51704" y="1819"/>
                  <a:pt x="51521" y="1211"/>
                </a:cubicBezTo>
                <a:cubicBezTo>
                  <a:pt x="51451" y="975"/>
                  <a:pt x="51179" y="886"/>
                  <a:pt x="50976" y="886"/>
                </a:cubicBezTo>
                <a:cubicBezTo>
                  <a:pt x="50917" y="886"/>
                  <a:pt x="50863" y="894"/>
                  <a:pt x="50822" y="907"/>
                </a:cubicBezTo>
                <a:cubicBezTo>
                  <a:pt x="50385" y="976"/>
                  <a:pt x="49951" y="1002"/>
                  <a:pt x="49519" y="1002"/>
                </a:cubicBezTo>
                <a:cubicBezTo>
                  <a:pt x="48810" y="1002"/>
                  <a:pt x="48105" y="933"/>
                  <a:pt x="47388" y="877"/>
                </a:cubicBezTo>
                <a:cubicBezTo>
                  <a:pt x="45351" y="755"/>
                  <a:pt x="43315" y="664"/>
                  <a:pt x="41278" y="603"/>
                </a:cubicBezTo>
                <a:cubicBezTo>
                  <a:pt x="39446" y="578"/>
                  <a:pt x="37593" y="429"/>
                  <a:pt x="35754" y="429"/>
                </a:cubicBezTo>
                <a:cubicBezTo>
                  <a:pt x="35365" y="429"/>
                  <a:pt x="34978" y="435"/>
                  <a:pt x="34591" y="451"/>
                </a:cubicBezTo>
                <a:cubicBezTo>
                  <a:pt x="34366" y="460"/>
                  <a:pt x="34141" y="463"/>
                  <a:pt x="33916" y="463"/>
                </a:cubicBezTo>
                <a:cubicBezTo>
                  <a:pt x="32530" y="463"/>
                  <a:pt x="31144" y="321"/>
                  <a:pt x="29758" y="269"/>
                </a:cubicBezTo>
                <a:cubicBezTo>
                  <a:pt x="29682" y="265"/>
                  <a:pt x="29605" y="264"/>
                  <a:pt x="29529" y="264"/>
                </a:cubicBezTo>
                <a:cubicBezTo>
                  <a:pt x="29074" y="264"/>
                  <a:pt x="28619" y="317"/>
                  <a:pt x="28164" y="317"/>
                </a:cubicBezTo>
                <a:cubicBezTo>
                  <a:pt x="28027" y="317"/>
                  <a:pt x="27889" y="312"/>
                  <a:pt x="27752" y="299"/>
                </a:cubicBezTo>
                <a:cubicBezTo>
                  <a:pt x="27251" y="243"/>
                  <a:pt x="26753" y="227"/>
                  <a:pt x="26257" y="227"/>
                </a:cubicBezTo>
                <a:cubicBezTo>
                  <a:pt x="25654" y="227"/>
                  <a:pt x="25054" y="250"/>
                  <a:pt x="24455" y="250"/>
                </a:cubicBezTo>
                <a:cubicBezTo>
                  <a:pt x="23963" y="250"/>
                  <a:pt x="23471" y="234"/>
                  <a:pt x="22980" y="178"/>
                </a:cubicBezTo>
                <a:cubicBezTo>
                  <a:pt x="22929" y="168"/>
                  <a:pt x="22878" y="164"/>
                  <a:pt x="22829" y="164"/>
                </a:cubicBezTo>
                <a:cubicBezTo>
                  <a:pt x="22730" y="164"/>
                  <a:pt x="22635" y="178"/>
                  <a:pt x="22554" y="178"/>
                </a:cubicBezTo>
                <a:cubicBezTo>
                  <a:pt x="22008" y="227"/>
                  <a:pt x="21462" y="277"/>
                  <a:pt x="20916" y="277"/>
                </a:cubicBezTo>
                <a:cubicBezTo>
                  <a:pt x="20794" y="277"/>
                  <a:pt x="20671" y="274"/>
                  <a:pt x="20548" y="269"/>
                </a:cubicBezTo>
                <a:cubicBezTo>
                  <a:pt x="19241" y="238"/>
                  <a:pt x="17934" y="87"/>
                  <a:pt x="16627" y="87"/>
                </a:cubicBezTo>
                <a:cubicBezTo>
                  <a:pt x="16514" y="89"/>
                  <a:pt x="16402" y="91"/>
                  <a:pt x="16289" y="91"/>
                </a:cubicBezTo>
                <a:cubicBezTo>
                  <a:pt x="15388" y="91"/>
                  <a:pt x="14473" y="11"/>
                  <a:pt x="13570" y="11"/>
                </a:cubicBezTo>
                <a:cubicBezTo>
                  <a:pt x="13362" y="11"/>
                  <a:pt x="13155" y="15"/>
                  <a:pt x="12949" y="26"/>
                </a:cubicBezTo>
                <a:cubicBezTo>
                  <a:pt x="12849" y="29"/>
                  <a:pt x="12748" y="31"/>
                  <a:pt x="12646" y="31"/>
                </a:cubicBezTo>
                <a:cubicBezTo>
                  <a:pt x="12189" y="31"/>
                  <a:pt x="11726" y="1"/>
                  <a:pt x="1126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0">
  <p:cSld name="CUSTOM_20">
    <p:spTree>
      <p:nvGrpSpPr>
        <p:cNvPr id="9243" name="Shape 9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4" name="Google Shape;9244;p28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9245" name="Google Shape;9245;p28"/>
          <p:cNvGrpSpPr/>
          <p:nvPr/>
        </p:nvGrpSpPr>
        <p:grpSpPr>
          <a:xfrm flipH="1" rot="9727050">
            <a:off x="6774229" y="4342274"/>
            <a:ext cx="3222157" cy="1467320"/>
            <a:chOff x="3427375" y="613525"/>
            <a:chExt cx="1481825" cy="674800"/>
          </a:xfrm>
        </p:grpSpPr>
        <p:sp>
          <p:nvSpPr>
            <p:cNvPr id="9246" name="Google Shape;9246;p2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2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2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2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2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2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2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2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2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2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2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2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2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2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2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2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2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2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2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2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2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2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2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2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2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2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2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2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2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2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2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2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2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2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2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2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2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2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2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2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2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2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2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2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2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2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2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2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2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2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2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2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2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2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2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2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2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2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2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2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2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2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2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2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2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2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2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2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2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2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2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2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2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2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2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2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2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2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2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2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2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2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2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2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2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2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2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2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2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2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2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2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2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2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2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2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2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2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2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2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2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2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2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2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2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2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2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2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2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2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2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2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2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2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2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2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2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2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2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2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2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2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2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2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2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2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2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2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2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2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2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2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2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2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2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2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2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2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2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2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2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2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2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2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2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2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2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2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2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2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2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2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2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2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2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2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2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2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2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2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2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2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2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2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2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2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2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2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2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2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2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2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2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2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2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2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2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2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2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2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6" name="Google Shape;9426;p28"/>
          <p:cNvSpPr/>
          <p:nvPr/>
        </p:nvSpPr>
        <p:spPr>
          <a:xfrm flipH="1" rot="10800000">
            <a:off x="-322454" y="-601357"/>
            <a:ext cx="1854952" cy="307087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7" name="Google Shape;9427;p28"/>
          <p:cNvGrpSpPr/>
          <p:nvPr/>
        </p:nvGrpSpPr>
        <p:grpSpPr>
          <a:xfrm flipH="1" rot="-9407711">
            <a:off x="7645197" y="-287511"/>
            <a:ext cx="3222248" cy="1467362"/>
            <a:chOff x="3427375" y="613525"/>
            <a:chExt cx="1481825" cy="674800"/>
          </a:xfrm>
        </p:grpSpPr>
        <p:sp>
          <p:nvSpPr>
            <p:cNvPr id="9428" name="Google Shape;9428;p2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2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2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2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2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2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2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2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2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2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2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2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2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2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2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2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2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2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2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2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2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2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2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2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2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2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2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2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2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2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2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2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2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2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2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2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2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2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2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2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2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2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2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2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2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2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2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2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2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2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2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2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2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2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2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2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2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2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2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2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2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2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2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2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2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2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2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2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2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2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2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2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2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2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2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2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2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2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2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2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2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2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2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2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2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2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2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2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2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2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2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2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2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2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2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2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2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2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2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2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2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2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2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2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2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2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2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2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2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2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2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2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2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2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2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2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2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2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2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2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2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2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2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2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2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2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2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2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2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2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2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2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2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2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2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2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2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2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2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2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2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2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2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2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2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2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2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2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2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2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2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2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2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2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2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2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2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2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2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2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2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2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2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2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2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2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2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2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2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2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2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2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2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2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2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2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2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2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2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2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8" name="Google Shape;9608;p28"/>
          <p:cNvSpPr/>
          <p:nvPr/>
        </p:nvSpPr>
        <p:spPr>
          <a:xfrm flipH="1" rot="1881212">
            <a:off x="-1469537" y="3997323"/>
            <a:ext cx="2508268" cy="984768"/>
          </a:xfrm>
          <a:custGeom>
            <a:rect b="b" l="l" r="r" t="t"/>
            <a:pathLst>
              <a:path extrusionOk="0" h="18519" w="69698">
                <a:moveTo>
                  <a:pt x="4328" y="10688"/>
                </a:moveTo>
                <a:cubicBezTo>
                  <a:pt x="4501" y="10688"/>
                  <a:pt x="4677" y="10743"/>
                  <a:pt x="4864" y="10905"/>
                </a:cubicBezTo>
                <a:cubicBezTo>
                  <a:pt x="4854" y="10904"/>
                  <a:pt x="4844" y="10904"/>
                  <a:pt x="4835" y="10904"/>
                </a:cubicBezTo>
                <a:cubicBezTo>
                  <a:pt x="4356" y="10904"/>
                  <a:pt x="4756" y="11598"/>
                  <a:pt x="4285" y="11598"/>
                </a:cubicBezTo>
                <a:cubicBezTo>
                  <a:pt x="4235" y="11598"/>
                  <a:pt x="4175" y="11591"/>
                  <a:pt x="4104" y="11573"/>
                </a:cubicBezTo>
                <a:cubicBezTo>
                  <a:pt x="3952" y="11361"/>
                  <a:pt x="3769" y="11117"/>
                  <a:pt x="3587" y="10874"/>
                </a:cubicBezTo>
                <a:cubicBezTo>
                  <a:pt x="3839" y="10802"/>
                  <a:pt x="4079" y="10688"/>
                  <a:pt x="4328" y="10688"/>
                </a:cubicBezTo>
                <a:close/>
                <a:moveTo>
                  <a:pt x="41320" y="14309"/>
                </a:moveTo>
                <a:cubicBezTo>
                  <a:pt x="41878" y="14309"/>
                  <a:pt x="42433" y="14339"/>
                  <a:pt x="42706" y="14370"/>
                </a:cubicBezTo>
                <a:cubicBezTo>
                  <a:pt x="43375" y="14491"/>
                  <a:pt x="44044" y="14522"/>
                  <a:pt x="44712" y="14583"/>
                </a:cubicBezTo>
                <a:cubicBezTo>
                  <a:pt x="46719" y="14704"/>
                  <a:pt x="48755" y="14704"/>
                  <a:pt x="50731" y="15038"/>
                </a:cubicBezTo>
                <a:cubicBezTo>
                  <a:pt x="52859" y="15373"/>
                  <a:pt x="54986" y="15403"/>
                  <a:pt x="57084" y="15829"/>
                </a:cubicBezTo>
                <a:cubicBezTo>
                  <a:pt x="57205" y="15859"/>
                  <a:pt x="57296" y="15950"/>
                  <a:pt x="57479" y="16072"/>
                </a:cubicBezTo>
                <a:cubicBezTo>
                  <a:pt x="51521" y="15403"/>
                  <a:pt x="45746" y="14704"/>
                  <a:pt x="39910" y="14431"/>
                </a:cubicBezTo>
                <a:cubicBezTo>
                  <a:pt x="40199" y="14339"/>
                  <a:pt x="40761" y="14309"/>
                  <a:pt x="41320" y="14309"/>
                </a:cubicBezTo>
                <a:close/>
                <a:moveTo>
                  <a:pt x="21809" y="14948"/>
                </a:moveTo>
                <a:cubicBezTo>
                  <a:pt x="22404" y="14948"/>
                  <a:pt x="22997" y="14973"/>
                  <a:pt x="23587" y="15038"/>
                </a:cubicBezTo>
                <a:cubicBezTo>
                  <a:pt x="23419" y="15207"/>
                  <a:pt x="23384" y="15261"/>
                  <a:pt x="23225" y="15261"/>
                </a:cubicBezTo>
                <a:cubicBezTo>
                  <a:pt x="23184" y="15261"/>
                  <a:pt x="23134" y="15258"/>
                  <a:pt x="23071" y="15251"/>
                </a:cubicBezTo>
                <a:cubicBezTo>
                  <a:pt x="22870" y="15249"/>
                  <a:pt x="22669" y="15247"/>
                  <a:pt x="22469" y="15247"/>
                </a:cubicBezTo>
                <a:cubicBezTo>
                  <a:pt x="20334" y="15247"/>
                  <a:pt x="18225" y="15391"/>
                  <a:pt x="16141" y="15586"/>
                </a:cubicBezTo>
                <a:cubicBezTo>
                  <a:pt x="14834" y="15677"/>
                  <a:pt x="13496" y="15890"/>
                  <a:pt x="12189" y="15890"/>
                </a:cubicBezTo>
                <a:cubicBezTo>
                  <a:pt x="10579" y="15890"/>
                  <a:pt x="9026" y="16256"/>
                  <a:pt x="7447" y="16256"/>
                </a:cubicBezTo>
                <a:cubicBezTo>
                  <a:pt x="7387" y="16256"/>
                  <a:pt x="7326" y="16255"/>
                  <a:pt x="7265" y="16254"/>
                </a:cubicBezTo>
                <a:cubicBezTo>
                  <a:pt x="6323" y="16254"/>
                  <a:pt x="5380" y="16528"/>
                  <a:pt x="4438" y="16619"/>
                </a:cubicBezTo>
                <a:cubicBezTo>
                  <a:pt x="4310" y="16640"/>
                  <a:pt x="4179" y="16665"/>
                  <a:pt x="4051" y="16665"/>
                </a:cubicBezTo>
                <a:cubicBezTo>
                  <a:pt x="3815" y="16665"/>
                  <a:pt x="3593" y="16579"/>
                  <a:pt x="3435" y="16224"/>
                </a:cubicBezTo>
                <a:cubicBezTo>
                  <a:pt x="4317" y="16042"/>
                  <a:pt x="5168" y="15798"/>
                  <a:pt x="6019" y="15707"/>
                </a:cubicBezTo>
                <a:cubicBezTo>
                  <a:pt x="8420" y="15434"/>
                  <a:pt x="10821" y="15403"/>
                  <a:pt x="13253" y="15403"/>
                </a:cubicBezTo>
                <a:cubicBezTo>
                  <a:pt x="13830" y="15403"/>
                  <a:pt x="14408" y="15251"/>
                  <a:pt x="14985" y="15160"/>
                </a:cubicBezTo>
                <a:cubicBezTo>
                  <a:pt x="15077" y="15160"/>
                  <a:pt x="15168" y="15130"/>
                  <a:pt x="15259" y="15130"/>
                </a:cubicBezTo>
                <a:cubicBezTo>
                  <a:pt x="15655" y="15156"/>
                  <a:pt x="16051" y="15166"/>
                  <a:pt x="16447" y="15166"/>
                </a:cubicBezTo>
                <a:cubicBezTo>
                  <a:pt x="18244" y="15166"/>
                  <a:pt x="20036" y="14948"/>
                  <a:pt x="21809" y="14948"/>
                </a:cubicBezTo>
                <a:close/>
                <a:moveTo>
                  <a:pt x="27747" y="1"/>
                </a:moveTo>
                <a:cubicBezTo>
                  <a:pt x="27323" y="1"/>
                  <a:pt x="26899" y="7"/>
                  <a:pt x="26475" y="23"/>
                </a:cubicBezTo>
                <a:cubicBezTo>
                  <a:pt x="25938" y="33"/>
                  <a:pt x="25404" y="37"/>
                  <a:pt x="24872" y="37"/>
                </a:cubicBezTo>
                <a:cubicBezTo>
                  <a:pt x="23807" y="37"/>
                  <a:pt x="22747" y="23"/>
                  <a:pt x="21673" y="23"/>
                </a:cubicBezTo>
                <a:cubicBezTo>
                  <a:pt x="21125" y="23"/>
                  <a:pt x="20578" y="21"/>
                  <a:pt x="20031" y="21"/>
                </a:cubicBezTo>
                <a:cubicBezTo>
                  <a:pt x="18663" y="21"/>
                  <a:pt x="17296" y="36"/>
                  <a:pt x="15928" y="145"/>
                </a:cubicBezTo>
                <a:cubicBezTo>
                  <a:pt x="15869" y="154"/>
                  <a:pt x="15810" y="157"/>
                  <a:pt x="15752" y="157"/>
                </a:cubicBezTo>
                <a:cubicBezTo>
                  <a:pt x="15496" y="157"/>
                  <a:pt x="15237" y="88"/>
                  <a:pt x="14958" y="88"/>
                </a:cubicBezTo>
                <a:cubicBezTo>
                  <a:pt x="14868" y="88"/>
                  <a:pt x="14776" y="95"/>
                  <a:pt x="14682" y="114"/>
                </a:cubicBezTo>
                <a:cubicBezTo>
                  <a:pt x="13800" y="266"/>
                  <a:pt x="12919" y="449"/>
                  <a:pt x="12067" y="509"/>
                </a:cubicBezTo>
                <a:cubicBezTo>
                  <a:pt x="10426" y="631"/>
                  <a:pt x="8754" y="844"/>
                  <a:pt x="7083" y="874"/>
                </a:cubicBezTo>
                <a:cubicBezTo>
                  <a:pt x="6232" y="874"/>
                  <a:pt x="5320" y="996"/>
                  <a:pt x="4529" y="1421"/>
                </a:cubicBezTo>
                <a:cubicBezTo>
                  <a:pt x="4925" y="1999"/>
                  <a:pt x="5532" y="1877"/>
                  <a:pt x="6110" y="2029"/>
                </a:cubicBezTo>
                <a:cubicBezTo>
                  <a:pt x="5776" y="2212"/>
                  <a:pt x="5168" y="2212"/>
                  <a:pt x="5259" y="2667"/>
                </a:cubicBezTo>
                <a:cubicBezTo>
                  <a:pt x="5328" y="2986"/>
                  <a:pt x="5498" y="3065"/>
                  <a:pt x="5703" y="3065"/>
                </a:cubicBezTo>
                <a:cubicBezTo>
                  <a:pt x="5904" y="3065"/>
                  <a:pt x="6138" y="2989"/>
                  <a:pt x="6344" y="2989"/>
                </a:cubicBezTo>
                <a:cubicBezTo>
                  <a:pt x="6389" y="2989"/>
                  <a:pt x="6433" y="2993"/>
                  <a:pt x="6475" y="3002"/>
                </a:cubicBezTo>
                <a:cubicBezTo>
                  <a:pt x="6085" y="3503"/>
                  <a:pt x="5696" y="3800"/>
                  <a:pt x="5073" y="3800"/>
                </a:cubicBezTo>
                <a:cubicBezTo>
                  <a:pt x="5015" y="3800"/>
                  <a:pt x="4956" y="3797"/>
                  <a:pt x="4894" y="3792"/>
                </a:cubicBezTo>
                <a:cubicBezTo>
                  <a:pt x="4859" y="3789"/>
                  <a:pt x="4825" y="3787"/>
                  <a:pt x="4792" y="3787"/>
                </a:cubicBezTo>
                <a:cubicBezTo>
                  <a:pt x="4181" y="3787"/>
                  <a:pt x="3768" y="4294"/>
                  <a:pt x="3192" y="4582"/>
                </a:cubicBezTo>
                <a:cubicBezTo>
                  <a:pt x="3587" y="5008"/>
                  <a:pt x="4073" y="4856"/>
                  <a:pt x="4408" y="5069"/>
                </a:cubicBezTo>
                <a:cubicBezTo>
                  <a:pt x="4104" y="5464"/>
                  <a:pt x="3861" y="5829"/>
                  <a:pt x="4590" y="6102"/>
                </a:cubicBezTo>
                <a:cubicBezTo>
                  <a:pt x="2918" y="6254"/>
                  <a:pt x="1399" y="6771"/>
                  <a:pt x="0" y="7622"/>
                </a:cubicBezTo>
                <a:cubicBezTo>
                  <a:pt x="191" y="7671"/>
                  <a:pt x="381" y="7690"/>
                  <a:pt x="571" y="7690"/>
                </a:cubicBezTo>
                <a:cubicBezTo>
                  <a:pt x="1103" y="7690"/>
                  <a:pt x="1641" y="7546"/>
                  <a:pt x="2234" y="7546"/>
                </a:cubicBezTo>
                <a:cubicBezTo>
                  <a:pt x="2339" y="7546"/>
                  <a:pt x="2445" y="7551"/>
                  <a:pt x="2554" y="7561"/>
                </a:cubicBezTo>
                <a:cubicBezTo>
                  <a:pt x="1855" y="7987"/>
                  <a:pt x="1095" y="7926"/>
                  <a:pt x="639" y="8473"/>
                </a:cubicBezTo>
                <a:cubicBezTo>
                  <a:pt x="728" y="8697"/>
                  <a:pt x="900" y="8772"/>
                  <a:pt x="1057" y="8772"/>
                </a:cubicBezTo>
                <a:cubicBezTo>
                  <a:pt x="1114" y="8772"/>
                  <a:pt x="1168" y="8763"/>
                  <a:pt x="1216" y="8747"/>
                </a:cubicBezTo>
                <a:cubicBezTo>
                  <a:pt x="1885" y="8503"/>
                  <a:pt x="2554" y="8534"/>
                  <a:pt x="3222" y="8351"/>
                </a:cubicBezTo>
                <a:cubicBezTo>
                  <a:pt x="3459" y="8286"/>
                  <a:pt x="3697" y="8225"/>
                  <a:pt x="3931" y="8225"/>
                </a:cubicBezTo>
                <a:cubicBezTo>
                  <a:pt x="4238" y="8225"/>
                  <a:pt x="4541" y="8328"/>
                  <a:pt x="4833" y="8655"/>
                </a:cubicBezTo>
                <a:cubicBezTo>
                  <a:pt x="4377" y="8777"/>
                  <a:pt x="4317" y="9172"/>
                  <a:pt x="4195" y="9598"/>
                </a:cubicBezTo>
                <a:cubicBezTo>
                  <a:pt x="3913" y="9295"/>
                  <a:pt x="3617" y="9100"/>
                  <a:pt x="3282" y="9100"/>
                </a:cubicBezTo>
                <a:cubicBezTo>
                  <a:pt x="3112" y="9100"/>
                  <a:pt x="2931" y="9151"/>
                  <a:pt x="2736" y="9263"/>
                </a:cubicBezTo>
                <a:cubicBezTo>
                  <a:pt x="2645" y="9841"/>
                  <a:pt x="3222" y="9841"/>
                  <a:pt x="3466" y="10054"/>
                </a:cubicBezTo>
                <a:cubicBezTo>
                  <a:pt x="3010" y="10601"/>
                  <a:pt x="2159" y="10358"/>
                  <a:pt x="1611" y="11087"/>
                </a:cubicBezTo>
                <a:cubicBezTo>
                  <a:pt x="1679" y="11079"/>
                  <a:pt x="1743" y="11075"/>
                  <a:pt x="1804" y="11075"/>
                </a:cubicBezTo>
                <a:cubicBezTo>
                  <a:pt x="2437" y="11075"/>
                  <a:pt x="2779" y="11476"/>
                  <a:pt x="3222" y="11725"/>
                </a:cubicBezTo>
                <a:cubicBezTo>
                  <a:pt x="2766" y="12151"/>
                  <a:pt x="1763" y="11634"/>
                  <a:pt x="1763" y="12728"/>
                </a:cubicBezTo>
                <a:cubicBezTo>
                  <a:pt x="2071" y="12882"/>
                  <a:pt x="2373" y="12939"/>
                  <a:pt x="2672" y="12939"/>
                </a:cubicBezTo>
                <a:cubicBezTo>
                  <a:pt x="3376" y="12939"/>
                  <a:pt x="4059" y="12622"/>
                  <a:pt x="4742" y="12516"/>
                </a:cubicBezTo>
                <a:cubicBezTo>
                  <a:pt x="4742" y="12576"/>
                  <a:pt x="4773" y="12637"/>
                  <a:pt x="4773" y="12698"/>
                </a:cubicBezTo>
                <a:cubicBezTo>
                  <a:pt x="3739" y="13002"/>
                  <a:pt x="2706" y="13306"/>
                  <a:pt x="1611" y="13640"/>
                </a:cubicBezTo>
                <a:cubicBezTo>
                  <a:pt x="1962" y="14020"/>
                  <a:pt x="2341" y="14161"/>
                  <a:pt x="2745" y="14161"/>
                </a:cubicBezTo>
                <a:cubicBezTo>
                  <a:pt x="3181" y="14161"/>
                  <a:pt x="3645" y="13997"/>
                  <a:pt x="4134" y="13792"/>
                </a:cubicBezTo>
                <a:lnTo>
                  <a:pt x="4134" y="13792"/>
                </a:lnTo>
                <a:cubicBezTo>
                  <a:pt x="3952" y="14127"/>
                  <a:pt x="3952" y="14309"/>
                  <a:pt x="4073" y="14552"/>
                </a:cubicBezTo>
                <a:cubicBezTo>
                  <a:pt x="3314" y="14583"/>
                  <a:pt x="2797" y="14978"/>
                  <a:pt x="2432" y="15586"/>
                </a:cubicBezTo>
                <a:cubicBezTo>
                  <a:pt x="2675" y="15768"/>
                  <a:pt x="3131" y="15768"/>
                  <a:pt x="2888" y="16194"/>
                </a:cubicBezTo>
                <a:cubicBezTo>
                  <a:pt x="2792" y="16228"/>
                  <a:pt x="2697" y="16241"/>
                  <a:pt x="2602" y="16241"/>
                </a:cubicBezTo>
                <a:cubicBezTo>
                  <a:pt x="2365" y="16241"/>
                  <a:pt x="2132" y="16163"/>
                  <a:pt x="1915" y="16163"/>
                </a:cubicBezTo>
                <a:cubicBezTo>
                  <a:pt x="2037" y="16893"/>
                  <a:pt x="2766" y="16467"/>
                  <a:pt x="3070" y="16801"/>
                </a:cubicBezTo>
                <a:cubicBezTo>
                  <a:pt x="3007" y="17246"/>
                  <a:pt x="2767" y="17381"/>
                  <a:pt x="2483" y="17381"/>
                </a:cubicBezTo>
                <a:cubicBezTo>
                  <a:pt x="2359" y="17381"/>
                  <a:pt x="2227" y="17355"/>
                  <a:pt x="2098" y="17318"/>
                </a:cubicBezTo>
                <a:cubicBezTo>
                  <a:pt x="1884" y="17247"/>
                  <a:pt x="1691" y="17217"/>
                  <a:pt x="1483" y="17217"/>
                </a:cubicBezTo>
                <a:cubicBezTo>
                  <a:pt x="1335" y="17217"/>
                  <a:pt x="1180" y="17232"/>
                  <a:pt x="1003" y="17257"/>
                </a:cubicBezTo>
                <a:cubicBezTo>
                  <a:pt x="1247" y="17592"/>
                  <a:pt x="1551" y="17592"/>
                  <a:pt x="1763" y="17652"/>
                </a:cubicBezTo>
                <a:cubicBezTo>
                  <a:pt x="2298" y="17847"/>
                  <a:pt x="2853" y="18061"/>
                  <a:pt x="3442" y="18061"/>
                </a:cubicBezTo>
                <a:cubicBezTo>
                  <a:pt x="3590" y="18061"/>
                  <a:pt x="3739" y="18048"/>
                  <a:pt x="3891" y="18017"/>
                </a:cubicBezTo>
                <a:cubicBezTo>
                  <a:pt x="6566" y="17379"/>
                  <a:pt x="9271" y="17136"/>
                  <a:pt x="11976" y="17075"/>
                </a:cubicBezTo>
                <a:cubicBezTo>
                  <a:pt x="12827" y="17045"/>
                  <a:pt x="13678" y="16984"/>
                  <a:pt x="14530" y="16923"/>
                </a:cubicBezTo>
                <a:cubicBezTo>
                  <a:pt x="16566" y="16741"/>
                  <a:pt x="18603" y="16528"/>
                  <a:pt x="20639" y="16376"/>
                </a:cubicBezTo>
                <a:cubicBezTo>
                  <a:pt x="21733" y="16315"/>
                  <a:pt x="22858" y="16345"/>
                  <a:pt x="23952" y="16285"/>
                </a:cubicBezTo>
                <a:cubicBezTo>
                  <a:pt x="26262" y="16163"/>
                  <a:pt x="28542" y="16072"/>
                  <a:pt x="30852" y="15981"/>
                </a:cubicBezTo>
                <a:cubicBezTo>
                  <a:pt x="31595" y="15942"/>
                  <a:pt x="32337" y="15930"/>
                  <a:pt x="33082" y="15930"/>
                </a:cubicBezTo>
                <a:cubicBezTo>
                  <a:pt x="34075" y="15930"/>
                  <a:pt x="35073" y="15950"/>
                  <a:pt x="36080" y="15950"/>
                </a:cubicBezTo>
                <a:cubicBezTo>
                  <a:pt x="39272" y="15981"/>
                  <a:pt x="42463" y="15981"/>
                  <a:pt x="45655" y="16194"/>
                </a:cubicBezTo>
                <a:cubicBezTo>
                  <a:pt x="47691" y="16345"/>
                  <a:pt x="49697" y="16528"/>
                  <a:pt x="51734" y="16680"/>
                </a:cubicBezTo>
                <a:cubicBezTo>
                  <a:pt x="52889" y="16771"/>
                  <a:pt x="54044" y="16832"/>
                  <a:pt x="55199" y="16953"/>
                </a:cubicBezTo>
                <a:cubicBezTo>
                  <a:pt x="56932" y="17136"/>
                  <a:pt x="58664" y="17379"/>
                  <a:pt x="60397" y="17652"/>
                </a:cubicBezTo>
                <a:cubicBezTo>
                  <a:pt x="62129" y="17896"/>
                  <a:pt x="63892" y="18048"/>
                  <a:pt x="65625" y="18412"/>
                </a:cubicBezTo>
                <a:cubicBezTo>
                  <a:pt x="65837" y="18465"/>
                  <a:pt x="66078" y="18519"/>
                  <a:pt x="66328" y="18519"/>
                </a:cubicBezTo>
                <a:cubicBezTo>
                  <a:pt x="66651" y="18519"/>
                  <a:pt x="66988" y="18430"/>
                  <a:pt x="67296" y="18139"/>
                </a:cubicBezTo>
                <a:cubicBezTo>
                  <a:pt x="66719" y="17804"/>
                  <a:pt x="66233" y="17561"/>
                  <a:pt x="65564" y="17197"/>
                </a:cubicBezTo>
                <a:cubicBezTo>
                  <a:pt x="65941" y="17197"/>
                  <a:pt x="66265" y="17335"/>
                  <a:pt x="66543" y="17335"/>
                </a:cubicBezTo>
                <a:cubicBezTo>
                  <a:pt x="66735" y="17335"/>
                  <a:pt x="66904" y="17268"/>
                  <a:pt x="67053" y="17045"/>
                </a:cubicBezTo>
                <a:cubicBezTo>
                  <a:pt x="66780" y="16680"/>
                  <a:pt x="66385" y="16497"/>
                  <a:pt x="65989" y="16254"/>
                </a:cubicBezTo>
                <a:cubicBezTo>
                  <a:pt x="66263" y="16254"/>
                  <a:pt x="66506" y="16224"/>
                  <a:pt x="66689" y="16194"/>
                </a:cubicBezTo>
                <a:cubicBezTo>
                  <a:pt x="66597" y="15555"/>
                  <a:pt x="66233" y="15282"/>
                  <a:pt x="65594" y="15221"/>
                </a:cubicBezTo>
                <a:cubicBezTo>
                  <a:pt x="65078" y="15190"/>
                  <a:pt x="64530" y="15069"/>
                  <a:pt x="64014" y="14978"/>
                </a:cubicBezTo>
                <a:cubicBezTo>
                  <a:pt x="63406" y="14856"/>
                  <a:pt x="62737" y="14887"/>
                  <a:pt x="62099" y="14248"/>
                </a:cubicBezTo>
                <a:lnTo>
                  <a:pt x="62099" y="14248"/>
                </a:lnTo>
                <a:cubicBezTo>
                  <a:pt x="62237" y="14274"/>
                  <a:pt x="62368" y="14284"/>
                  <a:pt x="62495" y="14284"/>
                </a:cubicBezTo>
                <a:cubicBezTo>
                  <a:pt x="62976" y="14284"/>
                  <a:pt x="63386" y="14138"/>
                  <a:pt x="63778" y="14138"/>
                </a:cubicBezTo>
                <a:cubicBezTo>
                  <a:pt x="63898" y="14138"/>
                  <a:pt x="64017" y="14152"/>
                  <a:pt x="64135" y="14187"/>
                </a:cubicBezTo>
                <a:cubicBezTo>
                  <a:pt x="64986" y="14431"/>
                  <a:pt x="65898" y="14491"/>
                  <a:pt x="66780" y="14735"/>
                </a:cubicBezTo>
                <a:cubicBezTo>
                  <a:pt x="66884" y="14766"/>
                  <a:pt x="66971" y="14782"/>
                  <a:pt x="67048" y="14782"/>
                </a:cubicBezTo>
                <a:cubicBezTo>
                  <a:pt x="67265" y="14782"/>
                  <a:pt x="67407" y="14663"/>
                  <a:pt x="67631" y="14461"/>
                </a:cubicBezTo>
                <a:cubicBezTo>
                  <a:pt x="66385" y="13397"/>
                  <a:pt x="64865" y="13549"/>
                  <a:pt x="63436" y="13215"/>
                </a:cubicBezTo>
                <a:cubicBezTo>
                  <a:pt x="63514" y="13079"/>
                  <a:pt x="63616" y="13055"/>
                  <a:pt x="63711" y="13055"/>
                </a:cubicBezTo>
                <a:cubicBezTo>
                  <a:pt x="63765" y="13055"/>
                  <a:pt x="63818" y="13063"/>
                  <a:pt x="63862" y="13063"/>
                </a:cubicBezTo>
                <a:cubicBezTo>
                  <a:pt x="64834" y="13093"/>
                  <a:pt x="65777" y="13276"/>
                  <a:pt x="66719" y="13458"/>
                </a:cubicBezTo>
                <a:cubicBezTo>
                  <a:pt x="66902" y="13486"/>
                  <a:pt x="67058" y="13503"/>
                  <a:pt x="67191" y="13503"/>
                </a:cubicBezTo>
                <a:cubicBezTo>
                  <a:pt x="67631" y="13503"/>
                  <a:pt x="67825" y="13319"/>
                  <a:pt x="67965" y="12759"/>
                </a:cubicBezTo>
                <a:cubicBezTo>
                  <a:pt x="66658" y="12121"/>
                  <a:pt x="65169" y="12151"/>
                  <a:pt x="63679" y="11756"/>
                </a:cubicBezTo>
                <a:cubicBezTo>
                  <a:pt x="63892" y="11563"/>
                  <a:pt x="64080" y="11517"/>
                  <a:pt x="64251" y="11517"/>
                </a:cubicBezTo>
                <a:cubicBezTo>
                  <a:pt x="64349" y="11517"/>
                  <a:pt x="64442" y="11532"/>
                  <a:pt x="64530" y="11543"/>
                </a:cubicBezTo>
                <a:cubicBezTo>
                  <a:pt x="65412" y="11665"/>
                  <a:pt x="66293" y="11847"/>
                  <a:pt x="67205" y="12029"/>
                </a:cubicBezTo>
                <a:cubicBezTo>
                  <a:pt x="67348" y="12062"/>
                  <a:pt x="67490" y="12087"/>
                  <a:pt x="67631" y="12087"/>
                </a:cubicBezTo>
                <a:cubicBezTo>
                  <a:pt x="67881" y="12087"/>
                  <a:pt x="68127" y="12008"/>
                  <a:pt x="68360" y="11756"/>
                </a:cubicBezTo>
                <a:cubicBezTo>
                  <a:pt x="67874" y="11391"/>
                  <a:pt x="67479" y="11087"/>
                  <a:pt x="66932" y="10965"/>
                </a:cubicBezTo>
                <a:cubicBezTo>
                  <a:pt x="65625" y="10662"/>
                  <a:pt x="64257" y="10631"/>
                  <a:pt x="63163" y="9719"/>
                </a:cubicBezTo>
                <a:lnTo>
                  <a:pt x="63558" y="9719"/>
                </a:lnTo>
                <a:cubicBezTo>
                  <a:pt x="64834" y="9962"/>
                  <a:pt x="66111" y="10175"/>
                  <a:pt x="67418" y="10418"/>
                </a:cubicBezTo>
                <a:cubicBezTo>
                  <a:pt x="67561" y="10442"/>
                  <a:pt x="67704" y="10466"/>
                  <a:pt x="67840" y="10466"/>
                </a:cubicBezTo>
                <a:cubicBezTo>
                  <a:pt x="68050" y="10466"/>
                  <a:pt x="68243" y="10409"/>
                  <a:pt x="68391" y="10206"/>
                </a:cubicBezTo>
                <a:cubicBezTo>
                  <a:pt x="68604" y="9932"/>
                  <a:pt x="68239" y="9780"/>
                  <a:pt x="68087" y="9628"/>
                </a:cubicBezTo>
                <a:cubicBezTo>
                  <a:pt x="68196" y="9478"/>
                  <a:pt x="68336" y="9456"/>
                  <a:pt x="68479" y="9456"/>
                </a:cubicBezTo>
                <a:cubicBezTo>
                  <a:pt x="68536" y="9456"/>
                  <a:pt x="68593" y="9460"/>
                  <a:pt x="68649" y="9460"/>
                </a:cubicBezTo>
                <a:cubicBezTo>
                  <a:pt x="68766" y="9460"/>
                  <a:pt x="68878" y="9445"/>
                  <a:pt x="68968" y="9355"/>
                </a:cubicBezTo>
                <a:cubicBezTo>
                  <a:pt x="68907" y="8899"/>
                  <a:pt x="68300" y="9111"/>
                  <a:pt x="68239" y="8655"/>
                </a:cubicBezTo>
                <a:cubicBezTo>
                  <a:pt x="68408" y="8499"/>
                  <a:pt x="68611" y="8471"/>
                  <a:pt x="68826" y="8471"/>
                </a:cubicBezTo>
                <a:cubicBezTo>
                  <a:pt x="68945" y="8471"/>
                  <a:pt x="69068" y="8480"/>
                  <a:pt x="69191" y="8480"/>
                </a:cubicBezTo>
                <a:cubicBezTo>
                  <a:pt x="69363" y="8480"/>
                  <a:pt x="69536" y="8463"/>
                  <a:pt x="69698" y="8382"/>
                </a:cubicBezTo>
                <a:cubicBezTo>
                  <a:pt x="69242" y="7622"/>
                  <a:pt x="68482" y="7531"/>
                  <a:pt x="67783" y="7348"/>
                </a:cubicBezTo>
                <a:cubicBezTo>
                  <a:pt x="67357" y="7257"/>
                  <a:pt x="66749" y="7379"/>
                  <a:pt x="66628" y="6740"/>
                </a:cubicBezTo>
                <a:cubicBezTo>
                  <a:pt x="66512" y="6815"/>
                  <a:pt x="66294" y="6849"/>
                  <a:pt x="66019" y="6849"/>
                </a:cubicBezTo>
                <a:cubicBezTo>
                  <a:pt x="65285" y="6849"/>
                  <a:pt x="64144" y="6608"/>
                  <a:pt x="63436" y="6254"/>
                </a:cubicBezTo>
                <a:cubicBezTo>
                  <a:pt x="63831" y="5798"/>
                  <a:pt x="64591" y="6193"/>
                  <a:pt x="64895" y="5585"/>
                </a:cubicBezTo>
                <a:cubicBezTo>
                  <a:pt x="64713" y="5342"/>
                  <a:pt x="64379" y="5342"/>
                  <a:pt x="64075" y="5160"/>
                </a:cubicBezTo>
                <a:cubicBezTo>
                  <a:pt x="64409" y="5008"/>
                  <a:pt x="64530" y="4765"/>
                  <a:pt x="64561" y="4491"/>
                </a:cubicBezTo>
                <a:cubicBezTo>
                  <a:pt x="64973" y="4514"/>
                  <a:pt x="65333" y="4675"/>
                  <a:pt x="65694" y="4675"/>
                </a:cubicBezTo>
                <a:cubicBezTo>
                  <a:pt x="65812" y="4675"/>
                  <a:pt x="65930" y="4658"/>
                  <a:pt x="66050" y="4613"/>
                </a:cubicBezTo>
                <a:cubicBezTo>
                  <a:pt x="65290" y="4187"/>
                  <a:pt x="64257" y="4400"/>
                  <a:pt x="63710" y="3488"/>
                </a:cubicBezTo>
                <a:cubicBezTo>
                  <a:pt x="64470" y="3488"/>
                  <a:pt x="65199" y="3640"/>
                  <a:pt x="65929" y="3823"/>
                </a:cubicBezTo>
                <a:cubicBezTo>
                  <a:pt x="66207" y="3906"/>
                  <a:pt x="66621" y="3945"/>
                  <a:pt x="67010" y="3945"/>
                </a:cubicBezTo>
                <a:cubicBezTo>
                  <a:pt x="67469" y="3945"/>
                  <a:pt x="67894" y="3891"/>
                  <a:pt x="68026" y="3792"/>
                </a:cubicBezTo>
                <a:cubicBezTo>
                  <a:pt x="65199" y="3032"/>
                  <a:pt x="62312" y="2667"/>
                  <a:pt x="59454" y="2364"/>
                </a:cubicBezTo>
                <a:lnTo>
                  <a:pt x="64682" y="2364"/>
                </a:lnTo>
                <a:cubicBezTo>
                  <a:pt x="64470" y="2181"/>
                  <a:pt x="64318" y="2090"/>
                  <a:pt x="64135" y="2090"/>
                </a:cubicBezTo>
                <a:cubicBezTo>
                  <a:pt x="62160" y="2029"/>
                  <a:pt x="60184" y="1786"/>
                  <a:pt x="58208" y="1786"/>
                </a:cubicBezTo>
                <a:cubicBezTo>
                  <a:pt x="58162" y="1787"/>
                  <a:pt x="58116" y="1788"/>
                  <a:pt x="58070" y="1788"/>
                </a:cubicBezTo>
                <a:cubicBezTo>
                  <a:pt x="56867" y="1788"/>
                  <a:pt x="55638" y="1421"/>
                  <a:pt x="54409" y="1421"/>
                </a:cubicBezTo>
                <a:cubicBezTo>
                  <a:pt x="52707" y="1421"/>
                  <a:pt x="51035" y="1117"/>
                  <a:pt x="49333" y="1057"/>
                </a:cubicBezTo>
                <a:cubicBezTo>
                  <a:pt x="46779" y="996"/>
                  <a:pt x="44226" y="570"/>
                  <a:pt x="41673" y="570"/>
                </a:cubicBezTo>
                <a:cubicBezTo>
                  <a:pt x="41430" y="570"/>
                  <a:pt x="41187" y="570"/>
                  <a:pt x="40913" y="540"/>
                </a:cubicBezTo>
                <a:cubicBezTo>
                  <a:pt x="39576" y="357"/>
                  <a:pt x="38208" y="327"/>
                  <a:pt x="36840" y="205"/>
                </a:cubicBezTo>
                <a:cubicBezTo>
                  <a:pt x="36469" y="183"/>
                  <a:pt x="36095" y="177"/>
                  <a:pt x="35718" y="177"/>
                </a:cubicBezTo>
                <a:cubicBezTo>
                  <a:pt x="35305" y="177"/>
                  <a:pt x="34889" y="184"/>
                  <a:pt x="34472" y="184"/>
                </a:cubicBezTo>
                <a:cubicBezTo>
                  <a:pt x="34238" y="184"/>
                  <a:pt x="34004" y="182"/>
                  <a:pt x="33770" y="175"/>
                </a:cubicBezTo>
                <a:cubicBezTo>
                  <a:pt x="31762" y="150"/>
                  <a:pt x="29754" y="1"/>
                  <a:pt x="27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9" name="Google Shape;9609;p28"/>
          <p:cNvSpPr/>
          <p:nvPr/>
        </p:nvSpPr>
        <p:spPr>
          <a:xfrm flipH="1" rot="6270865">
            <a:off x="7844707" y="-1155287"/>
            <a:ext cx="1599085" cy="2647247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0" name="Google Shape;9610;p28"/>
          <p:cNvGrpSpPr/>
          <p:nvPr/>
        </p:nvGrpSpPr>
        <p:grpSpPr>
          <a:xfrm flipH="1" rot="-9407711">
            <a:off x="-1965453" y="-821861"/>
            <a:ext cx="3222248" cy="1467362"/>
            <a:chOff x="3427375" y="613525"/>
            <a:chExt cx="1481825" cy="674800"/>
          </a:xfrm>
        </p:grpSpPr>
        <p:sp>
          <p:nvSpPr>
            <p:cNvPr id="9611" name="Google Shape;9611;p28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28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28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28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28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28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28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28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28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28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28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28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28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28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28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28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28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28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28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28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28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28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28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28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28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28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28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28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28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28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28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28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28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28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28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28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28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28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28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28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28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28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28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28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28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28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28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28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28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28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28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28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28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28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28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28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28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28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28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28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28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28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28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28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28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28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28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28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28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28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28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28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28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28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28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28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28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28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28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28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28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28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28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28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28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28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28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28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28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28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28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28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28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28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28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28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28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28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28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28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28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28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28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28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28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28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28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28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28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28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28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28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28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28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28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28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28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28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28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28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28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28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28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28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28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28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28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28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28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28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28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28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28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28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28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28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28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28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28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28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28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28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28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28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28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28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28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28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28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28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28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28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28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28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28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28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28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28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28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28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28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28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28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28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28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28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28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28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28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28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28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28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28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28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28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28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28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28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28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28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2_1_1_1">
    <p:spTree>
      <p:nvGrpSpPr>
        <p:cNvPr id="9791" name="Shape 9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2" name="Google Shape;9792;p29"/>
          <p:cNvSpPr txBox="1"/>
          <p:nvPr>
            <p:ph idx="1" type="subTitle"/>
          </p:nvPr>
        </p:nvSpPr>
        <p:spPr>
          <a:xfrm>
            <a:off x="4794950" y="2200825"/>
            <a:ext cx="3358800" cy="10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9793" name="Google Shape;9793;p29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9794" name="Google Shape;9794;p29"/>
          <p:cNvGrpSpPr/>
          <p:nvPr/>
        </p:nvGrpSpPr>
        <p:grpSpPr>
          <a:xfrm rot="6148796">
            <a:off x="7391634" y="-800769"/>
            <a:ext cx="3222198" cy="1467339"/>
            <a:chOff x="3427375" y="613525"/>
            <a:chExt cx="1481825" cy="674800"/>
          </a:xfrm>
        </p:grpSpPr>
        <p:sp>
          <p:nvSpPr>
            <p:cNvPr id="9795" name="Google Shape;9795;p29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29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29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29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29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29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29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29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29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29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29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29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29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29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29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29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29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29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29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29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29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29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29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29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29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29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29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29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29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29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29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29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29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29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29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29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29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29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29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29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29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29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29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29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29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29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29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29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29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29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29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29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29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29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29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29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29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29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29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29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29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29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29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29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29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29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29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29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29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29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29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29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29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29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29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29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29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29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29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29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29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29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29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29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29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29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29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29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29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29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29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29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29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29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29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29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29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29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29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29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29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29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29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29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29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29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29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29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29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29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29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29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29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29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29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29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29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29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29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29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29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29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29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29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29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29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29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29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29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29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29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29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29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29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29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29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29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29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29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29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29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29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29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29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29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29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29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29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29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29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29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29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29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29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29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29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29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29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29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29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29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29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29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29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29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29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29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29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29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29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29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29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29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29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29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29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29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29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29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29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5" name="Google Shape;9975;p29"/>
          <p:cNvGrpSpPr/>
          <p:nvPr/>
        </p:nvGrpSpPr>
        <p:grpSpPr>
          <a:xfrm rot="-622194">
            <a:off x="6957742" y="3836281"/>
            <a:ext cx="3222105" cy="1467296"/>
            <a:chOff x="3427375" y="613525"/>
            <a:chExt cx="1481825" cy="674800"/>
          </a:xfrm>
        </p:grpSpPr>
        <p:sp>
          <p:nvSpPr>
            <p:cNvPr id="9976" name="Google Shape;9976;p29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29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29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29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29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29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29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29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29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29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29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29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29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29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29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29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29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29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29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29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29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29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29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29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29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29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29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29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29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29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29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29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29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29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29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29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29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29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29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29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29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29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29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29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29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29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29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29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29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29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29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29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29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29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29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29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29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29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29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29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29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29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29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29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29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29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29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29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29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29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29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29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29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29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29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29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29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29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29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29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29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29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29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29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29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29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29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29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29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29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29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29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29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29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29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29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29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29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29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29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29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29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29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29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29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29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29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29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29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29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29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29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29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29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29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29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29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29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29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29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29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29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29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29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29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29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29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29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29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29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29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29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29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29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29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29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29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29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29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29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29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29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29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29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29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29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29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29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29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29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29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29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29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29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29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29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29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29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29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29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29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29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29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29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29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29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29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29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29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29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29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29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29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29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29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29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29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29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29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29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56" name="Google Shape;10156;p29"/>
          <p:cNvSpPr/>
          <p:nvPr/>
        </p:nvSpPr>
        <p:spPr>
          <a:xfrm flipH="1" rot="1320137">
            <a:off x="-1504707" y="-111620"/>
            <a:ext cx="3010949" cy="1771693"/>
          </a:xfrm>
          <a:custGeom>
            <a:rect b="b" l="l" r="r" t="t"/>
            <a:pathLst>
              <a:path extrusionOk="0" h="38669" w="65717">
                <a:moveTo>
                  <a:pt x="28439" y="7218"/>
                </a:moveTo>
                <a:cubicBezTo>
                  <a:pt x="28675" y="7218"/>
                  <a:pt x="28913" y="7242"/>
                  <a:pt x="29150" y="7281"/>
                </a:cubicBezTo>
                <a:cubicBezTo>
                  <a:pt x="29813" y="7360"/>
                  <a:pt x="30475" y="7415"/>
                  <a:pt x="31134" y="7415"/>
                </a:cubicBezTo>
                <a:cubicBezTo>
                  <a:pt x="31744" y="7415"/>
                  <a:pt x="32350" y="7368"/>
                  <a:pt x="32950" y="7251"/>
                </a:cubicBezTo>
                <a:cubicBezTo>
                  <a:pt x="33056" y="7236"/>
                  <a:pt x="33162" y="7228"/>
                  <a:pt x="33265" y="7228"/>
                </a:cubicBezTo>
                <a:cubicBezTo>
                  <a:pt x="33368" y="7228"/>
                  <a:pt x="33466" y="7236"/>
                  <a:pt x="33558" y="7251"/>
                </a:cubicBezTo>
                <a:cubicBezTo>
                  <a:pt x="34054" y="7298"/>
                  <a:pt x="34533" y="7530"/>
                  <a:pt x="35036" y="7530"/>
                </a:cubicBezTo>
                <a:cubicBezTo>
                  <a:pt x="35179" y="7530"/>
                  <a:pt x="35324" y="7511"/>
                  <a:pt x="35472" y="7464"/>
                </a:cubicBezTo>
                <a:lnTo>
                  <a:pt x="35472" y="7464"/>
                </a:lnTo>
                <a:cubicBezTo>
                  <a:pt x="35412" y="7494"/>
                  <a:pt x="35351" y="7525"/>
                  <a:pt x="35229" y="7646"/>
                </a:cubicBezTo>
                <a:cubicBezTo>
                  <a:pt x="35267" y="7643"/>
                  <a:pt x="35305" y="7642"/>
                  <a:pt x="35342" y="7642"/>
                </a:cubicBezTo>
                <a:cubicBezTo>
                  <a:pt x="35539" y="7642"/>
                  <a:pt x="35724" y="7677"/>
                  <a:pt x="35911" y="7677"/>
                </a:cubicBezTo>
                <a:cubicBezTo>
                  <a:pt x="36055" y="7677"/>
                  <a:pt x="36200" y="7657"/>
                  <a:pt x="36354" y="7585"/>
                </a:cubicBezTo>
                <a:lnTo>
                  <a:pt x="36354" y="7585"/>
                </a:lnTo>
                <a:cubicBezTo>
                  <a:pt x="36185" y="7906"/>
                  <a:pt x="35979" y="7983"/>
                  <a:pt x="35772" y="7983"/>
                </a:cubicBezTo>
                <a:cubicBezTo>
                  <a:pt x="35606" y="7983"/>
                  <a:pt x="35439" y="7933"/>
                  <a:pt x="35290" y="7920"/>
                </a:cubicBezTo>
                <a:cubicBezTo>
                  <a:pt x="34534" y="7815"/>
                  <a:pt x="33763" y="7782"/>
                  <a:pt x="32998" y="7782"/>
                </a:cubicBezTo>
                <a:cubicBezTo>
                  <a:pt x="32656" y="7782"/>
                  <a:pt x="32315" y="7789"/>
                  <a:pt x="31977" y="7798"/>
                </a:cubicBezTo>
                <a:cubicBezTo>
                  <a:pt x="31891" y="7804"/>
                  <a:pt x="31806" y="7806"/>
                  <a:pt x="31721" y="7806"/>
                </a:cubicBezTo>
                <a:cubicBezTo>
                  <a:pt x="31329" y="7806"/>
                  <a:pt x="30954" y="7752"/>
                  <a:pt x="30579" y="7677"/>
                </a:cubicBezTo>
                <a:cubicBezTo>
                  <a:pt x="30336" y="7628"/>
                  <a:pt x="30088" y="7613"/>
                  <a:pt x="29839" y="7613"/>
                </a:cubicBezTo>
                <a:cubicBezTo>
                  <a:pt x="29465" y="7613"/>
                  <a:pt x="29089" y="7646"/>
                  <a:pt x="28725" y="7646"/>
                </a:cubicBezTo>
                <a:cubicBezTo>
                  <a:pt x="28147" y="7646"/>
                  <a:pt x="27600" y="7646"/>
                  <a:pt x="27022" y="7585"/>
                </a:cubicBezTo>
                <a:cubicBezTo>
                  <a:pt x="27473" y="7319"/>
                  <a:pt x="27952" y="7218"/>
                  <a:pt x="28439" y="7218"/>
                </a:cubicBezTo>
                <a:close/>
                <a:moveTo>
                  <a:pt x="64257" y="17312"/>
                </a:moveTo>
                <a:lnTo>
                  <a:pt x="64257" y="17312"/>
                </a:lnTo>
                <a:cubicBezTo>
                  <a:pt x="64500" y="17829"/>
                  <a:pt x="64227" y="18285"/>
                  <a:pt x="64014" y="18923"/>
                </a:cubicBezTo>
                <a:cubicBezTo>
                  <a:pt x="63741" y="18163"/>
                  <a:pt x="64196" y="17768"/>
                  <a:pt x="64257" y="17312"/>
                </a:cubicBezTo>
                <a:close/>
                <a:moveTo>
                  <a:pt x="24248" y="0"/>
                </a:moveTo>
                <a:cubicBezTo>
                  <a:pt x="23847" y="0"/>
                  <a:pt x="23444" y="43"/>
                  <a:pt x="23041" y="169"/>
                </a:cubicBezTo>
                <a:cubicBezTo>
                  <a:pt x="22605" y="308"/>
                  <a:pt x="22143" y="356"/>
                  <a:pt x="21681" y="356"/>
                </a:cubicBezTo>
                <a:cubicBezTo>
                  <a:pt x="21434" y="356"/>
                  <a:pt x="21187" y="342"/>
                  <a:pt x="20943" y="321"/>
                </a:cubicBezTo>
                <a:cubicBezTo>
                  <a:pt x="20523" y="277"/>
                  <a:pt x="20086" y="120"/>
                  <a:pt x="19669" y="120"/>
                </a:cubicBezTo>
                <a:cubicBezTo>
                  <a:pt x="19513" y="120"/>
                  <a:pt x="19360" y="141"/>
                  <a:pt x="19211" y="199"/>
                </a:cubicBezTo>
                <a:cubicBezTo>
                  <a:pt x="18780" y="371"/>
                  <a:pt x="18345" y="414"/>
                  <a:pt x="17909" y="414"/>
                </a:cubicBezTo>
                <a:cubicBezTo>
                  <a:pt x="17477" y="414"/>
                  <a:pt x="17045" y="372"/>
                  <a:pt x="16615" y="372"/>
                </a:cubicBezTo>
                <a:cubicBezTo>
                  <a:pt x="16406" y="372"/>
                  <a:pt x="16197" y="382"/>
                  <a:pt x="15989" y="412"/>
                </a:cubicBezTo>
                <a:cubicBezTo>
                  <a:pt x="14773" y="564"/>
                  <a:pt x="13496" y="351"/>
                  <a:pt x="12281" y="716"/>
                </a:cubicBezTo>
                <a:cubicBezTo>
                  <a:pt x="11642" y="898"/>
                  <a:pt x="10974" y="990"/>
                  <a:pt x="10457" y="1506"/>
                </a:cubicBezTo>
                <a:cubicBezTo>
                  <a:pt x="10548" y="1871"/>
                  <a:pt x="10791" y="1962"/>
                  <a:pt x="11065" y="2053"/>
                </a:cubicBezTo>
                <a:cubicBezTo>
                  <a:pt x="10609" y="2601"/>
                  <a:pt x="10001" y="2601"/>
                  <a:pt x="9484" y="2783"/>
                </a:cubicBezTo>
                <a:cubicBezTo>
                  <a:pt x="8967" y="2965"/>
                  <a:pt x="8451" y="3391"/>
                  <a:pt x="8360" y="3725"/>
                </a:cubicBezTo>
                <a:cubicBezTo>
                  <a:pt x="9069" y="4521"/>
                  <a:pt x="9916" y="4608"/>
                  <a:pt x="10789" y="4608"/>
                </a:cubicBezTo>
                <a:cubicBezTo>
                  <a:pt x="11033" y="4608"/>
                  <a:pt x="11279" y="4601"/>
                  <a:pt x="11524" y="4601"/>
                </a:cubicBezTo>
                <a:cubicBezTo>
                  <a:pt x="11944" y="4601"/>
                  <a:pt x="12362" y="4621"/>
                  <a:pt x="12767" y="4728"/>
                </a:cubicBezTo>
                <a:cubicBezTo>
                  <a:pt x="12463" y="5245"/>
                  <a:pt x="12068" y="5306"/>
                  <a:pt x="11642" y="5306"/>
                </a:cubicBezTo>
                <a:cubicBezTo>
                  <a:pt x="11447" y="5298"/>
                  <a:pt x="11252" y="5288"/>
                  <a:pt x="11059" y="5288"/>
                </a:cubicBezTo>
                <a:cubicBezTo>
                  <a:pt x="10499" y="5288"/>
                  <a:pt x="9951" y="5371"/>
                  <a:pt x="9454" y="5823"/>
                </a:cubicBezTo>
                <a:cubicBezTo>
                  <a:pt x="9655" y="5967"/>
                  <a:pt x="9584" y="6466"/>
                  <a:pt x="9861" y="6466"/>
                </a:cubicBezTo>
                <a:cubicBezTo>
                  <a:pt x="9876" y="6466"/>
                  <a:pt x="9892" y="6464"/>
                  <a:pt x="9910" y="6461"/>
                </a:cubicBezTo>
                <a:lnTo>
                  <a:pt x="9910" y="6461"/>
                </a:lnTo>
                <a:cubicBezTo>
                  <a:pt x="9788" y="6795"/>
                  <a:pt x="9636" y="7130"/>
                  <a:pt x="9515" y="7433"/>
                </a:cubicBezTo>
                <a:cubicBezTo>
                  <a:pt x="10194" y="7433"/>
                  <a:pt x="10844" y="7760"/>
                  <a:pt x="11464" y="7760"/>
                </a:cubicBezTo>
                <a:cubicBezTo>
                  <a:pt x="11731" y="7760"/>
                  <a:pt x="11994" y="7699"/>
                  <a:pt x="12250" y="7525"/>
                </a:cubicBezTo>
                <a:cubicBezTo>
                  <a:pt x="12497" y="7552"/>
                  <a:pt x="12347" y="7902"/>
                  <a:pt x="12496" y="7902"/>
                </a:cubicBezTo>
                <a:cubicBezTo>
                  <a:pt x="12511" y="7902"/>
                  <a:pt x="12531" y="7898"/>
                  <a:pt x="12554" y="7889"/>
                </a:cubicBezTo>
                <a:cubicBezTo>
                  <a:pt x="12858" y="7798"/>
                  <a:pt x="12585" y="7677"/>
                  <a:pt x="12554" y="7555"/>
                </a:cubicBezTo>
                <a:cubicBezTo>
                  <a:pt x="12524" y="7312"/>
                  <a:pt x="12737" y="7312"/>
                  <a:pt x="12888" y="7312"/>
                </a:cubicBezTo>
                <a:cubicBezTo>
                  <a:pt x="12964" y="7312"/>
                  <a:pt x="12998" y="7417"/>
                  <a:pt x="13113" y="7417"/>
                </a:cubicBezTo>
                <a:cubicBezTo>
                  <a:pt x="13136" y="7417"/>
                  <a:pt x="13162" y="7413"/>
                  <a:pt x="13192" y="7403"/>
                </a:cubicBezTo>
                <a:cubicBezTo>
                  <a:pt x="13514" y="7321"/>
                  <a:pt x="13835" y="7292"/>
                  <a:pt x="14157" y="7292"/>
                </a:cubicBezTo>
                <a:cubicBezTo>
                  <a:pt x="14904" y="7292"/>
                  <a:pt x="15653" y="7447"/>
                  <a:pt x="16414" y="7447"/>
                </a:cubicBezTo>
                <a:cubicBezTo>
                  <a:pt x="16535" y="7447"/>
                  <a:pt x="16657" y="7443"/>
                  <a:pt x="16779" y="7433"/>
                </a:cubicBezTo>
                <a:cubicBezTo>
                  <a:pt x="17417" y="7403"/>
                  <a:pt x="17995" y="7221"/>
                  <a:pt x="18694" y="7190"/>
                </a:cubicBezTo>
                <a:cubicBezTo>
                  <a:pt x="18768" y="7413"/>
                  <a:pt x="18915" y="7491"/>
                  <a:pt x="19070" y="7491"/>
                </a:cubicBezTo>
                <a:cubicBezTo>
                  <a:pt x="19233" y="7491"/>
                  <a:pt x="19406" y="7405"/>
                  <a:pt x="19515" y="7312"/>
                </a:cubicBezTo>
                <a:cubicBezTo>
                  <a:pt x="19647" y="7199"/>
                  <a:pt x="19752" y="7156"/>
                  <a:pt x="19844" y="7156"/>
                </a:cubicBezTo>
                <a:cubicBezTo>
                  <a:pt x="20049" y="7156"/>
                  <a:pt x="20187" y="7368"/>
                  <a:pt x="20396" y="7494"/>
                </a:cubicBezTo>
                <a:cubicBezTo>
                  <a:pt x="20105" y="7855"/>
                  <a:pt x="19788" y="7937"/>
                  <a:pt x="19478" y="7937"/>
                </a:cubicBezTo>
                <a:cubicBezTo>
                  <a:pt x="19219" y="7937"/>
                  <a:pt x="18964" y="7880"/>
                  <a:pt x="18733" y="7880"/>
                </a:cubicBezTo>
                <a:cubicBezTo>
                  <a:pt x="18634" y="7880"/>
                  <a:pt x="18540" y="7890"/>
                  <a:pt x="18451" y="7920"/>
                </a:cubicBezTo>
                <a:cubicBezTo>
                  <a:pt x="18238" y="7829"/>
                  <a:pt x="18512" y="7585"/>
                  <a:pt x="18238" y="7525"/>
                </a:cubicBezTo>
                <a:cubicBezTo>
                  <a:pt x="18025" y="7551"/>
                  <a:pt x="17952" y="7977"/>
                  <a:pt x="17834" y="7977"/>
                </a:cubicBezTo>
                <a:cubicBezTo>
                  <a:pt x="17818" y="7977"/>
                  <a:pt x="17801" y="7969"/>
                  <a:pt x="17782" y="7950"/>
                </a:cubicBezTo>
                <a:cubicBezTo>
                  <a:pt x="17682" y="7857"/>
                  <a:pt x="17584" y="7825"/>
                  <a:pt x="17487" y="7825"/>
                </a:cubicBezTo>
                <a:cubicBezTo>
                  <a:pt x="17263" y="7825"/>
                  <a:pt x="17049" y="7999"/>
                  <a:pt x="16843" y="7999"/>
                </a:cubicBezTo>
                <a:cubicBezTo>
                  <a:pt x="16759" y="7999"/>
                  <a:pt x="16677" y="7970"/>
                  <a:pt x="16597" y="7889"/>
                </a:cubicBezTo>
                <a:cubicBezTo>
                  <a:pt x="16535" y="7828"/>
                  <a:pt x="16474" y="7806"/>
                  <a:pt x="16410" y="7806"/>
                </a:cubicBezTo>
                <a:cubicBezTo>
                  <a:pt x="16317" y="7806"/>
                  <a:pt x="16219" y="7853"/>
                  <a:pt x="16110" y="7889"/>
                </a:cubicBezTo>
                <a:cubicBezTo>
                  <a:pt x="15751" y="8018"/>
                  <a:pt x="15413" y="8146"/>
                  <a:pt x="15005" y="8146"/>
                </a:cubicBezTo>
                <a:cubicBezTo>
                  <a:pt x="14930" y="8146"/>
                  <a:pt x="14853" y="8142"/>
                  <a:pt x="14773" y="8133"/>
                </a:cubicBezTo>
                <a:cubicBezTo>
                  <a:pt x="14570" y="8114"/>
                  <a:pt x="14322" y="8084"/>
                  <a:pt x="14070" y="8084"/>
                </a:cubicBezTo>
                <a:cubicBezTo>
                  <a:pt x="13907" y="8084"/>
                  <a:pt x="13743" y="8097"/>
                  <a:pt x="13588" y="8133"/>
                </a:cubicBezTo>
                <a:cubicBezTo>
                  <a:pt x="12919" y="8285"/>
                  <a:pt x="12311" y="8649"/>
                  <a:pt x="11673" y="8832"/>
                </a:cubicBezTo>
                <a:cubicBezTo>
                  <a:pt x="11764" y="9105"/>
                  <a:pt x="11825" y="9318"/>
                  <a:pt x="11916" y="9561"/>
                </a:cubicBezTo>
                <a:cubicBezTo>
                  <a:pt x="10913" y="9956"/>
                  <a:pt x="9575" y="9409"/>
                  <a:pt x="8755" y="10838"/>
                </a:cubicBezTo>
                <a:cubicBezTo>
                  <a:pt x="9032" y="10890"/>
                  <a:pt x="9300" y="10908"/>
                  <a:pt x="9561" y="10908"/>
                </a:cubicBezTo>
                <a:cubicBezTo>
                  <a:pt x="10071" y="10908"/>
                  <a:pt x="10554" y="10842"/>
                  <a:pt x="11027" y="10842"/>
                </a:cubicBezTo>
                <a:cubicBezTo>
                  <a:pt x="11295" y="10842"/>
                  <a:pt x="11560" y="10863"/>
                  <a:pt x="11825" y="10929"/>
                </a:cubicBezTo>
                <a:cubicBezTo>
                  <a:pt x="11977" y="10990"/>
                  <a:pt x="12129" y="10899"/>
                  <a:pt x="12159" y="11142"/>
                </a:cubicBezTo>
                <a:cubicBezTo>
                  <a:pt x="12159" y="11385"/>
                  <a:pt x="12098" y="11598"/>
                  <a:pt x="11855" y="11658"/>
                </a:cubicBezTo>
                <a:cubicBezTo>
                  <a:pt x="11551" y="11719"/>
                  <a:pt x="11278" y="11780"/>
                  <a:pt x="10974" y="11810"/>
                </a:cubicBezTo>
                <a:cubicBezTo>
                  <a:pt x="10062" y="11932"/>
                  <a:pt x="9271" y="12236"/>
                  <a:pt x="8967" y="13421"/>
                </a:cubicBezTo>
                <a:cubicBezTo>
                  <a:pt x="9211" y="13573"/>
                  <a:pt x="9393" y="13756"/>
                  <a:pt x="9545" y="14029"/>
                </a:cubicBezTo>
                <a:cubicBezTo>
                  <a:pt x="9241" y="14212"/>
                  <a:pt x="8967" y="14272"/>
                  <a:pt x="8663" y="14333"/>
                </a:cubicBezTo>
                <a:cubicBezTo>
                  <a:pt x="7812" y="14485"/>
                  <a:pt x="7448" y="15002"/>
                  <a:pt x="7630" y="15914"/>
                </a:cubicBezTo>
                <a:cubicBezTo>
                  <a:pt x="7356" y="16005"/>
                  <a:pt x="7053" y="16127"/>
                  <a:pt x="6779" y="16248"/>
                </a:cubicBezTo>
                <a:cubicBezTo>
                  <a:pt x="5654" y="16765"/>
                  <a:pt x="4378" y="16643"/>
                  <a:pt x="3223" y="17038"/>
                </a:cubicBezTo>
                <a:cubicBezTo>
                  <a:pt x="2704" y="17240"/>
                  <a:pt x="2267" y="17742"/>
                  <a:pt x="1731" y="17742"/>
                </a:cubicBezTo>
                <a:cubicBezTo>
                  <a:pt x="1702" y="17742"/>
                  <a:pt x="1672" y="17741"/>
                  <a:pt x="1642" y="17738"/>
                </a:cubicBezTo>
                <a:cubicBezTo>
                  <a:pt x="1566" y="17724"/>
                  <a:pt x="1494" y="17718"/>
                  <a:pt x="1425" y="17718"/>
                </a:cubicBezTo>
                <a:cubicBezTo>
                  <a:pt x="1026" y="17718"/>
                  <a:pt x="733" y="17925"/>
                  <a:pt x="396" y="18133"/>
                </a:cubicBezTo>
                <a:cubicBezTo>
                  <a:pt x="31" y="18345"/>
                  <a:pt x="1" y="18589"/>
                  <a:pt x="183" y="18923"/>
                </a:cubicBezTo>
                <a:cubicBezTo>
                  <a:pt x="1285" y="18923"/>
                  <a:pt x="2356" y="18395"/>
                  <a:pt x="3464" y="18395"/>
                </a:cubicBezTo>
                <a:cubicBezTo>
                  <a:pt x="3883" y="18395"/>
                  <a:pt x="4308" y="18471"/>
                  <a:pt x="4742" y="18680"/>
                </a:cubicBezTo>
                <a:cubicBezTo>
                  <a:pt x="4628" y="18909"/>
                  <a:pt x="4540" y="19138"/>
                  <a:pt x="4352" y="19138"/>
                </a:cubicBezTo>
                <a:cubicBezTo>
                  <a:pt x="4341" y="19138"/>
                  <a:pt x="4329" y="19138"/>
                  <a:pt x="4317" y="19136"/>
                </a:cubicBezTo>
                <a:cubicBezTo>
                  <a:pt x="4248" y="19125"/>
                  <a:pt x="4181" y="19120"/>
                  <a:pt x="4114" y="19120"/>
                </a:cubicBezTo>
                <a:cubicBezTo>
                  <a:pt x="3616" y="19120"/>
                  <a:pt x="3154" y="19386"/>
                  <a:pt x="2645" y="19440"/>
                </a:cubicBezTo>
                <a:cubicBezTo>
                  <a:pt x="2128" y="19501"/>
                  <a:pt x="1642" y="20291"/>
                  <a:pt x="1764" y="20838"/>
                </a:cubicBezTo>
                <a:cubicBezTo>
                  <a:pt x="3439" y="20350"/>
                  <a:pt x="5113" y="20055"/>
                  <a:pt x="6860" y="20055"/>
                </a:cubicBezTo>
                <a:cubicBezTo>
                  <a:pt x="7618" y="20055"/>
                  <a:pt x="8389" y="20110"/>
                  <a:pt x="9180" y="20230"/>
                </a:cubicBezTo>
                <a:cubicBezTo>
                  <a:pt x="8907" y="20443"/>
                  <a:pt x="8755" y="20564"/>
                  <a:pt x="8633" y="20656"/>
                </a:cubicBezTo>
                <a:cubicBezTo>
                  <a:pt x="8694" y="20868"/>
                  <a:pt x="8937" y="20808"/>
                  <a:pt x="8937" y="21081"/>
                </a:cubicBezTo>
                <a:cubicBezTo>
                  <a:pt x="8857" y="21210"/>
                  <a:pt x="8751" y="21245"/>
                  <a:pt x="8637" y="21245"/>
                </a:cubicBezTo>
                <a:cubicBezTo>
                  <a:pt x="8536" y="21245"/>
                  <a:pt x="8429" y="21217"/>
                  <a:pt x="8329" y="21203"/>
                </a:cubicBezTo>
                <a:cubicBezTo>
                  <a:pt x="8451" y="21051"/>
                  <a:pt x="8572" y="20929"/>
                  <a:pt x="8481" y="20777"/>
                </a:cubicBezTo>
                <a:lnTo>
                  <a:pt x="8481" y="20777"/>
                </a:lnTo>
                <a:cubicBezTo>
                  <a:pt x="8188" y="20830"/>
                  <a:pt x="7901" y="20855"/>
                  <a:pt x="7619" y="20855"/>
                </a:cubicBezTo>
                <a:cubicBezTo>
                  <a:pt x="7259" y="20855"/>
                  <a:pt x="6908" y="20815"/>
                  <a:pt x="6566" y="20747"/>
                </a:cubicBezTo>
                <a:cubicBezTo>
                  <a:pt x="6313" y="20705"/>
                  <a:pt x="6054" y="20643"/>
                  <a:pt x="5806" y="20643"/>
                </a:cubicBezTo>
                <a:cubicBezTo>
                  <a:pt x="5517" y="20643"/>
                  <a:pt x="5245" y="20726"/>
                  <a:pt x="5016" y="21020"/>
                </a:cubicBezTo>
                <a:cubicBezTo>
                  <a:pt x="5077" y="21324"/>
                  <a:pt x="5381" y="21111"/>
                  <a:pt x="5442" y="21415"/>
                </a:cubicBezTo>
                <a:cubicBezTo>
                  <a:pt x="5399" y="21409"/>
                  <a:pt x="5358" y="21407"/>
                  <a:pt x="5318" y="21407"/>
                </a:cubicBezTo>
                <a:cubicBezTo>
                  <a:pt x="4949" y="21407"/>
                  <a:pt x="4637" y="21634"/>
                  <a:pt x="4226" y="21689"/>
                </a:cubicBezTo>
                <a:cubicBezTo>
                  <a:pt x="4226" y="21780"/>
                  <a:pt x="4195" y="21963"/>
                  <a:pt x="4256" y="22054"/>
                </a:cubicBezTo>
                <a:cubicBezTo>
                  <a:pt x="4550" y="22641"/>
                  <a:pt x="5335" y="23181"/>
                  <a:pt x="5995" y="23181"/>
                </a:cubicBezTo>
                <a:cubicBezTo>
                  <a:pt x="6087" y="23181"/>
                  <a:pt x="6177" y="23170"/>
                  <a:pt x="6262" y="23148"/>
                </a:cubicBezTo>
                <a:cubicBezTo>
                  <a:pt x="6374" y="23115"/>
                  <a:pt x="6473" y="23099"/>
                  <a:pt x="6559" y="23099"/>
                </a:cubicBezTo>
                <a:cubicBezTo>
                  <a:pt x="6870" y="23099"/>
                  <a:pt x="7009" y="23307"/>
                  <a:pt x="6961" y="23665"/>
                </a:cubicBezTo>
                <a:cubicBezTo>
                  <a:pt x="6201" y="23847"/>
                  <a:pt x="5442" y="24029"/>
                  <a:pt x="4682" y="24242"/>
                </a:cubicBezTo>
                <a:cubicBezTo>
                  <a:pt x="2949" y="24759"/>
                  <a:pt x="2888" y="24789"/>
                  <a:pt x="2736" y="25245"/>
                </a:cubicBezTo>
                <a:cubicBezTo>
                  <a:pt x="2813" y="25236"/>
                  <a:pt x="2888" y="25232"/>
                  <a:pt x="2961" y="25232"/>
                </a:cubicBezTo>
                <a:cubicBezTo>
                  <a:pt x="4144" y="25232"/>
                  <a:pt x="4964" y="26325"/>
                  <a:pt x="6080" y="26583"/>
                </a:cubicBezTo>
                <a:cubicBezTo>
                  <a:pt x="5820" y="26821"/>
                  <a:pt x="5544" y="26951"/>
                  <a:pt x="5275" y="26951"/>
                </a:cubicBezTo>
                <a:cubicBezTo>
                  <a:pt x="5167" y="26951"/>
                  <a:pt x="5060" y="26930"/>
                  <a:pt x="4955" y="26887"/>
                </a:cubicBezTo>
                <a:cubicBezTo>
                  <a:pt x="4722" y="26799"/>
                  <a:pt x="4522" y="26752"/>
                  <a:pt x="4345" y="26752"/>
                </a:cubicBezTo>
                <a:cubicBezTo>
                  <a:pt x="3783" y="26752"/>
                  <a:pt x="3449" y="27228"/>
                  <a:pt x="3010" y="28406"/>
                </a:cubicBezTo>
                <a:cubicBezTo>
                  <a:pt x="3421" y="28589"/>
                  <a:pt x="3843" y="28640"/>
                  <a:pt x="4269" y="28640"/>
                </a:cubicBezTo>
                <a:cubicBezTo>
                  <a:pt x="4805" y="28640"/>
                  <a:pt x="5346" y="28559"/>
                  <a:pt x="5879" y="28559"/>
                </a:cubicBezTo>
                <a:cubicBezTo>
                  <a:pt x="6330" y="28559"/>
                  <a:pt x="6775" y="28617"/>
                  <a:pt x="7204" y="28832"/>
                </a:cubicBezTo>
                <a:cubicBezTo>
                  <a:pt x="6718" y="29014"/>
                  <a:pt x="6232" y="29227"/>
                  <a:pt x="5715" y="29288"/>
                </a:cubicBezTo>
                <a:cubicBezTo>
                  <a:pt x="5138" y="29379"/>
                  <a:pt x="4530" y="29409"/>
                  <a:pt x="4013" y="29774"/>
                </a:cubicBezTo>
                <a:cubicBezTo>
                  <a:pt x="3679" y="29957"/>
                  <a:pt x="3405" y="30291"/>
                  <a:pt x="2888" y="30291"/>
                </a:cubicBezTo>
                <a:cubicBezTo>
                  <a:pt x="3223" y="30565"/>
                  <a:pt x="3192" y="31020"/>
                  <a:pt x="3527" y="31051"/>
                </a:cubicBezTo>
                <a:cubicBezTo>
                  <a:pt x="4414" y="31103"/>
                  <a:pt x="5302" y="31379"/>
                  <a:pt x="6208" y="31379"/>
                </a:cubicBezTo>
                <a:cubicBezTo>
                  <a:pt x="6358" y="31379"/>
                  <a:pt x="6507" y="31372"/>
                  <a:pt x="6657" y="31355"/>
                </a:cubicBezTo>
                <a:cubicBezTo>
                  <a:pt x="6685" y="31351"/>
                  <a:pt x="6711" y="31350"/>
                  <a:pt x="6738" y="31350"/>
                </a:cubicBezTo>
                <a:cubicBezTo>
                  <a:pt x="7124" y="31350"/>
                  <a:pt x="7439" y="31687"/>
                  <a:pt x="7832" y="31687"/>
                </a:cubicBezTo>
                <a:cubicBezTo>
                  <a:pt x="7894" y="31687"/>
                  <a:pt x="7958" y="31678"/>
                  <a:pt x="8025" y="31659"/>
                </a:cubicBezTo>
                <a:lnTo>
                  <a:pt x="8025" y="31659"/>
                </a:lnTo>
                <a:cubicBezTo>
                  <a:pt x="7417" y="31902"/>
                  <a:pt x="6840" y="32297"/>
                  <a:pt x="6232" y="32297"/>
                </a:cubicBezTo>
                <a:cubicBezTo>
                  <a:pt x="5411" y="32327"/>
                  <a:pt x="4773" y="32601"/>
                  <a:pt x="4317" y="33391"/>
                </a:cubicBezTo>
                <a:cubicBezTo>
                  <a:pt x="4226" y="33543"/>
                  <a:pt x="4043" y="33665"/>
                  <a:pt x="4135" y="33908"/>
                </a:cubicBezTo>
                <a:cubicBezTo>
                  <a:pt x="4195" y="34151"/>
                  <a:pt x="4408" y="34090"/>
                  <a:pt x="4590" y="34121"/>
                </a:cubicBezTo>
                <a:cubicBezTo>
                  <a:pt x="4639" y="34131"/>
                  <a:pt x="4687" y="34136"/>
                  <a:pt x="4735" y="34136"/>
                </a:cubicBezTo>
                <a:cubicBezTo>
                  <a:pt x="5021" y="34136"/>
                  <a:pt x="5295" y="33978"/>
                  <a:pt x="5578" y="33978"/>
                </a:cubicBezTo>
                <a:cubicBezTo>
                  <a:pt x="5663" y="33978"/>
                  <a:pt x="5749" y="33992"/>
                  <a:pt x="5837" y="34030"/>
                </a:cubicBezTo>
                <a:cubicBezTo>
                  <a:pt x="5624" y="34273"/>
                  <a:pt x="5320" y="34182"/>
                  <a:pt x="5046" y="34394"/>
                </a:cubicBezTo>
                <a:cubicBezTo>
                  <a:pt x="5160" y="34768"/>
                  <a:pt x="5352" y="34855"/>
                  <a:pt x="5562" y="34855"/>
                </a:cubicBezTo>
                <a:cubicBezTo>
                  <a:pt x="5745" y="34855"/>
                  <a:pt x="5941" y="34789"/>
                  <a:pt x="6110" y="34789"/>
                </a:cubicBezTo>
                <a:cubicBezTo>
                  <a:pt x="6663" y="34789"/>
                  <a:pt x="7132" y="34484"/>
                  <a:pt x="7703" y="34484"/>
                </a:cubicBezTo>
                <a:cubicBezTo>
                  <a:pt x="7729" y="34484"/>
                  <a:pt x="7756" y="34484"/>
                  <a:pt x="7782" y="34486"/>
                </a:cubicBezTo>
                <a:cubicBezTo>
                  <a:pt x="8122" y="34486"/>
                  <a:pt x="8478" y="34590"/>
                  <a:pt x="8838" y="34590"/>
                </a:cubicBezTo>
                <a:cubicBezTo>
                  <a:pt x="8992" y="34590"/>
                  <a:pt x="9147" y="34571"/>
                  <a:pt x="9302" y="34516"/>
                </a:cubicBezTo>
                <a:cubicBezTo>
                  <a:pt x="9543" y="34420"/>
                  <a:pt x="9665" y="34383"/>
                  <a:pt x="9794" y="34383"/>
                </a:cubicBezTo>
                <a:cubicBezTo>
                  <a:pt x="9909" y="34383"/>
                  <a:pt x="10029" y="34412"/>
                  <a:pt x="10244" y="34455"/>
                </a:cubicBezTo>
                <a:cubicBezTo>
                  <a:pt x="9053" y="35051"/>
                  <a:pt x="7830" y="35242"/>
                  <a:pt x="6587" y="35242"/>
                </a:cubicBezTo>
                <a:cubicBezTo>
                  <a:pt x="5419" y="35242"/>
                  <a:pt x="4233" y="35073"/>
                  <a:pt x="3040" y="34911"/>
                </a:cubicBezTo>
                <a:lnTo>
                  <a:pt x="3040" y="34911"/>
                </a:lnTo>
                <a:cubicBezTo>
                  <a:pt x="3131" y="35762"/>
                  <a:pt x="3983" y="36279"/>
                  <a:pt x="5046" y="36279"/>
                </a:cubicBezTo>
                <a:cubicBezTo>
                  <a:pt x="5074" y="36854"/>
                  <a:pt x="4829" y="37109"/>
                  <a:pt x="4358" y="37109"/>
                </a:cubicBezTo>
                <a:cubicBezTo>
                  <a:pt x="4306" y="37109"/>
                  <a:pt x="4252" y="37106"/>
                  <a:pt x="4195" y="37100"/>
                </a:cubicBezTo>
                <a:cubicBezTo>
                  <a:pt x="3859" y="37052"/>
                  <a:pt x="3506" y="36928"/>
                  <a:pt x="3167" y="36928"/>
                </a:cubicBezTo>
                <a:cubicBezTo>
                  <a:pt x="2863" y="36928"/>
                  <a:pt x="2570" y="37028"/>
                  <a:pt x="2311" y="37373"/>
                </a:cubicBezTo>
                <a:cubicBezTo>
                  <a:pt x="2676" y="37981"/>
                  <a:pt x="2432" y="37859"/>
                  <a:pt x="3709" y="38163"/>
                </a:cubicBezTo>
                <a:cubicBezTo>
                  <a:pt x="4600" y="38398"/>
                  <a:pt x="5509" y="38668"/>
                  <a:pt x="6449" y="38668"/>
                </a:cubicBezTo>
                <a:cubicBezTo>
                  <a:pt x="6729" y="38668"/>
                  <a:pt x="7011" y="38645"/>
                  <a:pt x="7296" y="38589"/>
                </a:cubicBezTo>
                <a:cubicBezTo>
                  <a:pt x="7678" y="38499"/>
                  <a:pt x="8077" y="38392"/>
                  <a:pt x="8481" y="38392"/>
                </a:cubicBezTo>
                <a:cubicBezTo>
                  <a:pt x="8622" y="38392"/>
                  <a:pt x="8765" y="38405"/>
                  <a:pt x="8907" y="38437"/>
                </a:cubicBezTo>
                <a:cubicBezTo>
                  <a:pt x="9120" y="38484"/>
                  <a:pt x="9333" y="38587"/>
                  <a:pt x="9546" y="38587"/>
                </a:cubicBezTo>
                <a:cubicBezTo>
                  <a:pt x="9606" y="38587"/>
                  <a:pt x="9667" y="38579"/>
                  <a:pt x="9727" y="38559"/>
                </a:cubicBezTo>
                <a:cubicBezTo>
                  <a:pt x="11004" y="38103"/>
                  <a:pt x="12341" y="38011"/>
                  <a:pt x="13648" y="37920"/>
                </a:cubicBezTo>
                <a:cubicBezTo>
                  <a:pt x="15047" y="37799"/>
                  <a:pt x="16445" y="37525"/>
                  <a:pt x="17843" y="37495"/>
                </a:cubicBezTo>
                <a:cubicBezTo>
                  <a:pt x="20214" y="37464"/>
                  <a:pt x="22554" y="37039"/>
                  <a:pt x="24895" y="37039"/>
                </a:cubicBezTo>
                <a:cubicBezTo>
                  <a:pt x="26384" y="37008"/>
                  <a:pt x="27843" y="36978"/>
                  <a:pt x="29333" y="36948"/>
                </a:cubicBezTo>
                <a:cubicBezTo>
                  <a:pt x="29819" y="36948"/>
                  <a:pt x="30305" y="37163"/>
                  <a:pt x="30817" y="37163"/>
                </a:cubicBezTo>
                <a:cubicBezTo>
                  <a:pt x="30849" y="37163"/>
                  <a:pt x="30881" y="37162"/>
                  <a:pt x="30913" y="37160"/>
                </a:cubicBezTo>
                <a:cubicBezTo>
                  <a:pt x="31429" y="37117"/>
                  <a:pt x="31960" y="37074"/>
                  <a:pt x="32485" y="37074"/>
                </a:cubicBezTo>
                <a:cubicBezTo>
                  <a:pt x="32702" y="37074"/>
                  <a:pt x="32918" y="37082"/>
                  <a:pt x="33132" y="37100"/>
                </a:cubicBezTo>
                <a:cubicBezTo>
                  <a:pt x="34074" y="37160"/>
                  <a:pt x="35047" y="37404"/>
                  <a:pt x="35959" y="37404"/>
                </a:cubicBezTo>
                <a:cubicBezTo>
                  <a:pt x="36052" y="37402"/>
                  <a:pt x="36145" y="37402"/>
                  <a:pt x="36238" y="37402"/>
                </a:cubicBezTo>
                <a:cubicBezTo>
                  <a:pt x="38483" y="37402"/>
                  <a:pt x="40702" y="37743"/>
                  <a:pt x="42950" y="37859"/>
                </a:cubicBezTo>
                <a:cubicBezTo>
                  <a:pt x="44105" y="37920"/>
                  <a:pt x="45230" y="37829"/>
                  <a:pt x="46354" y="38042"/>
                </a:cubicBezTo>
                <a:cubicBezTo>
                  <a:pt x="48603" y="38437"/>
                  <a:pt x="50883" y="38498"/>
                  <a:pt x="53132" y="38559"/>
                </a:cubicBezTo>
                <a:cubicBezTo>
                  <a:pt x="53832" y="38559"/>
                  <a:pt x="54531" y="38467"/>
                  <a:pt x="54895" y="37677"/>
                </a:cubicBezTo>
                <a:cubicBezTo>
                  <a:pt x="54804" y="37282"/>
                  <a:pt x="54409" y="37647"/>
                  <a:pt x="54318" y="37221"/>
                </a:cubicBezTo>
                <a:cubicBezTo>
                  <a:pt x="54679" y="37221"/>
                  <a:pt x="55052" y="37162"/>
                  <a:pt x="55414" y="37162"/>
                </a:cubicBezTo>
                <a:cubicBezTo>
                  <a:pt x="55631" y="37162"/>
                  <a:pt x="55845" y="37183"/>
                  <a:pt x="56050" y="37252"/>
                </a:cubicBezTo>
                <a:cubicBezTo>
                  <a:pt x="56717" y="37474"/>
                  <a:pt x="57390" y="37544"/>
                  <a:pt x="58064" y="37544"/>
                </a:cubicBezTo>
                <a:cubicBezTo>
                  <a:pt x="58773" y="37544"/>
                  <a:pt x="59483" y="37466"/>
                  <a:pt x="60184" y="37404"/>
                </a:cubicBezTo>
                <a:cubicBezTo>
                  <a:pt x="60610" y="37373"/>
                  <a:pt x="60610" y="36948"/>
                  <a:pt x="60701" y="36644"/>
                </a:cubicBezTo>
                <a:cubicBezTo>
                  <a:pt x="60792" y="36340"/>
                  <a:pt x="60640" y="36188"/>
                  <a:pt x="60397" y="36005"/>
                </a:cubicBezTo>
                <a:cubicBezTo>
                  <a:pt x="59880" y="35701"/>
                  <a:pt x="59333" y="35549"/>
                  <a:pt x="58786" y="35306"/>
                </a:cubicBezTo>
                <a:cubicBezTo>
                  <a:pt x="58878" y="35121"/>
                  <a:pt x="59016" y="35094"/>
                  <a:pt x="59157" y="35094"/>
                </a:cubicBezTo>
                <a:cubicBezTo>
                  <a:pt x="59217" y="35094"/>
                  <a:pt x="59278" y="35099"/>
                  <a:pt x="59336" y="35099"/>
                </a:cubicBezTo>
                <a:cubicBezTo>
                  <a:pt x="59366" y="35099"/>
                  <a:pt x="59396" y="35098"/>
                  <a:pt x="59424" y="35093"/>
                </a:cubicBezTo>
                <a:cubicBezTo>
                  <a:pt x="59789" y="35033"/>
                  <a:pt x="60154" y="34850"/>
                  <a:pt x="60215" y="34394"/>
                </a:cubicBezTo>
                <a:cubicBezTo>
                  <a:pt x="60397" y="32935"/>
                  <a:pt x="60883" y="31598"/>
                  <a:pt x="61339" y="30261"/>
                </a:cubicBezTo>
                <a:cubicBezTo>
                  <a:pt x="62737" y="26248"/>
                  <a:pt x="64105" y="22267"/>
                  <a:pt x="65230" y="18163"/>
                </a:cubicBezTo>
                <a:cubicBezTo>
                  <a:pt x="65716" y="16339"/>
                  <a:pt x="65412" y="15792"/>
                  <a:pt x="63923" y="15458"/>
                </a:cubicBezTo>
                <a:cubicBezTo>
                  <a:pt x="63801" y="15428"/>
                  <a:pt x="63680" y="15428"/>
                  <a:pt x="63558" y="15428"/>
                </a:cubicBezTo>
                <a:cubicBezTo>
                  <a:pt x="61795" y="15154"/>
                  <a:pt x="60002" y="14880"/>
                  <a:pt x="58239" y="14576"/>
                </a:cubicBezTo>
                <a:cubicBezTo>
                  <a:pt x="57433" y="14425"/>
                  <a:pt x="56753" y="13607"/>
                  <a:pt x="55886" y="13607"/>
                </a:cubicBezTo>
                <a:cubicBezTo>
                  <a:pt x="55707" y="13607"/>
                  <a:pt x="55519" y="13642"/>
                  <a:pt x="55321" y="13725"/>
                </a:cubicBezTo>
                <a:cubicBezTo>
                  <a:pt x="55321" y="13725"/>
                  <a:pt x="55260" y="13665"/>
                  <a:pt x="55230" y="13634"/>
                </a:cubicBezTo>
                <a:cubicBezTo>
                  <a:pt x="55260" y="13330"/>
                  <a:pt x="55503" y="13148"/>
                  <a:pt x="55594" y="12874"/>
                </a:cubicBezTo>
                <a:cubicBezTo>
                  <a:pt x="55777" y="12449"/>
                  <a:pt x="55503" y="11810"/>
                  <a:pt x="55108" y="11810"/>
                </a:cubicBezTo>
                <a:cubicBezTo>
                  <a:pt x="55081" y="11811"/>
                  <a:pt x="55054" y="11812"/>
                  <a:pt x="55027" y="11812"/>
                </a:cubicBezTo>
                <a:cubicBezTo>
                  <a:pt x="54272" y="11812"/>
                  <a:pt x="53620" y="11413"/>
                  <a:pt x="52798" y="11354"/>
                </a:cubicBezTo>
                <a:cubicBezTo>
                  <a:pt x="52965" y="11259"/>
                  <a:pt x="53039" y="11144"/>
                  <a:pt x="53151" y="11144"/>
                </a:cubicBezTo>
                <a:cubicBezTo>
                  <a:pt x="53182" y="11144"/>
                  <a:pt x="53215" y="11153"/>
                  <a:pt x="53254" y="11172"/>
                </a:cubicBezTo>
                <a:cubicBezTo>
                  <a:pt x="53680" y="11415"/>
                  <a:pt x="54135" y="11324"/>
                  <a:pt x="54561" y="11476"/>
                </a:cubicBezTo>
                <a:cubicBezTo>
                  <a:pt x="54677" y="11511"/>
                  <a:pt x="54766" y="11527"/>
                  <a:pt x="54834" y="11527"/>
                </a:cubicBezTo>
                <a:cubicBezTo>
                  <a:pt x="55122" y="11527"/>
                  <a:pt x="55018" y="11237"/>
                  <a:pt x="54895" y="10868"/>
                </a:cubicBezTo>
                <a:lnTo>
                  <a:pt x="54895" y="10868"/>
                </a:lnTo>
                <a:cubicBezTo>
                  <a:pt x="54924" y="10872"/>
                  <a:pt x="54951" y="10873"/>
                  <a:pt x="54978" y="10873"/>
                </a:cubicBezTo>
                <a:cubicBezTo>
                  <a:pt x="55407" y="10873"/>
                  <a:pt x="55616" y="10436"/>
                  <a:pt x="55959" y="10321"/>
                </a:cubicBezTo>
                <a:cubicBezTo>
                  <a:pt x="55898" y="10078"/>
                  <a:pt x="55959" y="9835"/>
                  <a:pt x="55746" y="9744"/>
                </a:cubicBezTo>
                <a:cubicBezTo>
                  <a:pt x="55260" y="9531"/>
                  <a:pt x="54743" y="9227"/>
                  <a:pt x="54287" y="9227"/>
                </a:cubicBezTo>
                <a:cubicBezTo>
                  <a:pt x="53299" y="9227"/>
                  <a:pt x="52336" y="8880"/>
                  <a:pt x="51352" y="8880"/>
                </a:cubicBezTo>
                <a:cubicBezTo>
                  <a:pt x="51247" y="8880"/>
                  <a:pt x="51141" y="8884"/>
                  <a:pt x="51035" y="8892"/>
                </a:cubicBezTo>
                <a:cubicBezTo>
                  <a:pt x="50984" y="8899"/>
                  <a:pt x="50935" y="8902"/>
                  <a:pt x="50888" y="8902"/>
                </a:cubicBezTo>
                <a:cubicBezTo>
                  <a:pt x="50479" y="8902"/>
                  <a:pt x="50176" y="8678"/>
                  <a:pt x="49850" y="8406"/>
                </a:cubicBezTo>
                <a:cubicBezTo>
                  <a:pt x="49992" y="8371"/>
                  <a:pt x="50103" y="8356"/>
                  <a:pt x="50208" y="8356"/>
                </a:cubicBezTo>
                <a:cubicBezTo>
                  <a:pt x="50281" y="8356"/>
                  <a:pt x="50352" y="8363"/>
                  <a:pt x="50427" y="8376"/>
                </a:cubicBezTo>
                <a:cubicBezTo>
                  <a:pt x="50755" y="8445"/>
                  <a:pt x="51073" y="8543"/>
                  <a:pt x="51386" y="8543"/>
                </a:cubicBezTo>
                <a:cubicBezTo>
                  <a:pt x="51626" y="8543"/>
                  <a:pt x="51862" y="8486"/>
                  <a:pt x="52099" y="8315"/>
                </a:cubicBezTo>
                <a:cubicBezTo>
                  <a:pt x="52707" y="7920"/>
                  <a:pt x="53467" y="8163"/>
                  <a:pt x="54105" y="7707"/>
                </a:cubicBezTo>
                <a:cubicBezTo>
                  <a:pt x="54409" y="7494"/>
                  <a:pt x="54835" y="7585"/>
                  <a:pt x="55230" y="7494"/>
                </a:cubicBezTo>
                <a:cubicBezTo>
                  <a:pt x="55564" y="7433"/>
                  <a:pt x="55898" y="7221"/>
                  <a:pt x="55929" y="6795"/>
                </a:cubicBezTo>
                <a:cubicBezTo>
                  <a:pt x="55959" y="6339"/>
                  <a:pt x="55564" y="6339"/>
                  <a:pt x="55290" y="6278"/>
                </a:cubicBezTo>
                <a:cubicBezTo>
                  <a:pt x="55139" y="6248"/>
                  <a:pt x="55017" y="6157"/>
                  <a:pt x="54987" y="6005"/>
                </a:cubicBezTo>
                <a:cubicBezTo>
                  <a:pt x="55309" y="5606"/>
                  <a:pt x="55561" y="5433"/>
                  <a:pt x="55897" y="5433"/>
                </a:cubicBezTo>
                <a:cubicBezTo>
                  <a:pt x="56099" y="5433"/>
                  <a:pt x="56331" y="5496"/>
                  <a:pt x="56628" y="5610"/>
                </a:cubicBezTo>
                <a:cubicBezTo>
                  <a:pt x="56782" y="5661"/>
                  <a:pt x="56932" y="5718"/>
                  <a:pt x="57059" y="5718"/>
                </a:cubicBezTo>
                <a:cubicBezTo>
                  <a:pt x="57232" y="5718"/>
                  <a:pt x="57366" y="5613"/>
                  <a:pt x="57418" y="5245"/>
                </a:cubicBezTo>
                <a:cubicBezTo>
                  <a:pt x="56689" y="4941"/>
                  <a:pt x="56050" y="4515"/>
                  <a:pt x="55442" y="3999"/>
                </a:cubicBezTo>
                <a:cubicBezTo>
                  <a:pt x="55716" y="3816"/>
                  <a:pt x="55959" y="3634"/>
                  <a:pt x="56202" y="3482"/>
                </a:cubicBezTo>
                <a:cubicBezTo>
                  <a:pt x="56446" y="3330"/>
                  <a:pt x="56810" y="3239"/>
                  <a:pt x="56780" y="2874"/>
                </a:cubicBezTo>
                <a:cubicBezTo>
                  <a:pt x="56780" y="2479"/>
                  <a:pt x="56415" y="2388"/>
                  <a:pt x="56142" y="2236"/>
                </a:cubicBezTo>
                <a:cubicBezTo>
                  <a:pt x="55047" y="1628"/>
                  <a:pt x="53832" y="1476"/>
                  <a:pt x="52646" y="1476"/>
                </a:cubicBezTo>
                <a:cubicBezTo>
                  <a:pt x="50488" y="1446"/>
                  <a:pt x="48330" y="1050"/>
                  <a:pt x="46141" y="990"/>
                </a:cubicBezTo>
                <a:cubicBezTo>
                  <a:pt x="45230" y="929"/>
                  <a:pt x="44348" y="898"/>
                  <a:pt x="43436" y="838"/>
                </a:cubicBezTo>
                <a:cubicBezTo>
                  <a:pt x="41430" y="746"/>
                  <a:pt x="39454" y="564"/>
                  <a:pt x="37479" y="442"/>
                </a:cubicBezTo>
                <a:cubicBezTo>
                  <a:pt x="36263" y="382"/>
                  <a:pt x="35077" y="442"/>
                  <a:pt x="33862" y="351"/>
                </a:cubicBezTo>
                <a:cubicBezTo>
                  <a:pt x="31947" y="199"/>
                  <a:pt x="30032" y="108"/>
                  <a:pt x="28117" y="47"/>
                </a:cubicBezTo>
                <a:cubicBezTo>
                  <a:pt x="28060" y="45"/>
                  <a:pt x="28003" y="44"/>
                  <a:pt x="27947" y="44"/>
                </a:cubicBezTo>
                <a:cubicBezTo>
                  <a:pt x="27383" y="44"/>
                  <a:pt x="26833" y="151"/>
                  <a:pt x="26254" y="151"/>
                </a:cubicBezTo>
                <a:cubicBezTo>
                  <a:pt x="26147" y="151"/>
                  <a:pt x="26038" y="147"/>
                  <a:pt x="25928" y="139"/>
                </a:cubicBezTo>
                <a:cubicBezTo>
                  <a:pt x="25377" y="85"/>
                  <a:pt x="24814" y="0"/>
                  <a:pt x="242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7" name="Google Shape;10157;p29"/>
          <p:cNvSpPr/>
          <p:nvPr/>
        </p:nvSpPr>
        <p:spPr>
          <a:xfrm flipH="1" rot="678034">
            <a:off x="-838554" y="-791263"/>
            <a:ext cx="1854867" cy="307089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8" name="Google Shape;10158;p29"/>
          <p:cNvSpPr/>
          <p:nvPr/>
        </p:nvSpPr>
        <p:spPr>
          <a:xfrm rot="5299249">
            <a:off x="7111126" y="3381240"/>
            <a:ext cx="1599126" cy="2647280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9" name="Google Shape;10159;p29"/>
          <p:cNvSpPr/>
          <p:nvPr/>
        </p:nvSpPr>
        <p:spPr>
          <a:xfrm rot="-681404">
            <a:off x="-322296" y="4095033"/>
            <a:ext cx="1606801" cy="1219728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2_1_1_1_1">
    <p:spTree>
      <p:nvGrpSpPr>
        <p:cNvPr id="10160" name="Shape 10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1" name="Google Shape;10161;p30"/>
          <p:cNvSpPr txBox="1"/>
          <p:nvPr>
            <p:ph idx="1" type="subTitle"/>
          </p:nvPr>
        </p:nvSpPr>
        <p:spPr>
          <a:xfrm>
            <a:off x="713225" y="1605200"/>
            <a:ext cx="3770700" cy="29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9pPr>
          </a:lstStyle>
          <a:p/>
        </p:txBody>
      </p:sp>
      <p:sp>
        <p:nvSpPr>
          <p:cNvPr id="10162" name="Google Shape;10162;p30"/>
          <p:cNvSpPr txBox="1"/>
          <p:nvPr>
            <p:ph idx="2" type="subTitle"/>
          </p:nvPr>
        </p:nvSpPr>
        <p:spPr>
          <a:xfrm>
            <a:off x="4659975" y="1605200"/>
            <a:ext cx="3770700" cy="29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9pPr>
          </a:lstStyle>
          <a:p/>
        </p:txBody>
      </p:sp>
      <p:sp>
        <p:nvSpPr>
          <p:cNvPr id="10163" name="Google Shape;10163;p30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sp>
        <p:nvSpPr>
          <p:cNvPr id="10164" name="Google Shape;10164;p30"/>
          <p:cNvSpPr/>
          <p:nvPr/>
        </p:nvSpPr>
        <p:spPr>
          <a:xfrm rot="-681437">
            <a:off x="-914461" y="-503860"/>
            <a:ext cx="2033593" cy="1543707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5" name="Google Shape;10165;p30"/>
          <p:cNvGrpSpPr/>
          <p:nvPr/>
        </p:nvGrpSpPr>
        <p:grpSpPr>
          <a:xfrm rot="3248644">
            <a:off x="7241816" y="-446247"/>
            <a:ext cx="3222200" cy="1467339"/>
            <a:chOff x="3427375" y="613525"/>
            <a:chExt cx="1481825" cy="674800"/>
          </a:xfrm>
        </p:grpSpPr>
        <p:sp>
          <p:nvSpPr>
            <p:cNvPr id="10166" name="Google Shape;10166;p30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30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30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30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30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30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30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30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30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30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30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30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30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30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30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30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30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30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30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30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30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30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30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30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30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30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30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30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30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30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30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30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30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30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30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30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30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30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30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30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30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30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30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30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30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30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30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30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30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30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30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30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30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30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30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30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30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30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30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30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30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30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30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30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30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30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30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30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30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30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30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30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30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30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30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30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30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30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30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30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30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30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30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30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30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30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30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30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30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30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30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30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30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30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30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30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30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30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30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30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30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30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30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30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30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30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30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30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30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30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30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30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30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30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30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30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30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30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30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30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30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30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30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30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30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30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30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30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30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30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30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30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30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30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30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30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30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30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30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30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30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30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30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30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30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30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30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30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30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30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30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30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30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30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30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30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30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30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30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30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30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30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30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30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30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30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30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30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30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30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30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30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30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30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30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30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30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30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30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30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6" name="Google Shape;10346;p30"/>
          <p:cNvGrpSpPr/>
          <p:nvPr/>
        </p:nvGrpSpPr>
        <p:grpSpPr>
          <a:xfrm flipH="1" rot="1949969">
            <a:off x="-1449896" y="4099604"/>
            <a:ext cx="3222114" cy="1467300"/>
            <a:chOff x="3427375" y="613525"/>
            <a:chExt cx="1481825" cy="674800"/>
          </a:xfrm>
        </p:grpSpPr>
        <p:sp>
          <p:nvSpPr>
            <p:cNvPr id="10347" name="Google Shape;10347;p30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30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30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30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30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30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30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30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30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30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30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30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30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30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30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30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30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30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30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30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30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30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30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30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30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30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30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30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30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30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30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30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30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30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30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30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30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30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30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30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30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30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30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30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30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30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30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30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30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30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30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30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30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30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30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30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30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30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30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30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30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30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30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30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30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30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30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30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30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30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30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30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30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30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30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30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30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30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30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30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30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30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30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30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30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30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30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30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30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30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30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30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30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30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30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30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30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30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30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30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30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30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30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30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30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30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30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30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30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30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30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30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30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30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30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30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30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30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30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30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30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30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30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30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30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30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30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30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30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30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30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30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30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30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30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30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30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30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30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30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30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30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30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30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30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30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30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30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30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30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30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30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30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30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30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30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30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30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30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30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30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30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30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30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30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30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30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30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30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30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30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30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30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30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30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30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30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30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30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30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7" name="Google Shape;10527;p30"/>
          <p:cNvSpPr/>
          <p:nvPr/>
        </p:nvSpPr>
        <p:spPr>
          <a:xfrm flipH="1" rot="336437">
            <a:off x="-468405" y="-818649"/>
            <a:ext cx="1335592" cy="221126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8" name="Google Shape;10528;p30"/>
          <p:cNvSpPr/>
          <p:nvPr/>
        </p:nvSpPr>
        <p:spPr>
          <a:xfrm flipH="1" rot="-3971580">
            <a:off x="-79661" y="3882722"/>
            <a:ext cx="1599156" cy="264726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4">
    <p:spTree>
      <p:nvGrpSpPr>
        <p:cNvPr id="10529" name="Shape 10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" name="Google Shape;10530;p31"/>
          <p:cNvSpPr txBox="1"/>
          <p:nvPr>
            <p:ph idx="1" type="subTitle"/>
          </p:nvPr>
        </p:nvSpPr>
        <p:spPr>
          <a:xfrm>
            <a:off x="1381044" y="2829325"/>
            <a:ext cx="17373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531" name="Google Shape;10531;p31"/>
          <p:cNvSpPr txBox="1"/>
          <p:nvPr>
            <p:ph idx="2" type="subTitle"/>
          </p:nvPr>
        </p:nvSpPr>
        <p:spPr>
          <a:xfrm>
            <a:off x="1381045" y="3176802"/>
            <a:ext cx="17373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532" name="Google Shape;10532;p31"/>
          <p:cNvSpPr txBox="1"/>
          <p:nvPr>
            <p:ph idx="3" type="subTitle"/>
          </p:nvPr>
        </p:nvSpPr>
        <p:spPr>
          <a:xfrm>
            <a:off x="6026944" y="2829325"/>
            <a:ext cx="17373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533" name="Google Shape;10533;p31"/>
          <p:cNvSpPr txBox="1"/>
          <p:nvPr>
            <p:ph idx="4" type="subTitle"/>
          </p:nvPr>
        </p:nvSpPr>
        <p:spPr>
          <a:xfrm>
            <a:off x="6026945" y="3176804"/>
            <a:ext cx="17373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534" name="Google Shape;10534;p31"/>
          <p:cNvSpPr txBox="1"/>
          <p:nvPr>
            <p:ph idx="5" type="subTitle"/>
          </p:nvPr>
        </p:nvSpPr>
        <p:spPr>
          <a:xfrm>
            <a:off x="3703995" y="2829325"/>
            <a:ext cx="17373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535" name="Google Shape;10535;p31"/>
          <p:cNvSpPr txBox="1"/>
          <p:nvPr>
            <p:ph idx="6" type="subTitle"/>
          </p:nvPr>
        </p:nvSpPr>
        <p:spPr>
          <a:xfrm>
            <a:off x="3703996" y="3176803"/>
            <a:ext cx="17373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536" name="Google Shape;10536;p31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10537" name="Google Shape;10537;p31"/>
          <p:cNvGrpSpPr/>
          <p:nvPr/>
        </p:nvGrpSpPr>
        <p:grpSpPr>
          <a:xfrm>
            <a:off x="7229490" y="-20477"/>
            <a:ext cx="3222377" cy="1467420"/>
            <a:chOff x="3427375" y="613525"/>
            <a:chExt cx="1481825" cy="674800"/>
          </a:xfrm>
        </p:grpSpPr>
        <p:sp>
          <p:nvSpPr>
            <p:cNvPr id="10538" name="Google Shape;10538;p31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31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31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31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31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31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31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31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31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31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31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31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31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31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31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31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31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31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31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31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31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31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31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31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31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31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31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31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31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31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31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31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31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31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31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31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31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31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31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31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31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31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31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31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31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31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31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31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31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31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31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31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31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31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31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31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31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31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31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31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31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31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31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31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31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31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31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31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31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31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31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31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31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31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31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31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31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31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31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31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31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31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31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31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31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31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31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31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31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31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31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31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31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31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31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31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31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31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31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31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31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31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31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31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31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31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31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31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31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31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31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31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31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31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31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31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31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31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31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31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31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31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31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31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31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31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31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31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31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31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31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31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31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31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31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31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31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31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31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31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31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31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31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31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31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31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31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31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31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31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31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31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31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31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31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31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31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31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31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31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31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31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31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31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31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31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31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31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31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31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31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31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31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31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31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31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31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31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31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31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8" name="Google Shape;10718;p31"/>
          <p:cNvSpPr/>
          <p:nvPr/>
        </p:nvSpPr>
        <p:spPr>
          <a:xfrm>
            <a:off x="-383125" y="-274050"/>
            <a:ext cx="1642925" cy="1467392"/>
          </a:xfrm>
          <a:custGeom>
            <a:rect b="b" l="l" r="r" t="t"/>
            <a:pathLst>
              <a:path extrusionOk="0" h="38669" w="65717">
                <a:moveTo>
                  <a:pt x="28439" y="7218"/>
                </a:moveTo>
                <a:cubicBezTo>
                  <a:pt x="28675" y="7218"/>
                  <a:pt x="28913" y="7242"/>
                  <a:pt x="29150" y="7281"/>
                </a:cubicBezTo>
                <a:cubicBezTo>
                  <a:pt x="29813" y="7360"/>
                  <a:pt x="30475" y="7415"/>
                  <a:pt x="31134" y="7415"/>
                </a:cubicBezTo>
                <a:cubicBezTo>
                  <a:pt x="31744" y="7415"/>
                  <a:pt x="32350" y="7368"/>
                  <a:pt x="32950" y="7251"/>
                </a:cubicBezTo>
                <a:cubicBezTo>
                  <a:pt x="33056" y="7236"/>
                  <a:pt x="33162" y="7228"/>
                  <a:pt x="33265" y="7228"/>
                </a:cubicBezTo>
                <a:cubicBezTo>
                  <a:pt x="33368" y="7228"/>
                  <a:pt x="33466" y="7236"/>
                  <a:pt x="33558" y="7251"/>
                </a:cubicBezTo>
                <a:cubicBezTo>
                  <a:pt x="34054" y="7298"/>
                  <a:pt x="34533" y="7530"/>
                  <a:pt x="35036" y="7530"/>
                </a:cubicBezTo>
                <a:cubicBezTo>
                  <a:pt x="35179" y="7530"/>
                  <a:pt x="35324" y="7511"/>
                  <a:pt x="35472" y="7464"/>
                </a:cubicBezTo>
                <a:lnTo>
                  <a:pt x="35472" y="7464"/>
                </a:lnTo>
                <a:cubicBezTo>
                  <a:pt x="35412" y="7494"/>
                  <a:pt x="35351" y="7525"/>
                  <a:pt x="35229" y="7646"/>
                </a:cubicBezTo>
                <a:cubicBezTo>
                  <a:pt x="35267" y="7643"/>
                  <a:pt x="35305" y="7642"/>
                  <a:pt x="35342" y="7642"/>
                </a:cubicBezTo>
                <a:cubicBezTo>
                  <a:pt x="35539" y="7642"/>
                  <a:pt x="35724" y="7677"/>
                  <a:pt x="35911" y="7677"/>
                </a:cubicBezTo>
                <a:cubicBezTo>
                  <a:pt x="36055" y="7677"/>
                  <a:pt x="36200" y="7657"/>
                  <a:pt x="36354" y="7585"/>
                </a:cubicBezTo>
                <a:lnTo>
                  <a:pt x="36354" y="7585"/>
                </a:lnTo>
                <a:cubicBezTo>
                  <a:pt x="36185" y="7906"/>
                  <a:pt x="35979" y="7983"/>
                  <a:pt x="35772" y="7983"/>
                </a:cubicBezTo>
                <a:cubicBezTo>
                  <a:pt x="35606" y="7983"/>
                  <a:pt x="35439" y="7933"/>
                  <a:pt x="35290" y="7920"/>
                </a:cubicBezTo>
                <a:cubicBezTo>
                  <a:pt x="34534" y="7815"/>
                  <a:pt x="33763" y="7782"/>
                  <a:pt x="32998" y="7782"/>
                </a:cubicBezTo>
                <a:cubicBezTo>
                  <a:pt x="32656" y="7782"/>
                  <a:pt x="32315" y="7789"/>
                  <a:pt x="31977" y="7798"/>
                </a:cubicBezTo>
                <a:cubicBezTo>
                  <a:pt x="31891" y="7804"/>
                  <a:pt x="31806" y="7806"/>
                  <a:pt x="31721" y="7806"/>
                </a:cubicBezTo>
                <a:cubicBezTo>
                  <a:pt x="31329" y="7806"/>
                  <a:pt x="30954" y="7752"/>
                  <a:pt x="30579" y="7677"/>
                </a:cubicBezTo>
                <a:cubicBezTo>
                  <a:pt x="30336" y="7628"/>
                  <a:pt x="30088" y="7613"/>
                  <a:pt x="29839" y="7613"/>
                </a:cubicBezTo>
                <a:cubicBezTo>
                  <a:pt x="29465" y="7613"/>
                  <a:pt x="29089" y="7646"/>
                  <a:pt x="28725" y="7646"/>
                </a:cubicBezTo>
                <a:cubicBezTo>
                  <a:pt x="28147" y="7646"/>
                  <a:pt x="27600" y="7646"/>
                  <a:pt x="27022" y="7585"/>
                </a:cubicBezTo>
                <a:cubicBezTo>
                  <a:pt x="27473" y="7319"/>
                  <a:pt x="27952" y="7218"/>
                  <a:pt x="28439" y="7218"/>
                </a:cubicBezTo>
                <a:close/>
                <a:moveTo>
                  <a:pt x="64257" y="17312"/>
                </a:moveTo>
                <a:lnTo>
                  <a:pt x="64257" y="17312"/>
                </a:lnTo>
                <a:cubicBezTo>
                  <a:pt x="64500" y="17829"/>
                  <a:pt x="64227" y="18285"/>
                  <a:pt x="64014" y="18923"/>
                </a:cubicBezTo>
                <a:cubicBezTo>
                  <a:pt x="63741" y="18163"/>
                  <a:pt x="64196" y="17768"/>
                  <a:pt x="64257" y="17312"/>
                </a:cubicBezTo>
                <a:close/>
                <a:moveTo>
                  <a:pt x="24248" y="0"/>
                </a:moveTo>
                <a:cubicBezTo>
                  <a:pt x="23847" y="0"/>
                  <a:pt x="23444" y="43"/>
                  <a:pt x="23041" y="169"/>
                </a:cubicBezTo>
                <a:cubicBezTo>
                  <a:pt x="22605" y="308"/>
                  <a:pt x="22143" y="356"/>
                  <a:pt x="21681" y="356"/>
                </a:cubicBezTo>
                <a:cubicBezTo>
                  <a:pt x="21434" y="356"/>
                  <a:pt x="21187" y="342"/>
                  <a:pt x="20943" y="321"/>
                </a:cubicBezTo>
                <a:cubicBezTo>
                  <a:pt x="20523" y="277"/>
                  <a:pt x="20086" y="120"/>
                  <a:pt x="19669" y="120"/>
                </a:cubicBezTo>
                <a:cubicBezTo>
                  <a:pt x="19513" y="120"/>
                  <a:pt x="19360" y="141"/>
                  <a:pt x="19211" y="199"/>
                </a:cubicBezTo>
                <a:cubicBezTo>
                  <a:pt x="18780" y="371"/>
                  <a:pt x="18345" y="414"/>
                  <a:pt x="17909" y="414"/>
                </a:cubicBezTo>
                <a:cubicBezTo>
                  <a:pt x="17477" y="414"/>
                  <a:pt x="17045" y="372"/>
                  <a:pt x="16615" y="372"/>
                </a:cubicBezTo>
                <a:cubicBezTo>
                  <a:pt x="16406" y="372"/>
                  <a:pt x="16197" y="382"/>
                  <a:pt x="15989" y="412"/>
                </a:cubicBezTo>
                <a:cubicBezTo>
                  <a:pt x="14773" y="564"/>
                  <a:pt x="13496" y="351"/>
                  <a:pt x="12281" y="716"/>
                </a:cubicBezTo>
                <a:cubicBezTo>
                  <a:pt x="11642" y="898"/>
                  <a:pt x="10974" y="990"/>
                  <a:pt x="10457" y="1506"/>
                </a:cubicBezTo>
                <a:cubicBezTo>
                  <a:pt x="10548" y="1871"/>
                  <a:pt x="10791" y="1962"/>
                  <a:pt x="11065" y="2053"/>
                </a:cubicBezTo>
                <a:cubicBezTo>
                  <a:pt x="10609" y="2601"/>
                  <a:pt x="10001" y="2601"/>
                  <a:pt x="9484" y="2783"/>
                </a:cubicBezTo>
                <a:cubicBezTo>
                  <a:pt x="8967" y="2965"/>
                  <a:pt x="8451" y="3391"/>
                  <a:pt x="8360" y="3725"/>
                </a:cubicBezTo>
                <a:cubicBezTo>
                  <a:pt x="9069" y="4521"/>
                  <a:pt x="9916" y="4608"/>
                  <a:pt x="10789" y="4608"/>
                </a:cubicBezTo>
                <a:cubicBezTo>
                  <a:pt x="11033" y="4608"/>
                  <a:pt x="11279" y="4601"/>
                  <a:pt x="11524" y="4601"/>
                </a:cubicBezTo>
                <a:cubicBezTo>
                  <a:pt x="11944" y="4601"/>
                  <a:pt x="12362" y="4621"/>
                  <a:pt x="12767" y="4728"/>
                </a:cubicBezTo>
                <a:cubicBezTo>
                  <a:pt x="12463" y="5245"/>
                  <a:pt x="12068" y="5306"/>
                  <a:pt x="11642" y="5306"/>
                </a:cubicBezTo>
                <a:cubicBezTo>
                  <a:pt x="11447" y="5298"/>
                  <a:pt x="11252" y="5288"/>
                  <a:pt x="11059" y="5288"/>
                </a:cubicBezTo>
                <a:cubicBezTo>
                  <a:pt x="10499" y="5288"/>
                  <a:pt x="9951" y="5371"/>
                  <a:pt x="9454" y="5823"/>
                </a:cubicBezTo>
                <a:cubicBezTo>
                  <a:pt x="9655" y="5967"/>
                  <a:pt x="9584" y="6466"/>
                  <a:pt x="9861" y="6466"/>
                </a:cubicBezTo>
                <a:cubicBezTo>
                  <a:pt x="9876" y="6466"/>
                  <a:pt x="9892" y="6464"/>
                  <a:pt x="9910" y="6461"/>
                </a:cubicBezTo>
                <a:lnTo>
                  <a:pt x="9910" y="6461"/>
                </a:lnTo>
                <a:cubicBezTo>
                  <a:pt x="9788" y="6795"/>
                  <a:pt x="9636" y="7130"/>
                  <a:pt x="9515" y="7433"/>
                </a:cubicBezTo>
                <a:cubicBezTo>
                  <a:pt x="10194" y="7433"/>
                  <a:pt x="10844" y="7760"/>
                  <a:pt x="11464" y="7760"/>
                </a:cubicBezTo>
                <a:cubicBezTo>
                  <a:pt x="11731" y="7760"/>
                  <a:pt x="11994" y="7699"/>
                  <a:pt x="12250" y="7525"/>
                </a:cubicBezTo>
                <a:cubicBezTo>
                  <a:pt x="12497" y="7552"/>
                  <a:pt x="12347" y="7902"/>
                  <a:pt x="12496" y="7902"/>
                </a:cubicBezTo>
                <a:cubicBezTo>
                  <a:pt x="12511" y="7902"/>
                  <a:pt x="12531" y="7898"/>
                  <a:pt x="12554" y="7889"/>
                </a:cubicBezTo>
                <a:cubicBezTo>
                  <a:pt x="12858" y="7798"/>
                  <a:pt x="12585" y="7677"/>
                  <a:pt x="12554" y="7555"/>
                </a:cubicBezTo>
                <a:cubicBezTo>
                  <a:pt x="12524" y="7312"/>
                  <a:pt x="12737" y="7312"/>
                  <a:pt x="12888" y="7312"/>
                </a:cubicBezTo>
                <a:cubicBezTo>
                  <a:pt x="12964" y="7312"/>
                  <a:pt x="12998" y="7417"/>
                  <a:pt x="13113" y="7417"/>
                </a:cubicBezTo>
                <a:cubicBezTo>
                  <a:pt x="13136" y="7417"/>
                  <a:pt x="13162" y="7413"/>
                  <a:pt x="13192" y="7403"/>
                </a:cubicBezTo>
                <a:cubicBezTo>
                  <a:pt x="13514" y="7321"/>
                  <a:pt x="13835" y="7292"/>
                  <a:pt x="14157" y="7292"/>
                </a:cubicBezTo>
                <a:cubicBezTo>
                  <a:pt x="14904" y="7292"/>
                  <a:pt x="15653" y="7447"/>
                  <a:pt x="16414" y="7447"/>
                </a:cubicBezTo>
                <a:cubicBezTo>
                  <a:pt x="16535" y="7447"/>
                  <a:pt x="16657" y="7443"/>
                  <a:pt x="16779" y="7433"/>
                </a:cubicBezTo>
                <a:cubicBezTo>
                  <a:pt x="17417" y="7403"/>
                  <a:pt x="17995" y="7221"/>
                  <a:pt x="18694" y="7190"/>
                </a:cubicBezTo>
                <a:cubicBezTo>
                  <a:pt x="18768" y="7413"/>
                  <a:pt x="18915" y="7491"/>
                  <a:pt x="19070" y="7491"/>
                </a:cubicBezTo>
                <a:cubicBezTo>
                  <a:pt x="19233" y="7491"/>
                  <a:pt x="19406" y="7405"/>
                  <a:pt x="19515" y="7312"/>
                </a:cubicBezTo>
                <a:cubicBezTo>
                  <a:pt x="19647" y="7199"/>
                  <a:pt x="19752" y="7156"/>
                  <a:pt x="19844" y="7156"/>
                </a:cubicBezTo>
                <a:cubicBezTo>
                  <a:pt x="20049" y="7156"/>
                  <a:pt x="20187" y="7368"/>
                  <a:pt x="20396" y="7494"/>
                </a:cubicBezTo>
                <a:cubicBezTo>
                  <a:pt x="20105" y="7855"/>
                  <a:pt x="19788" y="7937"/>
                  <a:pt x="19478" y="7937"/>
                </a:cubicBezTo>
                <a:cubicBezTo>
                  <a:pt x="19219" y="7937"/>
                  <a:pt x="18964" y="7880"/>
                  <a:pt x="18733" y="7880"/>
                </a:cubicBezTo>
                <a:cubicBezTo>
                  <a:pt x="18634" y="7880"/>
                  <a:pt x="18540" y="7890"/>
                  <a:pt x="18451" y="7920"/>
                </a:cubicBezTo>
                <a:cubicBezTo>
                  <a:pt x="18238" y="7829"/>
                  <a:pt x="18512" y="7585"/>
                  <a:pt x="18238" y="7525"/>
                </a:cubicBezTo>
                <a:cubicBezTo>
                  <a:pt x="18025" y="7551"/>
                  <a:pt x="17952" y="7977"/>
                  <a:pt x="17834" y="7977"/>
                </a:cubicBezTo>
                <a:cubicBezTo>
                  <a:pt x="17818" y="7977"/>
                  <a:pt x="17801" y="7969"/>
                  <a:pt x="17782" y="7950"/>
                </a:cubicBezTo>
                <a:cubicBezTo>
                  <a:pt x="17682" y="7857"/>
                  <a:pt x="17584" y="7825"/>
                  <a:pt x="17487" y="7825"/>
                </a:cubicBezTo>
                <a:cubicBezTo>
                  <a:pt x="17263" y="7825"/>
                  <a:pt x="17049" y="7999"/>
                  <a:pt x="16843" y="7999"/>
                </a:cubicBezTo>
                <a:cubicBezTo>
                  <a:pt x="16759" y="7999"/>
                  <a:pt x="16677" y="7970"/>
                  <a:pt x="16597" y="7889"/>
                </a:cubicBezTo>
                <a:cubicBezTo>
                  <a:pt x="16535" y="7828"/>
                  <a:pt x="16474" y="7806"/>
                  <a:pt x="16410" y="7806"/>
                </a:cubicBezTo>
                <a:cubicBezTo>
                  <a:pt x="16317" y="7806"/>
                  <a:pt x="16219" y="7853"/>
                  <a:pt x="16110" y="7889"/>
                </a:cubicBezTo>
                <a:cubicBezTo>
                  <a:pt x="15751" y="8018"/>
                  <a:pt x="15413" y="8146"/>
                  <a:pt x="15005" y="8146"/>
                </a:cubicBezTo>
                <a:cubicBezTo>
                  <a:pt x="14930" y="8146"/>
                  <a:pt x="14853" y="8142"/>
                  <a:pt x="14773" y="8133"/>
                </a:cubicBezTo>
                <a:cubicBezTo>
                  <a:pt x="14570" y="8114"/>
                  <a:pt x="14322" y="8084"/>
                  <a:pt x="14070" y="8084"/>
                </a:cubicBezTo>
                <a:cubicBezTo>
                  <a:pt x="13907" y="8084"/>
                  <a:pt x="13743" y="8097"/>
                  <a:pt x="13588" y="8133"/>
                </a:cubicBezTo>
                <a:cubicBezTo>
                  <a:pt x="12919" y="8285"/>
                  <a:pt x="12311" y="8649"/>
                  <a:pt x="11673" y="8832"/>
                </a:cubicBezTo>
                <a:cubicBezTo>
                  <a:pt x="11764" y="9105"/>
                  <a:pt x="11825" y="9318"/>
                  <a:pt x="11916" y="9561"/>
                </a:cubicBezTo>
                <a:cubicBezTo>
                  <a:pt x="10913" y="9956"/>
                  <a:pt x="9575" y="9409"/>
                  <a:pt x="8755" y="10838"/>
                </a:cubicBezTo>
                <a:cubicBezTo>
                  <a:pt x="9032" y="10890"/>
                  <a:pt x="9300" y="10908"/>
                  <a:pt x="9561" y="10908"/>
                </a:cubicBezTo>
                <a:cubicBezTo>
                  <a:pt x="10071" y="10908"/>
                  <a:pt x="10554" y="10842"/>
                  <a:pt x="11027" y="10842"/>
                </a:cubicBezTo>
                <a:cubicBezTo>
                  <a:pt x="11295" y="10842"/>
                  <a:pt x="11560" y="10863"/>
                  <a:pt x="11825" y="10929"/>
                </a:cubicBezTo>
                <a:cubicBezTo>
                  <a:pt x="11977" y="10990"/>
                  <a:pt x="12129" y="10899"/>
                  <a:pt x="12159" y="11142"/>
                </a:cubicBezTo>
                <a:cubicBezTo>
                  <a:pt x="12159" y="11385"/>
                  <a:pt x="12098" y="11598"/>
                  <a:pt x="11855" y="11658"/>
                </a:cubicBezTo>
                <a:cubicBezTo>
                  <a:pt x="11551" y="11719"/>
                  <a:pt x="11278" y="11780"/>
                  <a:pt x="10974" y="11810"/>
                </a:cubicBezTo>
                <a:cubicBezTo>
                  <a:pt x="10062" y="11932"/>
                  <a:pt x="9271" y="12236"/>
                  <a:pt x="8967" y="13421"/>
                </a:cubicBezTo>
                <a:cubicBezTo>
                  <a:pt x="9211" y="13573"/>
                  <a:pt x="9393" y="13756"/>
                  <a:pt x="9545" y="14029"/>
                </a:cubicBezTo>
                <a:cubicBezTo>
                  <a:pt x="9241" y="14212"/>
                  <a:pt x="8967" y="14272"/>
                  <a:pt x="8663" y="14333"/>
                </a:cubicBezTo>
                <a:cubicBezTo>
                  <a:pt x="7812" y="14485"/>
                  <a:pt x="7448" y="15002"/>
                  <a:pt x="7630" y="15914"/>
                </a:cubicBezTo>
                <a:cubicBezTo>
                  <a:pt x="7356" y="16005"/>
                  <a:pt x="7053" y="16127"/>
                  <a:pt x="6779" y="16248"/>
                </a:cubicBezTo>
                <a:cubicBezTo>
                  <a:pt x="5654" y="16765"/>
                  <a:pt x="4378" y="16643"/>
                  <a:pt x="3223" y="17038"/>
                </a:cubicBezTo>
                <a:cubicBezTo>
                  <a:pt x="2704" y="17240"/>
                  <a:pt x="2267" y="17742"/>
                  <a:pt x="1731" y="17742"/>
                </a:cubicBezTo>
                <a:cubicBezTo>
                  <a:pt x="1702" y="17742"/>
                  <a:pt x="1672" y="17741"/>
                  <a:pt x="1642" y="17738"/>
                </a:cubicBezTo>
                <a:cubicBezTo>
                  <a:pt x="1566" y="17724"/>
                  <a:pt x="1494" y="17718"/>
                  <a:pt x="1425" y="17718"/>
                </a:cubicBezTo>
                <a:cubicBezTo>
                  <a:pt x="1026" y="17718"/>
                  <a:pt x="733" y="17925"/>
                  <a:pt x="396" y="18133"/>
                </a:cubicBezTo>
                <a:cubicBezTo>
                  <a:pt x="31" y="18345"/>
                  <a:pt x="1" y="18589"/>
                  <a:pt x="183" y="18923"/>
                </a:cubicBezTo>
                <a:cubicBezTo>
                  <a:pt x="1285" y="18923"/>
                  <a:pt x="2356" y="18395"/>
                  <a:pt x="3464" y="18395"/>
                </a:cubicBezTo>
                <a:cubicBezTo>
                  <a:pt x="3883" y="18395"/>
                  <a:pt x="4308" y="18471"/>
                  <a:pt x="4742" y="18680"/>
                </a:cubicBezTo>
                <a:cubicBezTo>
                  <a:pt x="4628" y="18909"/>
                  <a:pt x="4540" y="19138"/>
                  <a:pt x="4352" y="19138"/>
                </a:cubicBezTo>
                <a:cubicBezTo>
                  <a:pt x="4341" y="19138"/>
                  <a:pt x="4329" y="19138"/>
                  <a:pt x="4317" y="19136"/>
                </a:cubicBezTo>
                <a:cubicBezTo>
                  <a:pt x="4248" y="19125"/>
                  <a:pt x="4181" y="19120"/>
                  <a:pt x="4114" y="19120"/>
                </a:cubicBezTo>
                <a:cubicBezTo>
                  <a:pt x="3616" y="19120"/>
                  <a:pt x="3154" y="19386"/>
                  <a:pt x="2645" y="19440"/>
                </a:cubicBezTo>
                <a:cubicBezTo>
                  <a:pt x="2128" y="19501"/>
                  <a:pt x="1642" y="20291"/>
                  <a:pt x="1764" y="20838"/>
                </a:cubicBezTo>
                <a:cubicBezTo>
                  <a:pt x="3439" y="20350"/>
                  <a:pt x="5113" y="20055"/>
                  <a:pt x="6860" y="20055"/>
                </a:cubicBezTo>
                <a:cubicBezTo>
                  <a:pt x="7618" y="20055"/>
                  <a:pt x="8389" y="20110"/>
                  <a:pt x="9180" y="20230"/>
                </a:cubicBezTo>
                <a:cubicBezTo>
                  <a:pt x="8907" y="20443"/>
                  <a:pt x="8755" y="20564"/>
                  <a:pt x="8633" y="20656"/>
                </a:cubicBezTo>
                <a:cubicBezTo>
                  <a:pt x="8694" y="20868"/>
                  <a:pt x="8937" y="20808"/>
                  <a:pt x="8937" y="21081"/>
                </a:cubicBezTo>
                <a:cubicBezTo>
                  <a:pt x="8857" y="21210"/>
                  <a:pt x="8751" y="21245"/>
                  <a:pt x="8637" y="21245"/>
                </a:cubicBezTo>
                <a:cubicBezTo>
                  <a:pt x="8536" y="21245"/>
                  <a:pt x="8429" y="21217"/>
                  <a:pt x="8329" y="21203"/>
                </a:cubicBezTo>
                <a:cubicBezTo>
                  <a:pt x="8451" y="21051"/>
                  <a:pt x="8572" y="20929"/>
                  <a:pt x="8481" y="20777"/>
                </a:cubicBezTo>
                <a:lnTo>
                  <a:pt x="8481" y="20777"/>
                </a:lnTo>
                <a:cubicBezTo>
                  <a:pt x="8188" y="20830"/>
                  <a:pt x="7901" y="20855"/>
                  <a:pt x="7619" y="20855"/>
                </a:cubicBezTo>
                <a:cubicBezTo>
                  <a:pt x="7259" y="20855"/>
                  <a:pt x="6908" y="20815"/>
                  <a:pt x="6566" y="20747"/>
                </a:cubicBezTo>
                <a:cubicBezTo>
                  <a:pt x="6313" y="20705"/>
                  <a:pt x="6054" y="20643"/>
                  <a:pt x="5806" y="20643"/>
                </a:cubicBezTo>
                <a:cubicBezTo>
                  <a:pt x="5517" y="20643"/>
                  <a:pt x="5245" y="20726"/>
                  <a:pt x="5016" y="21020"/>
                </a:cubicBezTo>
                <a:cubicBezTo>
                  <a:pt x="5077" y="21324"/>
                  <a:pt x="5381" y="21111"/>
                  <a:pt x="5442" y="21415"/>
                </a:cubicBezTo>
                <a:cubicBezTo>
                  <a:pt x="5399" y="21409"/>
                  <a:pt x="5358" y="21407"/>
                  <a:pt x="5318" y="21407"/>
                </a:cubicBezTo>
                <a:cubicBezTo>
                  <a:pt x="4949" y="21407"/>
                  <a:pt x="4637" y="21634"/>
                  <a:pt x="4226" y="21689"/>
                </a:cubicBezTo>
                <a:cubicBezTo>
                  <a:pt x="4226" y="21780"/>
                  <a:pt x="4195" y="21963"/>
                  <a:pt x="4256" y="22054"/>
                </a:cubicBezTo>
                <a:cubicBezTo>
                  <a:pt x="4550" y="22641"/>
                  <a:pt x="5335" y="23181"/>
                  <a:pt x="5995" y="23181"/>
                </a:cubicBezTo>
                <a:cubicBezTo>
                  <a:pt x="6087" y="23181"/>
                  <a:pt x="6177" y="23170"/>
                  <a:pt x="6262" y="23148"/>
                </a:cubicBezTo>
                <a:cubicBezTo>
                  <a:pt x="6374" y="23115"/>
                  <a:pt x="6473" y="23099"/>
                  <a:pt x="6559" y="23099"/>
                </a:cubicBezTo>
                <a:cubicBezTo>
                  <a:pt x="6870" y="23099"/>
                  <a:pt x="7009" y="23307"/>
                  <a:pt x="6961" y="23665"/>
                </a:cubicBezTo>
                <a:cubicBezTo>
                  <a:pt x="6201" y="23847"/>
                  <a:pt x="5442" y="24029"/>
                  <a:pt x="4682" y="24242"/>
                </a:cubicBezTo>
                <a:cubicBezTo>
                  <a:pt x="2949" y="24759"/>
                  <a:pt x="2888" y="24789"/>
                  <a:pt x="2736" y="25245"/>
                </a:cubicBezTo>
                <a:cubicBezTo>
                  <a:pt x="2813" y="25236"/>
                  <a:pt x="2888" y="25232"/>
                  <a:pt x="2961" y="25232"/>
                </a:cubicBezTo>
                <a:cubicBezTo>
                  <a:pt x="4144" y="25232"/>
                  <a:pt x="4964" y="26325"/>
                  <a:pt x="6080" y="26583"/>
                </a:cubicBezTo>
                <a:cubicBezTo>
                  <a:pt x="5820" y="26821"/>
                  <a:pt x="5544" y="26951"/>
                  <a:pt x="5275" y="26951"/>
                </a:cubicBezTo>
                <a:cubicBezTo>
                  <a:pt x="5167" y="26951"/>
                  <a:pt x="5060" y="26930"/>
                  <a:pt x="4955" y="26887"/>
                </a:cubicBezTo>
                <a:cubicBezTo>
                  <a:pt x="4722" y="26799"/>
                  <a:pt x="4522" y="26752"/>
                  <a:pt x="4345" y="26752"/>
                </a:cubicBezTo>
                <a:cubicBezTo>
                  <a:pt x="3783" y="26752"/>
                  <a:pt x="3449" y="27228"/>
                  <a:pt x="3010" y="28406"/>
                </a:cubicBezTo>
                <a:cubicBezTo>
                  <a:pt x="3421" y="28589"/>
                  <a:pt x="3843" y="28640"/>
                  <a:pt x="4269" y="28640"/>
                </a:cubicBezTo>
                <a:cubicBezTo>
                  <a:pt x="4805" y="28640"/>
                  <a:pt x="5346" y="28559"/>
                  <a:pt x="5879" y="28559"/>
                </a:cubicBezTo>
                <a:cubicBezTo>
                  <a:pt x="6330" y="28559"/>
                  <a:pt x="6775" y="28617"/>
                  <a:pt x="7204" y="28832"/>
                </a:cubicBezTo>
                <a:cubicBezTo>
                  <a:pt x="6718" y="29014"/>
                  <a:pt x="6232" y="29227"/>
                  <a:pt x="5715" y="29288"/>
                </a:cubicBezTo>
                <a:cubicBezTo>
                  <a:pt x="5138" y="29379"/>
                  <a:pt x="4530" y="29409"/>
                  <a:pt x="4013" y="29774"/>
                </a:cubicBezTo>
                <a:cubicBezTo>
                  <a:pt x="3679" y="29957"/>
                  <a:pt x="3405" y="30291"/>
                  <a:pt x="2888" y="30291"/>
                </a:cubicBezTo>
                <a:cubicBezTo>
                  <a:pt x="3223" y="30565"/>
                  <a:pt x="3192" y="31020"/>
                  <a:pt x="3527" y="31051"/>
                </a:cubicBezTo>
                <a:cubicBezTo>
                  <a:pt x="4414" y="31103"/>
                  <a:pt x="5302" y="31379"/>
                  <a:pt x="6208" y="31379"/>
                </a:cubicBezTo>
                <a:cubicBezTo>
                  <a:pt x="6358" y="31379"/>
                  <a:pt x="6507" y="31372"/>
                  <a:pt x="6657" y="31355"/>
                </a:cubicBezTo>
                <a:cubicBezTo>
                  <a:pt x="6685" y="31351"/>
                  <a:pt x="6711" y="31350"/>
                  <a:pt x="6738" y="31350"/>
                </a:cubicBezTo>
                <a:cubicBezTo>
                  <a:pt x="7124" y="31350"/>
                  <a:pt x="7439" y="31687"/>
                  <a:pt x="7832" y="31687"/>
                </a:cubicBezTo>
                <a:cubicBezTo>
                  <a:pt x="7894" y="31687"/>
                  <a:pt x="7958" y="31678"/>
                  <a:pt x="8025" y="31659"/>
                </a:cubicBezTo>
                <a:lnTo>
                  <a:pt x="8025" y="31659"/>
                </a:lnTo>
                <a:cubicBezTo>
                  <a:pt x="7417" y="31902"/>
                  <a:pt x="6840" y="32297"/>
                  <a:pt x="6232" y="32297"/>
                </a:cubicBezTo>
                <a:cubicBezTo>
                  <a:pt x="5411" y="32327"/>
                  <a:pt x="4773" y="32601"/>
                  <a:pt x="4317" y="33391"/>
                </a:cubicBezTo>
                <a:cubicBezTo>
                  <a:pt x="4226" y="33543"/>
                  <a:pt x="4043" y="33665"/>
                  <a:pt x="4135" y="33908"/>
                </a:cubicBezTo>
                <a:cubicBezTo>
                  <a:pt x="4195" y="34151"/>
                  <a:pt x="4408" y="34090"/>
                  <a:pt x="4590" y="34121"/>
                </a:cubicBezTo>
                <a:cubicBezTo>
                  <a:pt x="4639" y="34131"/>
                  <a:pt x="4687" y="34136"/>
                  <a:pt x="4735" y="34136"/>
                </a:cubicBezTo>
                <a:cubicBezTo>
                  <a:pt x="5021" y="34136"/>
                  <a:pt x="5295" y="33978"/>
                  <a:pt x="5578" y="33978"/>
                </a:cubicBezTo>
                <a:cubicBezTo>
                  <a:pt x="5663" y="33978"/>
                  <a:pt x="5749" y="33992"/>
                  <a:pt x="5837" y="34030"/>
                </a:cubicBezTo>
                <a:cubicBezTo>
                  <a:pt x="5624" y="34273"/>
                  <a:pt x="5320" y="34182"/>
                  <a:pt x="5046" y="34394"/>
                </a:cubicBezTo>
                <a:cubicBezTo>
                  <a:pt x="5160" y="34768"/>
                  <a:pt x="5352" y="34855"/>
                  <a:pt x="5562" y="34855"/>
                </a:cubicBezTo>
                <a:cubicBezTo>
                  <a:pt x="5745" y="34855"/>
                  <a:pt x="5941" y="34789"/>
                  <a:pt x="6110" y="34789"/>
                </a:cubicBezTo>
                <a:cubicBezTo>
                  <a:pt x="6663" y="34789"/>
                  <a:pt x="7132" y="34484"/>
                  <a:pt x="7703" y="34484"/>
                </a:cubicBezTo>
                <a:cubicBezTo>
                  <a:pt x="7729" y="34484"/>
                  <a:pt x="7756" y="34484"/>
                  <a:pt x="7782" y="34486"/>
                </a:cubicBezTo>
                <a:cubicBezTo>
                  <a:pt x="8122" y="34486"/>
                  <a:pt x="8478" y="34590"/>
                  <a:pt x="8838" y="34590"/>
                </a:cubicBezTo>
                <a:cubicBezTo>
                  <a:pt x="8992" y="34590"/>
                  <a:pt x="9147" y="34571"/>
                  <a:pt x="9302" y="34516"/>
                </a:cubicBezTo>
                <a:cubicBezTo>
                  <a:pt x="9543" y="34420"/>
                  <a:pt x="9665" y="34383"/>
                  <a:pt x="9794" y="34383"/>
                </a:cubicBezTo>
                <a:cubicBezTo>
                  <a:pt x="9909" y="34383"/>
                  <a:pt x="10029" y="34412"/>
                  <a:pt x="10244" y="34455"/>
                </a:cubicBezTo>
                <a:cubicBezTo>
                  <a:pt x="9053" y="35051"/>
                  <a:pt x="7830" y="35242"/>
                  <a:pt x="6587" y="35242"/>
                </a:cubicBezTo>
                <a:cubicBezTo>
                  <a:pt x="5419" y="35242"/>
                  <a:pt x="4233" y="35073"/>
                  <a:pt x="3040" y="34911"/>
                </a:cubicBezTo>
                <a:lnTo>
                  <a:pt x="3040" y="34911"/>
                </a:lnTo>
                <a:cubicBezTo>
                  <a:pt x="3131" y="35762"/>
                  <a:pt x="3983" y="36279"/>
                  <a:pt x="5046" y="36279"/>
                </a:cubicBezTo>
                <a:cubicBezTo>
                  <a:pt x="5074" y="36854"/>
                  <a:pt x="4829" y="37109"/>
                  <a:pt x="4358" y="37109"/>
                </a:cubicBezTo>
                <a:cubicBezTo>
                  <a:pt x="4306" y="37109"/>
                  <a:pt x="4252" y="37106"/>
                  <a:pt x="4195" y="37100"/>
                </a:cubicBezTo>
                <a:cubicBezTo>
                  <a:pt x="3859" y="37052"/>
                  <a:pt x="3506" y="36928"/>
                  <a:pt x="3167" y="36928"/>
                </a:cubicBezTo>
                <a:cubicBezTo>
                  <a:pt x="2863" y="36928"/>
                  <a:pt x="2570" y="37028"/>
                  <a:pt x="2311" y="37373"/>
                </a:cubicBezTo>
                <a:cubicBezTo>
                  <a:pt x="2676" y="37981"/>
                  <a:pt x="2432" y="37859"/>
                  <a:pt x="3709" y="38163"/>
                </a:cubicBezTo>
                <a:cubicBezTo>
                  <a:pt x="4600" y="38398"/>
                  <a:pt x="5509" y="38668"/>
                  <a:pt x="6449" y="38668"/>
                </a:cubicBezTo>
                <a:cubicBezTo>
                  <a:pt x="6729" y="38668"/>
                  <a:pt x="7011" y="38645"/>
                  <a:pt x="7296" y="38589"/>
                </a:cubicBezTo>
                <a:cubicBezTo>
                  <a:pt x="7678" y="38499"/>
                  <a:pt x="8077" y="38392"/>
                  <a:pt x="8481" y="38392"/>
                </a:cubicBezTo>
                <a:cubicBezTo>
                  <a:pt x="8622" y="38392"/>
                  <a:pt x="8765" y="38405"/>
                  <a:pt x="8907" y="38437"/>
                </a:cubicBezTo>
                <a:cubicBezTo>
                  <a:pt x="9120" y="38484"/>
                  <a:pt x="9333" y="38587"/>
                  <a:pt x="9546" y="38587"/>
                </a:cubicBezTo>
                <a:cubicBezTo>
                  <a:pt x="9606" y="38587"/>
                  <a:pt x="9667" y="38579"/>
                  <a:pt x="9727" y="38559"/>
                </a:cubicBezTo>
                <a:cubicBezTo>
                  <a:pt x="11004" y="38103"/>
                  <a:pt x="12341" y="38011"/>
                  <a:pt x="13648" y="37920"/>
                </a:cubicBezTo>
                <a:cubicBezTo>
                  <a:pt x="15047" y="37799"/>
                  <a:pt x="16445" y="37525"/>
                  <a:pt x="17843" y="37495"/>
                </a:cubicBezTo>
                <a:cubicBezTo>
                  <a:pt x="20214" y="37464"/>
                  <a:pt x="22554" y="37039"/>
                  <a:pt x="24895" y="37039"/>
                </a:cubicBezTo>
                <a:cubicBezTo>
                  <a:pt x="26384" y="37008"/>
                  <a:pt x="27843" y="36978"/>
                  <a:pt x="29333" y="36948"/>
                </a:cubicBezTo>
                <a:cubicBezTo>
                  <a:pt x="29819" y="36948"/>
                  <a:pt x="30305" y="37163"/>
                  <a:pt x="30817" y="37163"/>
                </a:cubicBezTo>
                <a:cubicBezTo>
                  <a:pt x="30849" y="37163"/>
                  <a:pt x="30881" y="37162"/>
                  <a:pt x="30913" y="37160"/>
                </a:cubicBezTo>
                <a:cubicBezTo>
                  <a:pt x="31429" y="37117"/>
                  <a:pt x="31960" y="37074"/>
                  <a:pt x="32485" y="37074"/>
                </a:cubicBezTo>
                <a:cubicBezTo>
                  <a:pt x="32702" y="37074"/>
                  <a:pt x="32918" y="37082"/>
                  <a:pt x="33132" y="37100"/>
                </a:cubicBezTo>
                <a:cubicBezTo>
                  <a:pt x="34074" y="37160"/>
                  <a:pt x="35047" y="37404"/>
                  <a:pt x="35959" y="37404"/>
                </a:cubicBezTo>
                <a:cubicBezTo>
                  <a:pt x="36052" y="37402"/>
                  <a:pt x="36145" y="37402"/>
                  <a:pt x="36238" y="37402"/>
                </a:cubicBezTo>
                <a:cubicBezTo>
                  <a:pt x="38483" y="37402"/>
                  <a:pt x="40702" y="37743"/>
                  <a:pt x="42950" y="37859"/>
                </a:cubicBezTo>
                <a:cubicBezTo>
                  <a:pt x="44105" y="37920"/>
                  <a:pt x="45230" y="37829"/>
                  <a:pt x="46354" y="38042"/>
                </a:cubicBezTo>
                <a:cubicBezTo>
                  <a:pt x="48603" y="38437"/>
                  <a:pt x="50883" y="38498"/>
                  <a:pt x="53132" y="38559"/>
                </a:cubicBezTo>
                <a:cubicBezTo>
                  <a:pt x="53832" y="38559"/>
                  <a:pt x="54531" y="38467"/>
                  <a:pt x="54895" y="37677"/>
                </a:cubicBezTo>
                <a:cubicBezTo>
                  <a:pt x="54804" y="37282"/>
                  <a:pt x="54409" y="37647"/>
                  <a:pt x="54318" y="37221"/>
                </a:cubicBezTo>
                <a:cubicBezTo>
                  <a:pt x="54679" y="37221"/>
                  <a:pt x="55052" y="37162"/>
                  <a:pt x="55414" y="37162"/>
                </a:cubicBezTo>
                <a:cubicBezTo>
                  <a:pt x="55631" y="37162"/>
                  <a:pt x="55845" y="37183"/>
                  <a:pt x="56050" y="37252"/>
                </a:cubicBezTo>
                <a:cubicBezTo>
                  <a:pt x="56717" y="37474"/>
                  <a:pt x="57390" y="37544"/>
                  <a:pt x="58064" y="37544"/>
                </a:cubicBezTo>
                <a:cubicBezTo>
                  <a:pt x="58773" y="37544"/>
                  <a:pt x="59483" y="37466"/>
                  <a:pt x="60184" y="37404"/>
                </a:cubicBezTo>
                <a:cubicBezTo>
                  <a:pt x="60610" y="37373"/>
                  <a:pt x="60610" y="36948"/>
                  <a:pt x="60701" y="36644"/>
                </a:cubicBezTo>
                <a:cubicBezTo>
                  <a:pt x="60792" y="36340"/>
                  <a:pt x="60640" y="36188"/>
                  <a:pt x="60397" y="36005"/>
                </a:cubicBezTo>
                <a:cubicBezTo>
                  <a:pt x="59880" y="35701"/>
                  <a:pt x="59333" y="35549"/>
                  <a:pt x="58786" y="35306"/>
                </a:cubicBezTo>
                <a:cubicBezTo>
                  <a:pt x="58878" y="35121"/>
                  <a:pt x="59016" y="35094"/>
                  <a:pt x="59157" y="35094"/>
                </a:cubicBezTo>
                <a:cubicBezTo>
                  <a:pt x="59217" y="35094"/>
                  <a:pt x="59278" y="35099"/>
                  <a:pt x="59336" y="35099"/>
                </a:cubicBezTo>
                <a:cubicBezTo>
                  <a:pt x="59366" y="35099"/>
                  <a:pt x="59396" y="35098"/>
                  <a:pt x="59424" y="35093"/>
                </a:cubicBezTo>
                <a:cubicBezTo>
                  <a:pt x="59789" y="35033"/>
                  <a:pt x="60154" y="34850"/>
                  <a:pt x="60215" y="34394"/>
                </a:cubicBezTo>
                <a:cubicBezTo>
                  <a:pt x="60397" y="32935"/>
                  <a:pt x="60883" y="31598"/>
                  <a:pt x="61339" y="30261"/>
                </a:cubicBezTo>
                <a:cubicBezTo>
                  <a:pt x="62737" y="26248"/>
                  <a:pt x="64105" y="22267"/>
                  <a:pt x="65230" y="18163"/>
                </a:cubicBezTo>
                <a:cubicBezTo>
                  <a:pt x="65716" y="16339"/>
                  <a:pt x="65412" y="15792"/>
                  <a:pt x="63923" y="15458"/>
                </a:cubicBezTo>
                <a:cubicBezTo>
                  <a:pt x="63801" y="15428"/>
                  <a:pt x="63680" y="15428"/>
                  <a:pt x="63558" y="15428"/>
                </a:cubicBezTo>
                <a:cubicBezTo>
                  <a:pt x="61795" y="15154"/>
                  <a:pt x="60002" y="14880"/>
                  <a:pt x="58239" y="14576"/>
                </a:cubicBezTo>
                <a:cubicBezTo>
                  <a:pt x="57433" y="14425"/>
                  <a:pt x="56753" y="13607"/>
                  <a:pt x="55886" y="13607"/>
                </a:cubicBezTo>
                <a:cubicBezTo>
                  <a:pt x="55707" y="13607"/>
                  <a:pt x="55519" y="13642"/>
                  <a:pt x="55321" y="13725"/>
                </a:cubicBezTo>
                <a:cubicBezTo>
                  <a:pt x="55321" y="13725"/>
                  <a:pt x="55260" y="13665"/>
                  <a:pt x="55230" y="13634"/>
                </a:cubicBezTo>
                <a:cubicBezTo>
                  <a:pt x="55260" y="13330"/>
                  <a:pt x="55503" y="13148"/>
                  <a:pt x="55594" y="12874"/>
                </a:cubicBezTo>
                <a:cubicBezTo>
                  <a:pt x="55777" y="12449"/>
                  <a:pt x="55503" y="11810"/>
                  <a:pt x="55108" y="11810"/>
                </a:cubicBezTo>
                <a:cubicBezTo>
                  <a:pt x="55081" y="11811"/>
                  <a:pt x="55054" y="11812"/>
                  <a:pt x="55027" y="11812"/>
                </a:cubicBezTo>
                <a:cubicBezTo>
                  <a:pt x="54272" y="11812"/>
                  <a:pt x="53620" y="11413"/>
                  <a:pt x="52798" y="11354"/>
                </a:cubicBezTo>
                <a:cubicBezTo>
                  <a:pt x="52965" y="11259"/>
                  <a:pt x="53039" y="11144"/>
                  <a:pt x="53151" y="11144"/>
                </a:cubicBezTo>
                <a:cubicBezTo>
                  <a:pt x="53182" y="11144"/>
                  <a:pt x="53215" y="11153"/>
                  <a:pt x="53254" y="11172"/>
                </a:cubicBezTo>
                <a:cubicBezTo>
                  <a:pt x="53680" y="11415"/>
                  <a:pt x="54135" y="11324"/>
                  <a:pt x="54561" y="11476"/>
                </a:cubicBezTo>
                <a:cubicBezTo>
                  <a:pt x="54677" y="11511"/>
                  <a:pt x="54766" y="11527"/>
                  <a:pt x="54834" y="11527"/>
                </a:cubicBezTo>
                <a:cubicBezTo>
                  <a:pt x="55122" y="11527"/>
                  <a:pt x="55018" y="11237"/>
                  <a:pt x="54895" y="10868"/>
                </a:cubicBezTo>
                <a:lnTo>
                  <a:pt x="54895" y="10868"/>
                </a:lnTo>
                <a:cubicBezTo>
                  <a:pt x="54924" y="10872"/>
                  <a:pt x="54951" y="10873"/>
                  <a:pt x="54978" y="10873"/>
                </a:cubicBezTo>
                <a:cubicBezTo>
                  <a:pt x="55407" y="10873"/>
                  <a:pt x="55616" y="10436"/>
                  <a:pt x="55959" y="10321"/>
                </a:cubicBezTo>
                <a:cubicBezTo>
                  <a:pt x="55898" y="10078"/>
                  <a:pt x="55959" y="9835"/>
                  <a:pt x="55746" y="9744"/>
                </a:cubicBezTo>
                <a:cubicBezTo>
                  <a:pt x="55260" y="9531"/>
                  <a:pt x="54743" y="9227"/>
                  <a:pt x="54287" y="9227"/>
                </a:cubicBezTo>
                <a:cubicBezTo>
                  <a:pt x="53299" y="9227"/>
                  <a:pt x="52336" y="8880"/>
                  <a:pt x="51352" y="8880"/>
                </a:cubicBezTo>
                <a:cubicBezTo>
                  <a:pt x="51247" y="8880"/>
                  <a:pt x="51141" y="8884"/>
                  <a:pt x="51035" y="8892"/>
                </a:cubicBezTo>
                <a:cubicBezTo>
                  <a:pt x="50984" y="8899"/>
                  <a:pt x="50935" y="8902"/>
                  <a:pt x="50888" y="8902"/>
                </a:cubicBezTo>
                <a:cubicBezTo>
                  <a:pt x="50479" y="8902"/>
                  <a:pt x="50176" y="8678"/>
                  <a:pt x="49850" y="8406"/>
                </a:cubicBezTo>
                <a:cubicBezTo>
                  <a:pt x="49992" y="8371"/>
                  <a:pt x="50103" y="8356"/>
                  <a:pt x="50208" y="8356"/>
                </a:cubicBezTo>
                <a:cubicBezTo>
                  <a:pt x="50281" y="8356"/>
                  <a:pt x="50352" y="8363"/>
                  <a:pt x="50427" y="8376"/>
                </a:cubicBezTo>
                <a:cubicBezTo>
                  <a:pt x="50755" y="8445"/>
                  <a:pt x="51073" y="8543"/>
                  <a:pt x="51386" y="8543"/>
                </a:cubicBezTo>
                <a:cubicBezTo>
                  <a:pt x="51626" y="8543"/>
                  <a:pt x="51862" y="8486"/>
                  <a:pt x="52099" y="8315"/>
                </a:cubicBezTo>
                <a:cubicBezTo>
                  <a:pt x="52707" y="7920"/>
                  <a:pt x="53467" y="8163"/>
                  <a:pt x="54105" y="7707"/>
                </a:cubicBezTo>
                <a:cubicBezTo>
                  <a:pt x="54409" y="7494"/>
                  <a:pt x="54835" y="7585"/>
                  <a:pt x="55230" y="7494"/>
                </a:cubicBezTo>
                <a:cubicBezTo>
                  <a:pt x="55564" y="7433"/>
                  <a:pt x="55898" y="7221"/>
                  <a:pt x="55929" y="6795"/>
                </a:cubicBezTo>
                <a:cubicBezTo>
                  <a:pt x="55959" y="6339"/>
                  <a:pt x="55564" y="6339"/>
                  <a:pt x="55290" y="6278"/>
                </a:cubicBezTo>
                <a:cubicBezTo>
                  <a:pt x="55139" y="6248"/>
                  <a:pt x="55017" y="6157"/>
                  <a:pt x="54987" y="6005"/>
                </a:cubicBezTo>
                <a:cubicBezTo>
                  <a:pt x="55309" y="5606"/>
                  <a:pt x="55561" y="5433"/>
                  <a:pt x="55897" y="5433"/>
                </a:cubicBezTo>
                <a:cubicBezTo>
                  <a:pt x="56099" y="5433"/>
                  <a:pt x="56331" y="5496"/>
                  <a:pt x="56628" y="5610"/>
                </a:cubicBezTo>
                <a:cubicBezTo>
                  <a:pt x="56782" y="5661"/>
                  <a:pt x="56932" y="5718"/>
                  <a:pt x="57059" y="5718"/>
                </a:cubicBezTo>
                <a:cubicBezTo>
                  <a:pt x="57232" y="5718"/>
                  <a:pt x="57366" y="5613"/>
                  <a:pt x="57418" y="5245"/>
                </a:cubicBezTo>
                <a:cubicBezTo>
                  <a:pt x="56689" y="4941"/>
                  <a:pt x="56050" y="4515"/>
                  <a:pt x="55442" y="3999"/>
                </a:cubicBezTo>
                <a:cubicBezTo>
                  <a:pt x="55716" y="3816"/>
                  <a:pt x="55959" y="3634"/>
                  <a:pt x="56202" y="3482"/>
                </a:cubicBezTo>
                <a:cubicBezTo>
                  <a:pt x="56446" y="3330"/>
                  <a:pt x="56810" y="3239"/>
                  <a:pt x="56780" y="2874"/>
                </a:cubicBezTo>
                <a:cubicBezTo>
                  <a:pt x="56780" y="2479"/>
                  <a:pt x="56415" y="2388"/>
                  <a:pt x="56142" y="2236"/>
                </a:cubicBezTo>
                <a:cubicBezTo>
                  <a:pt x="55047" y="1628"/>
                  <a:pt x="53832" y="1476"/>
                  <a:pt x="52646" y="1476"/>
                </a:cubicBezTo>
                <a:cubicBezTo>
                  <a:pt x="50488" y="1446"/>
                  <a:pt x="48330" y="1050"/>
                  <a:pt x="46141" y="990"/>
                </a:cubicBezTo>
                <a:cubicBezTo>
                  <a:pt x="45230" y="929"/>
                  <a:pt x="44348" y="898"/>
                  <a:pt x="43436" y="838"/>
                </a:cubicBezTo>
                <a:cubicBezTo>
                  <a:pt x="41430" y="746"/>
                  <a:pt x="39454" y="564"/>
                  <a:pt x="37479" y="442"/>
                </a:cubicBezTo>
                <a:cubicBezTo>
                  <a:pt x="36263" y="382"/>
                  <a:pt x="35077" y="442"/>
                  <a:pt x="33862" y="351"/>
                </a:cubicBezTo>
                <a:cubicBezTo>
                  <a:pt x="31947" y="199"/>
                  <a:pt x="30032" y="108"/>
                  <a:pt x="28117" y="47"/>
                </a:cubicBezTo>
                <a:cubicBezTo>
                  <a:pt x="28060" y="45"/>
                  <a:pt x="28003" y="44"/>
                  <a:pt x="27947" y="44"/>
                </a:cubicBezTo>
                <a:cubicBezTo>
                  <a:pt x="27383" y="44"/>
                  <a:pt x="26833" y="151"/>
                  <a:pt x="26254" y="151"/>
                </a:cubicBezTo>
                <a:cubicBezTo>
                  <a:pt x="26147" y="151"/>
                  <a:pt x="26038" y="147"/>
                  <a:pt x="25928" y="139"/>
                </a:cubicBezTo>
                <a:cubicBezTo>
                  <a:pt x="25377" y="85"/>
                  <a:pt x="24814" y="0"/>
                  <a:pt x="242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9" name="Google Shape;10719;p31"/>
          <p:cNvSpPr/>
          <p:nvPr/>
        </p:nvSpPr>
        <p:spPr>
          <a:xfrm>
            <a:off x="-629900" y="3725325"/>
            <a:ext cx="1773625" cy="1400750"/>
          </a:xfrm>
          <a:custGeom>
            <a:rect b="b" l="l" r="r" t="t"/>
            <a:pathLst>
              <a:path extrusionOk="0" h="27521" w="70945">
                <a:moveTo>
                  <a:pt x="35199" y="1964"/>
                </a:moveTo>
                <a:lnTo>
                  <a:pt x="35199" y="1964"/>
                </a:lnTo>
                <a:cubicBezTo>
                  <a:pt x="34786" y="2653"/>
                  <a:pt x="33624" y="3167"/>
                  <a:pt x="32709" y="3167"/>
                </a:cubicBezTo>
                <a:cubicBezTo>
                  <a:pt x="32614" y="3167"/>
                  <a:pt x="32521" y="3161"/>
                  <a:pt x="32433" y="3150"/>
                </a:cubicBezTo>
                <a:cubicBezTo>
                  <a:pt x="33223" y="2420"/>
                  <a:pt x="34287" y="2359"/>
                  <a:pt x="35199" y="1964"/>
                </a:cubicBezTo>
                <a:close/>
                <a:moveTo>
                  <a:pt x="30913" y="4366"/>
                </a:moveTo>
                <a:lnTo>
                  <a:pt x="30974" y="4548"/>
                </a:lnTo>
                <a:cubicBezTo>
                  <a:pt x="30184" y="4791"/>
                  <a:pt x="29424" y="5065"/>
                  <a:pt x="28633" y="5308"/>
                </a:cubicBezTo>
                <a:cubicBezTo>
                  <a:pt x="28603" y="5277"/>
                  <a:pt x="28603" y="5217"/>
                  <a:pt x="28573" y="5156"/>
                </a:cubicBezTo>
                <a:cubicBezTo>
                  <a:pt x="29363" y="4882"/>
                  <a:pt x="30123" y="4609"/>
                  <a:pt x="30913" y="4366"/>
                </a:cubicBezTo>
                <a:close/>
                <a:moveTo>
                  <a:pt x="40786" y="4588"/>
                </a:moveTo>
                <a:cubicBezTo>
                  <a:pt x="42137" y="4588"/>
                  <a:pt x="43391" y="4745"/>
                  <a:pt x="43831" y="5065"/>
                </a:cubicBezTo>
                <a:cubicBezTo>
                  <a:pt x="43312" y="5219"/>
                  <a:pt x="42792" y="5300"/>
                  <a:pt x="42272" y="5300"/>
                </a:cubicBezTo>
                <a:cubicBezTo>
                  <a:pt x="41971" y="5300"/>
                  <a:pt x="41670" y="5272"/>
                  <a:pt x="41369" y="5217"/>
                </a:cubicBezTo>
                <a:cubicBezTo>
                  <a:pt x="41223" y="5189"/>
                  <a:pt x="41077" y="5177"/>
                  <a:pt x="40930" y="5177"/>
                </a:cubicBezTo>
                <a:cubicBezTo>
                  <a:pt x="40286" y="5177"/>
                  <a:pt x="39642" y="5399"/>
                  <a:pt x="38998" y="5399"/>
                </a:cubicBezTo>
                <a:cubicBezTo>
                  <a:pt x="38963" y="5401"/>
                  <a:pt x="38928" y="5401"/>
                  <a:pt x="38892" y="5401"/>
                </a:cubicBezTo>
                <a:cubicBezTo>
                  <a:pt x="38387" y="5401"/>
                  <a:pt x="37866" y="5262"/>
                  <a:pt x="37299" y="5262"/>
                </a:cubicBezTo>
                <a:cubicBezTo>
                  <a:pt x="37082" y="5262"/>
                  <a:pt x="36859" y="5282"/>
                  <a:pt x="36628" y="5338"/>
                </a:cubicBezTo>
                <a:cubicBezTo>
                  <a:pt x="37173" y="4844"/>
                  <a:pt x="39059" y="4588"/>
                  <a:pt x="40786" y="4588"/>
                </a:cubicBezTo>
                <a:close/>
                <a:moveTo>
                  <a:pt x="53712" y="5060"/>
                </a:moveTo>
                <a:cubicBezTo>
                  <a:pt x="54241" y="5060"/>
                  <a:pt x="54650" y="5080"/>
                  <a:pt x="54865" y="5125"/>
                </a:cubicBezTo>
                <a:cubicBezTo>
                  <a:pt x="53491" y="5211"/>
                  <a:pt x="52117" y="5432"/>
                  <a:pt x="50743" y="5432"/>
                </a:cubicBezTo>
                <a:cubicBezTo>
                  <a:pt x="50658" y="5432"/>
                  <a:pt x="50573" y="5431"/>
                  <a:pt x="50488" y="5429"/>
                </a:cubicBezTo>
                <a:cubicBezTo>
                  <a:pt x="50434" y="5428"/>
                  <a:pt x="50380" y="5428"/>
                  <a:pt x="50326" y="5428"/>
                </a:cubicBezTo>
                <a:cubicBezTo>
                  <a:pt x="48977" y="5428"/>
                  <a:pt x="47648" y="5765"/>
                  <a:pt x="46195" y="5765"/>
                </a:cubicBezTo>
                <a:cubicBezTo>
                  <a:pt x="46137" y="5765"/>
                  <a:pt x="46078" y="5765"/>
                  <a:pt x="46020" y="5764"/>
                </a:cubicBezTo>
                <a:cubicBezTo>
                  <a:pt x="46787" y="5442"/>
                  <a:pt x="51399" y="5060"/>
                  <a:pt x="53712" y="5060"/>
                </a:cubicBezTo>
                <a:close/>
                <a:moveTo>
                  <a:pt x="57388" y="5977"/>
                </a:moveTo>
                <a:lnTo>
                  <a:pt x="57388" y="5977"/>
                </a:lnTo>
                <a:cubicBezTo>
                  <a:pt x="55787" y="6584"/>
                  <a:pt x="46373" y="7967"/>
                  <a:pt x="44104" y="7967"/>
                </a:cubicBezTo>
                <a:cubicBezTo>
                  <a:pt x="43873" y="7967"/>
                  <a:pt x="43716" y="7953"/>
                  <a:pt x="43649" y="7922"/>
                </a:cubicBezTo>
                <a:cubicBezTo>
                  <a:pt x="48360" y="7223"/>
                  <a:pt x="52828" y="6250"/>
                  <a:pt x="57388" y="5977"/>
                </a:cubicBezTo>
                <a:close/>
                <a:moveTo>
                  <a:pt x="14803" y="9472"/>
                </a:moveTo>
                <a:lnTo>
                  <a:pt x="14803" y="9472"/>
                </a:lnTo>
                <a:cubicBezTo>
                  <a:pt x="14256" y="9928"/>
                  <a:pt x="13618" y="10110"/>
                  <a:pt x="12949" y="10232"/>
                </a:cubicBezTo>
                <a:cubicBezTo>
                  <a:pt x="13496" y="9837"/>
                  <a:pt x="14104" y="9563"/>
                  <a:pt x="14803" y="9472"/>
                </a:cubicBezTo>
                <a:close/>
                <a:moveTo>
                  <a:pt x="7038" y="12421"/>
                </a:moveTo>
                <a:cubicBezTo>
                  <a:pt x="7187" y="12421"/>
                  <a:pt x="7311" y="12538"/>
                  <a:pt x="7387" y="12785"/>
                </a:cubicBezTo>
                <a:cubicBezTo>
                  <a:pt x="6171" y="13484"/>
                  <a:pt x="4712" y="13667"/>
                  <a:pt x="3435" y="14335"/>
                </a:cubicBezTo>
                <a:cubicBezTo>
                  <a:pt x="3831" y="13879"/>
                  <a:pt x="4378" y="13667"/>
                  <a:pt x="4894" y="13454"/>
                </a:cubicBezTo>
                <a:cubicBezTo>
                  <a:pt x="5533" y="13211"/>
                  <a:pt x="6232" y="13028"/>
                  <a:pt x="6749" y="12542"/>
                </a:cubicBezTo>
                <a:cubicBezTo>
                  <a:pt x="6851" y="12463"/>
                  <a:pt x="6949" y="12421"/>
                  <a:pt x="7038" y="12421"/>
                </a:cubicBezTo>
                <a:close/>
                <a:moveTo>
                  <a:pt x="65264" y="16750"/>
                </a:moveTo>
                <a:cubicBezTo>
                  <a:pt x="65455" y="16750"/>
                  <a:pt x="65646" y="16756"/>
                  <a:pt x="65838" y="16767"/>
                </a:cubicBezTo>
                <a:cubicBezTo>
                  <a:pt x="65838" y="16828"/>
                  <a:pt x="65868" y="16889"/>
                  <a:pt x="65868" y="16949"/>
                </a:cubicBezTo>
                <a:cubicBezTo>
                  <a:pt x="64348" y="17193"/>
                  <a:pt x="62859" y="17405"/>
                  <a:pt x="61339" y="17648"/>
                </a:cubicBezTo>
                <a:cubicBezTo>
                  <a:pt x="62591" y="17036"/>
                  <a:pt x="63913" y="16750"/>
                  <a:pt x="65264" y="16750"/>
                </a:cubicBezTo>
                <a:close/>
                <a:moveTo>
                  <a:pt x="52616" y="25430"/>
                </a:moveTo>
                <a:lnTo>
                  <a:pt x="52616" y="25430"/>
                </a:lnTo>
                <a:cubicBezTo>
                  <a:pt x="54044" y="25521"/>
                  <a:pt x="55442" y="25794"/>
                  <a:pt x="56841" y="26159"/>
                </a:cubicBezTo>
                <a:cubicBezTo>
                  <a:pt x="56674" y="26212"/>
                  <a:pt x="56511" y="26234"/>
                  <a:pt x="56349" y="26234"/>
                </a:cubicBezTo>
                <a:cubicBezTo>
                  <a:pt x="55772" y="26234"/>
                  <a:pt x="55215" y="25964"/>
                  <a:pt x="54622" y="25916"/>
                </a:cubicBezTo>
                <a:cubicBezTo>
                  <a:pt x="53953" y="25855"/>
                  <a:pt x="53254" y="25734"/>
                  <a:pt x="52616" y="25430"/>
                </a:cubicBezTo>
                <a:close/>
                <a:moveTo>
                  <a:pt x="33208" y="1"/>
                </a:moveTo>
                <a:cubicBezTo>
                  <a:pt x="33141" y="1"/>
                  <a:pt x="33075" y="10"/>
                  <a:pt x="33010" y="19"/>
                </a:cubicBezTo>
                <a:cubicBezTo>
                  <a:pt x="32159" y="171"/>
                  <a:pt x="31308" y="293"/>
                  <a:pt x="30457" y="505"/>
                </a:cubicBezTo>
                <a:cubicBezTo>
                  <a:pt x="27022" y="1387"/>
                  <a:pt x="23649" y="2542"/>
                  <a:pt x="20275" y="3666"/>
                </a:cubicBezTo>
                <a:cubicBezTo>
                  <a:pt x="18208" y="4335"/>
                  <a:pt x="16141" y="5125"/>
                  <a:pt x="14104" y="5855"/>
                </a:cubicBezTo>
                <a:cubicBezTo>
                  <a:pt x="12554" y="6402"/>
                  <a:pt x="11034" y="6949"/>
                  <a:pt x="9515" y="7527"/>
                </a:cubicBezTo>
                <a:cubicBezTo>
                  <a:pt x="7630" y="8226"/>
                  <a:pt x="5715" y="8955"/>
                  <a:pt x="3861" y="9746"/>
                </a:cubicBezTo>
                <a:cubicBezTo>
                  <a:pt x="2676" y="10232"/>
                  <a:pt x="1399" y="10566"/>
                  <a:pt x="365" y="11387"/>
                </a:cubicBezTo>
                <a:cubicBezTo>
                  <a:pt x="183" y="11509"/>
                  <a:pt x="1" y="11630"/>
                  <a:pt x="122" y="11843"/>
                </a:cubicBezTo>
                <a:cubicBezTo>
                  <a:pt x="179" y="11956"/>
                  <a:pt x="283" y="11987"/>
                  <a:pt x="404" y="11987"/>
                </a:cubicBezTo>
                <a:cubicBezTo>
                  <a:pt x="478" y="11987"/>
                  <a:pt x="559" y="11976"/>
                  <a:pt x="639" y="11964"/>
                </a:cubicBezTo>
                <a:cubicBezTo>
                  <a:pt x="754" y="11942"/>
                  <a:pt x="868" y="11832"/>
                  <a:pt x="996" y="11832"/>
                </a:cubicBezTo>
                <a:cubicBezTo>
                  <a:pt x="1038" y="11832"/>
                  <a:pt x="1081" y="11843"/>
                  <a:pt x="1125" y="11873"/>
                </a:cubicBezTo>
                <a:cubicBezTo>
                  <a:pt x="1095" y="12025"/>
                  <a:pt x="882" y="12086"/>
                  <a:pt x="913" y="12208"/>
                </a:cubicBezTo>
                <a:cubicBezTo>
                  <a:pt x="1125" y="12512"/>
                  <a:pt x="1429" y="12481"/>
                  <a:pt x="1764" y="12572"/>
                </a:cubicBezTo>
                <a:cubicBezTo>
                  <a:pt x="1460" y="12816"/>
                  <a:pt x="1247" y="13028"/>
                  <a:pt x="1034" y="13211"/>
                </a:cubicBezTo>
                <a:cubicBezTo>
                  <a:pt x="1122" y="13278"/>
                  <a:pt x="1201" y="13304"/>
                  <a:pt x="1275" y="13304"/>
                </a:cubicBezTo>
                <a:cubicBezTo>
                  <a:pt x="1498" y="13304"/>
                  <a:pt x="1671" y="13071"/>
                  <a:pt x="1899" y="13071"/>
                </a:cubicBezTo>
                <a:cubicBezTo>
                  <a:pt x="1933" y="13071"/>
                  <a:pt x="1969" y="13077"/>
                  <a:pt x="2007" y="13089"/>
                </a:cubicBezTo>
                <a:cubicBezTo>
                  <a:pt x="2584" y="13667"/>
                  <a:pt x="1277" y="14457"/>
                  <a:pt x="2220" y="14974"/>
                </a:cubicBezTo>
                <a:cubicBezTo>
                  <a:pt x="2128" y="15734"/>
                  <a:pt x="2250" y="16372"/>
                  <a:pt x="2949" y="16706"/>
                </a:cubicBezTo>
                <a:cubicBezTo>
                  <a:pt x="2888" y="17253"/>
                  <a:pt x="3375" y="17740"/>
                  <a:pt x="3010" y="18287"/>
                </a:cubicBezTo>
                <a:cubicBezTo>
                  <a:pt x="3405" y="18348"/>
                  <a:pt x="3770" y="18287"/>
                  <a:pt x="3983" y="18712"/>
                </a:cubicBezTo>
                <a:cubicBezTo>
                  <a:pt x="3587" y="18712"/>
                  <a:pt x="3283" y="18834"/>
                  <a:pt x="2979" y="18986"/>
                </a:cubicBezTo>
                <a:cubicBezTo>
                  <a:pt x="3071" y="19123"/>
                  <a:pt x="3185" y="19145"/>
                  <a:pt x="3295" y="19145"/>
                </a:cubicBezTo>
                <a:cubicBezTo>
                  <a:pt x="3350" y="19145"/>
                  <a:pt x="3404" y="19140"/>
                  <a:pt x="3454" y="19140"/>
                </a:cubicBezTo>
                <a:cubicBezTo>
                  <a:pt x="3504" y="19140"/>
                  <a:pt x="3549" y="19145"/>
                  <a:pt x="3587" y="19168"/>
                </a:cubicBezTo>
                <a:cubicBezTo>
                  <a:pt x="3564" y="19617"/>
                  <a:pt x="3797" y="19699"/>
                  <a:pt x="4059" y="19699"/>
                </a:cubicBezTo>
                <a:cubicBezTo>
                  <a:pt x="4134" y="19699"/>
                  <a:pt x="4212" y="19692"/>
                  <a:pt x="4286" y="19685"/>
                </a:cubicBezTo>
                <a:cubicBezTo>
                  <a:pt x="4651" y="19624"/>
                  <a:pt x="5016" y="19503"/>
                  <a:pt x="5411" y="19411"/>
                </a:cubicBezTo>
                <a:lnTo>
                  <a:pt x="5411" y="19411"/>
                </a:lnTo>
                <a:cubicBezTo>
                  <a:pt x="5259" y="19685"/>
                  <a:pt x="5016" y="19655"/>
                  <a:pt x="4925" y="19715"/>
                </a:cubicBezTo>
                <a:cubicBezTo>
                  <a:pt x="4651" y="20992"/>
                  <a:pt x="5806" y="20658"/>
                  <a:pt x="6384" y="21083"/>
                </a:cubicBezTo>
                <a:lnTo>
                  <a:pt x="5198" y="21083"/>
                </a:lnTo>
                <a:cubicBezTo>
                  <a:pt x="4986" y="21083"/>
                  <a:pt x="4803" y="21174"/>
                  <a:pt x="4834" y="21387"/>
                </a:cubicBezTo>
                <a:cubicBezTo>
                  <a:pt x="4862" y="21586"/>
                  <a:pt x="4944" y="21785"/>
                  <a:pt x="5203" y="21785"/>
                </a:cubicBezTo>
                <a:cubicBezTo>
                  <a:pt x="5221" y="21785"/>
                  <a:pt x="5240" y="21784"/>
                  <a:pt x="5259" y="21782"/>
                </a:cubicBezTo>
                <a:cubicBezTo>
                  <a:pt x="5381" y="21772"/>
                  <a:pt x="5499" y="21769"/>
                  <a:pt x="5623" y="21769"/>
                </a:cubicBezTo>
                <a:cubicBezTo>
                  <a:pt x="5870" y="21769"/>
                  <a:pt x="6141" y="21782"/>
                  <a:pt x="6505" y="21782"/>
                </a:cubicBezTo>
                <a:cubicBezTo>
                  <a:pt x="5685" y="22299"/>
                  <a:pt x="4894" y="22238"/>
                  <a:pt x="4226" y="22725"/>
                </a:cubicBezTo>
                <a:cubicBezTo>
                  <a:pt x="4986" y="23059"/>
                  <a:pt x="5533" y="23697"/>
                  <a:pt x="6293" y="23910"/>
                </a:cubicBezTo>
                <a:cubicBezTo>
                  <a:pt x="5685" y="24305"/>
                  <a:pt x="4773" y="23819"/>
                  <a:pt x="4195" y="24548"/>
                </a:cubicBezTo>
                <a:cubicBezTo>
                  <a:pt x="4469" y="24883"/>
                  <a:pt x="4773" y="24913"/>
                  <a:pt x="5077" y="24974"/>
                </a:cubicBezTo>
                <a:cubicBezTo>
                  <a:pt x="5988" y="25112"/>
                  <a:pt x="6899" y="25161"/>
                  <a:pt x="7810" y="25161"/>
                </a:cubicBezTo>
                <a:cubicBezTo>
                  <a:pt x="8297" y="25161"/>
                  <a:pt x="8784" y="25147"/>
                  <a:pt x="9271" y="25126"/>
                </a:cubicBezTo>
                <a:cubicBezTo>
                  <a:pt x="11247" y="25035"/>
                  <a:pt x="13223" y="25095"/>
                  <a:pt x="15199" y="25004"/>
                </a:cubicBezTo>
                <a:cubicBezTo>
                  <a:pt x="17417" y="24883"/>
                  <a:pt x="19636" y="24943"/>
                  <a:pt x="21855" y="24852"/>
                </a:cubicBezTo>
                <a:cubicBezTo>
                  <a:pt x="22715" y="24813"/>
                  <a:pt x="23580" y="24802"/>
                  <a:pt x="24446" y="24802"/>
                </a:cubicBezTo>
                <a:cubicBezTo>
                  <a:pt x="25601" y="24802"/>
                  <a:pt x="26758" y="24822"/>
                  <a:pt x="27904" y="24822"/>
                </a:cubicBezTo>
                <a:cubicBezTo>
                  <a:pt x="28588" y="24822"/>
                  <a:pt x="29264" y="24814"/>
                  <a:pt x="29937" y="24814"/>
                </a:cubicBezTo>
                <a:cubicBezTo>
                  <a:pt x="30609" y="24814"/>
                  <a:pt x="31278" y="24822"/>
                  <a:pt x="31947" y="24852"/>
                </a:cubicBezTo>
                <a:cubicBezTo>
                  <a:pt x="34226" y="24943"/>
                  <a:pt x="36476" y="25247"/>
                  <a:pt x="38725" y="25247"/>
                </a:cubicBezTo>
                <a:lnTo>
                  <a:pt x="39150" y="25247"/>
                </a:lnTo>
                <a:cubicBezTo>
                  <a:pt x="40974" y="25430"/>
                  <a:pt x="42828" y="25612"/>
                  <a:pt x="44652" y="25825"/>
                </a:cubicBezTo>
                <a:cubicBezTo>
                  <a:pt x="45716" y="25946"/>
                  <a:pt x="46780" y="26068"/>
                  <a:pt x="47844" y="26129"/>
                </a:cubicBezTo>
                <a:cubicBezTo>
                  <a:pt x="48968" y="26220"/>
                  <a:pt x="50093" y="26524"/>
                  <a:pt x="51217" y="26615"/>
                </a:cubicBezTo>
                <a:cubicBezTo>
                  <a:pt x="53102" y="26798"/>
                  <a:pt x="54956" y="27193"/>
                  <a:pt x="56871" y="27405"/>
                </a:cubicBezTo>
                <a:cubicBezTo>
                  <a:pt x="57191" y="27437"/>
                  <a:pt x="57545" y="27520"/>
                  <a:pt x="57906" y="27520"/>
                </a:cubicBezTo>
                <a:cubicBezTo>
                  <a:pt x="58230" y="27520"/>
                  <a:pt x="58561" y="27453"/>
                  <a:pt x="58877" y="27223"/>
                </a:cubicBezTo>
                <a:cubicBezTo>
                  <a:pt x="58634" y="26980"/>
                  <a:pt x="58452" y="26798"/>
                  <a:pt x="58087" y="26737"/>
                </a:cubicBezTo>
                <a:cubicBezTo>
                  <a:pt x="57661" y="26676"/>
                  <a:pt x="57145" y="26585"/>
                  <a:pt x="56841" y="26159"/>
                </a:cubicBezTo>
                <a:lnTo>
                  <a:pt x="56841" y="26159"/>
                </a:lnTo>
                <a:cubicBezTo>
                  <a:pt x="56996" y="26234"/>
                  <a:pt x="57129" y="26266"/>
                  <a:pt x="57245" y="26266"/>
                </a:cubicBezTo>
                <a:cubicBezTo>
                  <a:pt x="57790" y="26266"/>
                  <a:pt x="57981" y="25575"/>
                  <a:pt x="58482" y="25399"/>
                </a:cubicBezTo>
                <a:cubicBezTo>
                  <a:pt x="54987" y="24275"/>
                  <a:pt x="51400" y="24092"/>
                  <a:pt x="47844" y="23515"/>
                </a:cubicBezTo>
                <a:cubicBezTo>
                  <a:pt x="47965" y="23484"/>
                  <a:pt x="48026" y="23454"/>
                  <a:pt x="48087" y="23454"/>
                </a:cubicBezTo>
                <a:cubicBezTo>
                  <a:pt x="48252" y="23439"/>
                  <a:pt x="48416" y="23433"/>
                  <a:pt x="48581" y="23433"/>
                </a:cubicBezTo>
                <a:cubicBezTo>
                  <a:pt x="49388" y="23433"/>
                  <a:pt x="50195" y="23578"/>
                  <a:pt x="51003" y="23578"/>
                </a:cubicBezTo>
                <a:cubicBezTo>
                  <a:pt x="51064" y="23578"/>
                  <a:pt x="51126" y="23577"/>
                  <a:pt x="51187" y="23576"/>
                </a:cubicBezTo>
                <a:cubicBezTo>
                  <a:pt x="51377" y="23568"/>
                  <a:pt x="51565" y="23564"/>
                  <a:pt x="51754" y="23564"/>
                </a:cubicBezTo>
                <a:cubicBezTo>
                  <a:pt x="53708" y="23564"/>
                  <a:pt x="55594" y="23972"/>
                  <a:pt x="57479" y="24305"/>
                </a:cubicBezTo>
                <a:cubicBezTo>
                  <a:pt x="57626" y="24325"/>
                  <a:pt x="57757" y="24341"/>
                  <a:pt x="57877" y="24341"/>
                </a:cubicBezTo>
                <a:cubicBezTo>
                  <a:pt x="58128" y="24341"/>
                  <a:pt x="58327" y="24269"/>
                  <a:pt x="58512" y="24001"/>
                </a:cubicBezTo>
                <a:cubicBezTo>
                  <a:pt x="58391" y="23910"/>
                  <a:pt x="58269" y="23788"/>
                  <a:pt x="58117" y="23758"/>
                </a:cubicBezTo>
                <a:cubicBezTo>
                  <a:pt x="57357" y="23576"/>
                  <a:pt x="56597" y="23424"/>
                  <a:pt x="55807" y="23241"/>
                </a:cubicBezTo>
                <a:cubicBezTo>
                  <a:pt x="56069" y="23224"/>
                  <a:pt x="56321" y="23186"/>
                  <a:pt x="56574" y="23186"/>
                </a:cubicBezTo>
                <a:cubicBezTo>
                  <a:pt x="56762" y="23186"/>
                  <a:pt x="56950" y="23207"/>
                  <a:pt x="57145" y="23272"/>
                </a:cubicBezTo>
                <a:cubicBezTo>
                  <a:pt x="57449" y="23383"/>
                  <a:pt x="57668" y="23447"/>
                  <a:pt x="57849" y="23447"/>
                </a:cubicBezTo>
                <a:cubicBezTo>
                  <a:pt x="58212" y="23447"/>
                  <a:pt x="58421" y="23191"/>
                  <a:pt x="58847" y="22542"/>
                </a:cubicBezTo>
                <a:cubicBezTo>
                  <a:pt x="57297" y="21934"/>
                  <a:pt x="55625" y="21813"/>
                  <a:pt x="54044" y="21417"/>
                </a:cubicBezTo>
                <a:cubicBezTo>
                  <a:pt x="54092" y="21416"/>
                  <a:pt x="54140" y="21416"/>
                  <a:pt x="54188" y="21416"/>
                </a:cubicBezTo>
                <a:cubicBezTo>
                  <a:pt x="55445" y="21416"/>
                  <a:pt x="56675" y="21790"/>
                  <a:pt x="57905" y="21995"/>
                </a:cubicBezTo>
                <a:cubicBezTo>
                  <a:pt x="58085" y="22023"/>
                  <a:pt x="58273" y="22076"/>
                  <a:pt x="58452" y="22076"/>
                </a:cubicBezTo>
                <a:cubicBezTo>
                  <a:pt x="58664" y="22076"/>
                  <a:pt x="58864" y="22002"/>
                  <a:pt x="59029" y="21721"/>
                </a:cubicBezTo>
                <a:cubicBezTo>
                  <a:pt x="57388" y="20931"/>
                  <a:pt x="55564" y="21022"/>
                  <a:pt x="53923" y="20354"/>
                </a:cubicBezTo>
                <a:cubicBezTo>
                  <a:pt x="54348" y="20232"/>
                  <a:pt x="54743" y="20141"/>
                  <a:pt x="55139" y="20141"/>
                </a:cubicBezTo>
                <a:cubicBezTo>
                  <a:pt x="56111" y="20141"/>
                  <a:pt x="57023" y="20384"/>
                  <a:pt x="57935" y="20627"/>
                </a:cubicBezTo>
                <a:cubicBezTo>
                  <a:pt x="58160" y="20698"/>
                  <a:pt x="58392" y="20761"/>
                  <a:pt x="58618" y="20761"/>
                </a:cubicBezTo>
                <a:cubicBezTo>
                  <a:pt x="58880" y="20761"/>
                  <a:pt x="59135" y="20676"/>
                  <a:pt x="59364" y="20414"/>
                </a:cubicBezTo>
                <a:cubicBezTo>
                  <a:pt x="59120" y="20171"/>
                  <a:pt x="58877" y="19898"/>
                  <a:pt x="58604" y="19594"/>
                </a:cubicBezTo>
                <a:cubicBezTo>
                  <a:pt x="59637" y="19442"/>
                  <a:pt x="60640" y="19259"/>
                  <a:pt x="61643" y="19107"/>
                </a:cubicBezTo>
                <a:cubicBezTo>
                  <a:pt x="63801" y="18773"/>
                  <a:pt x="65929" y="18439"/>
                  <a:pt x="68117" y="18317"/>
                </a:cubicBezTo>
                <a:cubicBezTo>
                  <a:pt x="68695" y="18256"/>
                  <a:pt x="69303" y="18135"/>
                  <a:pt x="69850" y="17770"/>
                </a:cubicBezTo>
                <a:cubicBezTo>
                  <a:pt x="69622" y="17512"/>
                  <a:pt x="69364" y="17474"/>
                  <a:pt x="69098" y="17474"/>
                </a:cubicBezTo>
                <a:cubicBezTo>
                  <a:pt x="68987" y="17474"/>
                  <a:pt x="68875" y="17480"/>
                  <a:pt x="68763" y="17480"/>
                </a:cubicBezTo>
                <a:cubicBezTo>
                  <a:pt x="68606" y="17480"/>
                  <a:pt x="68451" y="17467"/>
                  <a:pt x="68300" y="17405"/>
                </a:cubicBezTo>
                <a:cubicBezTo>
                  <a:pt x="68634" y="17071"/>
                  <a:pt x="69151" y="17162"/>
                  <a:pt x="69424" y="16889"/>
                </a:cubicBezTo>
                <a:cubicBezTo>
                  <a:pt x="69303" y="16700"/>
                  <a:pt x="69157" y="16653"/>
                  <a:pt x="69004" y="16653"/>
                </a:cubicBezTo>
                <a:cubicBezTo>
                  <a:pt x="68851" y="16653"/>
                  <a:pt x="68691" y="16701"/>
                  <a:pt x="68543" y="16701"/>
                </a:cubicBezTo>
                <a:cubicBezTo>
                  <a:pt x="68433" y="16701"/>
                  <a:pt x="68329" y="16675"/>
                  <a:pt x="68239" y="16585"/>
                </a:cubicBezTo>
                <a:cubicBezTo>
                  <a:pt x="68421" y="16493"/>
                  <a:pt x="68634" y="16463"/>
                  <a:pt x="68786" y="16281"/>
                </a:cubicBezTo>
                <a:cubicBezTo>
                  <a:pt x="68209" y="15673"/>
                  <a:pt x="67388" y="15977"/>
                  <a:pt x="66598" y="15764"/>
                </a:cubicBezTo>
                <a:cubicBezTo>
                  <a:pt x="68239" y="15338"/>
                  <a:pt x="69759" y="14943"/>
                  <a:pt x="70944" y="13788"/>
                </a:cubicBezTo>
                <a:cubicBezTo>
                  <a:pt x="70841" y="13555"/>
                  <a:pt x="70715" y="13482"/>
                  <a:pt x="70588" y="13482"/>
                </a:cubicBezTo>
                <a:cubicBezTo>
                  <a:pt x="70418" y="13482"/>
                  <a:pt x="70246" y="13614"/>
                  <a:pt x="70124" y="13667"/>
                </a:cubicBezTo>
                <a:cubicBezTo>
                  <a:pt x="69753" y="13839"/>
                  <a:pt x="69534" y="13942"/>
                  <a:pt x="69393" y="13942"/>
                </a:cubicBezTo>
                <a:cubicBezTo>
                  <a:pt x="69187" y="13942"/>
                  <a:pt x="69150" y="13722"/>
                  <a:pt x="69060" y="13180"/>
                </a:cubicBezTo>
                <a:cubicBezTo>
                  <a:pt x="69394" y="12968"/>
                  <a:pt x="69759" y="12724"/>
                  <a:pt x="69972" y="12299"/>
                </a:cubicBezTo>
                <a:lnTo>
                  <a:pt x="69972" y="12299"/>
                </a:lnTo>
                <a:cubicBezTo>
                  <a:pt x="68965" y="12432"/>
                  <a:pt x="68449" y="12500"/>
                  <a:pt x="68128" y="12500"/>
                </a:cubicBezTo>
                <a:cubicBezTo>
                  <a:pt x="67789" y="12500"/>
                  <a:pt x="67668" y="12424"/>
                  <a:pt x="67418" y="12268"/>
                </a:cubicBezTo>
                <a:cubicBezTo>
                  <a:pt x="69485" y="11265"/>
                  <a:pt x="69576" y="11205"/>
                  <a:pt x="69728" y="10566"/>
                </a:cubicBezTo>
                <a:cubicBezTo>
                  <a:pt x="69720" y="10565"/>
                  <a:pt x="69711" y="10565"/>
                  <a:pt x="69703" y="10565"/>
                </a:cubicBezTo>
                <a:cubicBezTo>
                  <a:pt x="69435" y="10565"/>
                  <a:pt x="69346" y="10967"/>
                  <a:pt x="69064" y="10967"/>
                </a:cubicBezTo>
                <a:cubicBezTo>
                  <a:pt x="69017" y="10967"/>
                  <a:pt x="68966" y="10956"/>
                  <a:pt x="68908" y="10931"/>
                </a:cubicBezTo>
                <a:cubicBezTo>
                  <a:pt x="68877" y="10445"/>
                  <a:pt x="69394" y="10171"/>
                  <a:pt x="69394" y="9746"/>
                </a:cubicBezTo>
                <a:cubicBezTo>
                  <a:pt x="69121" y="9259"/>
                  <a:pt x="68513" y="9624"/>
                  <a:pt x="68239" y="9198"/>
                </a:cubicBezTo>
                <a:cubicBezTo>
                  <a:pt x="68665" y="9138"/>
                  <a:pt x="69090" y="9229"/>
                  <a:pt x="69485" y="8925"/>
                </a:cubicBezTo>
                <a:cubicBezTo>
                  <a:pt x="68999" y="8499"/>
                  <a:pt x="68361" y="8682"/>
                  <a:pt x="67844" y="8408"/>
                </a:cubicBezTo>
                <a:cubicBezTo>
                  <a:pt x="68026" y="8317"/>
                  <a:pt x="68361" y="8226"/>
                  <a:pt x="67996" y="7983"/>
                </a:cubicBezTo>
                <a:cubicBezTo>
                  <a:pt x="68179" y="7799"/>
                  <a:pt x="68422" y="7793"/>
                  <a:pt x="68668" y="7793"/>
                </a:cubicBezTo>
                <a:cubicBezTo>
                  <a:pt x="68687" y="7793"/>
                  <a:pt x="68706" y="7793"/>
                  <a:pt x="68725" y="7793"/>
                </a:cubicBezTo>
                <a:cubicBezTo>
                  <a:pt x="68991" y="7793"/>
                  <a:pt x="69257" y="7785"/>
                  <a:pt x="69455" y="7557"/>
                </a:cubicBezTo>
                <a:cubicBezTo>
                  <a:pt x="69333" y="7344"/>
                  <a:pt x="69151" y="7253"/>
                  <a:pt x="68938" y="7223"/>
                </a:cubicBezTo>
                <a:cubicBezTo>
                  <a:pt x="68665" y="7132"/>
                  <a:pt x="68421" y="7040"/>
                  <a:pt x="68482" y="6584"/>
                </a:cubicBezTo>
                <a:cubicBezTo>
                  <a:pt x="68519" y="6311"/>
                  <a:pt x="68643" y="6256"/>
                  <a:pt x="68782" y="6256"/>
                </a:cubicBezTo>
                <a:cubicBezTo>
                  <a:pt x="68875" y="6256"/>
                  <a:pt x="68975" y="6281"/>
                  <a:pt x="69060" y="6281"/>
                </a:cubicBezTo>
                <a:cubicBezTo>
                  <a:pt x="69394" y="6250"/>
                  <a:pt x="69759" y="6281"/>
                  <a:pt x="69880" y="5885"/>
                </a:cubicBezTo>
                <a:cubicBezTo>
                  <a:pt x="69759" y="5703"/>
                  <a:pt x="69607" y="5612"/>
                  <a:pt x="69394" y="5551"/>
                </a:cubicBezTo>
                <a:cubicBezTo>
                  <a:pt x="68843" y="5384"/>
                  <a:pt x="68286" y="5342"/>
                  <a:pt x="67728" y="5342"/>
                </a:cubicBezTo>
                <a:cubicBezTo>
                  <a:pt x="67154" y="5342"/>
                  <a:pt x="66580" y="5387"/>
                  <a:pt x="66010" y="5387"/>
                </a:cubicBezTo>
                <a:cubicBezTo>
                  <a:pt x="65820" y="5387"/>
                  <a:pt x="65631" y="5382"/>
                  <a:pt x="65443" y="5369"/>
                </a:cubicBezTo>
                <a:cubicBezTo>
                  <a:pt x="65261" y="5356"/>
                  <a:pt x="65076" y="5350"/>
                  <a:pt x="64890" y="5350"/>
                </a:cubicBezTo>
                <a:cubicBezTo>
                  <a:pt x="64203" y="5350"/>
                  <a:pt x="63491" y="5432"/>
                  <a:pt x="62798" y="5551"/>
                </a:cubicBezTo>
                <a:cubicBezTo>
                  <a:pt x="62647" y="5580"/>
                  <a:pt x="62495" y="5590"/>
                  <a:pt x="62342" y="5590"/>
                </a:cubicBezTo>
                <a:cubicBezTo>
                  <a:pt x="61984" y="5590"/>
                  <a:pt x="61621" y="5535"/>
                  <a:pt x="61256" y="5535"/>
                </a:cubicBezTo>
                <a:cubicBezTo>
                  <a:pt x="60960" y="5535"/>
                  <a:pt x="60664" y="5571"/>
                  <a:pt x="60367" y="5703"/>
                </a:cubicBezTo>
                <a:cubicBezTo>
                  <a:pt x="60160" y="5798"/>
                  <a:pt x="59960" y="5838"/>
                  <a:pt x="59763" y="5838"/>
                </a:cubicBezTo>
                <a:cubicBezTo>
                  <a:pt x="59207" y="5838"/>
                  <a:pt x="58678" y="5524"/>
                  <a:pt x="58117" y="5277"/>
                </a:cubicBezTo>
                <a:cubicBezTo>
                  <a:pt x="58512" y="4943"/>
                  <a:pt x="59212" y="5369"/>
                  <a:pt x="59394" y="4639"/>
                </a:cubicBezTo>
                <a:cubicBezTo>
                  <a:pt x="59120" y="4578"/>
                  <a:pt x="58877" y="4518"/>
                  <a:pt x="58604" y="4457"/>
                </a:cubicBezTo>
                <a:cubicBezTo>
                  <a:pt x="57916" y="4342"/>
                  <a:pt x="57220" y="4316"/>
                  <a:pt x="56524" y="4316"/>
                </a:cubicBezTo>
                <a:cubicBezTo>
                  <a:pt x="55928" y="4316"/>
                  <a:pt x="55333" y="4335"/>
                  <a:pt x="54743" y="4335"/>
                </a:cubicBezTo>
                <a:cubicBezTo>
                  <a:pt x="54569" y="4332"/>
                  <a:pt x="54395" y="4330"/>
                  <a:pt x="54220" y="4330"/>
                </a:cubicBezTo>
                <a:cubicBezTo>
                  <a:pt x="52784" y="4330"/>
                  <a:pt x="51347" y="4433"/>
                  <a:pt x="49910" y="4487"/>
                </a:cubicBezTo>
                <a:cubicBezTo>
                  <a:pt x="48816" y="4548"/>
                  <a:pt x="47692" y="4609"/>
                  <a:pt x="46597" y="4822"/>
                </a:cubicBezTo>
                <a:cubicBezTo>
                  <a:pt x="46244" y="4905"/>
                  <a:pt x="45792" y="5101"/>
                  <a:pt x="45415" y="5101"/>
                </a:cubicBezTo>
                <a:cubicBezTo>
                  <a:pt x="45240" y="5101"/>
                  <a:pt x="45081" y="5059"/>
                  <a:pt x="44956" y="4943"/>
                </a:cubicBezTo>
                <a:cubicBezTo>
                  <a:pt x="44409" y="4457"/>
                  <a:pt x="43801" y="4244"/>
                  <a:pt x="43163" y="4062"/>
                </a:cubicBezTo>
                <a:cubicBezTo>
                  <a:pt x="42257" y="3781"/>
                  <a:pt x="41336" y="3685"/>
                  <a:pt x="40400" y="3685"/>
                </a:cubicBezTo>
                <a:cubicBezTo>
                  <a:pt x="40016" y="3685"/>
                  <a:pt x="39630" y="3701"/>
                  <a:pt x="39242" y="3727"/>
                </a:cubicBezTo>
                <a:cubicBezTo>
                  <a:pt x="38705" y="3752"/>
                  <a:pt x="38149" y="3913"/>
                  <a:pt x="37589" y="3913"/>
                </a:cubicBezTo>
                <a:cubicBezTo>
                  <a:pt x="37451" y="3913"/>
                  <a:pt x="37313" y="3903"/>
                  <a:pt x="37175" y="3879"/>
                </a:cubicBezTo>
                <a:cubicBezTo>
                  <a:pt x="37235" y="3575"/>
                  <a:pt x="37570" y="3515"/>
                  <a:pt x="37570" y="3180"/>
                </a:cubicBezTo>
                <a:cubicBezTo>
                  <a:pt x="37400" y="3095"/>
                  <a:pt x="37236" y="3062"/>
                  <a:pt x="37074" y="3062"/>
                </a:cubicBezTo>
                <a:cubicBezTo>
                  <a:pt x="36514" y="3062"/>
                  <a:pt x="35985" y="3457"/>
                  <a:pt x="35362" y="3457"/>
                </a:cubicBezTo>
                <a:cubicBezTo>
                  <a:pt x="35328" y="3457"/>
                  <a:pt x="35294" y="3456"/>
                  <a:pt x="35260" y="3454"/>
                </a:cubicBezTo>
                <a:cubicBezTo>
                  <a:pt x="35776" y="3028"/>
                  <a:pt x="36293" y="2755"/>
                  <a:pt x="36476" y="2177"/>
                </a:cubicBezTo>
                <a:cubicBezTo>
                  <a:pt x="36300" y="2002"/>
                  <a:pt x="36105" y="1958"/>
                  <a:pt x="35890" y="1958"/>
                </a:cubicBezTo>
                <a:cubicBezTo>
                  <a:pt x="35731" y="1958"/>
                  <a:pt x="35562" y="1982"/>
                  <a:pt x="35381" y="1995"/>
                </a:cubicBezTo>
                <a:cubicBezTo>
                  <a:pt x="35746" y="1630"/>
                  <a:pt x="36263" y="1600"/>
                  <a:pt x="36597" y="1174"/>
                </a:cubicBezTo>
                <a:cubicBezTo>
                  <a:pt x="36263" y="1144"/>
                  <a:pt x="36020" y="1113"/>
                  <a:pt x="35746" y="1113"/>
                </a:cubicBezTo>
                <a:cubicBezTo>
                  <a:pt x="36263" y="232"/>
                  <a:pt x="37175" y="536"/>
                  <a:pt x="37904" y="323"/>
                </a:cubicBezTo>
                <a:cubicBezTo>
                  <a:pt x="37486" y="162"/>
                  <a:pt x="37084" y="98"/>
                  <a:pt x="36692" y="98"/>
                </a:cubicBezTo>
                <a:cubicBezTo>
                  <a:pt x="35460" y="98"/>
                  <a:pt x="34331" y="731"/>
                  <a:pt x="33132" y="961"/>
                </a:cubicBezTo>
                <a:cubicBezTo>
                  <a:pt x="33193" y="657"/>
                  <a:pt x="33588" y="566"/>
                  <a:pt x="33618" y="262"/>
                </a:cubicBezTo>
                <a:cubicBezTo>
                  <a:pt x="33512" y="50"/>
                  <a:pt x="33362" y="1"/>
                  <a:pt x="3320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0" name="Google Shape;10720;p31"/>
          <p:cNvSpPr/>
          <p:nvPr/>
        </p:nvSpPr>
        <p:spPr>
          <a:xfrm rot="5659024">
            <a:off x="6847291" y="3754480"/>
            <a:ext cx="2205630" cy="2602507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31"/>
          <p:cNvSpPr/>
          <p:nvPr/>
        </p:nvSpPr>
        <p:spPr>
          <a:xfrm rot="-5021174">
            <a:off x="-1403981" y="-132869"/>
            <a:ext cx="2448890" cy="2149323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solidFill>
            <a:schemeClr val="dk2"/>
          </a:solidFill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6">
    <p:spTree>
      <p:nvGrpSpPr>
        <p:cNvPr id="10722" name="Shape 10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3" name="Google Shape;10723;p32"/>
          <p:cNvSpPr txBox="1"/>
          <p:nvPr>
            <p:ph idx="1" type="subTitle"/>
          </p:nvPr>
        </p:nvSpPr>
        <p:spPr>
          <a:xfrm>
            <a:off x="1219177" y="1697375"/>
            <a:ext cx="17634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724" name="Google Shape;10724;p32"/>
          <p:cNvSpPr txBox="1"/>
          <p:nvPr>
            <p:ph idx="2" type="subTitle"/>
          </p:nvPr>
        </p:nvSpPr>
        <p:spPr>
          <a:xfrm>
            <a:off x="1219177" y="2062975"/>
            <a:ext cx="1763400" cy="67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25" name="Google Shape;10725;p32"/>
          <p:cNvSpPr txBox="1"/>
          <p:nvPr>
            <p:ph idx="3" type="subTitle"/>
          </p:nvPr>
        </p:nvSpPr>
        <p:spPr>
          <a:xfrm>
            <a:off x="1219177" y="3221025"/>
            <a:ext cx="17634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726" name="Google Shape;10726;p32"/>
          <p:cNvSpPr txBox="1"/>
          <p:nvPr>
            <p:ph idx="4" type="subTitle"/>
          </p:nvPr>
        </p:nvSpPr>
        <p:spPr>
          <a:xfrm>
            <a:off x="1219177" y="3593739"/>
            <a:ext cx="1763400" cy="67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27" name="Google Shape;10727;p32"/>
          <p:cNvSpPr txBox="1"/>
          <p:nvPr>
            <p:ph idx="5" type="subTitle"/>
          </p:nvPr>
        </p:nvSpPr>
        <p:spPr>
          <a:xfrm>
            <a:off x="6150652" y="1697375"/>
            <a:ext cx="17634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728" name="Google Shape;10728;p32"/>
          <p:cNvSpPr txBox="1"/>
          <p:nvPr>
            <p:ph idx="6" type="subTitle"/>
          </p:nvPr>
        </p:nvSpPr>
        <p:spPr>
          <a:xfrm>
            <a:off x="6150652" y="2062975"/>
            <a:ext cx="1763400" cy="67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29" name="Google Shape;10729;p32"/>
          <p:cNvSpPr txBox="1"/>
          <p:nvPr>
            <p:ph idx="7" type="subTitle"/>
          </p:nvPr>
        </p:nvSpPr>
        <p:spPr>
          <a:xfrm>
            <a:off x="6150652" y="3221025"/>
            <a:ext cx="17634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730" name="Google Shape;10730;p32"/>
          <p:cNvSpPr txBox="1"/>
          <p:nvPr>
            <p:ph idx="8" type="subTitle"/>
          </p:nvPr>
        </p:nvSpPr>
        <p:spPr>
          <a:xfrm>
            <a:off x="6150652" y="3593739"/>
            <a:ext cx="1763400" cy="67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31" name="Google Shape;10731;p32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10732" name="Google Shape;10732;p32"/>
          <p:cNvGrpSpPr/>
          <p:nvPr/>
        </p:nvGrpSpPr>
        <p:grpSpPr>
          <a:xfrm rot="-4726954">
            <a:off x="-1133367" y="49357"/>
            <a:ext cx="3222140" cy="1467312"/>
            <a:chOff x="3427375" y="613525"/>
            <a:chExt cx="1481825" cy="674800"/>
          </a:xfrm>
        </p:grpSpPr>
        <p:sp>
          <p:nvSpPr>
            <p:cNvPr id="10733" name="Google Shape;10733;p32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32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32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32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32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32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32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32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32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32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32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32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32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32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32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32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32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32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32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32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32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32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32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32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32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32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32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32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32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32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32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32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32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32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32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32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32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32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32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32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32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32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32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32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32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32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32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32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32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32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32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32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32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32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32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32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32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32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32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32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32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32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32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32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32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32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32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32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32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32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32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32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32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32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32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32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32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32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32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32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32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32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32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32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32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32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32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32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32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32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32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32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32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32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32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32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32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32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32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32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32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32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32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32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32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32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32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32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32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32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32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32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32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32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32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32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32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32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32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32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32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32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32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32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32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32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32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32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32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32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32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32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32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32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32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32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32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32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32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32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32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32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32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32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32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32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32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32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32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32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32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32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32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32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32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32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32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32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32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32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32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32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32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32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32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32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32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32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32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32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32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32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32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32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32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32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32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32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32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32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3" name="Google Shape;10913;p32"/>
          <p:cNvSpPr/>
          <p:nvPr/>
        </p:nvSpPr>
        <p:spPr>
          <a:xfrm rot="-6669729">
            <a:off x="-387972" y="-536882"/>
            <a:ext cx="1854913" cy="3070851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4" name="Google Shape;10914;p32"/>
          <p:cNvSpPr/>
          <p:nvPr/>
        </p:nvSpPr>
        <p:spPr>
          <a:xfrm rot="-1105751">
            <a:off x="-682652" y="3725226"/>
            <a:ext cx="1845384" cy="1400949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5" name="Google Shape;10915;p32"/>
          <p:cNvSpPr/>
          <p:nvPr/>
        </p:nvSpPr>
        <p:spPr>
          <a:xfrm rot="-1105751">
            <a:off x="7426873" y="-519149"/>
            <a:ext cx="1845384" cy="1400949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6" name="Google Shape;10916;p32"/>
          <p:cNvSpPr/>
          <p:nvPr/>
        </p:nvSpPr>
        <p:spPr>
          <a:xfrm rot="-762612">
            <a:off x="7276389" y="-1676335"/>
            <a:ext cx="1854945" cy="3070843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0917" name="Shape 10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8" name="Google Shape;10918;p33"/>
          <p:cNvSpPr txBox="1"/>
          <p:nvPr>
            <p:ph idx="1" type="subTitle"/>
          </p:nvPr>
        </p:nvSpPr>
        <p:spPr>
          <a:xfrm>
            <a:off x="1247418" y="1966400"/>
            <a:ext cx="19596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919" name="Google Shape;10919;p33"/>
          <p:cNvSpPr txBox="1"/>
          <p:nvPr>
            <p:ph idx="2" type="subTitle"/>
          </p:nvPr>
        </p:nvSpPr>
        <p:spPr>
          <a:xfrm>
            <a:off x="1247419" y="2290850"/>
            <a:ext cx="19596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20" name="Google Shape;10920;p33"/>
          <p:cNvSpPr txBox="1"/>
          <p:nvPr>
            <p:ph idx="3" type="subTitle"/>
          </p:nvPr>
        </p:nvSpPr>
        <p:spPr>
          <a:xfrm>
            <a:off x="1247418" y="3227763"/>
            <a:ext cx="19596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921" name="Google Shape;10921;p33"/>
          <p:cNvSpPr txBox="1"/>
          <p:nvPr>
            <p:ph idx="4" type="subTitle"/>
          </p:nvPr>
        </p:nvSpPr>
        <p:spPr>
          <a:xfrm>
            <a:off x="1247419" y="3558666"/>
            <a:ext cx="19596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22" name="Google Shape;10922;p33"/>
          <p:cNvSpPr txBox="1"/>
          <p:nvPr>
            <p:ph idx="5" type="subTitle"/>
          </p:nvPr>
        </p:nvSpPr>
        <p:spPr>
          <a:xfrm>
            <a:off x="6642068" y="1966400"/>
            <a:ext cx="19596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923" name="Google Shape;10923;p33"/>
          <p:cNvSpPr txBox="1"/>
          <p:nvPr>
            <p:ph idx="6" type="subTitle"/>
          </p:nvPr>
        </p:nvSpPr>
        <p:spPr>
          <a:xfrm>
            <a:off x="6642069" y="2290850"/>
            <a:ext cx="19596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24" name="Google Shape;10924;p33"/>
          <p:cNvSpPr txBox="1"/>
          <p:nvPr>
            <p:ph idx="7" type="subTitle"/>
          </p:nvPr>
        </p:nvSpPr>
        <p:spPr>
          <a:xfrm>
            <a:off x="6642068" y="3227763"/>
            <a:ext cx="19596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925" name="Google Shape;10925;p33"/>
          <p:cNvSpPr txBox="1"/>
          <p:nvPr>
            <p:ph idx="8" type="subTitle"/>
          </p:nvPr>
        </p:nvSpPr>
        <p:spPr>
          <a:xfrm>
            <a:off x="6642069" y="3558666"/>
            <a:ext cx="19596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26" name="Google Shape;10926;p33"/>
          <p:cNvSpPr txBox="1"/>
          <p:nvPr>
            <p:ph idx="9" type="subTitle"/>
          </p:nvPr>
        </p:nvSpPr>
        <p:spPr>
          <a:xfrm>
            <a:off x="3944743" y="1966400"/>
            <a:ext cx="19596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927" name="Google Shape;10927;p33"/>
          <p:cNvSpPr txBox="1"/>
          <p:nvPr>
            <p:ph idx="13" type="subTitle"/>
          </p:nvPr>
        </p:nvSpPr>
        <p:spPr>
          <a:xfrm>
            <a:off x="3944744" y="2290850"/>
            <a:ext cx="19596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28" name="Google Shape;10928;p33"/>
          <p:cNvSpPr txBox="1"/>
          <p:nvPr>
            <p:ph idx="14" type="subTitle"/>
          </p:nvPr>
        </p:nvSpPr>
        <p:spPr>
          <a:xfrm>
            <a:off x="3944743" y="3227763"/>
            <a:ext cx="1959600" cy="3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200">
                <a:solidFill>
                  <a:schemeClr val="accen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ahiana"/>
              <a:buNone/>
              <a:defRPr sz="2900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0929" name="Google Shape;10929;p33"/>
          <p:cNvSpPr txBox="1"/>
          <p:nvPr>
            <p:ph idx="15" type="subTitle"/>
          </p:nvPr>
        </p:nvSpPr>
        <p:spPr>
          <a:xfrm>
            <a:off x="3944744" y="3558666"/>
            <a:ext cx="19596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30" name="Google Shape;10930;p33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1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2pPr>
            <a:lvl3pPr lvl="2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3pPr>
            <a:lvl4pPr lvl="3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4pPr>
            <a:lvl5pPr lvl="4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5pPr>
            <a:lvl6pPr lvl="5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6pPr>
            <a:lvl7pPr lvl="6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7pPr>
            <a:lvl8pPr lvl="7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8pPr>
            <a:lvl9pPr lvl="8" rtl="0">
              <a:spcBef>
                <a:spcPts val="0"/>
              </a:spcBef>
              <a:spcAft>
                <a:spcPts val="0"/>
              </a:spcAft>
              <a:buSzPts val="4100"/>
              <a:buNone/>
              <a:defRPr sz="4100"/>
            </a:lvl9pPr>
          </a:lstStyle>
          <a:p/>
        </p:txBody>
      </p:sp>
      <p:grpSp>
        <p:nvGrpSpPr>
          <p:cNvPr id="10931" name="Google Shape;10931;p33"/>
          <p:cNvGrpSpPr/>
          <p:nvPr/>
        </p:nvGrpSpPr>
        <p:grpSpPr>
          <a:xfrm>
            <a:off x="7501690" y="-249415"/>
            <a:ext cx="3222377" cy="1467420"/>
            <a:chOff x="3427375" y="613525"/>
            <a:chExt cx="1481825" cy="674800"/>
          </a:xfrm>
        </p:grpSpPr>
        <p:sp>
          <p:nvSpPr>
            <p:cNvPr id="10932" name="Google Shape;10932;p3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3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3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3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3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3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3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3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3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3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3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3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3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3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3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3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3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3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3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3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3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3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3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3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3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3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3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3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3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3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3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3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3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3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3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3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3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3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3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3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3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3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3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3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3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3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3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3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3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3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3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3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3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3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3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3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3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3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3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3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3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3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3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3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3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3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3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3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3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3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3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3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3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3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3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3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3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3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3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3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3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3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3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3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3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3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3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3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3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3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3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3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3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3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3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3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3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3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3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3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3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3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3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3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3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3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3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3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3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3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3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3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3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3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3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3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3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3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3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3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3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3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3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3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3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3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3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3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3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3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3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3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3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3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3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3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3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3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3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3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3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3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3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3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3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3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3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3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3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3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3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3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3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3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3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3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3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3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3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3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3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3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3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3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3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3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3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3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3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3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3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3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3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3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3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3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3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3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3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3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12" name="Google Shape;11112;p33"/>
          <p:cNvSpPr/>
          <p:nvPr/>
        </p:nvSpPr>
        <p:spPr>
          <a:xfrm rot="2972313">
            <a:off x="-347264" y="-131371"/>
            <a:ext cx="1773526" cy="1400764"/>
          </a:xfrm>
          <a:custGeom>
            <a:rect b="b" l="l" r="r" t="t"/>
            <a:pathLst>
              <a:path extrusionOk="0" h="27521" w="70945">
                <a:moveTo>
                  <a:pt x="35199" y="1964"/>
                </a:moveTo>
                <a:lnTo>
                  <a:pt x="35199" y="1964"/>
                </a:lnTo>
                <a:cubicBezTo>
                  <a:pt x="34786" y="2653"/>
                  <a:pt x="33624" y="3167"/>
                  <a:pt x="32709" y="3167"/>
                </a:cubicBezTo>
                <a:cubicBezTo>
                  <a:pt x="32614" y="3167"/>
                  <a:pt x="32521" y="3161"/>
                  <a:pt x="32433" y="3150"/>
                </a:cubicBezTo>
                <a:cubicBezTo>
                  <a:pt x="33223" y="2420"/>
                  <a:pt x="34287" y="2359"/>
                  <a:pt x="35199" y="1964"/>
                </a:cubicBezTo>
                <a:close/>
                <a:moveTo>
                  <a:pt x="30913" y="4366"/>
                </a:moveTo>
                <a:lnTo>
                  <a:pt x="30974" y="4548"/>
                </a:lnTo>
                <a:cubicBezTo>
                  <a:pt x="30184" y="4791"/>
                  <a:pt x="29424" y="5065"/>
                  <a:pt x="28633" y="5308"/>
                </a:cubicBezTo>
                <a:cubicBezTo>
                  <a:pt x="28603" y="5277"/>
                  <a:pt x="28603" y="5217"/>
                  <a:pt x="28573" y="5156"/>
                </a:cubicBezTo>
                <a:cubicBezTo>
                  <a:pt x="29363" y="4882"/>
                  <a:pt x="30123" y="4609"/>
                  <a:pt x="30913" y="4366"/>
                </a:cubicBezTo>
                <a:close/>
                <a:moveTo>
                  <a:pt x="40786" y="4588"/>
                </a:moveTo>
                <a:cubicBezTo>
                  <a:pt x="42137" y="4588"/>
                  <a:pt x="43391" y="4745"/>
                  <a:pt x="43831" y="5065"/>
                </a:cubicBezTo>
                <a:cubicBezTo>
                  <a:pt x="43312" y="5219"/>
                  <a:pt x="42792" y="5300"/>
                  <a:pt x="42272" y="5300"/>
                </a:cubicBezTo>
                <a:cubicBezTo>
                  <a:pt x="41971" y="5300"/>
                  <a:pt x="41670" y="5272"/>
                  <a:pt x="41369" y="5217"/>
                </a:cubicBezTo>
                <a:cubicBezTo>
                  <a:pt x="41223" y="5189"/>
                  <a:pt x="41077" y="5177"/>
                  <a:pt x="40930" y="5177"/>
                </a:cubicBezTo>
                <a:cubicBezTo>
                  <a:pt x="40286" y="5177"/>
                  <a:pt x="39642" y="5399"/>
                  <a:pt x="38998" y="5399"/>
                </a:cubicBezTo>
                <a:cubicBezTo>
                  <a:pt x="38963" y="5401"/>
                  <a:pt x="38928" y="5401"/>
                  <a:pt x="38892" y="5401"/>
                </a:cubicBezTo>
                <a:cubicBezTo>
                  <a:pt x="38387" y="5401"/>
                  <a:pt x="37866" y="5262"/>
                  <a:pt x="37299" y="5262"/>
                </a:cubicBezTo>
                <a:cubicBezTo>
                  <a:pt x="37082" y="5262"/>
                  <a:pt x="36859" y="5282"/>
                  <a:pt x="36628" y="5338"/>
                </a:cubicBezTo>
                <a:cubicBezTo>
                  <a:pt x="37173" y="4844"/>
                  <a:pt x="39059" y="4588"/>
                  <a:pt x="40786" y="4588"/>
                </a:cubicBezTo>
                <a:close/>
                <a:moveTo>
                  <a:pt x="53712" y="5060"/>
                </a:moveTo>
                <a:cubicBezTo>
                  <a:pt x="54241" y="5060"/>
                  <a:pt x="54650" y="5080"/>
                  <a:pt x="54865" y="5125"/>
                </a:cubicBezTo>
                <a:cubicBezTo>
                  <a:pt x="53491" y="5211"/>
                  <a:pt x="52117" y="5432"/>
                  <a:pt x="50743" y="5432"/>
                </a:cubicBezTo>
                <a:cubicBezTo>
                  <a:pt x="50658" y="5432"/>
                  <a:pt x="50573" y="5431"/>
                  <a:pt x="50488" y="5429"/>
                </a:cubicBezTo>
                <a:cubicBezTo>
                  <a:pt x="50434" y="5428"/>
                  <a:pt x="50380" y="5428"/>
                  <a:pt x="50326" y="5428"/>
                </a:cubicBezTo>
                <a:cubicBezTo>
                  <a:pt x="48977" y="5428"/>
                  <a:pt x="47648" y="5765"/>
                  <a:pt x="46195" y="5765"/>
                </a:cubicBezTo>
                <a:cubicBezTo>
                  <a:pt x="46137" y="5765"/>
                  <a:pt x="46078" y="5765"/>
                  <a:pt x="46020" y="5764"/>
                </a:cubicBezTo>
                <a:cubicBezTo>
                  <a:pt x="46787" y="5442"/>
                  <a:pt x="51399" y="5060"/>
                  <a:pt x="53712" y="5060"/>
                </a:cubicBezTo>
                <a:close/>
                <a:moveTo>
                  <a:pt x="57388" y="5977"/>
                </a:moveTo>
                <a:lnTo>
                  <a:pt x="57388" y="5977"/>
                </a:lnTo>
                <a:cubicBezTo>
                  <a:pt x="55787" y="6584"/>
                  <a:pt x="46373" y="7967"/>
                  <a:pt x="44104" y="7967"/>
                </a:cubicBezTo>
                <a:cubicBezTo>
                  <a:pt x="43873" y="7967"/>
                  <a:pt x="43716" y="7953"/>
                  <a:pt x="43649" y="7922"/>
                </a:cubicBezTo>
                <a:cubicBezTo>
                  <a:pt x="48360" y="7223"/>
                  <a:pt x="52828" y="6250"/>
                  <a:pt x="57388" y="5977"/>
                </a:cubicBezTo>
                <a:close/>
                <a:moveTo>
                  <a:pt x="14803" y="9472"/>
                </a:moveTo>
                <a:lnTo>
                  <a:pt x="14803" y="9472"/>
                </a:lnTo>
                <a:cubicBezTo>
                  <a:pt x="14256" y="9928"/>
                  <a:pt x="13618" y="10110"/>
                  <a:pt x="12949" y="10232"/>
                </a:cubicBezTo>
                <a:cubicBezTo>
                  <a:pt x="13496" y="9837"/>
                  <a:pt x="14104" y="9563"/>
                  <a:pt x="14803" y="9472"/>
                </a:cubicBezTo>
                <a:close/>
                <a:moveTo>
                  <a:pt x="7038" y="12421"/>
                </a:moveTo>
                <a:cubicBezTo>
                  <a:pt x="7187" y="12421"/>
                  <a:pt x="7311" y="12538"/>
                  <a:pt x="7387" y="12785"/>
                </a:cubicBezTo>
                <a:cubicBezTo>
                  <a:pt x="6171" y="13484"/>
                  <a:pt x="4712" y="13667"/>
                  <a:pt x="3435" y="14335"/>
                </a:cubicBezTo>
                <a:cubicBezTo>
                  <a:pt x="3831" y="13879"/>
                  <a:pt x="4378" y="13667"/>
                  <a:pt x="4894" y="13454"/>
                </a:cubicBezTo>
                <a:cubicBezTo>
                  <a:pt x="5533" y="13211"/>
                  <a:pt x="6232" y="13028"/>
                  <a:pt x="6749" y="12542"/>
                </a:cubicBezTo>
                <a:cubicBezTo>
                  <a:pt x="6851" y="12463"/>
                  <a:pt x="6949" y="12421"/>
                  <a:pt x="7038" y="12421"/>
                </a:cubicBezTo>
                <a:close/>
                <a:moveTo>
                  <a:pt x="65264" y="16750"/>
                </a:moveTo>
                <a:cubicBezTo>
                  <a:pt x="65455" y="16750"/>
                  <a:pt x="65646" y="16756"/>
                  <a:pt x="65838" y="16767"/>
                </a:cubicBezTo>
                <a:cubicBezTo>
                  <a:pt x="65838" y="16828"/>
                  <a:pt x="65868" y="16889"/>
                  <a:pt x="65868" y="16949"/>
                </a:cubicBezTo>
                <a:cubicBezTo>
                  <a:pt x="64348" y="17193"/>
                  <a:pt x="62859" y="17405"/>
                  <a:pt x="61339" y="17648"/>
                </a:cubicBezTo>
                <a:cubicBezTo>
                  <a:pt x="62591" y="17036"/>
                  <a:pt x="63913" y="16750"/>
                  <a:pt x="65264" y="16750"/>
                </a:cubicBezTo>
                <a:close/>
                <a:moveTo>
                  <a:pt x="52616" y="25430"/>
                </a:moveTo>
                <a:lnTo>
                  <a:pt x="52616" y="25430"/>
                </a:lnTo>
                <a:cubicBezTo>
                  <a:pt x="54044" y="25521"/>
                  <a:pt x="55442" y="25794"/>
                  <a:pt x="56841" y="26159"/>
                </a:cubicBezTo>
                <a:cubicBezTo>
                  <a:pt x="56674" y="26212"/>
                  <a:pt x="56511" y="26234"/>
                  <a:pt x="56349" y="26234"/>
                </a:cubicBezTo>
                <a:cubicBezTo>
                  <a:pt x="55772" y="26234"/>
                  <a:pt x="55215" y="25964"/>
                  <a:pt x="54622" y="25916"/>
                </a:cubicBezTo>
                <a:cubicBezTo>
                  <a:pt x="53953" y="25855"/>
                  <a:pt x="53254" y="25734"/>
                  <a:pt x="52616" y="25430"/>
                </a:cubicBezTo>
                <a:close/>
                <a:moveTo>
                  <a:pt x="33208" y="1"/>
                </a:moveTo>
                <a:cubicBezTo>
                  <a:pt x="33141" y="1"/>
                  <a:pt x="33075" y="10"/>
                  <a:pt x="33010" y="19"/>
                </a:cubicBezTo>
                <a:cubicBezTo>
                  <a:pt x="32159" y="171"/>
                  <a:pt x="31308" y="293"/>
                  <a:pt x="30457" y="505"/>
                </a:cubicBezTo>
                <a:cubicBezTo>
                  <a:pt x="27022" y="1387"/>
                  <a:pt x="23649" y="2542"/>
                  <a:pt x="20275" y="3666"/>
                </a:cubicBezTo>
                <a:cubicBezTo>
                  <a:pt x="18208" y="4335"/>
                  <a:pt x="16141" y="5125"/>
                  <a:pt x="14104" y="5855"/>
                </a:cubicBezTo>
                <a:cubicBezTo>
                  <a:pt x="12554" y="6402"/>
                  <a:pt x="11034" y="6949"/>
                  <a:pt x="9515" y="7527"/>
                </a:cubicBezTo>
                <a:cubicBezTo>
                  <a:pt x="7630" y="8226"/>
                  <a:pt x="5715" y="8955"/>
                  <a:pt x="3861" y="9746"/>
                </a:cubicBezTo>
                <a:cubicBezTo>
                  <a:pt x="2676" y="10232"/>
                  <a:pt x="1399" y="10566"/>
                  <a:pt x="365" y="11387"/>
                </a:cubicBezTo>
                <a:cubicBezTo>
                  <a:pt x="183" y="11509"/>
                  <a:pt x="1" y="11630"/>
                  <a:pt x="122" y="11843"/>
                </a:cubicBezTo>
                <a:cubicBezTo>
                  <a:pt x="179" y="11956"/>
                  <a:pt x="283" y="11987"/>
                  <a:pt x="404" y="11987"/>
                </a:cubicBezTo>
                <a:cubicBezTo>
                  <a:pt x="478" y="11987"/>
                  <a:pt x="559" y="11976"/>
                  <a:pt x="639" y="11964"/>
                </a:cubicBezTo>
                <a:cubicBezTo>
                  <a:pt x="754" y="11942"/>
                  <a:pt x="868" y="11832"/>
                  <a:pt x="996" y="11832"/>
                </a:cubicBezTo>
                <a:cubicBezTo>
                  <a:pt x="1038" y="11832"/>
                  <a:pt x="1081" y="11843"/>
                  <a:pt x="1125" y="11873"/>
                </a:cubicBezTo>
                <a:cubicBezTo>
                  <a:pt x="1095" y="12025"/>
                  <a:pt x="882" y="12086"/>
                  <a:pt x="913" y="12208"/>
                </a:cubicBezTo>
                <a:cubicBezTo>
                  <a:pt x="1125" y="12512"/>
                  <a:pt x="1429" y="12481"/>
                  <a:pt x="1764" y="12572"/>
                </a:cubicBezTo>
                <a:cubicBezTo>
                  <a:pt x="1460" y="12816"/>
                  <a:pt x="1247" y="13028"/>
                  <a:pt x="1034" y="13211"/>
                </a:cubicBezTo>
                <a:cubicBezTo>
                  <a:pt x="1122" y="13278"/>
                  <a:pt x="1201" y="13304"/>
                  <a:pt x="1275" y="13304"/>
                </a:cubicBezTo>
                <a:cubicBezTo>
                  <a:pt x="1498" y="13304"/>
                  <a:pt x="1671" y="13071"/>
                  <a:pt x="1899" y="13071"/>
                </a:cubicBezTo>
                <a:cubicBezTo>
                  <a:pt x="1933" y="13071"/>
                  <a:pt x="1969" y="13077"/>
                  <a:pt x="2007" y="13089"/>
                </a:cubicBezTo>
                <a:cubicBezTo>
                  <a:pt x="2584" y="13667"/>
                  <a:pt x="1277" y="14457"/>
                  <a:pt x="2220" y="14974"/>
                </a:cubicBezTo>
                <a:cubicBezTo>
                  <a:pt x="2128" y="15734"/>
                  <a:pt x="2250" y="16372"/>
                  <a:pt x="2949" y="16706"/>
                </a:cubicBezTo>
                <a:cubicBezTo>
                  <a:pt x="2888" y="17253"/>
                  <a:pt x="3375" y="17740"/>
                  <a:pt x="3010" y="18287"/>
                </a:cubicBezTo>
                <a:cubicBezTo>
                  <a:pt x="3405" y="18348"/>
                  <a:pt x="3770" y="18287"/>
                  <a:pt x="3983" y="18712"/>
                </a:cubicBezTo>
                <a:cubicBezTo>
                  <a:pt x="3587" y="18712"/>
                  <a:pt x="3283" y="18834"/>
                  <a:pt x="2979" y="18986"/>
                </a:cubicBezTo>
                <a:cubicBezTo>
                  <a:pt x="3071" y="19123"/>
                  <a:pt x="3185" y="19145"/>
                  <a:pt x="3295" y="19145"/>
                </a:cubicBezTo>
                <a:cubicBezTo>
                  <a:pt x="3350" y="19145"/>
                  <a:pt x="3404" y="19140"/>
                  <a:pt x="3454" y="19140"/>
                </a:cubicBezTo>
                <a:cubicBezTo>
                  <a:pt x="3504" y="19140"/>
                  <a:pt x="3549" y="19145"/>
                  <a:pt x="3587" y="19168"/>
                </a:cubicBezTo>
                <a:cubicBezTo>
                  <a:pt x="3564" y="19617"/>
                  <a:pt x="3797" y="19699"/>
                  <a:pt x="4059" y="19699"/>
                </a:cubicBezTo>
                <a:cubicBezTo>
                  <a:pt x="4134" y="19699"/>
                  <a:pt x="4212" y="19692"/>
                  <a:pt x="4286" y="19685"/>
                </a:cubicBezTo>
                <a:cubicBezTo>
                  <a:pt x="4651" y="19624"/>
                  <a:pt x="5016" y="19503"/>
                  <a:pt x="5411" y="19411"/>
                </a:cubicBezTo>
                <a:lnTo>
                  <a:pt x="5411" y="19411"/>
                </a:lnTo>
                <a:cubicBezTo>
                  <a:pt x="5259" y="19685"/>
                  <a:pt x="5016" y="19655"/>
                  <a:pt x="4925" y="19715"/>
                </a:cubicBezTo>
                <a:cubicBezTo>
                  <a:pt x="4651" y="20992"/>
                  <a:pt x="5806" y="20658"/>
                  <a:pt x="6384" y="21083"/>
                </a:cubicBezTo>
                <a:lnTo>
                  <a:pt x="5198" y="21083"/>
                </a:lnTo>
                <a:cubicBezTo>
                  <a:pt x="4986" y="21083"/>
                  <a:pt x="4803" y="21174"/>
                  <a:pt x="4834" y="21387"/>
                </a:cubicBezTo>
                <a:cubicBezTo>
                  <a:pt x="4862" y="21586"/>
                  <a:pt x="4944" y="21785"/>
                  <a:pt x="5203" y="21785"/>
                </a:cubicBezTo>
                <a:cubicBezTo>
                  <a:pt x="5221" y="21785"/>
                  <a:pt x="5240" y="21784"/>
                  <a:pt x="5259" y="21782"/>
                </a:cubicBezTo>
                <a:cubicBezTo>
                  <a:pt x="5381" y="21772"/>
                  <a:pt x="5499" y="21769"/>
                  <a:pt x="5623" y="21769"/>
                </a:cubicBezTo>
                <a:cubicBezTo>
                  <a:pt x="5870" y="21769"/>
                  <a:pt x="6141" y="21782"/>
                  <a:pt x="6505" y="21782"/>
                </a:cubicBezTo>
                <a:cubicBezTo>
                  <a:pt x="5685" y="22299"/>
                  <a:pt x="4894" y="22238"/>
                  <a:pt x="4226" y="22725"/>
                </a:cubicBezTo>
                <a:cubicBezTo>
                  <a:pt x="4986" y="23059"/>
                  <a:pt x="5533" y="23697"/>
                  <a:pt x="6293" y="23910"/>
                </a:cubicBezTo>
                <a:cubicBezTo>
                  <a:pt x="5685" y="24305"/>
                  <a:pt x="4773" y="23819"/>
                  <a:pt x="4195" y="24548"/>
                </a:cubicBezTo>
                <a:cubicBezTo>
                  <a:pt x="4469" y="24883"/>
                  <a:pt x="4773" y="24913"/>
                  <a:pt x="5077" y="24974"/>
                </a:cubicBezTo>
                <a:cubicBezTo>
                  <a:pt x="5988" y="25112"/>
                  <a:pt x="6899" y="25161"/>
                  <a:pt x="7810" y="25161"/>
                </a:cubicBezTo>
                <a:cubicBezTo>
                  <a:pt x="8297" y="25161"/>
                  <a:pt x="8784" y="25147"/>
                  <a:pt x="9271" y="25126"/>
                </a:cubicBezTo>
                <a:cubicBezTo>
                  <a:pt x="11247" y="25035"/>
                  <a:pt x="13223" y="25095"/>
                  <a:pt x="15199" y="25004"/>
                </a:cubicBezTo>
                <a:cubicBezTo>
                  <a:pt x="17417" y="24883"/>
                  <a:pt x="19636" y="24943"/>
                  <a:pt x="21855" y="24852"/>
                </a:cubicBezTo>
                <a:cubicBezTo>
                  <a:pt x="22715" y="24813"/>
                  <a:pt x="23580" y="24802"/>
                  <a:pt x="24446" y="24802"/>
                </a:cubicBezTo>
                <a:cubicBezTo>
                  <a:pt x="25601" y="24802"/>
                  <a:pt x="26758" y="24822"/>
                  <a:pt x="27904" y="24822"/>
                </a:cubicBezTo>
                <a:cubicBezTo>
                  <a:pt x="28588" y="24822"/>
                  <a:pt x="29264" y="24814"/>
                  <a:pt x="29937" y="24814"/>
                </a:cubicBezTo>
                <a:cubicBezTo>
                  <a:pt x="30609" y="24814"/>
                  <a:pt x="31278" y="24822"/>
                  <a:pt x="31947" y="24852"/>
                </a:cubicBezTo>
                <a:cubicBezTo>
                  <a:pt x="34226" y="24943"/>
                  <a:pt x="36476" y="25247"/>
                  <a:pt x="38725" y="25247"/>
                </a:cubicBezTo>
                <a:lnTo>
                  <a:pt x="39150" y="25247"/>
                </a:lnTo>
                <a:cubicBezTo>
                  <a:pt x="40974" y="25430"/>
                  <a:pt x="42828" y="25612"/>
                  <a:pt x="44652" y="25825"/>
                </a:cubicBezTo>
                <a:cubicBezTo>
                  <a:pt x="45716" y="25946"/>
                  <a:pt x="46780" y="26068"/>
                  <a:pt x="47844" y="26129"/>
                </a:cubicBezTo>
                <a:cubicBezTo>
                  <a:pt x="48968" y="26220"/>
                  <a:pt x="50093" y="26524"/>
                  <a:pt x="51217" y="26615"/>
                </a:cubicBezTo>
                <a:cubicBezTo>
                  <a:pt x="53102" y="26798"/>
                  <a:pt x="54956" y="27193"/>
                  <a:pt x="56871" y="27405"/>
                </a:cubicBezTo>
                <a:cubicBezTo>
                  <a:pt x="57191" y="27437"/>
                  <a:pt x="57545" y="27520"/>
                  <a:pt x="57906" y="27520"/>
                </a:cubicBezTo>
                <a:cubicBezTo>
                  <a:pt x="58230" y="27520"/>
                  <a:pt x="58561" y="27453"/>
                  <a:pt x="58877" y="27223"/>
                </a:cubicBezTo>
                <a:cubicBezTo>
                  <a:pt x="58634" y="26980"/>
                  <a:pt x="58452" y="26798"/>
                  <a:pt x="58087" y="26737"/>
                </a:cubicBezTo>
                <a:cubicBezTo>
                  <a:pt x="57661" y="26676"/>
                  <a:pt x="57145" y="26585"/>
                  <a:pt x="56841" y="26159"/>
                </a:cubicBezTo>
                <a:lnTo>
                  <a:pt x="56841" y="26159"/>
                </a:lnTo>
                <a:cubicBezTo>
                  <a:pt x="56996" y="26234"/>
                  <a:pt x="57129" y="26266"/>
                  <a:pt x="57245" y="26266"/>
                </a:cubicBezTo>
                <a:cubicBezTo>
                  <a:pt x="57790" y="26266"/>
                  <a:pt x="57981" y="25575"/>
                  <a:pt x="58482" y="25399"/>
                </a:cubicBezTo>
                <a:cubicBezTo>
                  <a:pt x="54987" y="24275"/>
                  <a:pt x="51400" y="24092"/>
                  <a:pt x="47844" y="23515"/>
                </a:cubicBezTo>
                <a:cubicBezTo>
                  <a:pt x="47965" y="23484"/>
                  <a:pt x="48026" y="23454"/>
                  <a:pt x="48087" y="23454"/>
                </a:cubicBezTo>
                <a:cubicBezTo>
                  <a:pt x="48252" y="23439"/>
                  <a:pt x="48416" y="23433"/>
                  <a:pt x="48581" y="23433"/>
                </a:cubicBezTo>
                <a:cubicBezTo>
                  <a:pt x="49388" y="23433"/>
                  <a:pt x="50195" y="23578"/>
                  <a:pt x="51003" y="23578"/>
                </a:cubicBezTo>
                <a:cubicBezTo>
                  <a:pt x="51064" y="23578"/>
                  <a:pt x="51126" y="23577"/>
                  <a:pt x="51187" y="23576"/>
                </a:cubicBezTo>
                <a:cubicBezTo>
                  <a:pt x="51377" y="23568"/>
                  <a:pt x="51565" y="23564"/>
                  <a:pt x="51754" y="23564"/>
                </a:cubicBezTo>
                <a:cubicBezTo>
                  <a:pt x="53708" y="23564"/>
                  <a:pt x="55594" y="23972"/>
                  <a:pt x="57479" y="24305"/>
                </a:cubicBezTo>
                <a:cubicBezTo>
                  <a:pt x="57626" y="24325"/>
                  <a:pt x="57757" y="24341"/>
                  <a:pt x="57877" y="24341"/>
                </a:cubicBezTo>
                <a:cubicBezTo>
                  <a:pt x="58128" y="24341"/>
                  <a:pt x="58327" y="24269"/>
                  <a:pt x="58512" y="24001"/>
                </a:cubicBezTo>
                <a:cubicBezTo>
                  <a:pt x="58391" y="23910"/>
                  <a:pt x="58269" y="23788"/>
                  <a:pt x="58117" y="23758"/>
                </a:cubicBezTo>
                <a:cubicBezTo>
                  <a:pt x="57357" y="23576"/>
                  <a:pt x="56597" y="23424"/>
                  <a:pt x="55807" y="23241"/>
                </a:cubicBezTo>
                <a:cubicBezTo>
                  <a:pt x="56069" y="23224"/>
                  <a:pt x="56321" y="23186"/>
                  <a:pt x="56574" y="23186"/>
                </a:cubicBezTo>
                <a:cubicBezTo>
                  <a:pt x="56762" y="23186"/>
                  <a:pt x="56950" y="23207"/>
                  <a:pt x="57145" y="23272"/>
                </a:cubicBezTo>
                <a:cubicBezTo>
                  <a:pt x="57449" y="23383"/>
                  <a:pt x="57668" y="23447"/>
                  <a:pt x="57849" y="23447"/>
                </a:cubicBezTo>
                <a:cubicBezTo>
                  <a:pt x="58212" y="23447"/>
                  <a:pt x="58421" y="23191"/>
                  <a:pt x="58847" y="22542"/>
                </a:cubicBezTo>
                <a:cubicBezTo>
                  <a:pt x="57297" y="21934"/>
                  <a:pt x="55625" y="21813"/>
                  <a:pt x="54044" y="21417"/>
                </a:cubicBezTo>
                <a:cubicBezTo>
                  <a:pt x="54092" y="21416"/>
                  <a:pt x="54140" y="21416"/>
                  <a:pt x="54188" y="21416"/>
                </a:cubicBezTo>
                <a:cubicBezTo>
                  <a:pt x="55445" y="21416"/>
                  <a:pt x="56675" y="21790"/>
                  <a:pt x="57905" y="21995"/>
                </a:cubicBezTo>
                <a:cubicBezTo>
                  <a:pt x="58085" y="22023"/>
                  <a:pt x="58273" y="22076"/>
                  <a:pt x="58452" y="22076"/>
                </a:cubicBezTo>
                <a:cubicBezTo>
                  <a:pt x="58664" y="22076"/>
                  <a:pt x="58864" y="22002"/>
                  <a:pt x="59029" y="21721"/>
                </a:cubicBezTo>
                <a:cubicBezTo>
                  <a:pt x="57388" y="20931"/>
                  <a:pt x="55564" y="21022"/>
                  <a:pt x="53923" y="20354"/>
                </a:cubicBezTo>
                <a:cubicBezTo>
                  <a:pt x="54348" y="20232"/>
                  <a:pt x="54743" y="20141"/>
                  <a:pt x="55139" y="20141"/>
                </a:cubicBezTo>
                <a:cubicBezTo>
                  <a:pt x="56111" y="20141"/>
                  <a:pt x="57023" y="20384"/>
                  <a:pt x="57935" y="20627"/>
                </a:cubicBezTo>
                <a:cubicBezTo>
                  <a:pt x="58160" y="20698"/>
                  <a:pt x="58392" y="20761"/>
                  <a:pt x="58618" y="20761"/>
                </a:cubicBezTo>
                <a:cubicBezTo>
                  <a:pt x="58880" y="20761"/>
                  <a:pt x="59135" y="20676"/>
                  <a:pt x="59364" y="20414"/>
                </a:cubicBezTo>
                <a:cubicBezTo>
                  <a:pt x="59120" y="20171"/>
                  <a:pt x="58877" y="19898"/>
                  <a:pt x="58604" y="19594"/>
                </a:cubicBezTo>
                <a:cubicBezTo>
                  <a:pt x="59637" y="19442"/>
                  <a:pt x="60640" y="19259"/>
                  <a:pt x="61643" y="19107"/>
                </a:cubicBezTo>
                <a:cubicBezTo>
                  <a:pt x="63801" y="18773"/>
                  <a:pt x="65929" y="18439"/>
                  <a:pt x="68117" y="18317"/>
                </a:cubicBezTo>
                <a:cubicBezTo>
                  <a:pt x="68695" y="18256"/>
                  <a:pt x="69303" y="18135"/>
                  <a:pt x="69850" y="17770"/>
                </a:cubicBezTo>
                <a:cubicBezTo>
                  <a:pt x="69622" y="17512"/>
                  <a:pt x="69364" y="17474"/>
                  <a:pt x="69098" y="17474"/>
                </a:cubicBezTo>
                <a:cubicBezTo>
                  <a:pt x="68987" y="17474"/>
                  <a:pt x="68875" y="17480"/>
                  <a:pt x="68763" y="17480"/>
                </a:cubicBezTo>
                <a:cubicBezTo>
                  <a:pt x="68606" y="17480"/>
                  <a:pt x="68451" y="17467"/>
                  <a:pt x="68300" y="17405"/>
                </a:cubicBezTo>
                <a:cubicBezTo>
                  <a:pt x="68634" y="17071"/>
                  <a:pt x="69151" y="17162"/>
                  <a:pt x="69424" y="16889"/>
                </a:cubicBezTo>
                <a:cubicBezTo>
                  <a:pt x="69303" y="16700"/>
                  <a:pt x="69157" y="16653"/>
                  <a:pt x="69004" y="16653"/>
                </a:cubicBezTo>
                <a:cubicBezTo>
                  <a:pt x="68851" y="16653"/>
                  <a:pt x="68691" y="16701"/>
                  <a:pt x="68543" y="16701"/>
                </a:cubicBezTo>
                <a:cubicBezTo>
                  <a:pt x="68433" y="16701"/>
                  <a:pt x="68329" y="16675"/>
                  <a:pt x="68239" y="16585"/>
                </a:cubicBezTo>
                <a:cubicBezTo>
                  <a:pt x="68421" y="16493"/>
                  <a:pt x="68634" y="16463"/>
                  <a:pt x="68786" y="16281"/>
                </a:cubicBezTo>
                <a:cubicBezTo>
                  <a:pt x="68209" y="15673"/>
                  <a:pt x="67388" y="15977"/>
                  <a:pt x="66598" y="15764"/>
                </a:cubicBezTo>
                <a:cubicBezTo>
                  <a:pt x="68239" y="15338"/>
                  <a:pt x="69759" y="14943"/>
                  <a:pt x="70944" y="13788"/>
                </a:cubicBezTo>
                <a:cubicBezTo>
                  <a:pt x="70841" y="13555"/>
                  <a:pt x="70715" y="13482"/>
                  <a:pt x="70588" y="13482"/>
                </a:cubicBezTo>
                <a:cubicBezTo>
                  <a:pt x="70418" y="13482"/>
                  <a:pt x="70246" y="13614"/>
                  <a:pt x="70124" y="13667"/>
                </a:cubicBezTo>
                <a:cubicBezTo>
                  <a:pt x="69753" y="13839"/>
                  <a:pt x="69534" y="13942"/>
                  <a:pt x="69393" y="13942"/>
                </a:cubicBezTo>
                <a:cubicBezTo>
                  <a:pt x="69187" y="13942"/>
                  <a:pt x="69150" y="13722"/>
                  <a:pt x="69060" y="13180"/>
                </a:cubicBezTo>
                <a:cubicBezTo>
                  <a:pt x="69394" y="12968"/>
                  <a:pt x="69759" y="12724"/>
                  <a:pt x="69972" y="12299"/>
                </a:cubicBezTo>
                <a:lnTo>
                  <a:pt x="69972" y="12299"/>
                </a:lnTo>
                <a:cubicBezTo>
                  <a:pt x="68965" y="12432"/>
                  <a:pt x="68449" y="12500"/>
                  <a:pt x="68128" y="12500"/>
                </a:cubicBezTo>
                <a:cubicBezTo>
                  <a:pt x="67789" y="12500"/>
                  <a:pt x="67668" y="12424"/>
                  <a:pt x="67418" y="12268"/>
                </a:cubicBezTo>
                <a:cubicBezTo>
                  <a:pt x="69485" y="11265"/>
                  <a:pt x="69576" y="11205"/>
                  <a:pt x="69728" y="10566"/>
                </a:cubicBezTo>
                <a:cubicBezTo>
                  <a:pt x="69720" y="10565"/>
                  <a:pt x="69711" y="10565"/>
                  <a:pt x="69703" y="10565"/>
                </a:cubicBezTo>
                <a:cubicBezTo>
                  <a:pt x="69435" y="10565"/>
                  <a:pt x="69346" y="10967"/>
                  <a:pt x="69064" y="10967"/>
                </a:cubicBezTo>
                <a:cubicBezTo>
                  <a:pt x="69017" y="10967"/>
                  <a:pt x="68966" y="10956"/>
                  <a:pt x="68908" y="10931"/>
                </a:cubicBezTo>
                <a:cubicBezTo>
                  <a:pt x="68877" y="10445"/>
                  <a:pt x="69394" y="10171"/>
                  <a:pt x="69394" y="9746"/>
                </a:cubicBezTo>
                <a:cubicBezTo>
                  <a:pt x="69121" y="9259"/>
                  <a:pt x="68513" y="9624"/>
                  <a:pt x="68239" y="9198"/>
                </a:cubicBezTo>
                <a:cubicBezTo>
                  <a:pt x="68665" y="9138"/>
                  <a:pt x="69090" y="9229"/>
                  <a:pt x="69485" y="8925"/>
                </a:cubicBezTo>
                <a:cubicBezTo>
                  <a:pt x="68999" y="8499"/>
                  <a:pt x="68361" y="8682"/>
                  <a:pt x="67844" y="8408"/>
                </a:cubicBezTo>
                <a:cubicBezTo>
                  <a:pt x="68026" y="8317"/>
                  <a:pt x="68361" y="8226"/>
                  <a:pt x="67996" y="7983"/>
                </a:cubicBezTo>
                <a:cubicBezTo>
                  <a:pt x="68179" y="7799"/>
                  <a:pt x="68422" y="7793"/>
                  <a:pt x="68668" y="7793"/>
                </a:cubicBezTo>
                <a:cubicBezTo>
                  <a:pt x="68687" y="7793"/>
                  <a:pt x="68706" y="7793"/>
                  <a:pt x="68725" y="7793"/>
                </a:cubicBezTo>
                <a:cubicBezTo>
                  <a:pt x="68991" y="7793"/>
                  <a:pt x="69257" y="7785"/>
                  <a:pt x="69455" y="7557"/>
                </a:cubicBezTo>
                <a:cubicBezTo>
                  <a:pt x="69333" y="7344"/>
                  <a:pt x="69151" y="7253"/>
                  <a:pt x="68938" y="7223"/>
                </a:cubicBezTo>
                <a:cubicBezTo>
                  <a:pt x="68665" y="7132"/>
                  <a:pt x="68421" y="7040"/>
                  <a:pt x="68482" y="6584"/>
                </a:cubicBezTo>
                <a:cubicBezTo>
                  <a:pt x="68519" y="6311"/>
                  <a:pt x="68643" y="6256"/>
                  <a:pt x="68782" y="6256"/>
                </a:cubicBezTo>
                <a:cubicBezTo>
                  <a:pt x="68875" y="6256"/>
                  <a:pt x="68975" y="6281"/>
                  <a:pt x="69060" y="6281"/>
                </a:cubicBezTo>
                <a:cubicBezTo>
                  <a:pt x="69394" y="6250"/>
                  <a:pt x="69759" y="6281"/>
                  <a:pt x="69880" y="5885"/>
                </a:cubicBezTo>
                <a:cubicBezTo>
                  <a:pt x="69759" y="5703"/>
                  <a:pt x="69607" y="5612"/>
                  <a:pt x="69394" y="5551"/>
                </a:cubicBezTo>
                <a:cubicBezTo>
                  <a:pt x="68843" y="5384"/>
                  <a:pt x="68286" y="5342"/>
                  <a:pt x="67728" y="5342"/>
                </a:cubicBezTo>
                <a:cubicBezTo>
                  <a:pt x="67154" y="5342"/>
                  <a:pt x="66580" y="5387"/>
                  <a:pt x="66010" y="5387"/>
                </a:cubicBezTo>
                <a:cubicBezTo>
                  <a:pt x="65820" y="5387"/>
                  <a:pt x="65631" y="5382"/>
                  <a:pt x="65443" y="5369"/>
                </a:cubicBezTo>
                <a:cubicBezTo>
                  <a:pt x="65261" y="5356"/>
                  <a:pt x="65076" y="5350"/>
                  <a:pt x="64890" y="5350"/>
                </a:cubicBezTo>
                <a:cubicBezTo>
                  <a:pt x="64203" y="5350"/>
                  <a:pt x="63491" y="5432"/>
                  <a:pt x="62798" y="5551"/>
                </a:cubicBezTo>
                <a:cubicBezTo>
                  <a:pt x="62647" y="5580"/>
                  <a:pt x="62495" y="5590"/>
                  <a:pt x="62342" y="5590"/>
                </a:cubicBezTo>
                <a:cubicBezTo>
                  <a:pt x="61984" y="5590"/>
                  <a:pt x="61621" y="5535"/>
                  <a:pt x="61256" y="5535"/>
                </a:cubicBezTo>
                <a:cubicBezTo>
                  <a:pt x="60960" y="5535"/>
                  <a:pt x="60664" y="5571"/>
                  <a:pt x="60367" y="5703"/>
                </a:cubicBezTo>
                <a:cubicBezTo>
                  <a:pt x="60160" y="5798"/>
                  <a:pt x="59960" y="5838"/>
                  <a:pt x="59763" y="5838"/>
                </a:cubicBezTo>
                <a:cubicBezTo>
                  <a:pt x="59207" y="5838"/>
                  <a:pt x="58678" y="5524"/>
                  <a:pt x="58117" y="5277"/>
                </a:cubicBezTo>
                <a:cubicBezTo>
                  <a:pt x="58512" y="4943"/>
                  <a:pt x="59212" y="5369"/>
                  <a:pt x="59394" y="4639"/>
                </a:cubicBezTo>
                <a:cubicBezTo>
                  <a:pt x="59120" y="4578"/>
                  <a:pt x="58877" y="4518"/>
                  <a:pt x="58604" y="4457"/>
                </a:cubicBezTo>
                <a:cubicBezTo>
                  <a:pt x="57916" y="4342"/>
                  <a:pt x="57220" y="4316"/>
                  <a:pt x="56524" y="4316"/>
                </a:cubicBezTo>
                <a:cubicBezTo>
                  <a:pt x="55928" y="4316"/>
                  <a:pt x="55333" y="4335"/>
                  <a:pt x="54743" y="4335"/>
                </a:cubicBezTo>
                <a:cubicBezTo>
                  <a:pt x="54569" y="4332"/>
                  <a:pt x="54395" y="4330"/>
                  <a:pt x="54220" y="4330"/>
                </a:cubicBezTo>
                <a:cubicBezTo>
                  <a:pt x="52784" y="4330"/>
                  <a:pt x="51347" y="4433"/>
                  <a:pt x="49910" y="4487"/>
                </a:cubicBezTo>
                <a:cubicBezTo>
                  <a:pt x="48816" y="4548"/>
                  <a:pt x="47692" y="4609"/>
                  <a:pt x="46597" y="4822"/>
                </a:cubicBezTo>
                <a:cubicBezTo>
                  <a:pt x="46244" y="4905"/>
                  <a:pt x="45792" y="5101"/>
                  <a:pt x="45415" y="5101"/>
                </a:cubicBezTo>
                <a:cubicBezTo>
                  <a:pt x="45240" y="5101"/>
                  <a:pt x="45081" y="5059"/>
                  <a:pt x="44956" y="4943"/>
                </a:cubicBezTo>
                <a:cubicBezTo>
                  <a:pt x="44409" y="4457"/>
                  <a:pt x="43801" y="4244"/>
                  <a:pt x="43163" y="4062"/>
                </a:cubicBezTo>
                <a:cubicBezTo>
                  <a:pt x="42257" y="3781"/>
                  <a:pt x="41336" y="3685"/>
                  <a:pt x="40400" y="3685"/>
                </a:cubicBezTo>
                <a:cubicBezTo>
                  <a:pt x="40016" y="3685"/>
                  <a:pt x="39630" y="3701"/>
                  <a:pt x="39242" y="3727"/>
                </a:cubicBezTo>
                <a:cubicBezTo>
                  <a:pt x="38705" y="3752"/>
                  <a:pt x="38149" y="3913"/>
                  <a:pt x="37589" y="3913"/>
                </a:cubicBezTo>
                <a:cubicBezTo>
                  <a:pt x="37451" y="3913"/>
                  <a:pt x="37313" y="3903"/>
                  <a:pt x="37175" y="3879"/>
                </a:cubicBezTo>
                <a:cubicBezTo>
                  <a:pt x="37235" y="3575"/>
                  <a:pt x="37570" y="3515"/>
                  <a:pt x="37570" y="3180"/>
                </a:cubicBezTo>
                <a:cubicBezTo>
                  <a:pt x="37400" y="3095"/>
                  <a:pt x="37236" y="3062"/>
                  <a:pt x="37074" y="3062"/>
                </a:cubicBezTo>
                <a:cubicBezTo>
                  <a:pt x="36514" y="3062"/>
                  <a:pt x="35985" y="3457"/>
                  <a:pt x="35362" y="3457"/>
                </a:cubicBezTo>
                <a:cubicBezTo>
                  <a:pt x="35328" y="3457"/>
                  <a:pt x="35294" y="3456"/>
                  <a:pt x="35260" y="3454"/>
                </a:cubicBezTo>
                <a:cubicBezTo>
                  <a:pt x="35776" y="3028"/>
                  <a:pt x="36293" y="2755"/>
                  <a:pt x="36476" y="2177"/>
                </a:cubicBezTo>
                <a:cubicBezTo>
                  <a:pt x="36300" y="2002"/>
                  <a:pt x="36105" y="1958"/>
                  <a:pt x="35890" y="1958"/>
                </a:cubicBezTo>
                <a:cubicBezTo>
                  <a:pt x="35731" y="1958"/>
                  <a:pt x="35562" y="1982"/>
                  <a:pt x="35381" y="1995"/>
                </a:cubicBezTo>
                <a:cubicBezTo>
                  <a:pt x="35746" y="1630"/>
                  <a:pt x="36263" y="1600"/>
                  <a:pt x="36597" y="1174"/>
                </a:cubicBezTo>
                <a:cubicBezTo>
                  <a:pt x="36263" y="1144"/>
                  <a:pt x="36020" y="1113"/>
                  <a:pt x="35746" y="1113"/>
                </a:cubicBezTo>
                <a:cubicBezTo>
                  <a:pt x="36263" y="232"/>
                  <a:pt x="37175" y="536"/>
                  <a:pt x="37904" y="323"/>
                </a:cubicBezTo>
                <a:cubicBezTo>
                  <a:pt x="37486" y="162"/>
                  <a:pt x="37084" y="98"/>
                  <a:pt x="36692" y="98"/>
                </a:cubicBezTo>
                <a:cubicBezTo>
                  <a:pt x="35460" y="98"/>
                  <a:pt x="34331" y="731"/>
                  <a:pt x="33132" y="961"/>
                </a:cubicBezTo>
                <a:cubicBezTo>
                  <a:pt x="33193" y="657"/>
                  <a:pt x="33588" y="566"/>
                  <a:pt x="33618" y="262"/>
                </a:cubicBezTo>
                <a:cubicBezTo>
                  <a:pt x="33512" y="50"/>
                  <a:pt x="33362" y="1"/>
                  <a:pt x="3320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13" name="Google Shape;11113;p33"/>
          <p:cNvGrpSpPr/>
          <p:nvPr/>
        </p:nvGrpSpPr>
        <p:grpSpPr>
          <a:xfrm rot="-2999622">
            <a:off x="7314012" y="3887221"/>
            <a:ext cx="3222402" cy="1467432"/>
            <a:chOff x="3427375" y="613525"/>
            <a:chExt cx="1481825" cy="674800"/>
          </a:xfrm>
        </p:grpSpPr>
        <p:sp>
          <p:nvSpPr>
            <p:cNvPr id="11114" name="Google Shape;11114;p33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33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33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33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33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33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33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33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33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33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33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33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33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33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33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33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33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33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33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33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33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33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33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33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33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33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33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33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33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33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33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33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33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33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33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33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33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33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33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33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33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33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33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33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33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33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33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33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33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33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33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33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33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33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33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33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33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33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33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33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33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33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33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33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33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33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33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33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33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33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33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33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33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33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33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33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33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33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33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33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33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33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33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33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33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33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33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33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33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33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33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33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33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33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33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33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33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33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33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33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33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33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33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33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33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33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33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33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33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33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33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33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33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33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33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33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33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33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33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33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33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33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33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33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33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33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33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33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33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33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33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33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33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33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33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33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33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33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33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33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33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33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33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33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33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33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33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33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33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33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33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33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33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33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33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33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33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33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33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33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33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33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33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33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33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33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33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33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33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33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33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33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33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33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33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33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33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33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33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33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4" name="Google Shape;11294;p33"/>
          <p:cNvSpPr/>
          <p:nvPr/>
        </p:nvSpPr>
        <p:spPr>
          <a:xfrm flipH="1" rot="-6614824">
            <a:off x="-844669" y="3967937"/>
            <a:ext cx="1864841" cy="1784219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8">
    <p:spTree>
      <p:nvGrpSpPr>
        <p:cNvPr id="11295" name="Shape 11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6" name="Google Shape;11296;p34"/>
          <p:cNvSpPr txBox="1"/>
          <p:nvPr>
            <p:ph type="title"/>
          </p:nvPr>
        </p:nvSpPr>
        <p:spPr>
          <a:xfrm>
            <a:off x="2743799" y="717802"/>
            <a:ext cx="3656400" cy="11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9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297" name="Google Shape;11297;p34"/>
          <p:cNvSpPr txBox="1"/>
          <p:nvPr>
            <p:ph idx="1" type="subTitle"/>
          </p:nvPr>
        </p:nvSpPr>
        <p:spPr>
          <a:xfrm>
            <a:off x="2743801" y="1935430"/>
            <a:ext cx="3656400" cy="87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Medium"/>
              <a:buNone/>
              <a:defRPr sz="1600">
                <a:latin typeface="Roboto Medium"/>
                <a:ea typeface="Roboto Medium"/>
                <a:cs typeface="Roboto Medium"/>
                <a:sym typeface="Roboto Medium"/>
              </a:defRPr>
            </a:lvl9pPr>
          </a:lstStyle>
          <a:p/>
        </p:txBody>
      </p:sp>
      <p:sp>
        <p:nvSpPr>
          <p:cNvPr id="11298" name="Google Shape;11298;p34"/>
          <p:cNvSpPr txBox="1"/>
          <p:nvPr/>
        </p:nvSpPr>
        <p:spPr>
          <a:xfrm>
            <a:off x="2743763" y="3455695"/>
            <a:ext cx="3656400" cy="61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9525" lIns="129525" spcFirstLastPara="1" rIns="129525" wrap="square" tIns="1295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18"/>
              <a:buNone/>
            </a:pPr>
            <a:r>
              <a:rPr lang="en" sz="1200">
                <a:solidFill>
                  <a:schemeClr val="accent5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lang="en" sz="1200">
                <a:solidFill>
                  <a:schemeClr val="accent5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5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lang="en" sz="1200">
                <a:solidFill>
                  <a:schemeClr val="accent5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5"/>
                </a:solidFill>
                <a:latin typeface="Roboto"/>
                <a:ea typeface="Roboto"/>
                <a:cs typeface="Roboto"/>
                <a:sym typeface="Roboto"/>
              </a:rPr>
              <a:t>, and infographics &amp; images by </a:t>
            </a:r>
            <a:r>
              <a:rPr lang="en" sz="1200">
                <a:solidFill>
                  <a:schemeClr val="accent5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200">
              <a:solidFill>
                <a:schemeClr val="accent5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1299" name="Google Shape;11299;p34"/>
          <p:cNvSpPr/>
          <p:nvPr/>
        </p:nvSpPr>
        <p:spPr>
          <a:xfrm flipH="1" rot="681427">
            <a:off x="7192404" y="-354118"/>
            <a:ext cx="2824180" cy="2143844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00" name="Google Shape;11300;p34"/>
          <p:cNvGrpSpPr/>
          <p:nvPr/>
        </p:nvGrpSpPr>
        <p:grpSpPr>
          <a:xfrm flipH="1" rot="-6148796">
            <a:off x="-1071593" y="-598744"/>
            <a:ext cx="3222198" cy="1467339"/>
            <a:chOff x="3427375" y="613525"/>
            <a:chExt cx="1481825" cy="674800"/>
          </a:xfrm>
        </p:grpSpPr>
        <p:sp>
          <p:nvSpPr>
            <p:cNvPr id="11301" name="Google Shape;11301;p34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34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34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34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34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34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34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34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34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34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34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34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34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34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34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34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34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34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34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34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34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34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34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34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34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34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34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34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34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34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34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34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34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34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34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34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34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34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34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34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34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34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34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34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34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34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34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34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34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34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34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34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34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34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34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34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34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34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34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34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34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34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34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34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34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34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34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34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34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34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34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34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34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34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34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34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34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34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34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34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34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34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34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34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34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34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34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34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34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34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34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34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34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34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34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34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34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34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34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34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34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34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34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34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34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34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34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34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34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34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34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34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34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34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34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34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34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34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34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34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34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34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34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34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34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34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34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34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34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34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34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34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34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34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34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34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34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34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34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34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34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34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34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34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34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34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34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34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34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34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34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34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34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34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34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34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34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34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34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34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34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34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34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34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34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34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34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34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34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34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34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34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34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34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34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34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34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34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34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34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1" name="Google Shape;11481;p34"/>
          <p:cNvGrpSpPr/>
          <p:nvPr/>
        </p:nvGrpSpPr>
        <p:grpSpPr>
          <a:xfrm rot="-1949969">
            <a:off x="7163218" y="3718604"/>
            <a:ext cx="3222114" cy="1467300"/>
            <a:chOff x="3427375" y="613525"/>
            <a:chExt cx="1481825" cy="674800"/>
          </a:xfrm>
        </p:grpSpPr>
        <p:sp>
          <p:nvSpPr>
            <p:cNvPr id="11482" name="Google Shape;11482;p34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34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34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34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34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34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34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34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34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34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34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34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34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34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34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34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34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34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34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34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34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34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34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34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34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34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34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34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34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34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34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34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34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34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34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34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34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34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34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34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34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34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34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34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34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34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34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34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34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34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34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34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34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34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34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34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34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34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34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34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34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34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34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34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34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34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34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34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34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34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34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34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34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34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34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34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34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34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34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34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34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34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34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34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34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34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34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34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34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34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34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34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34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34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34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34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34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34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34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34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34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34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34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34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34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34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34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34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34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34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34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34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34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34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34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34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34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34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34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34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34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34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34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34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34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34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34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34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34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34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34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34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34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34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34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34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34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34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34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34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34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34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34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34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34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34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34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34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34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34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34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34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34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34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34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34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34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34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34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34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34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34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34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34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34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34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34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34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34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34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34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34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34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34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34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34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34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34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34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34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62" name="Google Shape;11662;p34"/>
          <p:cNvSpPr/>
          <p:nvPr/>
        </p:nvSpPr>
        <p:spPr>
          <a:xfrm rot="-336341">
            <a:off x="7542333" y="-791268"/>
            <a:ext cx="1854848" cy="3070922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3" name="Google Shape;11663;p34"/>
          <p:cNvSpPr/>
          <p:nvPr/>
        </p:nvSpPr>
        <p:spPr>
          <a:xfrm rot="3971580">
            <a:off x="7415942" y="3501722"/>
            <a:ext cx="1599156" cy="264726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4" name="Google Shape;11664;p34"/>
          <p:cNvSpPr/>
          <p:nvPr/>
        </p:nvSpPr>
        <p:spPr>
          <a:xfrm rot="-3329347">
            <a:off x="-1648714" y="3351929"/>
            <a:ext cx="3979805" cy="1543847"/>
          </a:xfrm>
          <a:custGeom>
            <a:rect b="b" l="l" r="r" t="t"/>
            <a:pathLst>
              <a:path extrusionOk="0" h="27521" w="70945">
                <a:moveTo>
                  <a:pt x="35199" y="1964"/>
                </a:moveTo>
                <a:lnTo>
                  <a:pt x="35199" y="1964"/>
                </a:lnTo>
                <a:cubicBezTo>
                  <a:pt x="34786" y="2653"/>
                  <a:pt x="33624" y="3167"/>
                  <a:pt x="32709" y="3167"/>
                </a:cubicBezTo>
                <a:cubicBezTo>
                  <a:pt x="32614" y="3167"/>
                  <a:pt x="32521" y="3161"/>
                  <a:pt x="32433" y="3150"/>
                </a:cubicBezTo>
                <a:cubicBezTo>
                  <a:pt x="33223" y="2420"/>
                  <a:pt x="34287" y="2359"/>
                  <a:pt x="35199" y="1964"/>
                </a:cubicBezTo>
                <a:close/>
                <a:moveTo>
                  <a:pt x="30913" y="4366"/>
                </a:moveTo>
                <a:lnTo>
                  <a:pt x="30974" y="4548"/>
                </a:lnTo>
                <a:cubicBezTo>
                  <a:pt x="30184" y="4791"/>
                  <a:pt x="29424" y="5065"/>
                  <a:pt x="28633" y="5308"/>
                </a:cubicBezTo>
                <a:cubicBezTo>
                  <a:pt x="28603" y="5277"/>
                  <a:pt x="28603" y="5217"/>
                  <a:pt x="28573" y="5156"/>
                </a:cubicBezTo>
                <a:cubicBezTo>
                  <a:pt x="29363" y="4882"/>
                  <a:pt x="30123" y="4609"/>
                  <a:pt x="30913" y="4366"/>
                </a:cubicBezTo>
                <a:close/>
                <a:moveTo>
                  <a:pt x="40786" y="4588"/>
                </a:moveTo>
                <a:cubicBezTo>
                  <a:pt x="42137" y="4588"/>
                  <a:pt x="43391" y="4745"/>
                  <a:pt x="43831" y="5065"/>
                </a:cubicBezTo>
                <a:cubicBezTo>
                  <a:pt x="43312" y="5219"/>
                  <a:pt x="42792" y="5300"/>
                  <a:pt x="42272" y="5300"/>
                </a:cubicBezTo>
                <a:cubicBezTo>
                  <a:pt x="41971" y="5300"/>
                  <a:pt x="41670" y="5272"/>
                  <a:pt x="41369" y="5217"/>
                </a:cubicBezTo>
                <a:cubicBezTo>
                  <a:pt x="41223" y="5189"/>
                  <a:pt x="41077" y="5177"/>
                  <a:pt x="40930" y="5177"/>
                </a:cubicBezTo>
                <a:cubicBezTo>
                  <a:pt x="40286" y="5177"/>
                  <a:pt x="39642" y="5399"/>
                  <a:pt x="38998" y="5399"/>
                </a:cubicBezTo>
                <a:cubicBezTo>
                  <a:pt x="38963" y="5401"/>
                  <a:pt x="38928" y="5401"/>
                  <a:pt x="38892" y="5401"/>
                </a:cubicBezTo>
                <a:cubicBezTo>
                  <a:pt x="38387" y="5401"/>
                  <a:pt x="37866" y="5262"/>
                  <a:pt x="37299" y="5262"/>
                </a:cubicBezTo>
                <a:cubicBezTo>
                  <a:pt x="37082" y="5262"/>
                  <a:pt x="36859" y="5282"/>
                  <a:pt x="36628" y="5338"/>
                </a:cubicBezTo>
                <a:cubicBezTo>
                  <a:pt x="37173" y="4844"/>
                  <a:pt x="39059" y="4588"/>
                  <a:pt x="40786" y="4588"/>
                </a:cubicBezTo>
                <a:close/>
                <a:moveTo>
                  <a:pt x="53712" y="5060"/>
                </a:moveTo>
                <a:cubicBezTo>
                  <a:pt x="54241" y="5060"/>
                  <a:pt x="54650" y="5080"/>
                  <a:pt x="54865" y="5125"/>
                </a:cubicBezTo>
                <a:cubicBezTo>
                  <a:pt x="53491" y="5211"/>
                  <a:pt x="52117" y="5432"/>
                  <a:pt x="50743" y="5432"/>
                </a:cubicBezTo>
                <a:cubicBezTo>
                  <a:pt x="50658" y="5432"/>
                  <a:pt x="50573" y="5431"/>
                  <a:pt x="50488" y="5429"/>
                </a:cubicBezTo>
                <a:cubicBezTo>
                  <a:pt x="50434" y="5428"/>
                  <a:pt x="50380" y="5428"/>
                  <a:pt x="50326" y="5428"/>
                </a:cubicBezTo>
                <a:cubicBezTo>
                  <a:pt x="48977" y="5428"/>
                  <a:pt x="47648" y="5765"/>
                  <a:pt x="46195" y="5765"/>
                </a:cubicBezTo>
                <a:cubicBezTo>
                  <a:pt x="46137" y="5765"/>
                  <a:pt x="46078" y="5765"/>
                  <a:pt x="46020" y="5764"/>
                </a:cubicBezTo>
                <a:cubicBezTo>
                  <a:pt x="46787" y="5442"/>
                  <a:pt x="51399" y="5060"/>
                  <a:pt x="53712" y="5060"/>
                </a:cubicBezTo>
                <a:close/>
                <a:moveTo>
                  <a:pt x="57388" y="5977"/>
                </a:moveTo>
                <a:lnTo>
                  <a:pt x="57388" y="5977"/>
                </a:lnTo>
                <a:cubicBezTo>
                  <a:pt x="55787" y="6584"/>
                  <a:pt x="46373" y="7967"/>
                  <a:pt x="44104" y="7967"/>
                </a:cubicBezTo>
                <a:cubicBezTo>
                  <a:pt x="43873" y="7967"/>
                  <a:pt x="43716" y="7953"/>
                  <a:pt x="43649" y="7922"/>
                </a:cubicBezTo>
                <a:cubicBezTo>
                  <a:pt x="48360" y="7223"/>
                  <a:pt x="52828" y="6250"/>
                  <a:pt x="57388" y="5977"/>
                </a:cubicBezTo>
                <a:close/>
                <a:moveTo>
                  <a:pt x="14803" y="9472"/>
                </a:moveTo>
                <a:lnTo>
                  <a:pt x="14803" y="9472"/>
                </a:lnTo>
                <a:cubicBezTo>
                  <a:pt x="14256" y="9928"/>
                  <a:pt x="13618" y="10110"/>
                  <a:pt x="12949" y="10232"/>
                </a:cubicBezTo>
                <a:cubicBezTo>
                  <a:pt x="13496" y="9837"/>
                  <a:pt x="14104" y="9563"/>
                  <a:pt x="14803" y="9472"/>
                </a:cubicBezTo>
                <a:close/>
                <a:moveTo>
                  <a:pt x="7038" y="12421"/>
                </a:moveTo>
                <a:cubicBezTo>
                  <a:pt x="7187" y="12421"/>
                  <a:pt x="7311" y="12538"/>
                  <a:pt x="7387" y="12785"/>
                </a:cubicBezTo>
                <a:cubicBezTo>
                  <a:pt x="6171" y="13484"/>
                  <a:pt x="4712" y="13667"/>
                  <a:pt x="3435" y="14335"/>
                </a:cubicBezTo>
                <a:cubicBezTo>
                  <a:pt x="3831" y="13879"/>
                  <a:pt x="4378" y="13667"/>
                  <a:pt x="4894" y="13454"/>
                </a:cubicBezTo>
                <a:cubicBezTo>
                  <a:pt x="5533" y="13211"/>
                  <a:pt x="6232" y="13028"/>
                  <a:pt x="6749" y="12542"/>
                </a:cubicBezTo>
                <a:cubicBezTo>
                  <a:pt x="6851" y="12463"/>
                  <a:pt x="6949" y="12421"/>
                  <a:pt x="7038" y="12421"/>
                </a:cubicBezTo>
                <a:close/>
                <a:moveTo>
                  <a:pt x="65264" y="16750"/>
                </a:moveTo>
                <a:cubicBezTo>
                  <a:pt x="65455" y="16750"/>
                  <a:pt x="65646" y="16756"/>
                  <a:pt x="65838" y="16767"/>
                </a:cubicBezTo>
                <a:cubicBezTo>
                  <a:pt x="65838" y="16828"/>
                  <a:pt x="65868" y="16889"/>
                  <a:pt x="65868" y="16949"/>
                </a:cubicBezTo>
                <a:cubicBezTo>
                  <a:pt x="64348" y="17193"/>
                  <a:pt x="62859" y="17405"/>
                  <a:pt x="61339" y="17648"/>
                </a:cubicBezTo>
                <a:cubicBezTo>
                  <a:pt x="62591" y="17036"/>
                  <a:pt x="63913" y="16750"/>
                  <a:pt x="65264" y="16750"/>
                </a:cubicBezTo>
                <a:close/>
                <a:moveTo>
                  <a:pt x="52616" y="25430"/>
                </a:moveTo>
                <a:lnTo>
                  <a:pt x="52616" y="25430"/>
                </a:lnTo>
                <a:cubicBezTo>
                  <a:pt x="54044" y="25521"/>
                  <a:pt x="55442" y="25794"/>
                  <a:pt x="56841" y="26159"/>
                </a:cubicBezTo>
                <a:cubicBezTo>
                  <a:pt x="56674" y="26212"/>
                  <a:pt x="56511" y="26234"/>
                  <a:pt x="56349" y="26234"/>
                </a:cubicBezTo>
                <a:cubicBezTo>
                  <a:pt x="55772" y="26234"/>
                  <a:pt x="55215" y="25964"/>
                  <a:pt x="54622" y="25916"/>
                </a:cubicBezTo>
                <a:cubicBezTo>
                  <a:pt x="53953" y="25855"/>
                  <a:pt x="53254" y="25734"/>
                  <a:pt x="52616" y="25430"/>
                </a:cubicBezTo>
                <a:close/>
                <a:moveTo>
                  <a:pt x="33208" y="1"/>
                </a:moveTo>
                <a:cubicBezTo>
                  <a:pt x="33141" y="1"/>
                  <a:pt x="33075" y="10"/>
                  <a:pt x="33010" y="19"/>
                </a:cubicBezTo>
                <a:cubicBezTo>
                  <a:pt x="32159" y="171"/>
                  <a:pt x="31308" y="293"/>
                  <a:pt x="30457" y="505"/>
                </a:cubicBezTo>
                <a:cubicBezTo>
                  <a:pt x="27022" y="1387"/>
                  <a:pt x="23649" y="2542"/>
                  <a:pt x="20275" y="3666"/>
                </a:cubicBezTo>
                <a:cubicBezTo>
                  <a:pt x="18208" y="4335"/>
                  <a:pt x="16141" y="5125"/>
                  <a:pt x="14104" y="5855"/>
                </a:cubicBezTo>
                <a:cubicBezTo>
                  <a:pt x="12554" y="6402"/>
                  <a:pt x="11034" y="6949"/>
                  <a:pt x="9515" y="7527"/>
                </a:cubicBezTo>
                <a:cubicBezTo>
                  <a:pt x="7630" y="8226"/>
                  <a:pt x="5715" y="8955"/>
                  <a:pt x="3861" y="9746"/>
                </a:cubicBezTo>
                <a:cubicBezTo>
                  <a:pt x="2676" y="10232"/>
                  <a:pt x="1399" y="10566"/>
                  <a:pt x="365" y="11387"/>
                </a:cubicBezTo>
                <a:cubicBezTo>
                  <a:pt x="183" y="11509"/>
                  <a:pt x="1" y="11630"/>
                  <a:pt x="122" y="11843"/>
                </a:cubicBezTo>
                <a:cubicBezTo>
                  <a:pt x="179" y="11956"/>
                  <a:pt x="283" y="11987"/>
                  <a:pt x="404" y="11987"/>
                </a:cubicBezTo>
                <a:cubicBezTo>
                  <a:pt x="478" y="11987"/>
                  <a:pt x="559" y="11976"/>
                  <a:pt x="639" y="11964"/>
                </a:cubicBezTo>
                <a:cubicBezTo>
                  <a:pt x="754" y="11942"/>
                  <a:pt x="868" y="11832"/>
                  <a:pt x="996" y="11832"/>
                </a:cubicBezTo>
                <a:cubicBezTo>
                  <a:pt x="1038" y="11832"/>
                  <a:pt x="1081" y="11843"/>
                  <a:pt x="1125" y="11873"/>
                </a:cubicBezTo>
                <a:cubicBezTo>
                  <a:pt x="1095" y="12025"/>
                  <a:pt x="882" y="12086"/>
                  <a:pt x="913" y="12208"/>
                </a:cubicBezTo>
                <a:cubicBezTo>
                  <a:pt x="1125" y="12512"/>
                  <a:pt x="1429" y="12481"/>
                  <a:pt x="1764" y="12572"/>
                </a:cubicBezTo>
                <a:cubicBezTo>
                  <a:pt x="1460" y="12816"/>
                  <a:pt x="1247" y="13028"/>
                  <a:pt x="1034" y="13211"/>
                </a:cubicBezTo>
                <a:cubicBezTo>
                  <a:pt x="1122" y="13278"/>
                  <a:pt x="1201" y="13304"/>
                  <a:pt x="1275" y="13304"/>
                </a:cubicBezTo>
                <a:cubicBezTo>
                  <a:pt x="1498" y="13304"/>
                  <a:pt x="1671" y="13071"/>
                  <a:pt x="1899" y="13071"/>
                </a:cubicBezTo>
                <a:cubicBezTo>
                  <a:pt x="1933" y="13071"/>
                  <a:pt x="1969" y="13077"/>
                  <a:pt x="2007" y="13089"/>
                </a:cubicBezTo>
                <a:cubicBezTo>
                  <a:pt x="2584" y="13667"/>
                  <a:pt x="1277" y="14457"/>
                  <a:pt x="2220" y="14974"/>
                </a:cubicBezTo>
                <a:cubicBezTo>
                  <a:pt x="2128" y="15734"/>
                  <a:pt x="2250" y="16372"/>
                  <a:pt x="2949" y="16706"/>
                </a:cubicBezTo>
                <a:cubicBezTo>
                  <a:pt x="2888" y="17253"/>
                  <a:pt x="3375" y="17740"/>
                  <a:pt x="3010" y="18287"/>
                </a:cubicBezTo>
                <a:cubicBezTo>
                  <a:pt x="3405" y="18348"/>
                  <a:pt x="3770" y="18287"/>
                  <a:pt x="3983" y="18712"/>
                </a:cubicBezTo>
                <a:cubicBezTo>
                  <a:pt x="3587" y="18712"/>
                  <a:pt x="3283" y="18834"/>
                  <a:pt x="2979" y="18986"/>
                </a:cubicBezTo>
                <a:cubicBezTo>
                  <a:pt x="3071" y="19123"/>
                  <a:pt x="3185" y="19145"/>
                  <a:pt x="3295" y="19145"/>
                </a:cubicBezTo>
                <a:cubicBezTo>
                  <a:pt x="3350" y="19145"/>
                  <a:pt x="3404" y="19140"/>
                  <a:pt x="3454" y="19140"/>
                </a:cubicBezTo>
                <a:cubicBezTo>
                  <a:pt x="3504" y="19140"/>
                  <a:pt x="3549" y="19145"/>
                  <a:pt x="3587" y="19168"/>
                </a:cubicBezTo>
                <a:cubicBezTo>
                  <a:pt x="3564" y="19617"/>
                  <a:pt x="3797" y="19699"/>
                  <a:pt x="4059" y="19699"/>
                </a:cubicBezTo>
                <a:cubicBezTo>
                  <a:pt x="4134" y="19699"/>
                  <a:pt x="4212" y="19692"/>
                  <a:pt x="4286" y="19685"/>
                </a:cubicBezTo>
                <a:cubicBezTo>
                  <a:pt x="4651" y="19624"/>
                  <a:pt x="5016" y="19503"/>
                  <a:pt x="5411" y="19411"/>
                </a:cubicBezTo>
                <a:lnTo>
                  <a:pt x="5411" y="19411"/>
                </a:lnTo>
                <a:cubicBezTo>
                  <a:pt x="5259" y="19685"/>
                  <a:pt x="5016" y="19655"/>
                  <a:pt x="4925" y="19715"/>
                </a:cubicBezTo>
                <a:cubicBezTo>
                  <a:pt x="4651" y="20992"/>
                  <a:pt x="5806" y="20658"/>
                  <a:pt x="6384" y="21083"/>
                </a:cubicBezTo>
                <a:lnTo>
                  <a:pt x="5198" y="21083"/>
                </a:lnTo>
                <a:cubicBezTo>
                  <a:pt x="4986" y="21083"/>
                  <a:pt x="4803" y="21174"/>
                  <a:pt x="4834" y="21387"/>
                </a:cubicBezTo>
                <a:cubicBezTo>
                  <a:pt x="4862" y="21586"/>
                  <a:pt x="4944" y="21785"/>
                  <a:pt x="5203" y="21785"/>
                </a:cubicBezTo>
                <a:cubicBezTo>
                  <a:pt x="5221" y="21785"/>
                  <a:pt x="5240" y="21784"/>
                  <a:pt x="5259" y="21782"/>
                </a:cubicBezTo>
                <a:cubicBezTo>
                  <a:pt x="5381" y="21772"/>
                  <a:pt x="5499" y="21769"/>
                  <a:pt x="5623" y="21769"/>
                </a:cubicBezTo>
                <a:cubicBezTo>
                  <a:pt x="5870" y="21769"/>
                  <a:pt x="6141" y="21782"/>
                  <a:pt x="6505" y="21782"/>
                </a:cubicBezTo>
                <a:cubicBezTo>
                  <a:pt x="5685" y="22299"/>
                  <a:pt x="4894" y="22238"/>
                  <a:pt x="4226" y="22725"/>
                </a:cubicBezTo>
                <a:cubicBezTo>
                  <a:pt x="4986" y="23059"/>
                  <a:pt x="5533" y="23697"/>
                  <a:pt x="6293" y="23910"/>
                </a:cubicBezTo>
                <a:cubicBezTo>
                  <a:pt x="5685" y="24305"/>
                  <a:pt x="4773" y="23819"/>
                  <a:pt x="4195" y="24548"/>
                </a:cubicBezTo>
                <a:cubicBezTo>
                  <a:pt x="4469" y="24883"/>
                  <a:pt x="4773" y="24913"/>
                  <a:pt x="5077" y="24974"/>
                </a:cubicBezTo>
                <a:cubicBezTo>
                  <a:pt x="5988" y="25112"/>
                  <a:pt x="6899" y="25161"/>
                  <a:pt x="7810" y="25161"/>
                </a:cubicBezTo>
                <a:cubicBezTo>
                  <a:pt x="8297" y="25161"/>
                  <a:pt x="8784" y="25147"/>
                  <a:pt x="9271" y="25126"/>
                </a:cubicBezTo>
                <a:cubicBezTo>
                  <a:pt x="11247" y="25035"/>
                  <a:pt x="13223" y="25095"/>
                  <a:pt x="15199" y="25004"/>
                </a:cubicBezTo>
                <a:cubicBezTo>
                  <a:pt x="17417" y="24883"/>
                  <a:pt x="19636" y="24943"/>
                  <a:pt x="21855" y="24852"/>
                </a:cubicBezTo>
                <a:cubicBezTo>
                  <a:pt x="22715" y="24813"/>
                  <a:pt x="23580" y="24802"/>
                  <a:pt x="24446" y="24802"/>
                </a:cubicBezTo>
                <a:cubicBezTo>
                  <a:pt x="25601" y="24802"/>
                  <a:pt x="26758" y="24822"/>
                  <a:pt x="27904" y="24822"/>
                </a:cubicBezTo>
                <a:cubicBezTo>
                  <a:pt x="28588" y="24822"/>
                  <a:pt x="29264" y="24814"/>
                  <a:pt x="29937" y="24814"/>
                </a:cubicBezTo>
                <a:cubicBezTo>
                  <a:pt x="30609" y="24814"/>
                  <a:pt x="31278" y="24822"/>
                  <a:pt x="31947" y="24852"/>
                </a:cubicBezTo>
                <a:cubicBezTo>
                  <a:pt x="34226" y="24943"/>
                  <a:pt x="36476" y="25247"/>
                  <a:pt x="38725" y="25247"/>
                </a:cubicBezTo>
                <a:lnTo>
                  <a:pt x="39150" y="25247"/>
                </a:lnTo>
                <a:cubicBezTo>
                  <a:pt x="40974" y="25430"/>
                  <a:pt x="42828" y="25612"/>
                  <a:pt x="44652" y="25825"/>
                </a:cubicBezTo>
                <a:cubicBezTo>
                  <a:pt x="45716" y="25946"/>
                  <a:pt x="46780" y="26068"/>
                  <a:pt x="47844" y="26129"/>
                </a:cubicBezTo>
                <a:cubicBezTo>
                  <a:pt x="48968" y="26220"/>
                  <a:pt x="50093" y="26524"/>
                  <a:pt x="51217" y="26615"/>
                </a:cubicBezTo>
                <a:cubicBezTo>
                  <a:pt x="53102" y="26798"/>
                  <a:pt x="54956" y="27193"/>
                  <a:pt x="56871" y="27405"/>
                </a:cubicBezTo>
                <a:cubicBezTo>
                  <a:pt x="57191" y="27437"/>
                  <a:pt x="57545" y="27520"/>
                  <a:pt x="57906" y="27520"/>
                </a:cubicBezTo>
                <a:cubicBezTo>
                  <a:pt x="58230" y="27520"/>
                  <a:pt x="58561" y="27453"/>
                  <a:pt x="58877" y="27223"/>
                </a:cubicBezTo>
                <a:cubicBezTo>
                  <a:pt x="58634" y="26980"/>
                  <a:pt x="58452" y="26798"/>
                  <a:pt x="58087" y="26737"/>
                </a:cubicBezTo>
                <a:cubicBezTo>
                  <a:pt x="57661" y="26676"/>
                  <a:pt x="57145" y="26585"/>
                  <a:pt x="56841" y="26159"/>
                </a:cubicBezTo>
                <a:lnTo>
                  <a:pt x="56841" y="26159"/>
                </a:lnTo>
                <a:cubicBezTo>
                  <a:pt x="56996" y="26234"/>
                  <a:pt x="57129" y="26266"/>
                  <a:pt x="57245" y="26266"/>
                </a:cubicBezTo>
                <a:cubicBezTo>
                  <a:pt x="57790" y="26266"/>
                  <a:pt x="57981" y="25575"/>
                  <a:pt x="58482" y="25399"/>
                </a:cubicBezTo>
                <a:cubicBezTo>
                  <a:pt x="54987" y="24275"/>
                  <a:pt x="51400" y="24092"/>
                  <a:pt x="47844" y="23515"/>
                </a:cubicBezTo>
                <a:cubicBezTo>
                  <a:pt x="47965" y="23484"/>
                  <a:pt x="48026" y="23454"/>
                  <a:pt x="48087" y="23454"/>
                </a:cubicBezTo>
                <a:cubicBezTo>
                  <a:pt x="48252" y="23439"/>
                  <a:pt x="48416" y="23433"/>
                  <a:pt x="48581" y="23433"/>
                </a:cubicBezTo>
                <a:cubicBezTo>
                  <a:pt x="49388" y="23433"/>
                  <a:pt x="50195" y="23578"/>
                  <a:pt x="51003" y="23578"/>
                </a:cubicBezTo>
                <a:cubicBezTo>
                  <a:pt x="51064" y="23578"/>
                  <a:pt x="51126" y="23577"/>
                  <a:pt x="51187" y="23576"/>
                </a:cubicBezTo>
                <a:cubicBezTo>
                  <a:pt x="51377" y="23568"/>
                  <a:pt x="51565" y="23564"/>
                  <a:pt x="51754" y="23564"/>
                </a:cubicBezTo>
                <a:cubicBezTo>
                  <a:pt x="53708" y="23564"/>
                  <a:pt x="55594" y="23972"/>
                  <a:pt x="57479" y="24305"/>
                </a:cubicBezTo>
                <a:cubicBezTo>
                  <a:pt x="57626" y="24325"/>
                  <a:pt x="57757" y="24341"/>
                  <a:pt x="57877" y="24341"/>
                </a:cubicBezTo>
                <a:cubicBezTo>
                  <a:pt x="58128" y="24341"/>
                  <a:pt x="58327" y="24269"/>
                  <a:pt x="58512" y="24001"/>
                </a:cubicBezTo>
                <a:cubicBezTo>
                  <a:pt x="58391" y="23910"/>
                  <a:pt x="58269" y="23788"/>
                  <a:pt x="58117" y="23758"/>
                </a:cubicBezTo>
                <a:cubicBezTo>
                  <a:pt x="57357" y="23576"/>
                  <a:pt x="56597" y="23424"/>
                  <a:pt x="55807" y="23241"/>
                </a:cubicBezTo>
                <a:cubicBezTo>
                  <a:pt x="56069" y="23224"/>
                  <a:pt x="56321" y="23186"/>
                  <a:pt x="56574" y="23186"/>
                </a:cubicBezTo>
                <a:cubicBezTo>
                  <a:pt x="56762" y="23186"/>
                  <a:pt x="56950" y="23207"/>
                  <a:pt x="57145" y="23272"/>
                </a:cubicBezTo>
                <a:cubicBezTo>
                  <a:pt x="57449" y="23383"/>
                  <a:pt x="57668" y="23447"/>
                  <a:pt x="57849" y="23447"/>
                </a:cubicBezTo>
                <a:cubicBezTo>
                  <a:pt x="58212" y="23447"/>
                  <a:pt x="58421" y="23191"/>
                  <a:pt x="58847" y="22542"/>
                </a:cubicBezTo>
                <a:cubicBezTo>
                  <a:pt x="57297" y="21934"/>
                  <a:pt x="55625" y="21813"/>
                  <a:pt x="54044" y="21417"/>
                </a:cubicBezTo>
                <a:cubicBezTo>
                  <a:pt x="54092" y="21416"/>
                  <a:pt x="54140" y="21416"/>
                  <a:pt x="54188" y="21416"/>
                </a:cubicBezTo>
                <a:cubicBezTo>
                  <a:pt x="55445" y="21416"/>
                  <a:pt x="56675" y="21790"/>
                  <a:pt x="57905" y="21995"/>
                </a:cubicBezTo>
                <a:cubicBezTo>
                  <a:pt x="58085" y="22023"/>
                  <a:pt x="58273" y="22076"/>
                  <a:pt x="58452" y="22076"/>
                </a:cubicBezTo>
                <a:cubicBezTo>
                  <a:pt x="58664" y="22076"/>
                  <a:pt x="58864" y="22002"/>
                  <a:pt x="59029" y="21721"/>
                </a:cubicBezTo>
                <a:cubicBezTo>
                  <a:pt x="57388" y="20931"/>
                  <a:pt x="55564" y="21022"/>
                  <a:pt x="53923" y="20354"/>
                </a:cubicBezTo>
                <a:cubicBezTo>
                  <a:pt x="54348" y="20232"/>
                  <a:pt x="54743" y="20141"/>
                  <a:pt x="55139" y="20141"/>
                </a:cubicBezTo>
                <a:cubicBezTo>
                  <a:pt x="56111" y="20141"/>
                  <a:pt x="57023" y="20384"/>
                  <a:pt x="57935" y="20627"/>
                </a:cubicBezTo>
                <a:cubicBezTo>
                  <a:pt x="58160" y="20698"/>
                  <a:pt x="58392" y="20761"/>
                  <a:pt x="58618" y="20761"/>
                </a:cubicBezTo>
                <a:cubicBezTo>
                  <a:pt x="58880" y="20761"/>
                  <a:pt x="59135" y="20676"/>
                  <a:pt x="59364" y="20414"/>
                </a:cubicBezTo>
                <a:cubicBezTo>
                  <a:pt x="59120" y="20171"/>
                  <a:pt x="58877" y="19898"/>
                  <a:pt x="58604" y="19594"/>
                </a:cubicBezTo>
                <a:cubicBezTo>
                  <a:pt x="59637" y="19442"/>
                  <a:pt x="60640" y="19259"/>
                  <a:pt x="61643" y="19107"/>
                </a:cubicBezTo>
                <a:cubicBezTo>
                  <a:pt x="63801" y="18773"/>
                  <a:pt x="65929" y="18439"/>
                  <a:pt x="68117" y="18317"/>
                </a:cubicBezTo>
                <a:cubicBezTo>
                  <a:pt x="68695" y="18256"/>
                  <a:pt x="69303" y="18135"/>
                  <a:pt x="69850" y="17770"/>
                </a:cubicBezTo>
                <a:cubicBezTo>
                  <a:pt x="69622" y="17512"/>
                  <a:pt x="69364" y="17474"/>
                  <a:pt x="69098" y="17474"/>
                </a:cubicBezTo>
                <a:cubicBezTo>
                  <a:pt x="68987" y="17474"/>
                  <a:pt x="68875" y="17480"/>
                  <a:pt x="68763" y="17480"/>
                </a:cubicBezTo>
                <a:cubicBezTo>
                  <a:pt x="68606" y="17480"/>
                  <a:pt x="68451" y="17467"/>
                  <a:pt x="68300" y="17405"/>
                </a:cubicBezTo>
                <a:cubicBezTo>
                  <a:pt x="68634" y="17071"/>
                  <a:pt x="69151" y="17162"/>
                  <a:pt x="69424" y="16889"/>
                </a:cubicBezTo>
                <a:cubicBezTo>
                  <a:pt x="69303" y="16700"/>
                  <a:pt x="69157" y="16653"/>
                  <a:pt x="69004" y="16653"/>
                </a:cubicBezTo>
                <a:cubicBezTo>
                  <a:pt x="68851" y="16653"/>
                  <a:pt x="68691" y="16701"/>
                  <a:pt x="68543" y="16701"/>
                </a:cubicBezTo>
                <a:cubicBezTo>
                  <a:pt x="68433" y="16701"/>
                  <a:pt x="68329" y="16675"/>
                  <a:pt x="68239" y="16585"/>
                </a:cubicBezTo>
                <a:cubicBezTo>
                  <a:pt x="68421" y="16493"/>
                  <a:pt x="68634" y="16463"/>
                  <a:pt x="68786" y="16281"/>
                </a:cubicBezTo>
                <a:cubicBezTo>
                  <a:pt x="68209" y="15673"/>
                  <a:pt x="67388" y="15977"/>
                  <a:pt x="66598" y="15764"/>
                </a:cubicBezTo>
                <a:cubicBezTo>
                  <a:pt x="68239" y="15338"/>
                  <a:pt x="69759" y="14943"/>
                  <a:pt x="70944" y="13788"/>
                </a:cubicBezTo>
                <a:cubicBezTo>
                  <a:pt x="70841" y="13555"/>
                  <a:pt x="70715" y="13482"/>
                  <a:pt x="70588" y="13482"/>
                </a:cubicBezTo>
                <a:cubicBezTo>
                  <a:pt x="70418" y="13482"/>
                  <a:pt x="70246" y="13614"/>
                  <a:pt x="70124" y="13667"/>
                </a:cubicBezTo>
                <a:cubicBezTo>
                  <a:pt x="69753" y="13839"/>
                  <a:pt x="69534" y="13942"/>
                  <a:pt x="69393" y="13942"/>
                </a:cubicBezTo>
                <a:cubicBezTo>
                  <a:pt x="69187" y="13942"/>
                  <a:pt x="69150" y="13722"/>
                  <a:pt x="69060" y="13180"/>
                </a:cubicBezTo>
                <a:cubicBezTo>
                  <a:pt x="69394" y="12968"/>
                  <a:pt x="69759" y="12724"/>
                  <a:pt x="69972" y="12299"/>
                </a:cubicBezTo>
                <a:lnTo>
                  <a:pt x="69972" y="12299"/>
                </a:lnTo>
                <a:cubicBezTo>
                  <a:pt x="68965" y="12432"/>
                  <a:pt x="68449" y="12500"/>
                  <a:pt x="68128" y="12500"/>
                </a:cubicBezTo>
                <a:cubicBezTo>
                  <a:pt x="67789" y="12500"/>
                  <a:pt x="67668" y="12424"/>
                  <a:pt x="67418" y="12268"/>
                </a:cubicBezTo>
                <a:cubicBezTo>
                  <a:pt x="69485" y="11265"/>
                  <a:pt x="69576" y="11205"/>
                  <a:pt x="69728" y="10566"/>
                </a:cubicBezTo>
                <a:cubicBezTo>
                  <a:pt x="69720" y="10565"/>
                  <a:pt x="69711" y="10565"/>
                  <a:pt x="69703" y="10565"/>
                </a:cubicBezTo>
                <a:cubicBezTo>
                  <a:pt x="69435" y="10565"/>
                  <a:pt x="69346" y="10967"/>
                  <a:pt x="69064" y="10967"/>
                </a:cubicBezTo>
                <a:cubicBezTo>
                  <a:pt x="69017" y="10967"/>
                  <a:pt x="68966" y="10956"/>
                  <a:pt x="68908" y="10931"/>
                </a:cubicBezTo>
                <a:cubicBezTo>
                  <a:pt x="68877" y="10445"/>
                  <a:pt x="69394" y="10171"/>
                  <a:pt x="69394" y="9746"/>
                </a:cubicBezTo>
                <a:cubicBezTo>
                  <a:pt x="69121" y="9259"/>
                  <a:pt x="68513" y="9624"/>
                  <a:pt x="68239" y="9198"/>
                </a:cubicBezTo>
                <a:cubicBezTo>
                  <a:pt x="68665" y="9138"/>
                  <a:pt x="69090" y="9229"/>
                  <a:pt x="69485" y="8925"/>
                </a:cubicBezTo>
                <a:cubicBezTo>
                  <a:pt x="68999" y="8499"/>
                  <a:pt x="68361" y="8682"/>
                  <a:pt x="67844" y="8408"/>
                </a:cubicBezTo>
                <a:cubicBezTo>
                  <a:pt x="68026" y="8317"/>
                  <a:pt x="68361" y="8226"/>
                  <a:pt x="67996" y="7983"/>
                </a:cubicBezTo>
                <a:cubicBezTo>
                  <a:pt x="68179" y="7799"/>
                  <a:pt x="68422" y="7793"/>
                  <a:pt x="68668" y="7793"/>
                </a:cubicBezTo>
                <a:cubicBezTo>
                  <a:pt x="68687" y="7793"/>
                  <a:pt x="68706" y="7793"/>
                  <a:pt x="68725" y="7793"/>
                </a:cubicBezTo>
                <a:cubicBezTo>
                  <a:pt x="68991" y="7793"/>
                  <a:pt x="69257" y="7785"/>
                  <a:pt x="69455" y="7557"/>
                </a:cubicBezTo>
                <a:cubicBezTo>
                  <a:pt x="69333" y="7344"/>
                  <a:pt x="69151" y="7253"/>
                  <a:pt x="68938" y="7223"/>
                </a:cubicBezTo>
                <a:cubicBezTo>
                  <a:pt x="68665" y="7132"/>
                  <a:pt x="68421" y="7040"/>
                  <a:pt x="68482" y="6584"/>
                </a:cubicBezTo>
                <a:cubicBezTo>
                  <a:pt x="68519" y="6311"/>
                  <a:pt x="68643" y="6256"/>
                  <a:pt x="68782" y="6256"/>
                </a:cubicBezTo>
                <a:cubicBezTo>
                  <a:pt x="68875" y="6256"/>
                  <a:pt x="68975" y="6281"/>
                  <a:pt x="69060" y="6281"/>
                </a:cubicBezTo>
                <a:cubicBezTo>
                  <a:pt x="69394" y="6250"/>
                  <a:pt x="69759" y="6281"/>
                  <a:pt x="69880" y="5885"/>
                </a:cubicBezTo>
                <a:cubicBezTo>
                  <a:pt x="69759" y="5703"/>
                  <a:pt x="69607" y="5612"/>
                  <a:pt x="69394" y="5551"/>
                </a:cubicBezTo>
                <a:cubicBezTo>
                  <a:pt x="68843" y="5384"/>
                  <a:pt x="68286" y="5342"/>
                  <a:pt x="67728" y="5342"/>
                </a:cubicBezTo>
                <a:cubicBezTo>
                  <a:pt x="67154" y="5342"/>
                  <a:pt x="66580" y="5387"/>
                  <a:pt x="66010" y="5387"/>
                </a:cubicBezTo>
                <a:cubicBezTo>
                  <a:pt x="65820" y="5387"/>
                  <a:pt x="65631" y="5382"/>
                  <a:pt x="65443" y="5369"/>
                </a:cubicBezTo>
                <a:cubicBezTo>
                  <a:pt x="65261" y="5356"/>
                  <a:pt x="65076" y="5350"/>
                  <a:pt x="64890" y="5350"/>
                </a:cubicBezTo>
                <a:cubicBezTo>
                  <a:pt x="64203" y="5350"/>
                  <a:pt x="63491" y="5432"/>
                  <a:pt x="62798" y="5551"/>
                </a:cubicBezTo>
                <a:cubicBezTo>
                  <a:pt x="62647" y="5580"/>
                  <a:pt x="62495" y="5590"/>
                  <a:pt x="62342" y="5590"/>
                </a:cubicBezTo>
                <a:cubicBezTo>
                  <a:pt x="61984" y="5590"/>
                  <a:pt x="61621" y="5535"/>
                  <a:pt x="61256" y="5535"/>
                </a:cubicBezTo>
                <a:cubicBezTo>
                  <a:pt x="60960" y="5535"/>
                  <a:pt x="60664" y="5571"/>
                  <a:pt x="60367" y="5703"/>
                </a:cubicBezTo>
                <a:cubicBezTo>
                  <a:pt x="60160" y="5798"/>
                  <a:pt x="59960" y="5838"/>
                  <a:pt x="59763" y="5838"/>
                </a:cubicBezTo>
                <a:cubicBezTo>
                  <a:pt x="59207" y="5838"/>
                  <a:pt x="58678" y="5524"/>
                  <a:pt x="58117" y="5277"/>
                </a:cubicBezTo>
                <a:cubicBezTo>
                  <a:pt x="58512" y="4943"/>
                  <a:pt x="59212" y="5369"/>
                  <a:pt x="59394" y="4639"/>
                </a:cubicBezTo>
                <a:cubicBezTo>
                  <a:pt x="59120" y="4578"/>
                  <a:pt x="58877" y="4518"/>
                  <a:pt x="58604" y="4457"/>
                </a:cubicBezTo>
                <a:cubicBezTo>
                  <a:pt x="57916" y="4342"/>
                  <a:pt x="57220" y="4316"/>
                  <a:pt x="56524" y="4316"/>
                </a:cubicBezTo>
                <a:cubicBezTo>
                  <a:pt x="55928" y="4316"/>
                  <a:pt x="55333" y="4335"/>
                  <a:pt x="54743" y="4335"/>
                </a:cubicBezTo>
                <a:cubicBezTo>
                  <a:pt x="54569" y="4332"/>
                  <a:pt x="54395" y="4330"/>
                  <a:pt x="54220" y="4330"/>
                </a:cubicBezTo>
                <a:cubicBezTo>
                  <a:pt x="52784" y="4330"/>
                  <a:pt x="51347" y="4433"/>
                  <a:pt x="49910" y="4487"/>
                </a:cubicBezTo>
                <a:cubicBezTo>
                  <a:pt x="48816" y="4548"/>
                  <a:pt x="47692" y="4609"/>
                  <a:pt x="46597" y="4822"/>
                </a:cubicBezTo>
                <a:cubicBezTo>
                  <a:pt x="46244" y="4905"/>
                  <a:pt x="45792" y="5101"/>
                  <a:pt x="45415" y="5101"/>
                </a:cubicBezTo>
                <a:cubicBezTo>
                  <a:pt x="45240" y="5101"/>
                  <a:pt x="45081" y="5059"/>
                  <a:pt x="44956" y="4943"/>
                </a:cubicBezTo>
                <a:cubicBezTo>
                  <a:pt x="44409" y="4457"/>
                  <a:pt x="43801" y="4244"/>
                  <a:pt x="43163" y="4062"/>
                </a:cubicBezTo>
                <a:cubicBezTo>
                  <a:pt x="42257" y="3781"/>
                  <a:pt x="41336" y="3685"/>
                  <a:pt x="40400" y="3685"/>
                </a:cubicBezTo>
                <a:cubicBezTo>
                  <a:pt x="40016" y="3685"/>
                  <a:pt x="39630" y="3701"/>
                  <a:pt x="39242" y="3727"/>
                </a:cubicBezTo>
                <a:cubicBezTo>
                  <a:pt x="38705" y="3752"/>
                  <a:pt x="38149" y="3913"/>
                  <a:pt x="37589" y="3913"/>
                </a:cubicBezTo>
                <a:cubicBezTo>
                  <a:pt x="37451" y="3913"/>
                  <a:pt x="37313" y="3903"/>
                  <a:pt x="37175" y="3879"/>
                </a:cubicBezTo>
                <a:cubicBezTo>
                  <a:pt x="37235" y="3575"/>
                  <a:pt x="37570" y="3515"/>
                  <a:pt x="37570" y="3180"/>
                </a:cubicBezTo>
                <a:cubicBezTo>
                  <a:pt x="37400" y="3095"/>
                  <a:pt x="37236" y="3062"/>
                  <a:pt x="37074" y="3062"/>
                </a:cubicBezTo>
                <a:cubicBezTo>
                  <a:pt x="36514" y="3062"/>
                  <a:pt x="35985" y="3457"/>
                  <a:pt x="35362" y="3457"/>
                </a:cubicBezTo>
                <a:cubicBezTo>
                  <a:pt x="35328" y="3457"/>
                  <a:pt x="35294" y="3456"/>
                  <a:pt x="35260" y="3454"/>
                </a:cubicBezTo>
                <a:cubicBezTo>
                  <a:pt x="35776" y="3028"/>
                  <a:pt x="36293" y="2755"/>
                  <a:pt x="36476" y="2177"/>
                </a:cubicBezTo>
                <a:cubicBezTo>
                  <a:pt x="36300" y="2002"/>
                  <a:pt x="36105" y="1958"/>
                  <a:pt x="35890" y="1958"/>
                </a:cubicBezTo>
                <a:cubicBezTo>
                  <a:pt x="35731" y="1958"/>
                  <a:pt x="35562" y="1982"/>
                  <a:pt x="35381" y="1995"/>
                </a:cubicBezTo>
                <a:cubicBezTo>
                  <a:pt x="35746" y="1630"/>
                  <a:pt x="36263" y="1600"/>
                  <a:pt x="36597" y="1174"/>
                </a:cubicBezTo>
                <a:cubicBezTo>
                  <a:pt x="36263" y="1144"/>
                  <a:pt x="36020" y="1113"/>
                  <a:pt x="35746" y="1113"/>
                </a:cubicBezTo>
                <a:cubicBezTo>
                  <a:pt x="36263" y="232"/>
                  <a:pt x="37175" y="536"/>
                  <a:pt x="37904" y="323"/>
                </a:cubicBezTo>
                <a:cubicBezTo>
                  <a:pt x="37486" y="162"/>
                  <a:pt x="37084" y="98"/>
                  <a:pt x="36692" y="98"/>
                </a:cubicBezTo>
                <a:cubicBezTo>
                  <a:pt x="35460" y="98"/>
                  <a:pt x="34331" y="731"/>
                  <a:pt x="33132" y="961"/>
                </a:cubicBezTo>
                <a:cubicBezTo>
                  <a:pt x="33193" y="657"/>
                  <a:pt x="33588" y="566"/>
                  <a:pt x="33618" y="262"/>
                </a:cubicBezTo>
                <a:cubicBezTo>
                  <a:pt x="33512" y="50"/>
                  <a:pt x="33362" y="1"/>
                  <a:pt x="3320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11665" name="Shape 1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66" name="Google Shape;11666;p35"/>
          <p:cNvGrpSpPr/>
          <p:nvPr/>
        </p:nvGrpSpPr>
        <p:grpSpPr>
          <a:xfrm flipH="1" rot="3834025">
            <a:off x="7042613" y="33697"/>
            <a:ext cx="3222116" cy="1467301"/>
            <a:chOff x="3427375" y="613525"/>
            <a:chExt cx="1481825" cy="674800"/>
          </a:xfrm>
        </p:grpSpPr>
        <p:sp>
          <p:nvSpPr>
            <p:cNvPr id="11667" name="Google Shape;11667;p35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35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35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35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35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35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35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35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35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35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35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35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35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35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35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35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35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35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35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35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35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35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35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35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35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35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35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35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35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35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35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35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35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35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35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35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35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35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35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35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35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35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35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35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35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35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35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35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35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35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35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35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35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35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35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35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35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35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35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35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35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35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35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35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35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35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35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35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35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35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35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35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35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35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35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35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35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35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35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35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35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35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35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35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35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35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35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35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35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35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35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35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35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35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35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35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35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35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35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35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35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35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35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35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35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35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35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35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35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35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35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35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35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35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35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35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35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35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35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35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35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35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35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35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35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35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35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35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35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35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35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35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35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35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35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35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35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35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35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35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35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35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35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35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35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35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35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35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35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35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35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35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35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35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35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35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35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35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35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35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35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35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35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35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35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35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35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35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35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35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35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35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35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35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35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35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35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35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35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35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47" name="Google Shape;11847;p35"/>
          <p:cNvSpPr/>
          <p:nvPr/>
        </p:nvSpPr>
        <p:spPr>
          <a:xfrm flipH="1" rot="5776904">
            <a:off x="7721984" y="-544121"/>
            <a:ext cx="1854908" cy="3070881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8" name="Google Shape;11848;p35"/>
          <p:cNvSpPr/>
          <p:nvPr/>
        </p:nvSpPr>
        <p:spPr>
          <a:xfrm flipH="1" rot="1105751">
            <a:off x="-544248" y="3570901"/>
            <a:ext cx="1845384" cy="1400949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9" name="Google Shape;11849;p35"/>
          <p:cNvSpPr/>
          <p:nvPr/>
        </p:nvSpPr>
        <p:spPr>
          <a:xfrm flipH="1" rot="1105751">
            <a:off x="-519673" y="-61949"/>
            <a:ext cx="1845384" cy="1400949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0" name="Google Shape;11850;p35"/>
          <p:cNvSpPr/>
          <p:nvPr/>
        </p:nvSpPr>
        <p:spPr>
          <a:xfrm flipH="1" rot="762612">
            <a:off x="-378750" y="-1219135"/>
            <a:ext cx="1854945" cy="3070843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0">
    <p:spTree>
      <p:nvGrpSpPr>
        <p:cNvPr id="11851" name="Shape 1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52" name="Google Shape;11852;p36"/>
          <p:cNvGrpSpPr/>
          <p:nvPr/>
        </p:nvGrpSpPr>
        <p:grpSpPr>
          <a:xfrm rot="-2525755">
            <a:off x="-1062005" y="-577555"/>
            <a:ext cx="3222168" cy="1467325"/>
            <a:chOff x="3427375" y="613525"/>
            <a:chExt cx="1481825" cy="674800"/>
          </a:xfrm>
        </p:grpSpPr>
        <p:sp>
          <p:nvSpPr>
            <p:cNvPr id="11853" name="Google Shape;11853;p3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3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3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3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3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3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3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3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3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3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3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3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3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3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3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3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3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3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3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3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3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3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3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3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3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3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3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3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3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3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3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3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3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3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3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3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3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3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3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3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3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3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3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3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3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3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3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3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3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3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3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3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3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3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3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3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3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3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3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3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3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3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3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3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3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3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3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3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3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3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3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3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3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3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3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3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3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3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3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3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3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3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3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3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3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3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3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3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3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3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3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3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3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3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3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3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3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3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3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3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3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3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3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3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3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3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3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3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3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3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3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3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3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3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3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3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3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3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3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3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3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3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3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3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3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3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3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3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3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3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3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3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3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3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3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3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3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3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3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3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3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3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3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3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3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3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3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3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3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3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3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3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3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3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3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3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3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3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3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3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3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3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3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3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3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3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3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3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3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3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3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3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3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3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3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3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3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3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3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3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3" name="Google Shape;12033;p36"/>
          <p:cNvSpPr/>
          <p:nvPr/>
        </p:nvSpPr>
        <p:spPr>
          <a:xfrm rot="-4468670">
            <a:off x="-457793" y="-1169753"/>
            <a:ext cx="1854929" cy="3070864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4" name="Google Shape;12034;p36"/>
          <p:cNvSpPr/>
          <p:nvPr/>
        </p:nvSpPr>
        <p:spPr>
          <a:xfrm rot="-1105751">
            <a:off x="7800405" y="-214349"/>
            <a:ext cx="1845384" cy="1400949"/>
          </a:xfrm>
          <a:custGeom>
            <a:rect b="b" l="l" r="r" t="t"/>
            <a:pathLst>
              <a:path extrusionOk="0" h="35649" w="46962">
                <a:moveTo>
                  <a:pt x="37318" y="9758"/>
                </a:moveTo>
                <a:cubicBezTo>
                  <a:pt x="37370" y="9758"/>
                  <a:pt x="37423" y="9760"/>
                  <a:pt x="37478" y="9762"/>
                </a:cubicBezTo>
                <a:cubicBezTo>
                  <a:pt x="38329" y="9762"/>
                  <a:pt x="39150" y="10005"/>
                  <a:pt x="40001" y="10005"/>
                </a:cubicBezTo>
                <a:cubicBezTo>
                  <a:pt x="40159" y="9988"/>
                  <a:pt x="40338" y="9858"/>
                  <a:pt x="40519" y="9858"/>
                </a:cubicBezTo>
                <a:cubicBezTo>
                  <a:pt x="40651" y="9858"/>
                  <a:pt x="40785" y="9927"/>
                  <a:pt x="40913" y="10157"/>
                </a:cubicBezTo>
                <a:cubicBezTo>
                  <a:pt x="39658" y="10299"/>
                  <a:pt x="38440" y="10608"/>
                  <a:pt x="37158" y="10608"/>
                </a:cubicBezTo>
                <a:cubicBezTo>
                  <a:pt x="36795" y="10608"/>
                  <a:pt x="36426" y="10583"/>
                  <a:pt x="36049" y="10522"/>
                </a:cubicBezTo>
                <a:cubicBezTo>
                  <a:pt x="36354" y="9913"/>
                  <a:pt x="36784" y="9758"/>
                  <a:pt x="37318" y="9758"/>
                </a:cubicBezTo>
                <a:close/>
                <a:moveTo>
                  <a:pt x="39910" y="24443"/>
                </a:moveTo>
                <a:lnTo>
                  <a:pt x="39910" y="24443"/>
                </a:lnTo>
                <a:cubicBezTo>
                  <a:pt x="39607" y="25268"/>
                  <a:pt x="38808" y="25894"/>
                  <a:pt x="38073" y="25894"/>
                </a:cubicBezTo>
                <a:cubicBezTo>
                  <a:pt x="37996" y="25894"/>
                  <a:pt x="37918" y="25887"/>
                  <a:pt x="37843" y="25872"/>
                </a:cubicBezTo>
                <a:cubicBezTo>
                  <a:pt x="38451" y="24747"/>
                  <a:pt x="38451" y="24747"/>
                  <a:pt x="39910" y="24443"/>
                </a:cubicBezTo>
                <a:close/>
                <a:moveTo>
                  <a:pt x="27769" y="29670"/>
                </a:moveTo>
                <a:cubicBezTo>
                  <a:pt x="28419" y="29670"/>
                  <a:pt x="29043" y="29716"/>
                  <a:pt x="29545" y="29823"/>
                </a:cubicBezTo>
                <a:cubicBezTo>
                  <a:pt x="27630" y="29854"/>
                  <a:pt x="25776" y="30340"/>
                  <a:pt x="23830" y="30431"/>
                </a:cubicBezTo>
                <a:cubicBezTo>
                  <a:pt x="24074" y="30010"/>
                  <a:pt x="26016" y="29670"/>
                  <a:pt x="27769" y="29670"/>
                </a:cubicBezTo>
                <a:close/>
                <a:moveTo>
                  <a:pt x="35370" y="0"/>
                </a:moveTo>
                <a:cubicBezTo>
                  <a:pt x="33698" y="0"/>
                  <a:pt x="32047" y="100"/>
                  <a:pt x="30396" y="127"/>
                </a:cubicBezTo>
                <a:lnTo>
                  <a:pt x="30183" y="127"/>
                </a:lnTo>
                <a:cubicBezTo>
                  <a:pt x="27660" y="552"/>
                  <a:pt x="25107" y="522"/>
                  <a:pt x="22554" y="826"/>
                </a:cubicBezTo>
                <a:cubicBezTo>
                  <a:pt x="21247" y="978"/>
                  <a:pt x="19909" y="826"/>
                  <a:pt x="18633" y="1252"/>
                </a:cubicBezTo>
                <a:cubicBezTo>
                  <a:pt x="18402" y="1348"/>
                  <a:pt x="18146" y="1407"/>
                  <a:pt x="17921" y="1407"/>
                </a:cubicBezTo>
                <a:cubicBezTo>
                  <a:pt x="17790" y="1407"/>
                  <a:pt x="17669" y="1387"/>
                  <a:pt x="17569" y="1343"/>
                </a:cubicBezTo>
                <a:cubicBezTo>
                  <a:pt x="17496" y="1313"/>
                  <a:pt x="17435" y="1302"/>
                  <a:pt x="17383" y="1302"/>
                </a:cubicBezTo>
                <a:cubicBezTo>
                  <a:pt x="17219" y="1302"/>
                  <a:pt x="17144" y="1418"/>
                  <a:pt x="17052" y="1464"/>
                </a:cubicBezTo>
                <a:cubicBezTo>
                  <a:pt x="16819" y="1435"/>
                  <a:pt x="16893" y="1128"/>
                  <a:pt x="16713" y="1128"/>
                </a:cubicBezTo>
                <a:cubicBezTo>
                  <a:pt x="16705" y="1128"/>
                  <a:pt x="16697" y="1129"/>
                  <a:pt x="16687" y="1130"/>
                </a:cubicBezTo>
                <a:cubicBezTo>
                  <a:pt x="16110" y="1647"/>
                  <a:pt x="15471" y="1951"/>
                  <a:pt x="14712" y="1951"/>
                </a:cubicBezTo>
                <a:cubicBezTo>
                  <a:pt x="14639" y="1948"/>
                  <a:pt x="14567" y="1947"/>
                  <a:pt x="14495" y="1947"/>
                </a:cubicBezTo>
                <a:cubicBezTo>
                  <a:pt x="13742" y="1947"/>
                  <a:pt x="12968" y="2083"/>
                  <a:pt x="12219" y="2194"/>
                </a:cubicBezTo>
                <a:cubicBezTo>
                  <a:pt x="11186" y="2346"/>
                  <a:pt x="10213" y="2771"/>
                  <a:pt x="9149" y="2771"/>
                </a:cubicBezTo>
                <a:cubicBezTo>
                  <a:pt x="7173" y="2771"/>
                  <a:pt x="5593" y="3744"/>
                  <a:pt x="4043" y="4838"/>
                </a:cubicBezTo>
                <a:cubicBezTo>
                  <a:pt x="4320" y="5134"/>
                  <a:pt x="4756" y="5307"/>
                  <a:pt x="5150" y="5307"/>
                </a:cubicBezTo>
                <a:cubicBezTo>
                  <a:pt x="5403" y="5307"/>
                  <a:pt x="5639" y="5236"/>
                  <a:pt x="5806" y="5081"/>
                </a:cubicBezTo>
                <a:cubicBezTo>
                  <a:pt x="6079" y="4808"/>
                  <a:pt x="6336" y="4713"/>
                  <a:pt x="6588" y="4713"/>
                </a:cubicBezTo>
                <a:cubicBezTo>
                  <a:pt x="6924" y="4713"/>
                  <a:pt x="7252" y="4882"/>
                  <a:pt x="7599" y="5021"/>
                </a:cubicBezTo>
                <a:cubicBezTo>
                  <a:pt x="6505" y="5963"/>
                  <a:pt x="5441" y="6966"/>
                  <a:pt x="4286" y="7817"/>
                </a:cubicBezTo>
                <a:cubicBezTo>
                  <a:pt x="3678" y="8273"/>
                  <a:pt x="3283" y="8820"/>
                  <a:pt x="2888" y="9641"/>
                </a:cubicBezTo>
                <a:cubicBezTo>
                  <a:pt x="3556" y="9276"/>
                  <a:pt x="4043" y="8972"/>
                  <a:pt x="4438" y="8546"/>
                </a:cubicBezTo>
                <a:cubicBezTo>
                  <a:pt x="4639" y="8364"/>
                  <a:pt x="4818" y="8236"/>
                  <a:pt x="5015" y="8236"/>
                </a:cubicBezTo>
                <a:cubicBezTo>
                  <a:pt x="5145" y="8236"/>
                  <a:pt x="5283" y="8292"/>
                  <a:pt x="5441" y="8425"/>
                </a:cubicBezTo>
                <a:cubicBezTo>
                  <a:pt x="5532" y="8850"/>
                  <a:pt x="5289" y="9215"/>
                  <a:pt x="5198" y="9610"/>
                </a:cubicBezTo>
                <a:cubicBezTo>
                  <a:pt x="4651" y="11556"/>
                  <a:pt x="4225" y="13531"/>
                  <a:pt x="3526" y="15416"/>
                </a:cubicBezTo>
                <a:cubicBezTo>
                  <a:pt x="3374" y="15811"/>
                  <a:pt x="3100" y="16115"/>
                  <a:pt x="3070" y="16571"/>
                </a:cubicBezTo>
                <a:cubicBezTo>
                  <a:pt x="2979" y="17270"/>
                  <a:pt x="2675" y="17969"/>
                  <a:pt x="2432" y="18638"/>
                </a:cubicBezTo>
                <a:cubicBezTo>
                  <a:pt x="2356" y="18814"/>
                  <a:pt x="2301" y="19033"/>
                  <a:pt x="2077" y="19033"/>
                </a:cubicBezTo>
                <a:cubicBezTo>
                  <a:pt x="2031" y="19033"/>
                  <a:pt x="1977" y="19023"/>
                  <a:pt x="1915" y="19003"/>
                </a:cubicBezTo>
                <a:cubicBezTo>
                  <a:pt x="1641" y="18911"/>
                  <a:pt x="1489" y="18790"/>
                  <a:pt x="1550" y="18425"/>
                </a:cubicBezTo>
                <a:cubicBezTo>
                  <a:pt x="1702" y="17726"/>
                  <a:pt x="1185" y="17179"/>
                  <a:pt x="1155" y="16480"/>
                </a:cubicBezTo>
                <a:cubicBezTo>
                  <a:pt x="1155" y="16382"/>
                  <a:pt x="1094" y="16354"/>
                  <a:pt x="1008" y="16354"/>
                </a:cubicBezTo>
                <a:cubicBezTo>
                  <a:pt x="935" y="16354"/>
                  <a:pt x="844" y="16374"/>
                  <a:pt x="760" y="16389"/>
                </a:cubicBezTo>
                <a:cubicBezTo>
                  <a:pt x="730" y="17422"/>
                  <a:pt x="821" y="18425"/>
                  <a:pt x="1155" y="19398"/>
                </a:cubicBezTo>
                <a:cubicBezTo>
                  <a:pt x="1429" y="20188"/>
                  <a:pt x="1824" y="20978"/>
                  <a:pt x="1398" y="21829"/>
                </a:cubicBezTo>
                <a:cubicBezTo>
                  <a:pt x="1033" y="22528"/>
                  <a:pt x="882" y="23258"/>
                  <a:pt x="669" y="24018"/>
                </a:cubicBezTo>
                <a:cubicBezTo>
                  <a:pt x="365" y="25082"/>
                  <a:pt x="0" y="26146"/>
                  <a:pt x="304" y="27331"/>
                </a:cubicBezTo>
                <a:cubicBezTo>
                  <a:pt x="1277" y="27057"/>
                  <a:pt x="1337" y="25994"/>
                  <a:pt x="1945" y="25325"/>
                </a:cubicBezTo>
                <a:lnTo>
                  <a:pt x="1945" y="25325"/>
                </a:lnTo>
                <a:cubicBezTo>
                  <a:pt x="2037" y="25902"/>
                  <a:pt x="1915" y="26358"/>
                  <a:pt x="2128" y="26814"/>
                </a:cubicBezTo>
                <a:cubicBezTo>
                  <a:pt x="2183" y="26979"/>
                  <a:pt x="2089" y="27218"/>
                  <a:pt x="2361" y="27218"/>
                </a:cubicBezTo>
                <a:cubicBezTo>
                  <a:pt x="2390" y="27218"/>
                  <a:pt x="2424" y="27215"/>
                  <a:pt x="2462" y="27209"/>
                </a:cubicBezTo>
                <a:cubicBezTo>
                  <a:pt x="2796" y="27179"/>
                  <a:pt x="3040" y="27057"/>
                  <a:pt x="3070" y="26845"/>
                </a:cubicBezTo>
                <a:cubicBezTo>
                  <a:pt x="3192" y="26146"/>
                  <a:pt x="3556" y="25568"/>
                  <a:pt x="3678" y="24930"/>
                </a:cubicBezTo>
                <a:cubicBezTo>
                  <a:pt x="3708" y="24778"/>
                  <a:pt x="3678" y="24443"/>
                  <a:pt x="3982" y="24413"/>
                </a:cubicBezTo>
                <a:cubicBezTo>
                  <a:pt x="4012" y="24443"/>
                  <a:pt x="4043" y="24474"/>
                  <a:pt x="4043" y="24504"/>
                </a:cubicBezTo>
                <a:cubicBezTo>
                  <a:pt x="3982" y="25416"/>
                  <a:pt x="3404" y="26419"/>
                  <a:pt x="4590" y="27088"/>
                </a:cubicBezTo>
                <a:cubicBezTo>
                  <a:pt x="4620" y="27118"/>
                  <a:pt x="4620" y="27270"/>
                  <a:pt x="4620" y="27361"/>
                </a:cubicBezTo>
                <a:cubicBezTo>
                  <a:pt x="4894" y="28638"/>
                  <a:pt x="4955" y="29945"/>
                  <a:pt x="5410" y="31191"/>
                </a:cubicBezTo>
                <a:cubicBezTo>
                  <a:pt x="5622" y="31747"/>
                  <a:pt x="5788" y="32096"/>
                  <a:pt x="6250" y="32096"/>
                </a:cubicBezTo>
                <a:cubicBezTo>
                  <a:pt x="6318" y="32096"/>
                  <a:pt x="6392" y="32088"/>
                  <a:pt x="6474" y="32073"/>
                </a:cubicBezTo>
                <a:cubicBezTo>
                  <a:pt x="6900" y="31222"/>
                  <a:pt x="5654" y="30340"/>
                  <a:pt x="6535" y="29489"/>
                </a:cubicBezTo>
                <a:lnTo>
                  <a:pt x="6535" y="29489"/>
                </a:lnTo>
                <a:cubicBezTo>
                  <a:pt x="6930" y="29763"/>
                  <a:pt x="6930" y="30097"/>
                  <a:pt x="7021" y="30431"/>
                </a:cubicBezTo>
                <a:cubicBezTo>
                  <a:pt x="7143" y="30735"/>
                  <a:pt x="7082" y="31161"/>
                  <a:pt x="7477" y="31282"/>
                </a:cubicBezTo>
                <a:cubicBezTo>
                  <a:pt x="7531" y="31299"/>
                  <a:pt x="7577" y="31307"/>
                  <a:pt x="7616" y="31307"/>
                </a:cubicBezTo>
                <a:cubicBezTo>
                  <a:pt x="7936" y="31307"/>
                  <a:pt x="7845" y="30816"/>
                  <a:pt x="8116" y="30735"/>
                </a:cubicBezTo>
                <a:cubicBezTo>
                  <a:pt x="8146" y="30735"/>
                  <a:pt x="8176" y="30674"/>
                  <a:pt x="8237" y="30644"/>
                </a:cubicBezTo>
                <a:cubicBezTo>
                  <a:pt x="8122" y="30385"/>
                  <a:pt x="7706" y="29880"/>
                  <a:pt x="8207" y="29880"/>
                </a:cubicBezTo>
                <a:cubicBezTo>
                  <a:pt x="8235" y="29880"/>
                  <a:pt x="8265" y="29881"/>
                  <a:pt x="8298" y="29884"/>
                </a:cubicBezTo>
                <a:cubicBezTo>
                  <a:pt x="9119" y="29975"/>
                  <a:pt x="10000" y="30127"/>
                  <a:pt x="10608" y="30857"/>
                </a:cubicBezTo>
                <a:cubicBezTo>
                  <a:pt x="10973" y="31282"/>
                  <a:pt x="11429" y="31617"/>
                  <a:pt x="11915" y="31921"/>
                </a:cubicBezTo>
                <a:cubicBezTo>
                  <a:pt x="12371" y="32225"/>
                  <a:pt x="12766" y="32620"/>
                  <a:pt x="12432" y="33228"/>
                </a:cubicBezTo>
                <a:cubicBezTo>
                  <a:pt x="12736" y="33592"/>
                  <a:pt x="13253" y="33592"/>
                  <a:pt x="13557" y="33988"/>
                </a:cubicBezTo>
                <a:cubicBezTo>
                  <a:pt x="12888" y="34352"/>
                  <a:pt x="12280" y="34687"/>
                  <a:pt x="11642" y="35082"/>
                </a:cubicBezTo>
                <a:cubicBezTo>
                  <a:pt x="11824" y="35325"/>
                  <a:pt x="11915" y="35599"/>
                  <a:pt x="12219" y="35599"/>
                </a:cubicBezTo>
                <a:cubicBezTo>
                  <a:pt x="12933" y="35599"/>
                  <a:pt x="13646" y="35648"/>
                  <a:pt x="14351" y="35648"/>
                </a:cubicBezTo>
                <a:cubicBezTo>
                  <a:pt x="14998" y="35648"/>
                  <a:pt x="15637" y="35606"/>
                  <a:pt x="16262" y="35447"/>
                </a:cubicBezTo>
                <a:cubicBezTo>
                  <a:pt x="17111" y="35227"/>
                  <a:pt x="17951" y="35169"/>
                  <a:pt x="18792" y="35169"/>
                </a:cubicBezTo>
                <a:cubicBezTo>
                  <a:pt x="19577" y="35169"/>
                  <a:pt x="20363" y="35219"/>
                  <a:pt x="21155" y="35234"/>
                </a:cubicBezTo>
                <a:cubicBezTo>
                  <a:pt x="22168" y="35261"/>
                  <a:pt x="23206" y="35486"/>
                  <a:pt x="24246" y="35486"/>
                </a:cubicBezTo>
                <a:cubicBezTo>
                  <a:pt x="24360" y="35486"/>
                  <a:pt x="24475" y="35483"/>
                  <a:pt x="24590" y="35477"/>
                </a:cubicBezTo>
                <a:cubicBezTo>
                  <a:pt x="26336" y="35396"/>
                  <a:pt x="28058" y="35031"/>
                  <a:pt x="29820" y="35031"/>
                </a:cubicBezTo>
                <a:cubicBezTo>
                  <a:pt x="30052" y="35031"/>
                  <a:pt x="30284" y="35037"/>
                  <a:pt x="30517" y="35051"/>
                </a:cubicBezTo>
                <a:cubicBezTo>
                  <a:pt x="30601" y="35059"/>
                  <a:pt x="30686" y="35063"/>
                  <a:pt x="30773" y="35063"/>
                </a:cubicBezTo>
                <a:cubicBezTo>
                  <a:pt x="31032" y="35063"/>
                  <a:pt x="31300" y="35029"/>
                  <a:pt x="31551" y="34960"/>
                </a:cubicBezTo>
                <a:cubicBezTo>
                  <a:pt x="33223" y="34474"/>
                  <a:pt x="35016" y="34656"/>
                  <a:pt x="36688" y="34231"/>
                </a:cubicBezTo>
                <a:cubicBezTo>
                  <a:pt x="37721" y="33988"/>
                  <a:pt x="38876" y="34109"/>
                  <a:pt x="39697" y="33137"/>
                </a:cubicBezTo>
                <a:cubicBezTo>
                  <a:pt x="38299" y="31890"/>
                  <a:pt x="36536" y="31708"/>
                  <a:pt x="34773" y="31495"/>
                </a:cubicBezTo>
                <a:cubicBezTo>
                  <a:pt x="35126" y="31344"/>
                  <a:pt x="35495" y="31318"/>
                  <a:pt x="35869" y="31318"/>
                </a:cubicBezTo>
                <a:cubicBezTo>
                  <a:pt x="36061" y="31318"/>
                  <a:pt x="36254" y="31325"/>
                  <a:pt x="36447" y="31325"/>
                </a:cubicBezTo>
                <a:cubicBezTo>
                  <a:pt x="36784" y="31325"/>
                  <a:pt x="37120" y="31304"/>
                  <a:pt x="37448" y="31191"/>
                </a:cubicBezTo>
                <a:cubicBezTo>
                  <a:pt x="38329" y="30918"/>
                  <a:pt x="38998" y="30310"/>
                  <a:pt x="39727" y="29763"/>
                </a:cubicBezTo>
                <a:cubicBezTo>
                  <a:pt x="39180" y="29611"/>
                  <a:pt x="39028" y="28942"/>
                  <a:pt x="38420" y="28942"/>
                </a:cubicBezTo>
                <a:cubicBezTo>
                  <a:pt x="38400" y="28943"/>
                  <a:pt x="38379" y="28943"/>
                  <a:pt x="38357" y="28943"/>
                </a:cubicBezTo>
                <a:cubicBezTo>
                  <a:pt x="37741" y="28943"/>
                  <a:pt x="36727" y="28531"/>
                  <a:pt x="36110" y="28091"/>
                </a:cubicBezTo>
                <a:cubicBezTo>
                  <a:pt x="37934" y="27939"/>
                  <a:pt x="39059" y="26784"/>
                  <a:pt x="40183" y="25538"/>
                </a:cubicBezTo>
                <a:lnTo>
                  <a:pt x="40183" y="25538"/>
                </a:lnTo>
                <a:cubicBezTo>
                  <a:pt x="40305" y="25598"/>
                  <a:pt x="40001" y="25750"/>
                  <a:pt x="40244" y="25872"/>
                </a:cubicBezTo>
                <a:cubicBezTo>
                  <a:pt x="40700" y="25112"/>
                  <a:pt x="42007" y="25021"/>
                  <a:pt x="41855" y="23744"/>
                </a:cubicBezTo>
                <a:cubicBezTo>
                  <a:pt x="42341" y="23349"/>
                  <a:pt x="43192" y="23319"/>
                  <a:pt x="43223" y="22589"/>
                </a:cubicBezTo>
                <a:cubicBezTo>
                  <a:pt x="43161" y="22404"/>
                  <a:pt x="43089" y="22359"/>
                  <a:pt x="43015" y="22359"/>
                </a:cubicBezTo>
                <a:cubicBezTo>
                  <a:pt x="42947" y="22359"/>
                  <a:pt x="42877" y="22398"/>
                  <a:pt x="42811" y="22398"/>
                </a:cubicBezTo>
                <a:cubicBezTo>
                  <a:pt x="42774" y="22398"/>
                  <a:pt x="42739" y="22385"/>
                  <a:pt x="42706" y="22346"/>
                </a:cubicBezTo>
                <a:cubicBezTo>
                  <a:pt x="42541" y="22126"/>
                  <a:pt x="42369" y="22055"/>
                  <a:pt x="42189" y="22055"/>
                </a:cubicBezTo>
                <a:cubicBezTo>
                  <a:pt x="41971" y="22055"/>
                  <a:pt x="41740" y="22158"/>
                  <a:pt x="41490" y="22224"/>
                </a:cubicBezTo>
                <a:cubicBezTo>
                  <a:pt x="41241" y="22287"/>
                  <a:pt x="40975" y="22365"/>
                  <a:pt x="40706" y="22365"/>
                </a:cubicBezTo>
                <a:cubicBezTo>
                  <a:pt x="40451" y="22365"/>
                  <a:pt x="40192" y="22295"/>
                  <a:pt x="39940" y="22073"/>
                </a:cubicBezTo>
                <a:cubicBezTo>
                  <a:pt x="39802" y="21958"/>
                  <a:pt x="39596" y="21705"/>
                  <a:pt x="39242" y="21705"/>
                </a:cubicBezTo>
                <a:cubicBezTo>
                  <a:pt x="39126" y="21705"/>
                  <a:pt x="38995" y="21732"/>
                  <a:pt x="38846" y="21799"/>
                </a:cubicBezTo>
                <a:cubicBezTo>
                  <a:pt x="39180" y="21100"/>
                  <a:pt x="39758" y="20857"/>
                  <a:pt x="40214" y="20583"/>
                </a:cubicBezTo>
                <a:cubicBezTo>
                  <a:pt x="40332" y="20498"/>
                  <a:pt x="40545" y="20366"/>
                  <a:pt x="40779" y="20366"/>
                </a:cubicBezTo>
                <a:cubicBezTo>
                  <a:pt x="40965" y="20366"/>
                  <a:pt x="41163" y="20449"/>
                  <a:pt x="41338" y="20705"/>
                </a:cubicBezTo>
                <a:cubicBezTo>
                  <a:pt x="41308" y="20188"/>
                  <a:pt x="41551" y="20097"/>
                  <a:pt x="41946" y="20097"/>
                </a:cubicBezTo>
                <a:cubicBezTo>
                  <a:pt x="42584" y="20066"/>
                  <a:pt x="43223" y="20006"/>
                  <a:pt x="43861" y="19945"/>
                </a:cubicBezTo>
                <a:cubicBezTo>
                  <a:pt x="44097" y="19923"/>
                  <a:pt x="44348" y="19811"/>
                  <a:pt x="44615" y="19811"/>
                </a:cubicBezTo>
                <a:cubicBezTo>
                  <a:pt x="44726" y="19811"/>
                  <a:pt x="44839" y="19830"/>
                  <a:pt x="44955" y="19884"/>
                </a:cubicBezTo>
                <a:cubicBezTo>
                  <a:pt x="44955" y="19975"/>
                  <a:pt x="44955" y="20066"/>
                  <a:pt x="44955" y="20158"/>
                </a:cubicBezTo>
                <a:cubicBezTo>
                  <a:pt x="44993" y="20624"/>
                  <a:pt x="45098" y="20849"/>
                  <a:pt x="45329" y="20849"/>
                </a:cubicBezTo>
                <a:cubicBezTo>
                  <a:pt x="45474" y="20849"/>
                  <a:pt x="45669" y="20760"/>
                  <a:pt x="45928" y="20583"/>
                </a:cubicBezTo>
                <a:cubicBezTo>
                  <a:pt x="46536" y="20188"/>
                  <a:pt x="46931" y="19641"/>
                  <a:pt x="46961" y="18881"/>
                </a:cubicBezTo>
                <a:cubicBezTo>
                  <a:pt x="46961" y="18607"/>
                  <a:pt x="46901" y="18486"/>
                  <a:pt x="46627" y="18425"/>
                </a:cubicBezTo>
                <a:cubicBezTo>
                  <a:pt x="46535" y="18397"/>
                  <a:pt x="46445" y="18386"/>
                  <a:pt x="46358" y="18386"/>
                </a:cubicBezTo>
                <a:cubicBezTo>
                  <a:pt x="46142" y="18386"/>
                  <a:pt x="45936" y="18448"/>
                  <a:pt x="45718" y="18448"/>
                </a:cubicBezTo>
                <a:cubicBezTo>
                  <a:pt x="45648" y="18448"/>
                  <a:pt x="45576" y="18442"/>
                  <a:pt x="45502" y="18425"/>
                </a:cubicBezTo>
                <a:cubicBezTo>
                  <a:pt x="44866" y="18314"/>
                  <a:pt x="44305" y="17927"/>
                  <a:pt x="43591" y="17927"/>
                </a:cubicBezTo>
                <a:cubicBezTo>
                  <a:pt x="43520" y="17927"/>
                  <a:pt x="43448" y="17931"/>
                  <a:pt x="43375" y="17939"/>
                </a:cubicBezTo>
                <a:cubicBezTo>
                  <a:pt x="43679" y="17574"/>
                  <a:pt x="43831" y="17179"/>
                  <a:pt x="44226" y="17027"/>
                </a:cubicBezTo>
                <a:cubicBezTo>
                  <a:pt x="44165" y="16784"/>
                  <a:pt x="44104" y="16571"/>
                  <a:pt x="44043" y="16328"/>
                </a:cubicBezTo>
                <a:cubicBezTo>
                  <a:pt x="44287" y="16206"/>
                  <a:pt x="44530" y="16115"/>
                  <a:pt x="44773" y="15993"/>
                </a:cubicBezTo>
                <a:cubicBezTo>
                  <a:pt x="44712" y="15659"/>
                  <a:pt x="44439" y="15477"/>
                  <a:pt x="44256" y="15294"/>
                </a:cubicBezTo>
                <a:cubicBezTo>
                  <a:pt x="44104" y="15051"/>
                  <a:pt x="44530" y="15203"/>
                  <a:pt x="44408" y="14960"/>
                </a:cubicBezTo>
                <a:cubicBezTo>
                  <a:pt x="44131" y="14960"/>
                  <a:pt x="43837" y="15152"/>
                  <a:pt x="43579" y="15152"/>
                </a:cubicBezTo>
                <a:cubicBezTo>
                  <a:pt x="43496" y="15152"/>
                  <a:pt x="43418" y="15133"/>
                  <a:pt x="43344" y="15082"/>
                </a:cubicBezTo>
                <a:cubicBezTo>
                  <a:pt x="42974" y="14815"/>
                  <a:pt x="42604" y="14743"/>
                  <a:pt x="42230" y="14743"/>
                </a:cubicBezTo>
                <a:cubicBezTo>
                  <a:pt x="41837" y="14743"/>
                  <a:pt x="41440" y="14823"/>
                  <a:pt x="41034" y="14838"/>
                </a:cubicBezTo>
                <a:cubicBezTo>
                  <a:pt x="40795" y="14838"/>
                  <a:pt x="40612" y="15084"/>
                  <a:pt x="40352" y="15084"/>
                </a:cubicBezTo>
                <a:cubicBezTo>
                  <a:pt x="40282" y="15084"/>
                  <a:pt x="40206" y="15066"/>
                  <a:pt x="40122" y="15021"/>
                </a:cubicBezTo>
                <a:cubicBezTo>
                  <a:pt x="40122" y="14534"/>
                  <a:pt x="40548" y="14200"/>
                  <a:pt x="40669" y="13744"/>
                </a:cubicBezTo>
                <a:cubicBezTo>
                  <a:pt x="40708" y="13609"/>
                  <a:pt x="40796" y="13584"/>
                  <a:pt x="40894" y="13584"/>
                </a:cubicBezTo>
                <a:cubicBezTo>
                  <a:pt x="40950" y="13584"/>
                  <a:pt x="41009" y="13592"/>
                  <a:pt x="41065" y="13592"/>
                </a:cubicBezTo>
                <a:cubicBezTo>
                  <a:pt x="41825" y="13531"/>
                  <a:pt x="42584" y="13531"/>
                  <a:pt x="43344" y="13410"/>
                </a:cubicBezTo>
                <a:cubicBezTo>
                  <a:pt x="43679" y="13379"/>
                  <a:pt x="44195" y="13471"/>
                  <a:pt x="44287" y="12863"/>
                </a:cubicBezTo>
                <a:cubicBezTo>
                  <a:pt x="44302" y="12771"/>
                  <a:pt x="44363" y="12741"/>
                  <a:pt x="44435" y="12741"/>
                </a:cubicBezTo>
                <a:cubicBezTo>
                  <a:pt x="44507" y="12741"/>
                  <a:pt x="44591" y="12771"/>
                  <a:pt x="44651" y="12802"/>
                </a:cubicBezTo>
                <a:cubicBezTo>
                  <a:pt x="44697" y="12954"/>
                  <a:pt x="44636" y="12961"/>
                  <a:pt x="44568" y="12961"/>
                </a:cubicBezTo>
                <a:cubicBezTo>
                  <a:pt x="44560" y="12961"/>
                  <a:pt x="44552" y="12961"/>
                  <a:pt x="44545" y="12961"/>
                </a:cubicBezTo>
                <a:cubicBezTo>
                  <a:pt x="44484" y="12961"/>
                  <a:pt x="44425" y="12967"/>
                  <a:pt x="44439" y="13075"/>
                </a:cubicBezTo>
                <a:cubicBezTo>
                  <a:pt x="44511" y="13133"/>
                  <a:pt x="44604" y="13171"/>
                  <a:pt x="44679" y="13171"/>
                </a:cubicBezTo>
                <a:cubicBezTo>
                  <a:pt x="44760" y="13171"/>
                  <a:pt x="44819" y="13126"/>
                  <a:pt x="44803" y="13015"/>
                </a:cubicBezTo>
                <a:cubicBezTo>
                  <a:pt x="44743" y="12559"/>
                  <a:pt x="45077" y="12407"/>
                  <a:pt x="45320" y="12194"/>
                </a:cubicBezTo>
                <a:cubicBezTo>
                  <a:pt x="45502" y="12012"/>
                  <a:pt x="45594" y="11738"/>
                  <a:pt x="45715" y="11495"/>
                </a:cubicBezTo>
                <a:cubicBezTo>
                  <a:pt x="45837" y="11312"/>
                  <a:pt x="45837" y="11161"/>
                  <a:pt x="45654" y="11009"/>
                </a:cubicBezTo>
                <a:cubicBezTo>
                  <a:pt x="45587" y="10964"/>
                  <a:pt x="45525" y="10944"/>
                  <a:pt x="45464" y="10944"/>
                </a:cubicBezTo>
                <a:cubicBezTo>
                  <a:pt x="45360" y="10944"/>
                  <a:pt x="45264" y="11004"/>
                  <a:pt x="45168" y="11100"/>
                </a:cubicBezTo>
                <a:cubicBezTo>
                  <a:pt x="44773" y="11464"/>
                  <a:pt x="44378" y="11860"/>
                  <a:pt x="44378" y="12498"/>
                </a:cubicBezTo>
                <a:cubicBezTo>
                  <a:pt x="43922" y="12255"/>
                  <a:pt x="43496" y="12042"/>
                  <a:pt x="43040" y="11799"/>
                </a:cubicBezTo>
                <a:cubicBezTo>
                  <a:pt x="43375" y="11647"/>
                  <a:pt x="43648" y="11556"/>
                  <a:pt x="43861" y="11404"/>
                </a:cubicBezTo>
                <a:cubicBezTo>
                  <a:pt x="44165" y="11221"/>
                  <a:pt x="43922" y="10857"/>
                  <a:pt x="44135" y="10583"/>
                </a:cubicBezTo>
                <a:cubicBezTo>
                  <a:pt x="44651" y="9945"/>
                  <a:pt x="44560" y="9732"/>
                  <a:pt x="43891" y="9215"/>
                </a:cubicBezTo>
                <a:cubicBezTo>
                  <a:pt x="43527" y="8911"/>
                  <a:pt x="43010" y="8942"/>
                  <a:pt x="42645" y="8638"/>
                </a:cubicBezTo>
                <a:cubicBezTo>
                  <a:pt x="42874" y="8377"/>
                  <a:pt x="43129" y="8310"/>
                  <a:pt x="43395" y="8310"/>
                </a:cubicBezTo>
                <a:cubicBezTo>
                  <a:pt x="43672" y="8310"/>
                  <a:pt x="43959" y="8382"/>
                  <a:pt x="44240" y="8382"/>
                </a:cubicBezTo>
                <a:cubicBezTo>
                  <a:pt x="44444" y="8382"/>
                  <a:pt x="44644" y="8344"/>
                  <a:pt x="44834" y="8212"/>
                </a:cubicBezTo>
                <a:cubicBezTo>
                  <a:pt x="44773" y="7027"/>
                  <a:pt x="43435" y="7361"/>
                  <a:pt x="42888" y="6723"/>
                </a:cubicBezTo>
                <a:cubicBezTo>
                  <a:pt x="43679" y="6297"/>
                  <a:pt x="43679" y="6297"/>
                  <a:pt x="43344" y="5446"/>
                </a:cubicBezTo>
                <a:lnTo>
                  <a:pt x="43344" y="5446"/>
                </a:lnTo>
                <a:cubicBezTo>
                  <a:pt x="43593" y="5771"/>
                  <a:pt x="43854" y="5832"/>
                  <a:pt x="44112" y="5832"/>
                </a:cubicBezTo>
                <a:cubicBezTo>
                  <a:pt x="44263" y="5832"/>
                  <a:pt x="44414" y="5811"/>
                  <a:pt x="44560" y="5811"/>
                </a:cubicBezTo>
                <a:cubicBezTo>
                  <a:pt x="44530" y="5629"/>
                  <a:pt x="44347" y="5720"/>
                  <a:pt x="44439" y="5537"/>
                </a:cubicBezTo>
                <a:cubicBezTo>
                  <a:pt x="44560" y="5537"/>
                  <a:pt x="44695" y="5524"/>
                  <a:pt x="44835" y="5524"/>
                </a:cubicBezTo>
                <a:cubicBezTo>
                  <a:pt x="44905" y="5524"/>
                  <a:pt x="44976" y="5527"/>
                  <a:pt x="45046" y="5537"/>
                </a:cubicBezTo>
                <a:cubicBezTo>
                  <a:pt x="45079" y="5545"/>
                  <a:pt x="45109" y="5548"/>
                  <a:pt x="45137" y="5548"/>
                </a:cubicBezTo>
                <a:cubicBezTo>
                  <a:pt x="45341" y="5548"/>
                  <a:pt x="45418" y="5364"/>
                  <a:pt x="45472" y="5203"/>
                </a:cubicBezTo>
                <a:cubicBezTo>
                  <a:pt x="45563" y="4990"/>
                  <a:pt x="45381" y="4899"/>
                  <a:pt x="45198" y="4838"/>
                </a:cubicBezTo>
                <a:cubicBezTo>
                  <a:pt x="44682" y="4686"/>
                  <a:pt x="44347" y="4139"/>
                  <a:pt x="43739" y="4139"/>
                </a:cubicBezTo>
                <a:lnTo>
                  <a:pt x="44955" y="4139"/>
                </a:lnTo>
                <a:cubicBezTo>
                  <a:pt x="44785" y="4007"/>
                  <a:pt x="44618" y="3969"/>
                  <a:pt x="44454" y="3969"/>
                </a:cubicBezTo>
                <a:cubicBezTo>
                  <a:pt x="44228" y="3969"/>
                  <a:pt x="44008" y="4041"/>
                  <a:pt x="43793" y="4041"/>
                </a:cubicBezTo>
                <a:cubicBezTo>
                  <a:pt x="43662" y="4041"/>
                  <a:pt x="43532" y="4014"/>
                  <a:pt x="43405" y="3926"/>
                </a:cubicBezTo>
                <a:cubicBezTo>
                  <a:pt x="43618" y="3896"/>
                  <a:pt x="43770" y="3866"/>
                  <a:pt x="43952" y="3835"/>
                </a:cubicBezTo>
                <a:cubicBezTo>
                  <a:pt x="43132" y="3562"/>
                  <a:pt x="42372" y="3166"/>
                  <a:pt x="41369" y="3166"/>
                </a:cubicBezTo>
                <a:cubicBezTo>
                  <a:pt x="41825" y="2954"/>
                  <a:pt x="42220" y="2832"/>
                  <a:pt x="42524" y="2619"/>
                </a:cubicBezTo>
                <a:cubicBezTo>
                  <a:pt x="42862" y="2394"/>
                  <a:pt x="43201" y="2284"/>
                  <a:pt x="43554" y="2284"/>
                </a:cubicBezTo>
                <a:cubicBezTo>
                  <a:pt x="43772" y="2284"/>
                  <a:pt x="43994" y="2326"/>
                  <a:pt x="44226" y="2407"/>
                </a:cubicBezTo>
                <a:cubicBezTo>
                  <a:pt x="44640" y="2521"/>
                  <a:pt x="45054" y="2628"/>
                  <a:pt x="45458" y="2628"/>
                </a:cubicBezTo>
                <a:cubicBezTo>
                  <a:pt x="45915" y="2628"/>
                  <a:pt x="46360" y="2491"/>
                  <a:pt x="46779" y="2072"/>
                </a:cubicBezTo>
                <a:cubicBezTo>
                  <a:pt x="46566" y="1525"/>
                  <a:pt x="46019" y="1282"/>
                  <a:pt x="45594" y="1160"/>
                </a:cubicBezTo>
                <a:cubicBezTo>
                  <a:pt x="44035" y="723"/>
                  <a:pt x="42477" y="261"/>
                  <a:pt x="40852" y="261"/>
                </a:cubicBezTo>
                <a:cubicBezTo>
                  <a:pt x="40671" y="261"/>
                  <a:pt x="40488" y="267"/>
                  <a:pt x="40305" y="279"/>
                </a:cubicBezTo>
                <a:cubicBezTo>
                  <a:pt x="40173" y="284"/>
                  <a:pt x="40041" y="287"/>
                  <a:pt x="39909" y="287"/>
                </a:cubicBezTo>
                <a:cubicBezTo>
                  <a:pt x="38587" y="287"/>
                  <a:pt x="37288" y="33"/>
                  <a:pt x="35989" y="5"/>
                </a:cubicBezTo>
                <a:cubicBezTo>
                  <a:pt x="35782" y="2"/>
                  <a:pt x="35576" y="0"/>
                  <a:pt x="353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5" name="Google Shape;12035;p36"/>
          <p:cNvSpPr/>
          <p:nvPr/>
        </p:nvSpPr>
        <p:spPr>
          <a:xfrm rot="-762612">
            <a:off x="8305821" y="-772485"/>
            <a:ext cx="1854945" cy="3070843"/>
          </a:xfrm>
          <a:custGeom>
            <a:rect b="b" l="l" r="r" t="t"/>
            <a:pathLst>
              <a:path extrusionOk="0" fill="none" h="31497" w="29425">
                <a:moveTo>
                  <a:pt x="2025" y="1"/>
                </a:moveTo>
                <a:cubicBezTo>
                  <a:pt x="386" y="2724"/>
                  <a:pt x="1" y="6194"/>
                  <a:pt x="1037" y="9206"/>
                </a:cubicBezTo>
                <a:cubicBezTo>
                  <a:pt x="2073" y="12243"/>
                  <a:pt x="4483" y="14749"/>
                  <a:pt x="7447" y="15905"/>
                </a:cubicBezTo>
                <a:cubicBezTo>
                  <a:pt x="9327" y="16652"/>
                  <a:pt x="11423" y="16893"/>
                  <a:pt x="13062" y="18050"/>
                </a:cubicBezTo>
                <a:cubicBezTo>
                  <a:pt x="16315" y="20339"/>
                  <a:pt x="16460" y="25183"/>
                  <a:pt x="19086" y="28171"/>
                </a:cubicBezTo>
                <a:cubicBezTo>
                  <a:pt x="21616" y="31039"/>
                  <a:pt x="26412" y="31497"/>
                  <a:pt x="29424" y="29183"/>
                </a:cubicBezTo>
              </a:path>
            </a:pathLst>
          </a:custGeom>
          <a:noFill/>
          <a:ln cap="flat" cmpd="sng" w="28575">
            <a:solidFill>
              <a:schemeClr val="accent3"/>
            </a:solidFill>
            <a:prstDash val="solid"/>
            <a:miter lim="2409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36" name="Google Shape;12036;p36"/>
          <p:cNvGrpSpPr/>
          <p:nvPr/>
        </p:nvGrpSpPr>
        <p:grpSpPr>
          <a:xfrm rot="-4881384">
            <a:off x="-1351407" y="4389722"/>
            <a:ext cx="3222224" cy="1467351"/>
            <a:chOff x="3427375" y="613525"/>
            <a:chExt cx="1481825" cy="674800"/>
          </a:xfrm>
        </p:grpSpPr>
        <p:sp>
          <p:nvSpPr>
            <p:cNvPr id="12037" name="Google Shape;12037;p36"/>
            <p:cNvSpPr/>
            <p:nvPr/>
          </p:nvSpPr>
          <p:spPr>
            <a:xfrm>
              <a:off x="3963875" y="791325"/>
              <a:ext cx="17500" cy="19375"/>
            </a:xfrm>
            <a:custGeom>
              <a:rect b="b" l="l" r="r" t="t"/>
              <a:pathLst>
                <a:path extrusionOk="0" h="775" w="700">
                  <a:moveTo>
                    <a:pt x="334" y="1"/>
                  </a:moveTo>
                  <a:cubicBezTo>
                    <a:pt x="91" y="31"/>
                    <a:pt x="0" y="214"/>
                    <a:pt x="0" y="426"/>
                  </a:cubicBezTo>
                  <a:cubicBezTo>
                    <a:pt x="26" y="633"/>
                    <a:pt x="140" y="774"/>
                    <a:pt x="323" y="774"/>
                  </a:cubicBezTo>
                  <a:cubicBezTo>
                    <a:pt x="355" y="774"/>
                    <a:pt x="389" y="770"/>
                    <a:pt x="426" y="761"/>
                  </a:cubicBezTo>
                  <a:cubicBezTo>
                    <a:pt x="608" y="730"/>
                    <a:pt x="699" y="578"/>
                    <a:pt x="699" y="396"/>
                  </a:cubicBezTo>
                  <a:cubicBezTo>
                    <a:pt x="699" y="153"/>
                    <a:pt x="578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36"/>
            <p:cNvSpPr/>
            <p:nvPr/>
          </p:nvSpPr>
          <p:spPr>
            <a:xfrm>
              <a:off x="4552025" y="909875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365" y="1"/>
                  </a:moveTo>
                  <a:cubicBezTo>
                    <a:pt x="92" y="1"/>
                    <a:pt x="31" y="213"/>
                    <a:pt x="31" y="426"/>
                  </a:cubicBezTo>
                  <a:cubicBezTo>
                    <a:pt x="0" y="639"/>
                    <a:pt x="122" y="821"/>
                    <a:pt x="365" y="821"/>
                  </a:cubicBezTo>
                  <a:cubicBezTo>
                    <a:pt x="608" y="791"/>
                    <a:pt x="730" y="639"/>
                    <a:pt x="760" y="426"/>
                  </a:cubicBezTo>
                  <a:cubicBezTo>
                    <a:pt x="700" y="183"/>
                    <a:pt x="578" y="3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36"/>
            <p:cNvSpPr/>
            <p:nvPr/>
          </p:nvSpPr>
          <p:spPr>
            <a:xfrm>
              <a:off x="3670550" y="912075"/>
              <a:ext cx="16750" cy="17675"/>
            </a:xfrm>
            <a:custGeom>
              <a:rect b="b" l="l" r="r" t="t"/>
              <a:pathLst>
                <a:path extrusionOk="0" h="707" w="670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92" y="703"/>
                    <a:pt x="304" y="703"/>
                  </a:cubicBezTo>
                  <a:cubicBezTo>
                    <a:pt x="320" y="705"/>
                    <a:pt x="335" y="706"/>
                    <a:pt x="350" y="706"/>
                  </a:cubicBezTo>
                  <a:cubicBezTo>
                    <a:pt x="535" y="706"/>
                    <a:pt x="641" y="535"/>
                    <a:pt x="669" y="338"/>
                  </a:cubicBezTo>
                  <a:cubicBezTo>
                    <a:pt x="639" y="156"/>
                    <a:pt x="54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36"/>
            <p:cNvSpPr/>
            <p:nvPr/>
          </p:nvSpPr>
          <p:spPr>
            <a:xfrm>
              <a:off x="3866600" y="910575"/>
              <a:ext cx="18250" cy="19850"/>
            </a:xfrm>
            <a:custGeom>
              <a:rect b="b" l="l" r="r" t="t"/>
              <a:pathLst>
                <a:path extrusionOk="0" h="794" w="730">
                  <a:moveTo>
                    <a:pt x="375" y="0"/>
                  </a:moveTo>
                  <a:cubicBezTo>
                    <a:pt x="362" y="0"/>
                    <a:pt x="349" y="1"/>
                    <a:pt x="335" y="3"/>
                  </a:cubicBezTo>
                  <a:cubicBezTo>
                    <a:pt x="92" y="3"/>
                    <a:pt x="0" y="185"/>
                    <a:pt x="0" y="398"/>
                  </a:cubicBezTo>
                  <a:cubicBezTo>
                    <a:pt x="0" y="641"/>
                    <a:pt x="122" y="793"/>
                    <a:pt x="365" y="793"/>
                  </a:cubicBezTo>
                  <a:cubicBezTo>
                    <a:pt x="608" y="793"/>
                    <a:pt x="700" y="611"/>
                    <a:pt x="730" y="398"/>
                  </a:cubicBezTo>
                  <a:cubicBezTo>
                    <a:pt x="644" y="226"/>
                    <a:pt x="585" y="0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36"/>
            <p:cNvSpPr/>
            <p:nvPr/>
          </p:nvSpPr>
          <p:spPr>
            <a:xfrm>
              <a:off x="3961575" y="910275"/>
              <a:ext cx="20550" cy="20900"/>
            </a:xfrm>
            <a:custGeom>
              <a:rect b="b" l="l" r="r" t="t"/>
              <a:pathLst>
                <a:path extrusionOk="0" h="836" w="822">
                  <a:moveTo>
                    <a:pt x="456" y="0"/>
                  </a:moveTo>
                  <a:cubicBezTo>
                    <a:pt x="379" y="0"/>
                    <a:pt x="299" y="39"/>
                    <a:pt x="214" y="137"/>
                  </a:cubicBezTo>
                  <a:cubicBezTo>
                    <a:pt x="1" y="410"/>
                    <a:pt x="123" y="623"/>
                    <a:pt x="335" y="836"/>
                  </a:cubicBezTo>
                  <a:cubicBezTo>
                    <a:pt x="791" y="836"/>
                    <a:pt x="822" y="532"/>
                    <a:pt x="791" y="197"/>
                  </a:cubicBezTo>
                  <a:cubicBezTo>
                    <a:pt x="682" y="88"/>
                    <a:pt x="572" y="0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36"/>
            <p:cNvSpPr/>
            <p:nvPr/>
          </p:nvSpPr>
          <p:spPr>
            <a:xfrm>
              <a:off x="4061125" y="910650"/>
              <a:ext cx="19025" cy="19775"/>
            </a:xfrm>
            <a:custGeom>
              <a:rect b="b" l="l" r="r" t="t"/>
              <a:pathLst>
                <a:path extrusionOk="0" h="791" w="761">
                  <a:moveTo>
                    <a:pt x="366" y="0"/>
                  </a:moveTo>
                  <a:cubicBezTo>
                    <a:pt x="122" y="0"/>
                    <a:pt x="31" y="182"/>
                    <a:pt x="31" y="395"/>
                  </a:cubicBezTo>
                  <a:cubicBezTo>
                    <a:pt x="1" y="638"/>
                    <a:pt x="153" y="790"/>
                    <a:pt x="396" y="790"/>
                  </a:cubicBezTo>
                  <a:cubicBezTo>
                    <a:pt x="639" y="790"/>
                    <a:pt x="730" y="638"/>
                    <a:pt x="761" y="395"/>
                  </a:cubicBezTo>
                  <a:cubicBezTo>
                    <a:pt x="700" y="182"/>
                    <a:pt x="639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36"/>
            <p:cNvSpPr/>
            <p:nvPr/>
          </p:nvSpPr>
          <p:spPr>
            <a:xfrm>
              <a:off x="4158400" y="907975"/>
              <a:ext cx="20550" cy="23050"/>
            </a:xfrm>
            <a:custGeom>
              <a:rect b="b" l="l" r="r" t="t"/>
              <a:pathLst>
                <a:path extrusionOk="0" h="922" w="822">
                  <a:moveTo>
                    <a:pt x="529" y="0"/>
                  </a:moveTo>
                  <a:cubicBezTo>
                    <a:pt x="499" y="0"/>
                    <a:pt x="465" y="5"/>
                    <a:pt x="426" y="16"/>
                  </a:cubicBezTo>
                  <a:cubicBezTo>
                    <a:pt x="0" y="137"/>
                    <a:pt x="31" y="472"/>
                    <a:pt x="122" y="776"/>
                  </a:cubicBezTo>
                  <a:cubicBezTo>
                    <a:pt x="318" y="868"/>
                    <a:pt x="445" y="921"/>
                    <a:pt x="534" y="921"/>
                  </a:cubicBezTo>
                  <a:cubicBezTo>
                    <a:pt x="679" y="921"/>
                    <a:pt x="727" y="780"/>
                    <a:pt x="821" y="441"/>
                  </a:cubicBezTo>
                  <a:cubicBezTo>
                    <a:pt x="741" y="280"/>
                    <a:pt x="755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36"/>
            <p:cNvSpPr/>
            <p:nvPr/>
          </p:nvSpPr>
          <p:spPr>
            <a:xfrm>
              <a:off x="4209300" y="1091400"/>
              <a:ext cx="18275" cy="18450"/>
            </a:xfrm>
            <a:custGeom>
              <a:rect b="b" l="l" r="r" t="t"/>
              <a:pathLst>
                <a:path extrusionOk="0" h="738" w="731">
                  <a:moveTo>
                    <a:pt x="387" y="1"/>
                  </a:moveTo>
                  <a:cubicBezTo>
                    <a:pt x="370" y="1"/>
                    <a:pt x="353" y="2"/>
                    <a:pt x="335" y="4"/>
                  </a:cubicBezTo>
                  <a:cubicBezTo>
                    <a:pt x="92" y="4"/>
                    <a:pt x="1" y="187"/>
                    <a:pt x="1" y="399"/>
                  </a:cubicBezTo>
                  <a:cubicBezTo>
                    <a:pt x="31" y="612"/>
                    <a:pt x="153" y="734"/>
                    <a:pt x="335" y="734"/>
                  </a:cubicBezTo>
                  <a:cubicBezTo>
                    <a:pt x="353" y="736"/>
                    <a:pt x="370" y="737"/>
                    <a:pt x="387" y="737"/>
                  </a:cubicBezTo>
                  <a:cubicBezTo>
                    <a:pt x="592" y="737"/>
                    <a:pt x="674" y="566"/>
                    <a:pt x="730" y="369"/>
                  </a:cubicBezTo>
                  <a:cubicBezTo>
                    <a:pt x="674" y="172"/>
                    <a:pt x="592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36"/>
            <p:cNvSpPr/>
            <p:nvPr/>
          </p:nvSpPr>
          <p:spPr>
            <a:xfrm>
              <a:off x="4257950" y="910650"/>
              <a:ext cx="18250" cy="19875"/>
            </a:xfrm>
            <a:custGeom>
              <a:rect b="b" l="l" r="r" t="t"/>
              <a:pathLst>
                <a:path extrusionOk="0" h="795" w="730">
                  <a:moveTo>
                    <a:pt x="395" y="0"/>
                  </a:moveTo>
                  <a:cubicBezTo>
                    <a:pt x="152" y="0"/>
                    <a:pt x="31" y="182"/>
                    <a:pt x="31" y="395"/>
                  </a:cubicBezTo>
                  <a:cubicBezTo>
                    <a:pt x="0" y="608"/>
                    <a:pt x="122" y="760"/>
                    <a:pt x="304" y="790"/>
                  </a:cubicBezTo>
                  <a:cubicBezTo>
                    <a:pt x="329" y="793"/>
                    <a:pt x="352" y="795"/>
                    <a:pt x="375" y="795"/>
                  </a:cubicBezTo>
                  <a:cubicBezTo>
                    <a:pt x="577" y="795"/>
                    <a:pt x="702" y="675"/>
                    <a:pt x="730" y="456"/>
                  </a:cubicBezTo>
                  <a:cubicBezTo>
                    <a:pt x="730" y="213"/>
                    <a:pt x="608" y="3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36"/>
            <p:cNvSpPr/>
            <p:nvPr/>
          </p:nvSpPr>
          <p:spPr>
            <a:xfrm>
              <a:off x="4355225" y="909775"/>
              <a:ext cx="21275" cy="21575"/>
            </a:xfrm>
            <a:custGeom>
              <a:rect b="b" l="l" r="r" t="t"/>
              <a:pathLst>
                <a:path extrusionOk="0" h="863" w="851">
                  <a:moveTo>
                    <a:pt x="382" y="0"/>
                  </a:moveTo>
                  <a:cubicBezTo>
                    <a:pt x="260" y="0"/>
                    <a:pt x="145" y="103"/>
                    <a:pt x="30" y="217"/>
                  </a:cubicBezTo>
                  <a:cubicBezTo>
                    <a:pt x="2" y="527"/>
                    <a:pt x="0" y="862"/>
                    <a:pt x="410" y="862"/>
                  </a:cubicBezTo>
                  <a:cubicBezTo>
                    <a:pt x="443" y="862"/>
                    <a:pt x="478" y="860"/>
                    <a:pt x="517" y="856"/>
                  </a:cubicBezTo>
                  <a:cubicBezTo>
                    <a:pt x="760" y="643"/>
                    <a:pt x="851" y="400"/>
                    <a:pt x="608" y="126"/>
                  </a:cubicBezTo>
                  <a:cubicBezTo>
                    <a:pt x="529" y="36"/>
                    <a:pt x="45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36"/>
            <p:cNvSpPr/>
            <p:nvPr/>
          </p:nvSpPr>
          <p:spPr>
            <a:xfrm>
              <a:off x="4600650" y="1091500"/>
              <a:ext cx="19025" cy="18400"/>
            </a:xfrm>
            <a:custGeom>
              <a:rect b="b" l="l" r="r" t="t"/>
              <a:pathLst>
                <a:path extrusionOk="0" h="736" w="761">
                  <a:moveTo>
                    <a:pt x="426" y="0"/>
                  </a:moveTo>
                  <a:cubicBezTo>
                    <a:pt x="183" y="0"/>
                    <a:pt x="62" y="122"/>
                    <a:pt x="31" y="365"/>
                  </a:cubicBezTo>
                  <a:cubicBezTo>
                    <a:pt x="1" y="578"/>
                    <a:pt x="153" y="699"/>
                    <a:pt x="335" y="730"/>
                  </a:cubicBezTo>
                  <a:cubicBezTo>
                    <a:pt x="358" y="733"/>
                    <a:pt x="380" y="735"/>
                    <a:pt x="402" y="735"/>
                  </a:cubicBezTo>
                  <a:cubicBezTo>
                    <a:pt x="554" y="735"/>
                    <a:pt x="677" y="642"/>
                    <a:pt x="730" y="456"/>
                  </a:cubicBezTo>
                  <a:cubicBezTo>
                    <a:pt x="761" y="243"/>
                    <a:pt x="66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36"/>
            <p:cNvSpPr/>
            <p:nvPr/>
          </p:nvSpPr>
          <p:spPr>
            <a:xfrm>
              <a:off x="4404600" y="971325"/>
              <a:ext cx="19025" cy="19125"/>
            </a:xfrm>
            <a:custGeom>
              <a:rect b="b" l="l" r="r" t="t"/>
              <a:pathLst>
                <a:path extrusionOk="0" h="765" w="761">
                  <a:moveTo>
                    <a:pt x="425" y="1"/>
                  </a:moveTo>
                  <a:cubicBezTo>
                    <a:pt x="406" y="1"/>
                    <a:pt x="386" y="2"/>
                    <a:pt x="365" y="5"/>
                  </a:cubicBezTo>
                  <a:cubicBezTo>
                    <a:pt x="92" y="35"/>
                    <a:pt x="1" y="248"/>
                    <a:pt x="31" y="430"/>
                  </a:cubicBezTo>
                  <a:cubicBezTo>
                    <a:pt x="31" y="613"/>
                    <a:pt x="183" y="765"/>
                    <a:pt x="396" y="765"/>
                  </a:cubicBezTo>
                  <a:cubicBezTo>
                    <a:pt x="609" y="734"/>
                    <a:pt x="761" y="613"/>
                    <a:pt x="761" y="369"/>
                  </a:cubicBezTo>
                  <a:cubicBezTo>
                    <a:pt x="733" y="147"/>
                    <a:pt x="629" y="1"/>
                    <a:pt x="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36"/>
            <p:cNvSpPr/>
            <p:nvPr/>
          </p:nvSpPr>
          <p:spPr>
            <a:xfrm>
              <a:off x="4111275" y="971425"/>
              <a:ext cx="18275" cy="18375"/>
            </a:xfrm>
            <a:custGeom>
              <a:rect b="b" l="l" r="r" t="t"/>
              <a:pathLst>
                <a:path extrusionOk="0" h="735" w="731">
                  <a:moveTo>
                    <a:pt x="366" y="1"/>
                  </a:moveTo>
                  <a:cubicBezTo>
                    <a:pt x="92" y="1"/>
                    <a:pt x="1" y="183"/>
                    <a:pt x="1" y="396"/>
                  </a:cubicBezTo>
                  <a:cubicBezTo>
                    <a:pt x="1" y="609"/>
                    <a:pt x="122" y="730"/>
                    <a:pt x="335" y="730"/>
                  </a:cubicBezTo>
                  <a:cubicBezTo>
                    <a:pt x="357" y="733"/>
                    <a:pt x="377" y="735"/>
                    <a:pt x="397" y="735"/>
                  </a:cubicBezTo>
                  <a:cubicBezTo>
                    <a:pt x="577" y="735"/>
                    <a:pt x="703" y="612"/>
                    <a:pt x="730" y="365"/>
                  </a:cubicBezTo>
                  <a:cubicBezTo>
                    <a:pt x="700" y="183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36"/>
            <p:cNvSpPr/>
            <p:nvPr/>
          </p:nvSpPr>
          <p:spPr>
            <a:xfrm>
              <a:off x="4012500" y="971425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65" y="1"/>
                  </a:moveTo>
                  <a:cubicBezTo>
                    <a:pt x="122" y="61"/>
                    <a:pt x="0" y="213"/>
                    <a:pt x="31" y="426"/>
                  </a:cubicBezTo>
                  <a:cubicBezTo>
                    <a:pt x="59" y="593"/>
                    <a:pt x="162" y="734"/>
                    <a:pt x="342" y="734"/>
                  </a:cubicBezTo>
                  <a:cubicBezTo>
                    <a:pt x="360" y="734"/>
                    <a:pt x="377" y="733"/>
                    <a:pt x="396" y="730"/>
                  </a:cubicBezTo>
                  <a:cubicBezTo>
                    <a:pt x="639" y="730"/>
                    <a:pt x="730" y="548"/>
                    <a:pt x="700" y="305"/>
                  </a:cubicBezTo>
                  <a:cubicBezTo>
                    <a:pt x="669" y="122"/>
                    <a:pt x="57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36"/>
            <p:cNvSpPr/>
            <p:nvPr/>
          </p:nvSpPr>
          <p:spPr>
            <a:xfrm>
              <a:off x="4306575" y="1091375"/>
              <a:ext cx="19025" cy="18375"/>
            </a:xfrm>
            <a:custGeom>
              <a:rect b="b" l="l" r="r" t="t"/>
              <a:pathLst>
                <a:path extrusionOk="0" h="735" w="761">
                  <a:moveTo>
                    <a:pt x="421" y="1"/>
                  </a:moveTo>
                  <a:cubicBezTo>
                    <a:pt x="403" y="1"/>
                    <a:pt x="384" y="2"/>
                    <a:pt x="365" y="5"/>
                  </a:cubicBezTo>
                  <a:cubicBezTo>
                    <a:pt x="122" y="36"/>
                    <a:pt x="1" y="218"/>
                    <a:pt x="61" y="461"/>
                  </a:cubicBezTo>
                  <a:cubicBezTo>
                    <a:pt x="92" y="643"/>
                    <a:pt x="213" y="735"/>
                    <a:pt x="396" y="735"/>
                  </a:cubicBezTo>
                  <a:cubicBezTo>
                    <a:pt x="669" y="704"/>
                    <a:pt x="760" y="522"/>
                    <a:pt x="730" y="279"/>
                  </a:cubicBezTo>
                  <a:cubicBezTo>
                    <a:pt x="703" y="115"/>
                    <a:pt x="57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36"/>
            <p:cNvSpPr/>
            <p:nvPr/>
          </p:nvSpPr>
          <p:spPr>
            <a:xfrm>
              <a:off x="4012500" y="1091500"/>
              <a:ext cx="18250" cy="18375"/>
            </a:xfrm>
            <a:custGeom>
              <a:rect b="b" l="l" r="r" t="t"/>
              <a:pathLst>
                <a:path extrusionOk="0" h="735" w="730">
                  <a:moveTo>
                    <a:pt x="396" y="0"/>
                  </a:moveTo>
                  <a:cubicBezTo>
                    <a:pt x="152" y="0"/>
                    <a:pt x="61" y="152"/>
                    <a:pt x="0" y="395"/>
                  </a:cubicBezTo>
                  <a:cubicBezTo>
                    <a:pt x="55" y="614"/>
                    <a:pt x="183" y="734"/>
                    <a:pt x="363" y="734"/>
                  </a:cubicBezTo>
                  <a:cubicBezTo>
                    <a:pt x="384" y="734"/>
                    <a:pt x="405" y="733"/>
                    <a:pt x="426" y="730"/>
                  </a:cubicBezTo>
                  <a:cubicBezTo>
                    <a:pt x="639" y="699"/>
                    <a:pt x="730" y="547"/>
                    <a:pt x="700" y="335"/>
                  </a:cubicBezTo>
                  <a:cubicBezTo>
                    <a:pt x="700" y="152"/>
                    <a:pt x="57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36"/>
            <p:cNvSpPr/>
            <p:nvPr/>
          </p:nvSpPr>
          <p:spPr>
            <a:xfrm>
              <a:off x="3915225" y="109140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6" y="0"/>
                  </a:moveTo>
                  <a:cubicBezTo>
                    <a:pt x="133" y="0"/>
                    <a:pt x="29" y="146"/>
                    <a:pt x="1" y="369"/>
                  </a:cubicBezTo>
                  <a:cubicBezTo>
                    <a:pt x="1" y="551"/>
                    <a:pt x="92" y="734"/>
                    <a:pt x="305" y="734"/>
                  </a:cubicBezTo>
                  <a:cubicBezTo>
                    <a:pt x="325" y="736"/>
                    <a:pt x="345" y="738"/>
                    <a:pt x="364" y="738"/>
                  </a:cubicBezTo>
                  <a:cubicBezTo>
                    <a:pt x="568" y="738"/>
                    <a:pt x="672" y="591"/>
                    <a:pt x="700" y="369"/>
                  </a:cubicBezTo>
                  <a:cubicBezTo>
                    <a:pt x="670" y="187"/>
                    <a:pt x="609" y="4"/>
                    <a:pt x="396" y="4"/>
                  </a:cubicBezTo>
                  <a:cubicBezTo>
                    <a:pt x="375" y="2"/>
                    <a:pt x="355" y="0"/>
                    <a:pt x="3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36"/>
            <p:cNvSpPr/>
            <p:nvPr/>
          </p:nvSpPr>
          <p:spPr>
            <a:xfrm>
              <a:off x="4403850" y="850600"/>
              <a:ext cx="19025" cy="20550"/>
            </a:xfrm>
            <a:custGeom>
              <a:rect b="b" l="l" r="r" t="t"/>
              <a:pathLst>
                <a:path extrusionOk="0" h="822" w="761">
                  <a:moveTo>
                    <a:pt x="426" y="1"/>
                  </a:moveTo>
                  <a:cubicBezTo>
                    <a:pt x="152" y="1"/>
                    <a:pt x="61" y="183"/>
                    <a:pt x="31" y="396"/>
                  </a:cubicBezTo>
                  <a:cubicBezTo>
                    <a:pt x="0" y="639"/>
                    <a:pt x="122" y="791"/>
                    <a:pt x="395" y="821"/>
                  </a:cubicBezTo>
                  <a:cubicBezTo>
                    <a:pt x="639" y="821"/>
                    <a:pt x="730" y="669"/>
                    <a:pt x="760" y="426"/>
                  </a:cubicBezTo>
                  <a:cubicBezTo>
                    <a:pt x="730" y="214"/>
                    <a:pt x="69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36"/>
            <p:cNvSpPr/>
            <p:nvPr/>
          </p:nvSpPr>
          <p:spPr>
            <a:xfrm>
              <a:off x="4112050" y="850600"/>
              <a:ext cx="17500" cy="20625"/>
            </a:xfrm>
            <a:custGeom>
              <a:rect b="b" l="l" r="r" t="t"/>
              <a:pathLst>
                <a:path extrusionOk="0" h="825" w="700">
                  <a:moveTo>
                    <a:pt x="304" y="1"/>
                  </a:moveTo>
                  <a:cubicBezTo>
                    <a:pt x="61" y="31"/>
                    <a:pt x="0" y="244"/>
                    <a:pt x="0" y="457"/>
                  </a:cubicBezTo>
                  <a:cubicBezTo>
                    <a:pt x="0" y="654"/>
                    <a:pt x="79" y="825"/>
                    <a:pt x="307" y="825"/>
                  </a:cubicBezTo>
                  <a:cubicBezTo>
                    <a:pt x="326" y="825"/>
                    <a:pt x="345" y="824"/>
                    <a:pt x="365" y="821"/>
                  </a:cubicBezTo>
                  <a:cubicBezTo>
                    <a:pt x="608" y="791"/>
                    <a:pt x="699" y="609"/>
                    <a:pt x="669" y="396"/>
                  </a:cubicBezTo>
                  <a:cubicBezTo>
                    <a:pt x="669" y="183"/>
                    <a:pt x="54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36"/>
            <p:cNvSpPr/>
            <p:nvPr/>
          </p:nvSpPr>
          <p:spPr>
            <a:xfrm>
              <a:off x="4062650" y="791325"/>
              <a:ext cx="16750" cy="19125"/>
            </a:xfrm>
            <a:custGeom>
              <a:rect b="b" l="l" r="r" t="t"/>
              <a:pathLst>
                <a:path extrusionOk="0" h="765" w="670">
                  <a:moveTo>
                    <a:pt x="335" y="1"/>
                  </a:moveTo>
                  <a:cubicBezTo>
                    <a:pt x="122" y="1"/>
                    <a:pt x="1" y="183"/>
                    <a:pt x="1" y="396"/>
                  </a:cubicBezTo>
                  <a:cubicBezTo>
                    <a:pt x="1" y="593"/>
                    <a:pt x="105" y="764"/>
                    <a:pt x="314" y="764"/>
                  </a:cubicBezTo>
                  <a:cubicBezTo>
                    <a:pt x="330" y="764"/>
                    <a:pt x="347" y="763"/>
                    <a:pt x="365" y="761"/>
                  </a:cubicBezTo>
                  <a:cubicBezTo>
                    <a:pt x="639" y="761"/>
                    <a:pt x="669" y="548"/>
                    <a:pt x="669" y="335"/>
                  </a:cubicBezTo>
                  <a:cubicBezTo>
                    <a:pt x="669" y="15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36"/>
            <p:cNvSpPr/>
            <p:nvPr/>
          </p:nvSpPr>
          <p:spPr>
            <a:xfrm>
              <a:off x="4307325" y="732075"/>
              <a:ext cx="17525" cy="17575"/>
            </a:xfrm>
            <a:custGeom>
              <a:rect b="b" l="l" r="r" t="t"/>
              <a:pathLst>
                <a:path extrusionOk="0" h="703" w="701">
                  <a:moveTo>
                    <a:pt x="366" y="0"/>
                  </a:moveTo>
                  <a:cubicBezTo>
                    <a:pt x="153" y="30"/>
                    <a:pt x="1" y="152"/>
                    <a:pt x="1" y="334"/>
                  </a:cubicBezTo>
                  <a:cubicBezTo>
                    <a:pt x="1" y="532"/>
                    <a:pt x="131" y="703"/>
                    <a:pt x="344" y="703"/>
                  </a:cubicBezTo>
                  <a:cubicBezTo>
                    <a:pt x="361" y="703"/>
                    <a:pt x="378" y="701"/>
                    <a:pt x="396" y="699"/>
                  </a:cubicBezTo>
                  <a:cubicBezTo>
                    <a:pt x="579" y="669"/>
                    <a:pt x="700" y="547"/>
                    <a:pt x="700" y="334"/>
                  </a:cubicBezTo>
                  <a:cubicBezTo>
                    <a:pt x="700" y="122"/>
                    <a:pt x="54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36"/>
            <p:cNvSpPr/>
            <p:nvPr/>
          </p:nvSpPr>
          <p:spPr>
            <a:xfrm>
              <a:off x="4013250" y="732075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66" y="0"/>
                  </a:moveTo>
                  <a:cubicBezTo>
                    <a:pt x="153" y="0"/>
                    <a:pt x="1" y="152"/>
                    <a:pt x="1" y="365"/>
                  </a:cubicBezTo>
                  <a:cubicBezTo>
                    <a:pt x="27" y="549"/>
                    <a:pt x="122" y="711"/>
                    <a:pt x="306" y="711"/>
                  </a:cubicBezTo>
                  <a:cubicBezTo>
                    <a:pt x="334" y="711"/>
                    <a:pt x="364" y="707"/>
                    <a:pt x="396" y="699"/>
                  </a:cubicBezTo>
                  <a:cubicBezTo>
                    <a:pt x="578" y="699"/>
                    <a:pt x="670" y="547"/>
                    <a:pt x="670" y="334"/>
                  </a:cubicBezTo>
                  <a:cubicBezTo>
                    <a:pt x="670" y="152"/>
                    <a:pt x="578" y="3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36"/>
            <p:cNvSpPr/>
            <p:nvPr/>
          </p:nvSpPr>
          <p:spPr>
            <a:xfrm>
              <a:off x="4504150" y="850600"/>
              <a:ext cx="16750" cy="19800"/>
            </a:xfrm>
            <a:custGeom>
              <a:rect b="b" l="l" r="r" t="t"/>
              <a:pathLst>
                <a:path extrusionOk="0" h="792" w="670">
                  <a:moveTo>
                    <a:pt x="304" y="1"/>
                  </a:moveTo>
                  <a:cubicBezTo>
                    <a:pt x="61" y="31"/>
                    <a:pt x="0" y="214"/>
                    <a:pt x="0" y="457"/>
                  </a:cubicBezTo>
                  <a:cubicBezTo>
                    <a:pt x="0" y="639"/>
                    <a:pt x="92" y="791"/>
                    <a:pt x="304" y="791"/>
                  </a:cubicBezTo>
                  <a:cubicBezTo>
                    <a:pt x="548" y="791"/>
                    <a:pt x="639" y="639"/>
                    <a:pt x="669" y="426"/>
                  </a:cubicBezTo>
                  <a:cubicBezTo>
                    <a:pt x="608" y="214"/>
                    <a:pt x="54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36"/>
            <p:cNvSpPr/>
            <p:nvPr/>
          </p:nvSpPr>
          <p:spPr>
            <a:xfrm>
              <a:off x="4600650" y="851375"/>
              <a:ext cx="19025" cy="19025"/>
            </a:xfrm>
            <a:custGeom>
              <a:rect b="b" l="l" r="r" t="t"/>
              <a:pathLst>
                <a:path extrusionOk="0" h="761" w="761">
                  <a:moveTo>
                    <a:pt x="335" y="0"/>
                  </a:moveTo>
                  <a:cubicBezTo>
                    <a:pt x="62" y="31"/>
                    <a:pt x="1" y="243"/>
                    <a:pt x="62" y="456"/>
                  </a:cubicBezTo>
                  <a:cubicBezTo>
                    <a:pt x="92" y="638"/>
                    <a:pt x="214" y="760"/>
                    <a:pt x="426" y="760"/>
                  </a:cubicBezTo>
                  <a:cubicBezTo>
                    <a:pt x="669" y="699"/>
                    <a:pt x="761" y="517"/>
                    <a:pt x="730" y="304"/>
                  </a:cubicBezTo>
                  <a:cubicBezTo>
                    <a:pt x="700" y="91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36"/>
            <p:cNvSpPr/>
            <p:nvPr/>
          </p:nvSpPr>
          <p:spPr>
            <a:xfrm>
              <a:off x="4307325" y="851375"/>
              <a:ext cx="18275" cy="19025"/>
            </a:xfrm>
            <a:custGeom>
              <a:rect b="b" l="l" r="r" t="t"/>
              <a:pathLst>
                <a:path extrusionOk="0" h="761" w="731">
                  <a:moveTo>
                    <a:pt x="396" y="0"/>
                  </a:moveTo>
                  <a:cubicBezTo>
                    <a:pt x="153" y="0"/>
                    <a:pt x="31" y="152"/>
                    <a:pt x="1" y="395"/>
                  </a:cubicBezTo>
                  <a:cubicBezTo>
                    <a:pt x="1" y="638"/>
                    <a:pt x="153" y="760"/>
                    <a:pt x="335" y="760"/>
                  </a:cubicBezTo>
                  <a:cubicBezTo>
                    <a:pt x="670" y="760"/>
                    <a:pt x="730" y="578"/>
                    <a:pt x="730" y="335"/>
                  </a:cubicBezTo>
                  <a:cubicBezTo>
                    <a:pt x="730" y="152"/>
                    <a:pt x="609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36"/>
            <p:cNvSpPr/>
            <p:nvPr/>
          </p:nvSpPr>
          <p:spPr>
            <a:xfrm>
              <a:off x="4650050" y="911325"/>
              <a:ext cx="17500" cy="18325"/>
            </a:xfrm>
            <a:custGeom>
              <a:rect b="b" l="l" r="r" t="t"/>
              <a:pathLst>
                <a:path extrusionOk="0" h="733" w="700">
                  <a:moveTo>
                    <a:pt x="392" y="0"/>
                  </a:moveTo>
                  <a:cubicBezTo>
                    <a:pt x="374" y="0"/>
                    <a:pt x="355" y="1"/>
                    <a:pt x="335" y="3"/>
                  </a:cubicBezTo>
                  <a:cubicBezTo>
                    <a:pt x="152" y="3"/>
                    <a:pt x="31" y="186"/>
                    <a:pt x="31" y="368"/>
                  </a:cubicBezTo>
                  <a:cubicBezTo>
                    <a:pt x="0" y="581"/>
                    <a:pt x="152" y="733"/>
                    <a:pt x="396" y="733"/>
                  </a:cubicBezTo>
                  <a:cubicBezTo>
                    <a:pt x="608" y="703"/>
                    <a:pt x="700" y="581"/>
                    <a:pt x="700" y="368"/>
                  </a:cubicBezTo>
                  <a:cubicBezTo>
                    <a:pt x="700" y="171"/>
                    <a:pt x="621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36"/>
            <p:cNvSpPr/>
            <p:nvPr/>
          </p:nvSpPr>
          <p:spPr>
            <a:xfrm>
              <a:off x="4601425" y="732825"/>
              <a:ext cx="17500" cy="16750"/>
            </a:xfrm>
            <a:custGeom>
              <a:rect b="b" l="l" r="r" t="t"/>
              <a:pathLst>
                <a:path extrusionOk="0" h="670" w="700">
                  <a:moveTo>
                    <a:pt x="365" y="0"/>
                  </a:moveTo>
                  <a:cubicBezTo>
                    <a:pt x="152" y="0"/>
                    <a:pt x="31" y="92"/>
                    <a:pt x="31" y="304"/>
                  </a:cubicBezTo>
                  <a:cubicBezTo>
                    <a:pt x="0" y="548"/>
                    <a:pt x="152" y="669"/>
                    <a:pt x="395" y="669"/>
                  </a:cubicBezTo>
                  <a:cubicBezTo>
                    <a:pt x="578" y="639"/>
                    <a:pt x="699" y="517"/>
                    <a:pt x="699" y="304"/>
                  </a:cubicBezTo>
                  <a:cubicBezTo>
                    <a:pt x="669" y="92"/>
                    <a:pt x="54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36"/>
            <p:cNvSpPr/>
            <p:nvPr/>
          </p:nvSpPr>
          <p:spPr>
            <a:xfrm>
              <a:off x="4209300" y="732075"/>
              <a:ext cx="17525" cy="18250"/>
            </a:xfrm>
            <a:custGeom>
              <a:rect b="b" l="l" r="r" t="t"/>
              <a:pathLst>
                <a:path extrusionOk="0" h="730" w="701">
                  <a:moveTo>
                    <a:pt x="366" y="0"/>
                  </a:moveTo>
                  <a:cubicBezTo>
                    <a:pt x="123" y="0"/>
                    <a:pt x="1" y="122"/>
                    <a:pt x="31" y="365"/>
                  </a:cubicBezTo>
                  <a:cubicBezTo>
                    <a:pt x="31" y="578"/>
                    <a:pt x="153" y="669"/>
                    <a:pt x="335" y="730"/>
                  </a:cubicBezTo>
                  <a:cubicBezTo>
                    <a:pt x="548" y="669"/>
                    <a:pt x="700" y="547"/>
                    <a:pt x="700" y="334"/>
                  </a:cubicBezTo>
                  <a:cubicBezTo>
                    <a:pt x="700" y="122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36"/>
            <p:cNvSpPr/>
            <p:nvPr/>
          </p:nvSpPr>
          <p:spPr>
            <a:xfrm>
              <a:off x="4208550" y="851375"/>
              <a:ext cx="19025" cy="19875"/>
            </a:xfrm>
            <a:custGeom>
              <a:rect b="b" l="l" r="r" t="t"/>
              <a:pathLst>
                <a:path extrusionOk="0" h="795" w="761">
                  <a:moveTo>
                    <a:pt x="426" y="0"/>
                  </a:moveTo>
                  <a:cubicBezTo>
                    <a:pt x="183" y="0"/>
                    <a:pt x="61" y="152"/>
                    <a:pt x="31" y="365"/>
                  </a:cubicBezTo>
                  <a:cubicBezTo>
                    <a:pt x="1" y="608"/>
                    <a:pt x="122" y="760"/>
                    <a:pt x="365" y="790"/>
                  </a:cubicBezTo>
                  <a:cubicBezTo>
                    <a:pt x="386" y="793"/>
                    <a:pt x="406" y="794"/>
                    <a:pt x="425" y="794"/>
                  </a:cubicBezTo>
                  <a:cubicBezTo>
                    <a:pt x="628" y="794"/>
                    <a:pt x="730" y="648"/>
                    <a:pt x="730" y="426"/>
                  </a:cubicBezTo>
                  <a:cubicBezTo>
                    <a:pt x="760" y="213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36"/>
            <p:cNvSpPr/>
            <p:nvPr/>
          </p:nvSpPr>
          <p:spPr>
            <a:xfrm>
              <a:off x="3916000" y="85137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304" y="0"/>
                  </a:moveTo>
                  <a:cubicBezTo>
                    <a:pt x="91" y="0"/>
                    <a:pt x="0" y="152"/>
                    <a:pt x="0" y="335"/>
                  </a:cubicBezTo>
                  <a:cubicBezTo>
                    <a:pt x="0" y="578"/>
                    <a:pt x="31" y="760"/>
                    <a:pt x="304" y="760"/>
                  </a:cubicBezTo>
                  <a:cubicBezTo>
                    <a:pt x="547" y="760"/>
                    <a:pt x="608" y="608"/>
                    <a:pt x="669" y="365"/>
                  </a:cubicBezTo>
                  <a:cubicBezTo>
                    <a:pt x="608" y="213"/>
                    <a:pt x="578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36"/>
            <p:cNvSpPr/>
            <p:nvPr/>
          </p:nvSpPr>
          <p:spPr>
            <a:xfrm>
              <a:off x="4258700" y="791325"/>
              <a:ext cx="17500" cy="19025"/>
            </a:xfrm>
            <a:custGeom>
              <a:rect b="b" l="l" r="r" t="t"/>
              <a:pathLst>
                <a:path extrusionOk="0" h="761" w="700">
                  <a:moveTo>
                    <a:pt x="335" y="1"/>
                  </a:moveTo>
                  <a:cubicBezTo>
                    <a:pt x="122" y="31"/>
                    <a:pt x="1" y="183"/>
                    <a:pt x="1" y="366"/>
                  </a:cubicBezTo>
                  <a:cubicBezTo>
                    <a:pt x="1" y="609"/>
                    <a:pt x="122" y="761"/>
                    <a:pt x="365" y="761"/>
                  </a:cubicBezTo>
                  <a:cubicBezTo>
                    <a:pt x="578" y="730"/>
                    <a:pt x="669" y="578"/>
                    <a:pt x="700" y="396"/>
                  </a:cubicBezTo>
                  <a:cubicBezTo>
                    <a:pt x="66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36"/>
            <p:cNvSpPr/>
            <p:nvPr/>
          </p:nvSpPr>
          <p:spPr>
            <a:xfrm>
              <a:off x="4650800" y="1032225"/>
              <a:ext cx="16750" cy="18250"/>
            </a:xfrm>
            <a:custGeom>
              <a:rect b="b" l="l" r="r" t="t"/>
              <a:pathLst>
                <a:path extrusionOk="0" h="730" w="670">
                  <a:moveTo>
                    <a:pt x="396" y="0"/>
                  </a:moveTo>
                  <a:cubicBezTo>
                    <a:pt x="153" y="0"/>
                    <a:pt x="1" y="122"/>
                    <a:pt x="1" y="365"/>
                  </a:cubicBezTo>
                  <a:cubicBezTo>
                    <a:pt x="1" y="547"/>
                    <a:pt x="122" y="699"/>
                    <a:pt x="305" y="73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70" y="15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36"/>
            <p:cNvSpPr/>
            <p:nvPr/>
          </p:nvSpPr>
          <p:spPr>
            <a:xfrm>
              <a:off x="4356725" y="1032075"/>
              <a:ext cx="17500" cy="18500"/>
            </a:xfrm>
            <a:custGeom>
              <a:rect b="b" l="l" r="r" t="t"/>
              <a:pathLst>
                <a:path extrusionOk="0" h="740" w="700">
                  <a:moveTo>
                    <a:pt x="380" y="1"/>
                  </a:moveTo>
                  <a:cubicBezTo>
                    <a:pt x="356" y="1"/>
                    <a:pt x="331" y="3"/>
                    <a:pt x="305" y="6"/>
                  </a:cubicBezTo>
                  <a:cubicBezTo>
                    <a:pt x="92" y="37"/>
                    <a:pt x="1" y="189"/>
                    <a:pt x="31" y="371"/>
                  </a:cubicBezTo>
                  <a:cubicBezTo>
                    <a:pt x="31" y="568"/>
                    <a:pt x="109" y="739"/>
                    <a:pt x="314" y="739"/>
                  </a:cubicBezTo>
                  <a:cubicBezTo>
                    <a:pt x="330" y="739"/>
                    <a:pt x="348" y="738"/>
                    <a:pt x="365" y="736"/>
                  </a:cubicBezTo>
                  <a:cubicBezTo>
                    <a:pt x="639" y="736"/>
                    <a:pt x="700" y="523"/>
                    <a:pt x="700" y="310"/>
                  </a:cubicBezTo>
                  <a:cubicBezTo>
                    <a:pt x="673" y="97"/>
                    <a:pt x="553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36"/>
            <p:cNvSpPr/>
            <p:nvPr/>
          </p:nvSpPr>
          <p:spPr>
            <a:xfrm>
              <a:off x="4258700" y="1032125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5" y="0"/>
                  </a:moveTo>
                  <a:cubicBezTo>
                    <a:pt x="128" y="0"/>
                    <a:pt x="1" y="144"/>
                    <a:pt x="1" y="339"/>
                  </a:cubicBezTo>
                  <a:cubicBezTo>
                    <a:pt x="1" y="551"/>
                    <a:pt x="122" y="703"/>
                    <a:pt x="305" y="734"/>
                  </a:cubicBezTo>
                  <a:cubicBezTo>
                    <a:pt x="320" y="736"/>
                    <a:pt x="335" y="737"/>
                    <a:pt x="350" y="737"/>
                  </a:cubicBezTo>
                  <a:cubicBezTo>
                    <a:pt x="535" y="737"/>
                    <a:pt x="643" y="562"/>
                    <a:pt x="700" y="308"/>
                  </a:cubicBezTo>
                  <a:cubicBezTo>
                    <a:pt x="669" y="187"/>
                    <a:pt x="609" y="35"/>
                    <a:pt x="396" y="4"/>
                  </a:cubicBezTo>
                  <a:cubicBezTo>
                    <a:pt x="375" y="2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36"/>
            <p:cNvSpPr/>
            <p:nvPr/>
          </p:nvSpPr>
          <p:spPr>
            <a:xfrm>
              <a:off x="4159925" y="1032225"/>
              <a:ext cx="18250" cy="18325"/>
            </a:xfrm>
            <a:custGeom>
              <a:rect b="b" l="l" r="r" t="t"/>
              <a:pathLst>
                <a:path extrusionOk="0" h="733" w="730">
                  <a:moveTo>
                    <a:pt x="335" y="0"/>
                  </a:moveTo>
                  <a:cubicBezTo>
                    <a:pt x="152" y="0"/>
                    <a:pt x="31" y="122"/>
                    <a:pt x="31" y="304"/>
                  </a:cubicBezTo>
                  <a:cubicBezTo>
                    <a:pt x="0" y="547"/>
                    <a:pt x="91" y="699"/>
                    <a:pt x="335" y="730"/>
                  </a:cubicBezTo>
                  <a:cubicBezTo>
                    <a:pt x="352" y="732"/>
                    <a:pt x="369" y="733"/>
                    <a:pt x="385" y="733"/>
                  </a:cubicBezTo>
                  <a:cubicBezTo>
                    <a:pt x="616" y="733"/>
                    <a:pt x="673" y="536"/>
                    <a:pt x="730" y="365"/>
                  </a:cubicBezTo>
                  <a:cubicBezTo>
                    <a:pt x="699" y="122"/>
                    <a:pt x="57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36"/>
            <p:cNvSpPr/>
            <p:nvPr/>
          </p:nvSpPr>
          <p:spPr>
            <a:xfrm>
              <a:off x="4061125" y="1032225"/>
              <a:ext cx="18275" cy="18250"/>
            </a:xfrm>
            <a:custGeom>
              <a:rect b="b" l="l" r="r" t="t"/>
              <a:pathLst>
                <a:path extrusionOk="0" h="730" w="731">
                  <a:moveTo>
                    <a:pt x="335" y="0"/>
                  </a:moveTo>
                  <a:cubicBezTo>
                    <a:pt x="183" y="31"/>
                    <a:pt x="1" y="152"/>
                    <a:pt x="62" y="395"/>
                  </a:cubicBezTo>
                  <a:cubicBezTo>
                    <a:pt x="92" y="578"/>
                    <a:pt x="153" y="730"/>
                    <a:pt x="396" y="730"/>
                  </a:cubicBezTo>
                  <a:cubicBezTo>
                    <a:pt x="639" y="730"/>
                    <a:pt x="730" y="547"/>
                    <a:pt x="730" y="304"/>
                  </a:cubicBezTo>
                  <a:cubicBezTo>
                    <a:pt x="730" y="92"/>
                    <a:pt x="609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36"/>
            <p:cNvSpPr/>
            <p:nvPr/>
          </p:nvSpPr>
          <p:spPr>
            <a:xfrm>
              <a:off x="3963875" y="1032075"/>
              <a:ext cx="17500" cy="19175"/>
            </a:xfrm>
            <a:custGeom>
              <a:rect b="b" l="l" r="r" t="t"/>
              <a:pathLst>
                <a:path extrusionOk="0" h="767" w="700">
                  <a:moveTo>
                    <a:pt x="359" y="1"/>
                  </a:moveTo>
                  <a:cubicBezTo>
                    <a:pt x="332" y="1"/>
                    <a:pt x="304" y="3"/>
                    <a:pt x="274" y="6"/>
                  </a:cubicBezTo>
                  <a:cubicBezTo>
                    <a:pt x="91" y="6"/>
                    <a:pt x="0" y="158"/>
                    <a:pt x="0" y="341"/>
                  </a:cubicBezTo>
                  <a:cubicBezTo>
                    <a:pt x="31" y="584"/>
                    <a:pt x="152" y="705"/>
                    <a:pt x="365" y="766"/>
                  </a:cubicBezTo>
                  <a:cubicBezTo>
                    <a:pt x="608" y="705"/>
                    <a:pt x="699" y="523"/>
                    <a:pt x="699" y="310"/>
                  </a:cubicBezTo>
                  <a:cubicBezTo>
                    <a:pt x="673" y="97"/>
                    <a:pt x="552" y="1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36"/>
            <p:cNvSpPr/>
            <p:nvPr/>
          </p:nvSpPr>
          <p:spPr>
            <a:xfrm>
              <a:off x="3866600" y="1032225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35" y="0"/>
                  </a:moveTo>
                  <a:cubicBezTo>
                    <a:pt x="61" y="0"/>
                    <a:pt x="0" y="183"/>
                    <a:pt x="0" y="395"/>
                  </a:cubicBezTo>
                  <a:cubicBezTo>
                    <a:pt x="31" y="608"/>
                    <a:pt x="122" y="730"/>
                    <a:pt x="335" y="730"/>
                  </a:cubicBezTo>
                  <a:cubicBezTo>
                    <a:pt x="608" y="699"/>
                    <a:pt x="669" y="517"/>
                    <a:pt x="700" y="304"/>
                  </a:cubicBezTo>
                  <a:cubicBezTo>
                    <a:pt x="639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36"/>
            <p:cNvSpPr/>
            <p:nvPr/>
          </p:nvSpPr>
          <p:spPr>
            <a:xfrm>
              <a:off x="4601425" y="971850"/>
              <a:ext cx="17500" cy="17975"/>
            </a:xfrm>
            <a:custGeom>
              <a:rect b="b" l="l" r="r" t="t"/>
              <a:pathLst>
                <a:path extrusionOk="0" h="719" w="700">
                  <a:moveTo>
                    <a:pt x="375" y="1"/>
                  </a:moveTo>
                  <a:cubicBezTo>
                    <a:pt x="344" y="1"/>
                    <a:pt x="310" y="5"/>
                    <a:pt x="274" y="14"/>
                  </a:cubicBezTo>
                  <a:cubicBezTo>
                    <a:pt x="91" y="44"/>
                    <a:pt x="0" y="196"/>
                    <a:pt x="0" y="379"/>
                  </a:cubicBezTo>
                  <a:cubicBezTo>
                    <a:pt x="27" y="619"/>
                    <a:pt x="147" y="719"/>
                    <a:pt x="341" y="719"/>
                  </a:cubicBezTo>
                  <a:cubicBezTo>
                    <a:pt x="368" y="719"/>
                    <a:pt x="396" y="717"/>
                    <a:pt x="426" y="713"/>
                  </a:cubicBezTo>
                  <a:cubicBezTo>
                    <a:pt x="608" y="683"/>
                    <a:pt x="699" y="531"/>
                    <a:pt x="699" y="348"/>
                  </a:cubicBezTo>
                  <a:cubicBezTo>
                    <a:pt x="648" y="142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36"/>
            <p:cNvSpPr/>
            <p:nvPr/>
          </p:nvSpPr>
          <p:spPr>
            <a:xfrm>
              <a:off x="4504150" y="971350"/>
              <a:ext cx="16750" cy="18450"/>
            </a:xfrm>
            <a:custGeom>
              <a:rect b="b" l="l" r="r" t="t"/>
              <a:pathLst>
                <a:path extrusionOk="0" h="738" w="670">
                  <a:moveTo>
                    <a:pt x="326" y="0"/>
                  </a:moveTo>
                  <a:cubicBezTo>
                    <a:pt x="309" y="0"/>
                    <a:pt x="292" y="1"/>
                    <a:pt x="274" y="4"/>
                  </a:cubicBezTo>
                  <a:cubicBezTo>
                    <a:pt x="61" y="34"/>
                    <a:pt x="0" y="216"/>
                    <a:pt x="0" y="399"/>
                  </a:cubicBezTo>
                  <a:cubicBezTo>
                    <a:pt x="0" y="581"/>
                    <a:pt x="92" y="733"/>
                    <a:pt x="304" y="733"/>
                  </a:cubicBezTo>
                  <a:cubicBezTo>
                    <a:pt x="325" y="736"/>
                    <a:pt x="345" y="737"/>
                    <a:pt x="364" y="737"/>
                  </a:cubicBezTo>
                  <a:cubicBezTo>
                    <a:pt x="567" y="737"/>
                    <a:pt x="669" y="591"/>
                    <a:pt x="669" y="368"/>
                  </a:cubicBezTo>
                  <a:cubicBezTo>
                    <a:pt x="641" y="171"/>
                    <a:pt x="535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36"/>
            <p:cNvSpPr/>
            <p:nvPr/>
          </p:nvSpPr>
          <p:spPr>
            <a:xfrm>
              <a:off x="4307325" y="971850"/>
              <a:ext cx="19025" cy="17950"/>
            </a:xfrm>
            <a:custGeom>
              <a:rect b="b" l="l" r="r" t="t"/>
              <a:pathLst>
                <a:path extrusionOk="0" h="718" w="761">
                  <a:moveTo>
                    <a:pt x="324" y="1"/>
                  </a:moveTo>
                  <a:cubicBezTo>
                    <a:pt x="148" y="1"/>
                    <a:pt x="53" y="137"/>
                    <a:pt x="1" y="318"/>
                  </a:cubicBezTo>
                  <a:cubicBezTo>
                    <a:pt x="1" y="561"/>
                    <a:pt x="123" y="713"/>
                    <a:pt x="335" y="713"/>
                  </a:cubicBezTo>
                  <a:cubicBezTo>
                    <a:pt x="357" y="716"/>
                    <a:pt x="379" y="718"/>
                    <a:pt x="399" y="718"/>
                  </a:cubicBezTo>
                  <a:cubicBezTo>
                    <a:pt x="578" y="718"/>
                    <a:pt x="703" y="603"/>
                    <a:pt x="730" y="440"/>
                  </a:cubicBezTo>
                  <a:cubicBezTo>
                    <a:pt x="761" y="227"/>
                    <a:pt x="639" y="44"/>
                    <a:pt x="427" y="14"/>
                  </a:cubicBezTo>
                  <a:cubicBezTo>
                    <a:pt x="390" y="5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36"/>
            <p:cNvSpPr/>
            <p:nvPr/>
          </p:nvSpPr>
          <p:spPr>
            <a:xfrm>
              <a:off x="4208550" y="971350"/>
              <a:ext cx="19025" cy="18450"/>
            </a:xfrm>
            <a:custGeom>
              <a:rect b="b" l="l" r="r" t="t"/>
              <a:pathLst>
                <a:path extrusionOk="0" h="738" w="761">
                  <a:moveTo>
                    <a:pt x="387" y="0"/>
                  </a:moveTo>
                  <a:cubicBezTo>
                    <a:pt x="370" y="0"/>
                    <a:pt x="353" y="1"/>
                    <a:pt x="335" y="4"/>
                  </a:cubicBezTo>
                  <a:cubicBezTo>
                    <a:pt x="92" y="34"/>
                    <a:pt x="1" y="216"/>
                    <a:pt x="31" y="460"/>
                  </a:cubicBezTo>
                  <a:cubicBezTo>
                    <a:pt x="31" y="623"/>
                    <a:pt x="153" y="738"/>
                    <a:pt x="310" y="738"/>
                  </a:cubicBezTo>
                  <a:cubicBezTo>
                    <a:pt x="328" y="738"/>
                    <a:pt x="346" y="736"/>
                    <a:pt x="365" y="733"/>
                  </a:cubicBezTo>
                  <a:cubicBezTo>
                    <a:pt x="608" y="733"/>
                    <a:pt x="730" y="612"/>
                    <a:pt x="760" y="338"/>
                  </a:cubicBezTo>
                  <a:cubicBezTo>
                    <a:pt x="704" y="169"/>
                    <a:pt x="596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36"/>
            <p:cNvSpPr/>
            <p:nvPr/>
          </p:nvSpPr>
          <p:spPr>
            <a:xfrm>
              <a:off x="391522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56" y="0"/>
                  </a:moveTo>
                  <a:cubicBezTo>
                    <a:pt x="340" y="0"/>
                    <a:pt x="323" y="1"/>
                    <a:pt x="305" y="4"/>
                  </a:cubicBezTo>
                  <a:cubicBezTo>
                    <a:pt x="92" y="34"/>
                    <a:pt x="1" y="186"/>
                    <a:pt x="31" y="399"/>
                  </a:cubicBezTo>
                  <a:cubicBezTo>
                    <a:pt x="31" y="617"/>
                    <a:pt x="129" y="738"/>
                    <a:pt x="326" y="738"/>
                  </a:cubicBezTo>
                  <a:cubicBezTo>
                    <a:pt x="348" y="738"/>
                    <a:pt x="371" y="736"/>
                    <a:pt x="396" y="733"/>
                  </a:cubicBezTo>
                  <a:cubicBezTo>
                    <a:pt x="609" y="703"/>
                    <a:pt x="700" y="581"/>
                    <a:pt x="700" y="368"/>
                  </a:cubicBezTo>
                  <a:cubicBezTo>
                    <a:pt x="644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36"/>
            <p:cNvSpPr/>
            <p:nvPr/>
          </p:nvSpPr>
          <p:spPr>
            <a:xfrm>
              <a:off x="4014025" y="1212325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35" y="0"/>
                  </a:moveTo>
                  <a:cubicBezTo>
                    <a:pt x="122" y="0"/>
                    <a:pt x="0" y="152"/>
                    <a:pt x="0" y="334"/>
                  </a:cubicBezTo>
                  <a:cubicBezTo>
                    <a:pt x="0" y="517"/>
                    <a:pt x="91" y="669"/>
                    <a:pt x="304" y="699"/>
                  </a:cubicBezTo>
                  <a:cubicBezTo>
                    <a:pt x="487" y="699"/>
                    <a:pt x="608" y="578"/>
                    <a:pt x="639" y="304"/>
                  </a:cubicBezTo>
                  <a:cubicBezTo>
                    <a:pt x="608" y="182"/>
                    <a:pt x="547" y="3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36"/>
            <p:cNvSpPr/>
            <p:nvPr/>
          </p:nvSpPr>
          <p:spPr>
            <a:xfrm>
              <a:off x="4650800" y="792025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92" y="3"/>
                    <a:pt x="1" y="186"/>
                    <a:pt x="31" y="368"/>
                  </a:cubicBezTo>
                  <a:cubicBezTo>
                    <a:pt x="31" y="550"/>
                    <a:pt x="122" y="702"/>
                    <a:pt x="335" y="702"/>
                  </a:cubicBezTo>
                  <a:cubicBezTo>
                    <a:pt x="548" y="702"/>
                    <a:pt x="639" y="581"/>
                    <a:pt x="670" y="368"/>
                  </a:cubicBezTo>
                  <a:cubicBezTo>
                    <a:pt x="641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36"/>
            <p:cNvSpPr/>
            <p:nvPr/>
          </p:nvSpPr>
          <p:spPr>
            <a:xfrm>
              <a:off x="4552775" y="7921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66" y="0"/>
                  </a:moveTo>
                  <a:cubicBezTo>
                    <a:pt x="122" y="0"/>
                    <a:pt x="1" y="152"/>
                    <a:pt x="1" y="365"/>
                  </a:cubicBezTo>
                  <a:cubicBezTo>
                    <a:pt x="31" y="578"/>
                    <a:pt x="122" y="699"/>
                    <a:pt x="335" y="699"/>
                  </a:cubicBezTo>
                  <a:cubicBezTo>
                    <a:pt x="548" y="669"/>
                    <a:pt x="700" y="578"/>
                    <a:pt x="670" y="335"/>
                  </a:cubicBezTo>
                  <a:cubicBezTo>
                    <a:pt x="670" y="12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36"/>
            <p:cNvSpPr/>
            <p:nvPr/>
          </p:nvSpPr>
          <p:spPr>
            <a:xfrm>
              <a:off x="4357500" y="791325"/>
              <a:ext cx="16725" cy="19025"/>
            </a:xfrm>
            <a:custGeom>
              <a:rect b="b" l="l" r="r" t="t"/>
              <a:pathLst>
                <a:path extrusionOk="0" h="761" w="669">
                  <a:moveTo>
                    <a:pt x="274" y="1"/>
                  </a:moveTo>
                  <a:cubicBezTo>
                    <a:pt x="122" y="31"/>
                    <a:pt x="31" y="153"/>
                    <a:pt x="31" y="335"/>
                  </a:cubicBezTo>
                  <a:cubicBezTo>
                    <a:pt x="0" y="548"/>
                    <a:pt x="31" y="761"/>
                    <a:pt x="334" y="761"/>
                  </a:cubicBezTo>
                  <a:cubicBezTo>
                    <a:pt x="517" y="761"/>
                    <a:pt x="638" y="639"/>
                    <a:pt x="638" y="426"/>
                  </a:cubicBezTo>
                  <a:cubicBezTo>
                    <a:pt x="669" y="214"/>
                    <a:pt x="578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36"/>
            <p:cNvSpPr/>
            <p:nvPr/>
          </p:nvSpPr>
          <p:spPr>
            <a:xfrm>
              <a:off x="4160675" y="7913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1"/>
                  </a:moveTo>
                  <a:cubicBezTo>
                    <a:pt x="92" y="31"/>
                    <a:pt x="1" y="153"/>
                    <a:pt x="1" y="335"/>
                  </a:cubicBezTo>
                  <a:cubicBezTo>
                    <a:pt x="1" y="561"/>
                    <a:pt x="79" y="734"/>
                    <a:pt x="284" y="734"/>
                  </a:cubicBezTo>
                  <a:cubicBezTo>
                    <a:pt x="300" y="734"/>
                    <a:pt x="317" y="733"/>
                    <a:pt x="335" y="730"/>
                  </a:cubicBezTo>
                  <a:cubicBezTo>
                    <a:pt x="548" y="730"/>
                    <a:pt x="639" y="609"/>
                    <a:pt x="639" y="426"/>
                  </a:cubicBezTo>
                  <a:cubicBezTo>
                    <a:pt x="669" y="183"/>
                    <a:pt x="57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36"/>
            <p:cNvSpPr/>
            <p:nvPr/>
          </p:nvSpPr>
          <p:spPr>
            <a:xfrm>
              <a:off x="4651575" y="1152200"/>
              <a:ext cx="15975" cy="17575"/>
            </a:xfrm>
            <a:custGeom>
              <a:rect b="b" l="l" r="r" t="t"/>
              <a:pathLst>
                <a:path extrusionOk="0" h="703" w="639">
                  <a:moveTo>
                    <a:pt x="313" y="1"/>
                  </a:moveTo>
                  <a:cubicBezTo>
                    <a:pt x="105" y="1"/>
                    <a:pt x="0" y="172"/>
                    <a:pt x="0" y="369"/>
                  </a:cubicBezTo>
                  <a:cubicBezTo>
                    <a:pt x="0" y="551"/>
                    <a:pt x="122" y="703"/>
                    <a:pt x="335" y="703"/>
                  </a:cubicBezTo>
                  <a:cubicBezTo>
                    <a:pt x="547" y="703"/>
                    <a:pt x="608" y="551"/>
                    <a:pt x="639" y="308"/>
                  </a:cubicBezTo>
                  <a:cubicBezTo>
                    <a:pt x="608" y="186"/>
                    <a:pt x="578" y="4"/>
                    <a:pt x="365" y="4"/>
                  </a:cubicBezTo>
                  <a:cubicBezTo>
                    <a:pt x="347" y="2"/>
                    <a:pt x="330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36"/>
            <p:cNvSpPr/>
            <p:nvPr/>
          </p:nvSpPr>
          <p:spPr>
            <a:xfrm>
              <a:off x="3866600" y="792100"/>
              <a:ext cx="17500" cy="18250"/>
            </a:xfrm>
            <a:custGeom>
              <a:rect b="b" l="l" r="r" t="t"/>
              <a:pathLst>
                <a:path extrusionOk="0" h="730" w="700">
                  <a:moveTo>
                    <a:pt x="365" y="0"/>
                  </a:moveTo>
                  <a:cubicBezTo>
                    <a:pt x="122" y="0"/>
                    <a:pt x="0" y="152"/>
                    <a:pt x="0" y="395"/>
                  </a:cubicBezTo>
                  <a:cubicBezTo>
                    <a:pt x="31" y="578"/>
                    <a:pt x="92" y="730"/>
                    <a:pt x="396" y="730"/>
                  </a:cubicBezTo>
                  <a:cubicBezTo>
                    <a:pt x="548" y="699"/>
                    <a:pt x="700" y="578"/>
                    <a:pt x="700" y="335"/>
                  </a:cubicBezTo>
                  <a:cubicBezTo>
                    <a:pt x="669" y="15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36"/>
            <p:cNvSpPr/>
            <p:nvPr/>
          </p:nvSpPr>
          <p:spPr>
            <a:xfrm>
              <a:off x="4552775" y="1151525"/>
              <a:ext cx="16750" cy="17850"/>
            </a:xfrm>
            <a:custGeom>
              <a:rect b="b" l="l" r="r" t="t"/>
              <a:pathLst>
                <a:path extrusionOk="0" h="714" w="670">
                  <a:moveTo>
                    <a:pt x="335" y="0"/>
                  </a:moveTo>
                  <a:cubicBezTo>
                    <a:pt x="183" y="31"/>
                    <a:pt x="62" y="122"/>
                    <a:pt x="31" y="304"/>
                  </a:cubicBezTo>
                  <a:cubicBezTo>
                    <a:pt x="1" y="517"/>
                    <a:pt x="62" y="669"/>
                    <a:pt x="274" y="700"/>
                  </a:cubicBezTo>
                  <a:cubicBezTo>
                    <a:pt x="306" y="709"/>
                    <a:pt x="338" y="713"/>
                    <a:pt x="368" y="713"/>
                  </a:cubicBezTo>
                  <a:cubicBezTo>
                    <a:pt x="538" y="713"/>
                    <a:pt x="670" y="576"/>
                    <a:pt x="670" y="396"/>
                  </a:cubicBezTo>
                  <a:cubicBezTo>
                    <a:pt x="670" y="183"/>
                    <a:pt x="57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36"/>
            <p:cNvSpPr/>
            <p:nvPr/>
          </p:nvSpPr>
          <p:spPr>
            <a:xfrm>
              <a:off x="3866600" y="1151525"/>
              <a:ext cx="16750" cy="18350"/>
            </a:xfrm>
            <a:custGeom>
              <a:rect b="b" l="l" r="r" t="t"/>
              <a:pathLst>
                <a:path extrusionOk="0" h="734" w="670">
                  <a:moveTo>
                    <a:pt x="335" y="0"/>
                  </a:moveTo>
                  <a:cubicBezTo>
                    <a:pt x="122" y="31"/>
                    <a:pt x="0" y="152"/>
                    <a:pt x="0" y="365"/>
                  </a:cubicBezTo>
                  <a:cubicBezTo>
                    <a:pt x="0" y="588"/>
                    <a:pt x="102" y="734"/>
                    <a:pt x="329" y="734"/>
                  </a:cubicBezTo>
                  <a:cubicBezTo>
                    <a:pt x="350" y="734"/>
                    <a:pt x="372" y="733"/>
                    <a:pt x="396" y="730"/>
                  </a:cubicBezTo>
                  <a:cubicBezTo>
                    <a:pt x="578" y="700"/>
                    <a:pt x="669" y="548"/>
                    <a:pt x="639" y="335"/>
                  </a:cubicBezTo>
                  <a:cubicBezTo>
                    <a:pt x="639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36"/>
            <p:cNvSpPr/>
            <p:nvPr/>
          </p:nvSpPr>
          <p:spPr>
            <a:xfrm>
              <a:off x="4504150" y="1091200"/>
              <a:ext cx="16750" cy="17800"/>
            </a:xfrm>
            <a:custGeom>
              <a:rect b="b" l="l" r="r" t="t"/>
              <a:pathLst>
                <a:path extrusionOk="0" h="712" w="670">
                  <a:moveTo>
                    <a:pt x="354" y="0"/>
                  </a:moveTo>
                  <a:cubicBezTo>
                    <a:pt x="329" y="0"/>
                    <a:pt x="302" y="4"/>
                    <a:pt x="274" y="12"/>
                  </a:cubicBezTo>
                  <a:cubicBezTo>
                    <a:pt x="92" y="43"/>
                    <a:pt x="0" y="195"/>
                    <a:pt x="0" y="407"/>
                  </a:cubicBezTo>
                  <a:cubicBezTo>
                    <a:pt x="0" y="590"/>
                    <a:pt x="122" y="711"/>
                    <a:pt x="304" y="711"/>
                  </a:cubicBezTo>
                  <a:cubicBezTo>
                    <a:pt x="548" y="711"/>
                    <a:pt x="669" y="559"/>
                    <a:pt x="669" y="347"/>
                  </a:cubicBezTo>
                  <a:cubicBezTo>
                    <a:pt x="616" y="162"/>
                    <a:pt x="518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36"/>
            <p:cNvSpPr/>
            <p:nvPr/>
          </p:nvSpPr>
          <p:spPr>
            <a:xfrm>
              <a:off x="3768575" y="910550"/>
              <a:ext cx="15975" cy="19875"/>
            </a:xfrm>
            <a:custGeom>
              <a:rect b="b" l="l" r="r" t="t"/>
              <a:pathLst>
                <a:path extrusionOk="0" h="795" w="639">
                  <a:moveTo>
                    <a:pt x="320" y="1"/>
                  </a:moveTo>
                  <a:cubicBezTo>
                    <a:pt x="139" y="1"/>
                    <a:pt x="59" y="170"/>
                    <a:pt x="31" y="338"/>
                  </a:cubicBezTo>
                  <a:cubicBezTo>
                    <a:pt x="0" y="551"/>
                    <a:pt x="61" y="764"/>
                    <a:pt x="335" y="794"/>
                  </a:cubicBezTo>
                  <a:cubicBezTo>
                    <a:pt x="548" y="794"/>
                    <a:pt x="639" y="642"/>
                    <a:pt x="639" y="460"/>
                  </a:cubicBezTo>
                  <a:cubicBezTo>
                    <a:pt x="639" y="247"/>
                    <a:pt x="578" y="3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36"/>
            <p:cNvSpPr/>
            <p:nvPr/>
          </p:nvSpPr>
          <p:spPr>
            <a:xfrm>
              <a:off x="3669025" y="1032075"/>
              <a:ext cx="18275" cy="17750"/>
            </a:xfrm>
            <a:custGeom>
              <a:rect b="b" l="l" r="r" t="t"/>
              <a:pathLst>
                <a:path extrusionOk="0" h="710" w="731">
                  <a:moveTo>
                    <a:pt x="358" y="1"/>
                  </a:moveTo>
                  <a:cubicBezTo>
                    <a:pt x="207" y="1"/>
                    <a:pt x="84" y="90"/>
                    <a:pt x="31" y="249"/>
                  </a:cubicBezTo>
                  <a:cubicBezTo>
                    <a:pt x="1" y="493"/>
                    <a:pt x="122" y="675"/>
                    <a:pt x="365" y="705"/>
                  </a:cubicBezTo>
                  <a:cubicBezTo>
                    <a:pt x="381" y="708"/>
                    <a:pt x="396" y="709"/>
                    <a:pt x="411" y="709"/>
                  </a:cubicBezTo>
                  <a:cubicBezTo>
                    <a:pt x="568" y="709"/>
                    <a:pt x="672" y="568"/>
                    <a:pt x="700" y="401"/>
                  </a:cubicBezTo>
                  <a:cubicBezTo>
                    <a:pt x="730" y="189"/>
                    <a:pt x="639" y="67"/>
                    <a:pt x="426" y="6"/>
                  </a:cubicBezTo>
                  <a:cubicBezTo>
                    <a:pt x="403" y="2"/>
                    <a:pt x="380" y="1"/>
                    <a:pt x="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36"/>
            <p:cNvSpPr/>
            <p:nvPr/>
          </p:nvSpPr>
          <p:spPr>
            <a:xfrm>
              <a:off x="3719175" y="971350"/>
              <a:ext cx="17500" cy="18450"/>
            </a:xfrm>
            <a:custGeom>
              <a:rect b="b" l="l" r="r" t="t"/>
              <a:pathLst>
                <a:path extrusionOk="0" h="738" w="700">
                  <a:moveTo>
                    <a:pt x="333" y="0"/>
                  </a:moveTo>
                  <a:cubicBezTo>
                    <a:pt x="314" y="0"/>
                    <a:pt x="295" y="1"/>
                    <a:pt x="274" y="4"/>
                  </a:cubicBezTo>
                  <a:cubicBezTo>
                    <a:pt x="92" y="64"/>
                    <a:pt x="1" y="216"/>
                    <a:pt x="1" y="399"/>
                  </a:cubicBezTo>
                  <a:cubicBezTo>
                    <a:pt x="29" y="593"/>
                    <a:pt x="133" y="737"/>
                    <a:pt x="336" y="737"/>
                  </a:cubicBezTo>
                  <a:cubicBezTo>
                    <a:pt x="355" y="737"/>
                    <a:pt x="375" y="736"/>
                    <a:pt x="396" y="733"/>
                  </a:cubicBezTo>
                  <a:cubicBezTo>
                    <a:pt x="578" y="703"/>
                    <a:pt x="700" y="581"/>
                    <a:pt x="669" y="308"/>
                  </a:cubicBezTo>
                  <a:cubicBezTo>
                    <a:pt x="641" y="167"/>
                    <a:pt x="561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36"/>
            <p:cNvSpPr/>
            <p:nvPr/>
          </p:nvSpPr>
          <p:spPr>
            <a:xfrm>
              <a:off x="4013250" y="851375"/>
              <a:ext cx="16750" cy="19100"/>
            </a:xfrm>
            <a:custGeom>
              <a:rect b="b" l="l" r="r" t="t"/>
              <a:pathLst>
                <a:path extrusionOk="0" h="764" w="670">
                  <a:moveTo>
                    <a:pt x="366" y="0"/>
                  </a:moveTo>
                  <a:cubicBezTo>
                    <a:pt x="122" y="0"/>
                    <a:pt x="1" y="183"/>
                    <a:pt x="1" y="395"/>
                  </a:cubicBezTo>
                  <a:cubicBezTo>
                    <a:pt x="1" y="592"/>
                    <a:pt x="131" y="763"/>
                    <a:pt x="344" y="763"/>
                  </a:cubicBezTo>
                  <a:cubicBezTo>
                    <a:pt x="361" y="763"/>
                    <a:pt x="378" y="762"/>
                    <a:pt x="396" y="760"/>
                  </a:cubicBezTo>
                  <a:cubicBezTo>
                    <a:pt x="578" y="730"/>
                    <a:pt x="670" y="578"/>
                    <a:pt x="670" y="365"/>
                  </a:cubicBezTo>
                  <a:cubicBezTo>
                    <a:pt x="639" y="183"/>
                    <a:pt x="57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36"/>
            <p:cNvSpPr/>
            <p:nvPr/>
          </p:nvSpPr>
          <p:spPr>
            <a:xfrm>
              <a:off x="3719950" y="852800"/>
              <a:ext cx="15975" cy="16900"/>
            </a:xfrm>
            <a:custGeom>
              <a:rect b="b" l="l" r="r" t="t"/>
              <a:pathLst>
                <a:path extrusionOk="0" h="676" w="639">
                  <a:moveTo>
                    <a:pt x="281" y="0"/>
                  </a:moveTo>
                  <a:cubicBezTo>
                    <a:pt x="102" y="0"/>
                    <a:pt x="0" y="141"/>
                    <a:pt x="0" y="308"/>
                  </a:cubicBezTo>
                  <a:cubicBezTo>
                    <a:pt x="0" y="478"/>
                    <a:pt x="80" y="676"/>
                    <a:pt x="289" y="676"/>
                  </a:cubicBezTo>
                  <a:cubicBezTo>
                    <a:pt x="304" y="676"/>
                    <a:pt x="319" y="675"/>
                    <a:pt x="334" y="673"/>
                  </a:cubicBezTo>
                  <a:cubicBezTo>
                    <a:pt x="517" y="673"/>
                    <a:pt x="638" y="521"/>
                    <a:pt x="638" y="338"/>
                  </a:cubicBezTo>
                  <a:cubicBezTo>
                    <a:pt x="638" y="126"/>
                    <a:pt x="517" y="4"/>
                    <a:pt x="334" y="4"/>
                  </a:cubicBezTo>
                  <a:cubicBezTo>
                    <a:pt x="316" y="1"/>
                    <a:pt x="29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36"/>
            <p:cNvSpPr/>
            <p:nvPr/>
          </p:nvSpPr>
          <p:spPr>
            <a:xfrm>
              <a:off x="4552025" y="1032225"/>
              <a:ext cx="18250" cy="18350"/>
            </a:xfrm>
            <a:custGeom>
              <a:rect b="b" l="l" r="r" t="t"/>
              <a:pathLst>
                <a:path extrusionOk="0" h="734" w="730">
                  <a:moveTo>
                    <a:pt x="335" y="0"/>
                  </a:moveTo>
                  <a:cubicBezTo>
                    <a:pt x="122" y="61"/>
                    <a:pt x="0" y="152"/>
                    <a:pt x="31" y="365"/>
                  </a:cubicBezTo>
                  <a:cubicBezTo>
                    <a:pt x="59" y="562"/>
                    <a:pt x="165" y="733"/>
                    <a:pt x="374" y="733"/>
                  </a:cubicBezTo>
                  <a:cubicBezTo>
                    <a:pt x="391" y="733"/>
                    <a:pt x="408" y="732"/>
                    <a:pt x="426" y="730"/>
                  </a:cubicBezTo>
                  <a:cubicBezTo>
                    <a:pt x="608" y="699"/>
                    <a:pt x="730" y="547"/>
                    <a:pt x="730" y="365"/>
                  </a:cubicBezTo>
                  <a:cubicBezTo>
                    <a:pt x="700" y="12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36"/>
            <p:cNvSpPr/>
            <p:nvPr/>
          </p:nvSpPr>
          <p:spPr>
            <a:xfrm>
              <a:off x="4799000" y="852875"/>
              <a:ext cx="16725" cy="16750"/>
            </a:xfrm>
            <a:custGeom>
              <a:rect b="b" l="l" r="r" t="t"/>
              <a:pathLst>
                <a:path extrusionOk="0" h="670" w="669">
                  <a:moveTo>
                    <a:pt x="304" y="1"/>
                  </a:moveTo>
                  <a:cubicBezTo>
                    <a:pt x="91" y="31"/>
                    <a:pt x="0" y="153"/>
                    <a:pt x="30" y="335"/>
                  </a:cubicBezTo>
                  <a:cubicBezTo>
                    <a:pt x="30" y="548"/>
                    <a:pt x="152" y="639"/>
                    <a:pt x="395" y="670"/>
                  </a:cubicBezTo>
                  <a:cubicBezTo>
                    <a:pt x="517" y="609"/>
                    <a:pt x="669" y="518"/>
                    <a:pt x="638" y="305"/>
                  </a:cubicBezTo>
                  <a:cubicBezTo>
                    <a:pt x="638" y="123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36"/>
            <p:cNvSpPr/>
            <p:nvPr/>
          </p:nvSpPr>
          <p:spPr>
            <a:xfrm>
              <a:off x="4799000" y="972200"/>
              <a:ext cx="16725" cy="17500"/>
            </a:xfrm>
            <a:custGeom>
              <a:rect b="b" l="l" r="r" t="t"/>
              <a:pathLst>
                <a:path extrusionOk="0" h="700" w="669">
                  <a:moveTo>
                    <a:pt x="365" y="0"/>
                  </a:moveTo>
                  <a:cubicBezTo>
                    <a:pt x="152" y="0"/>
                    <a:pt x="30" y="122"/>
                    <a:pt x="30" y="334"/>
                  </a:cubicBezTo>
                  <a:cubicBezTo>
                    <a:pt x="0" y="517"/>
                    <a:pt x="122" y="669"/>
                    <a:pt x="365" y="699"/>
                  </a:cubicBezTo>
                  <a:cubicBezTo>
                    <a:pt x="517" y="669"/>
                    <a:pt x="669" y="578"/>
                    <a:pt x="669" y="365"/>
                  </a:cubicBezTo>
                  <a:cubicBezTo>
                    <a:pt x="669" y="182"/>
                    <a:pt x="578" y="3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36"/>
            <p:cNvSpPr/>
            <p:nvPr/>
          </p:nvSpPr>
          <p:spPr>
            <a:xfrm>
              <a:off x="4700950" y="9722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5" y="0"/>
                  </a:moveTo>
                  <a:cubicBezTo>
                    <a:pt x="123" y="30"/>
                    <a:pt x="31" y="152"/>
                    <a:pt x="31" y="334"/>
                  </a:cubicBezTo>
                  <a:cubicBezTo>
                    <a:pt x="1" y="547"/>
                    <a:pt x="123" y="669"/>
                    <a:pt x="305" y="699"/>
                  </a:cubicBezTo>
                  <a:cubicBezTo>
                    <a:pt x="518" y="699"/>
                    <a:pt x="609" y="547"/>
                    <a:pt x="609" y="365"/>
                  </a:cubicBezTo>
                  <a:cubicBezTo>
                    <a:pt x="609" y="182"/>
                    <a:pt x="518" y="3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36"/>
            <p:cNvSpPr/>
            <p:nvPr/>
          </p:nvSpPr>
          <p:spPr>
            <a:xfrm>
              <a:off x="4454750" y="910550"/>
              <a:ext cx="16000" cy="19875"/>
            </a:xfrm>
            <a:custGeom>
              <a:rect b="b" l="l" r="r" t="t"/>
              <a:pathLst>
                <a:path extrusionOk="0" h="795" w="640">
                  <a:moveTo>
                    <a:pt x="344" y="1"/>
                  </a:moveTo>
                  <a:cubicBezTo>
                    <a:pt x="135" y="1"/>
                    <a:pt x="29" y="174"/>
                    <a:pt x="1" y="399"/>
                  </a:cubicBezTo>
                  <a:cubicBezTo>
                    <a:pt x="1" y="612"/>
                    <a:pt x="122" y="794"/>
                    <a:pt x="366" y="794"/>
                  </a:cubicBezTo>
                  <a:cubicBezTo>
                    <a:pt x="578" y="764"/>
                    <a:pt x="639" y="612"/>
                    <a:pt x="639" y="338"/>
                  </a:cubicBezTo>
                  <a:cubicBezTo>
                    <a:pt x="609" y="247"/>
                    <a:pt x="609" y="34"/>
                    <a:pt x="396" y="4"/>
                  </a:cubicBezTo>
                  <a:cubicBezTo>
                    <a:pt x="378" y="2"/>
                    <a:pt x="361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36"/>
            <p:cNvSpPr/>
            <p:nvPr/>
          </p:nvSpPr>
          <p:spPr>
            <a:xfrm>
              <a:off x="4454000" y="792100"/>
              <a:ext cx="19775" cy="16750"/>
            </a:xfrm>
            <a:custGeom>
              <a:rect b="b" l="l" r="r" t="t"/>
              <a:pathLst>
                <a:path extrusionOk="0" h="670" w="791">
                  <a:moveTo>
                    <a:pt x="152" y="0"/>
                  </a:moveTo>
                  <a:cubicBezTo>
                    <a:pt x="0" y="608"/>
                    <a:pt x="31" y="669"/>
                    <a:pt x="608" y="669"/>
                  </a:cubicBezTo>
                  <a:cubicBezTo>
                    <a:pt x="730" y="426"/>
                    <a:pt x="791" y="213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36"/>
            <p:cNvSpPr/>
            <p:nvPr/>
          </p:nvSpPr>
          <p:spPr>
            <a:xfrm>
              <a:off x="3621150" y="9722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365" y="0"/>
                  </a:moveTo>
                  <a:cubicBezTo>
                    <a:pt x="153" y="0"/>
                    <a:pt x="61" y="122"/>
                    <a:pt x="31" y="334"/>
                  </a:cubicBezTo>
                  <a:cubicBezTo>
                    <a:pt x="1" y="517"/>
                    <a:pt x="122" y="669"/>
                    <a:pt x="305" y="699"/>
                  </a:cubicBezTo>
                  <a:cubicBezTo>
                    <a:pt x="517" y="699"/>
                    <a:pt x="609" y="547"/>
                    <a:pt x="639" y="365"/>
                  </a:cubicBezTo>
                  <a:cubicBezTo>
                    <a:pt x="609" y="18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36"/>
            <p:cNvSpPr/>
            <p:nvPr/>
          </p:nvSpPr>
          <p:spPr>
            <a:xfrm>
              <a:off x="3818725" y="9721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78" y="1"/>
                  </a:moveTo>
                  <a:cubicBezTo>
                    <a:pt x="53" y="1"/>
                    <a:pt x="1" y="172"/>
                    <a:pt x="1" y="369"/>
                  </a:cubicBezTo>
                  <a:cubicBezTo>
                    <a:pt x="1" y="582"/>
                    <a:pt x="92" y="703"/>
                    <a:pt x="305" y="703"/>
                  </a:cubicBezTo>
                  <a:cubicBezTo>
                    <a:pt x="517" y="703"/>
                    <a:pt x="608" y="551"/>
                    <a:pt x="608" y="278"/>
                  </a:cubicBezTo>
                  <a:cubicBezTo>
                    <a:pt x="578" y="186"/>
                    <a:pt x="548" y="4"/>
                    <a:pt x="335" y="4"/>
                  </a:cubicBezTo>
                  <a:cubicBezTo>
                    <a:pt x="315" y="2"/>
                    <a:pt x="296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36"/>
            <p:cNvSpPr/>
            <p:nvPr/>
          </p:nvSpPr>
          <p:spPr>
            <a:xfrm>
              <a:off x="4701725" y="852125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304" y="1"/>
                  </a:moveTo>
                  <a:cubicBezTo>
                    <a:pt x="92" y="31"/>
                    <a:pt x="0" y="122"/>
                    <a:pt x="0" y="335"/>
                  </a:cubicBezTo>
                  <a:cubicBezTo>
                    <a:pt x="0" y="548"/>
                    <a:pt x="92" y="700"/>
                    <a:pt x="274" y="700"/>
                  </a:cubicBezTo>
                  <a:cubicBezTo>
                    <a:pt x="290" y="702"/>
                    <a:pt x="305" y="703"/>
                    <a:pt x="319" y="703"/>
                  </a:cubicBezTo>
                  <a:cubicBezTo>
                    <a:pt x="500" y="703"/>
                    <a:pt x="578" y="534"/>
                    <a:pt x="578" y="365"/>
                  </a:cubicBezTo>
                  <a:cubicBezTo>
                    <a:pt x="608" y="15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36"/>
            <p:cNvSpPr/>
            <p:nvPr/>
          </p:nvSpPr>
          <p:spPr>
            <a:xfrm>
              <a:off x="3817975" y="852000"/>
              <a:ext cx="16725" cy="18400"/>
            </a:xfrm>
            <a:custGeom>
              <a:rect b="b" l="l" r="r" t="t"/>
              <a:pathLst>
                <a:path extrusionOk="0" h="736" w="669">
                  <a:moveTo>
                    <a:pt x="336" y="1"/>
                  </a:moveTo>
                  <a:cubicBezTo>
                    <a:pt x="316" y="1"/>
                    <a:pt x="295" y="2"/>
                    <a:pt x="274" y="6"/>
                  </a:cubicBezTo>
                  <a:cubicBezTo>
                    <a:pt x="61" y="36"/>
                    <a:pt x="0" y="188"/>
                    <a:pt x="31" y="370"/>
                  </a:cubicBezTo>
                  <a:cubicBezTo>
                    <a:pt x="31" y="583"/>
                    <a:pt x="122" y="735"/>
                    <a:pt x="335" y="735"/>
                  </a:cubicBezTo>
                  <a:cubicBezTo>
                    <a:pt x="608" y="705"/>
                    <a:pt x="669" y="522"/>
                    <a:pt x="638" y="310"/>
                  </a:cubicBezTo>
                  <a:cubicBezTo>
                    <a:pt x="611" y="118"/>
                    <a:pt x="510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36"/>
            <p:cNvSpPr/>
            <p:nvPr/>
          </p:nvSpPr>
          <p:spPr>
            <a:xfrm>
              <a:off x="4552775" y="672800"/>
              <a:ext cx="16750" cy="15600"/>
            </a:xfrm>
            <a:custGeom>
              <a:rect b="b" l="l" r="r" t="t"/>
              <a:pathLst>
                <a:path extrusionOk="0" h="624" w="670">
                  <a:moveTo>
                    <a:pt x="366" y="0"/>
                  </a:moveTo>
                  <a:cubicBezTo>
                    <a:pt x="153" y="0"/>
                    <a:pt x="31" y="122"/>
                    <a:pt x="31" y="335"/>
                  </a:cubicBezTo>
                  <a:cubicBezTo>
                    <a:pt x="1" y="487"/>
                    <a:pt x="153" y="608"/>
                    <a:pt x="274" y="608"/>
                  </a:cubicBezTo>
                  <a:cubicBezTo>
                    <a:pt x="312" y="619"/>
                    <a:pt x="348" y="624"/>
                    <a:pt x="381" y="624"/>
                  </a:cubicBezTo>
                  <a:cubicBezTo>
                    <a:pt x="537" y="624"/>
                    <a:pt x="645" y="515"/>
                    <a:pt x="670" y="365"/>
                  </a:cubicBezTo>
                  <a:cubicBezTo>
                    <a:pt x="670" y="152"/>
                    <a:pt x="548" y="3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36"/>
            <p:cNvSpPr/>
            <p:nvPr/>
          </p:nvSpPr>
          <p:spPr>
            <a:xfrm>
              <a:off x="4258700" y="672675"/>
              <a:ext cx="16750" cy="16100"/>
            </a:xfrm>
            <a:custGeom>
              <a:rect b="b" l="l" r="r" t="t"/>
              <a:pathLst>
                <a:path extrusionOk="0" h="644" w="670">
                  <a:moveTo>
                    <a:pt x="363" y="1"/>
                  </a:moveTo>
                  <a:cubicBezTo>
                    <a:pt x="189" y="1"/>
                    <a:pt x="82" y="115"/>
                    <a:pt x="1" y="279"/>
                  </a:cubicBezTo>
                  <a:cubicBezTo>
                    <a:pt x="31" y="461"/>
                    <a:pt x="122" y="613"/>
                    <a:pt x="335" y="644"/>
                  </a:cubicBezTo>
                  <a:cubicBezTo>
                    <a:pt x="517" y="644"/>
                    <a:pt x="639" y="522"/>
                    <a:pt x="669" y="309"/>
                  </a:cubicBezTo>
                  <a:cubicBezTo>
                    <a:pt x="669" y="157"/>
                    <a:pt x="548" y="36"/>
                    <a:pt x="426" y="5"/>
                  </a:cubicBezTo>
                  <a:cubicBezTo>
                    <a:pt x="404" y="2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36"/>
            <p:cNvSpPr/>
            <p:nvPr/>
          </p:nvSpPr>
          <p:spPr>
            <a:xfrm>
              <a:off x="4308100" y="1212975"/>
              <a:ext cx="16750" cy="16850"/>
            </a:xfrm>
            <a:custGeom>
              <a:rect b="b" l="l" r="r" t="t"/>
              <a:pathLst>
                <a:path extrusionOk="0" h="674" w="670">
                  <a:moveTo>
                    <a:pt x="312" y="1"/>
                  </a:moveTo>
                  <a:cubicBezTo>
                    <a:pt x="132" y="1"/>
                    <a:pt x="31" y="142"/>
                    <a:pt x="31" y="308"/>
                  </a:cubicBezTo>
                  <a:cubicBezTo>
                    <a:pt x="0" y="491"/>
                    <a:pt x="92" y="612"/>
                    <a:pt x="304" y="673"/>
                  </a:cubicBezTo>
                  <a:cubicBezTo>
                    <a:pt x="487" y="643"/>
                    <a:pt x="608" y="552"/>
                    <a:pt x="639" y="339"/>
                  </a:cubicBezTo>
                  <a:cubicBezTo>
                    <a:pt x="669" y="156"/>
                    <a:pt x="548" y="4"/>
                    <a:pt x="365" y="4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36"/>
            <p:cNvSpPr/>
            <p:nvPr/>
          </p:nvSpPr>
          <p:spPr>
            <a:xfrm>
              <a:off x="3916000" y="12123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122" y="30"/>
                    <a:pt x="31" y="152"/>
                    <a:pt x="0" y="334"/>
                  </a:cubicBezTo>
                  <a:cubicBezTo>
                    <a:pt x="0" y="517"/>
                    <a:pt x="122" y="669"/>
                    <a:pt x="304" y="699"/>
                  </a:cubicBezTo>
                  <a:cubicBezTo>
                    <a:pt x="517" y="699"/>
                    <a:pt x="608" y="547"/>
                    <a:pt x="608" y="365"/>
                  </a:cubicBezTo>
                  <a:cubicBezTo>
                    <a:pt x="608" y="182"/>
                    <a:pt x="54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36"/>
            <p:cNvSpPr/>
            <p:nvPr/>
          </p:nvSpPr>
          <p:spPr>
            <a:xfrm>
              <a:off x="4602175" y="1212950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03" y="1"/>
                  </a:moveTo>
                  <a:cubicBezTo>
                    <a:pt x="129" y="1"/>
                    <a:pt x="28" y="118"/>
                    <a:pt x="1" y="309"/>
                  </a:cubicBezTo>
                  <a:cubicBezTo>
                    <a:pt x="1" y="492"/>
                    <a:pt x="122" y="613"/>
                    <a:pt x="304" y="674"/>
                  </a:cubicBezTo>
                  <a:cubicBezTo>
                    <a:pt x="517" y="644"/>
                    <a:pt x="639" y="553"/>
                    <a:pt x="639" y="340"/>
                  </a:cubicBezTo>
                  <a:cubicBezTo>
                    <a:pt x="669" y="157"/>
                    <a:pt x="548" y="5"/>
                    <a:pt x="365" y="5"/>
                  </a:cubicBezTo>
                  <a:cubicBezTo>
                    <a:pt x="344" y="2"/>
                    <a:pt x="323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36"/>
            <p:cNvSpPr/>
            <p:nvPr/>
          </p:nvSpPr>
          <p:spPr>
            <a:xfrm>
              <a:off x="4504150" y="732825"/>
              <a:ext cx="15975" cy="16075"/>
            </a:xfrm>
            <a:custGeom>
              <a:rect b="b" l="l" r="r" t="t"/>
              <a:pathLst>
                <a:path extrusionOk="0" h="643" w="639">
                  <a:moveTo>
                    <a:pt x="335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31" y="487"/>
                    <a:pt x="122" y="639"/>
                    <a:pt x="335" y="639"/>
                  </a:cubicBezTo>
                  <a:cubicBezTo>
                    <a:pt x="351" y="641"/>
                    <a:pt x="366" y="642"/>
                    <a:pt x="380" y="642"/>
                  </a:cubicBezTo>
                  <a:cubicBezTo>
                    <a:pt x="556" y="642"/>
                    <a:pt x="611" y="473"/>
                    <a:pt x="639" y="304"/>
                  </a:cubicBezTo>
                  <a:cubicBezTo>
                    <a:pt x="608" y="152"/>
                    <a:pt x="54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36"/>
            <p:cNvSpPr/>
            <p:nvPr/>
          </p:nvSpPr>
          <p:spPr>
            <a:xfrm>
              <a:off x="4455525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343" y="0"/>
                  </a:moveTo>
                  <a:cubicBezTo>
                    <a:pt x="331" y="0"/>
                    <a:pt x="318" y="2"/>
                    <a:pt x="304" y="4"/>
                  </a:cubicBezTo>
                  <a:cubicBezTo>
                    <a:pt x="91" y="4"/>
                    <a:pt x="0" y="156"/>
                    <a:pt x="0" y="369"/>
                  </a:cubicBezTo>
                  <a:cubicBezTo>
                    <a:pt x="0" y="551"/>
                    <a:pt x="122" y="673"/>
                    <a:pt x="304" y="703"/>
                  </a:cubicBezTo>
                  <a:cubicBezTo>
                    <a:pt x="517" y="673"/>
                    <a:pt x="608" y="521"/>
                    <a:pt x="608" y="338"/>
                  </a:cubicBezTo>
                  <a:cubicBezTo>
                    <a:pt x="580" y="169"/>
                    <a:pt x="500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36"/>
            <p:cNvSpPr/>
            <p:nvPr/>
          </p:nvSpPr>
          <p:spPr>
            <a:xfrm>
              <a:off x="4258700" y="1152275"/>
              <a:ext cx="16750" cy="16875"/>
            </a:xfrm>
            <a:custGeom>
              <a:rect b="b" l="l" r="r" t="t"/>
              <a:pathLst>
                <a:path extrusionOk="0" h="675" w="670">
                  <a:moveTo>
                    <a:pt x="335" y="1"/>
                  </a:moveTo>
                  <a:cubicBezTo>
                    <a:pt x="153" y="1"/>
                    <a:pt x="61" y="122"/>
                    <a:pt x="31" y="244"/>
                  </a:cubicBezTo>
                  <a:cubicBezTo>
                    <a:pt x="1" y="487"/>
                    <a:pt x="92" y="639"/>
                    <a:pt x="335" y="670"/>
                  </a:cubicBezTo>
                  <a:cubicBezTo>
                    <a:pt x="354" y="673"/>
                    <a:pt x="372" y="674"/>
                    <a:pt x="389" y="674"/>
                  </a:cubicBezTo>
                  <a:cubicBezTo>
                    <a:pt x="536" y="674"/>
                    <a:pt x="615" y="560"/>
                    <a:pt x="669" y="396"/>
                  </a:cubicBezTo>
                  <a:cubicBezTo>
                    <a:pt x="639" y="183"/>
                    <a:pt x="57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36"/>
            <p:cNvSpPr/>
            <p:nvPr/>
          </p:nvSpPr>
          <p:spPr>
            <a:xfrm>
              <a:off x="4160675" y="1152175"/>
              <a:ext cx="15975" cy="17600"/>
            </a:xfrm>
            <a:custGeom>
              <a:rect b="b" l="l" r="r" t="t"/>
              <a:pathLst>
                <a:path extrusionOk="0" h="704" w="639">
                  <a:moveTo>
                    <a:pt x="312" y="1"/>
                  </a:moveTo>
                  <a:cubicBezTo>
                    <a:pt x="132" y="1"/>
                    <a:pt x="31" y="142"/>
                    <a:pt x="31" y="309"/>
                  </a:cubicBezTo>
                  <a:cubicBezTo>
                    <a:pt x="1" y="522"/>
                    <a:pt x="122" y="643"/>
                    <a:pt x="305" y="704"/>
                  </a:cubicBezTo>
                  <a:cubicBezTo>
                    <a:pt x="517" y="704"/>
                    <a:pt x="609" y="552"/>
                    <a:pt x="639" y="370"/>
                  </a:cubicBezTo>
                  <a:cubicBezTo>
                    <a:pt x="639" y="187"/>
                    <a:pt x="578" y="5"/>
                    <a:pt x="365" y="5"/>
                  </a:cubicBezTo>
                  <a:cubicBezTo>
                    <a:pt x="347" y="2"/>
                    <a:pt x="329" y="1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36"/>
            <p:cNvSpPr/>
            <p:nvPr/>
          </p:nvSpPr>
          <p:spPr>
            <a:xfrm>
              <a:off x="4062650" y="1151525"/>
              <a:ext cx="16750" cy="18400"/>
            </a:xfrm>
            <a:custGeom>
              <a:rect b="b" l="l" r="r" t="t"/>
              <a:pathLst>
                <a:path extrusionOk="0" h="736" w="670">
                  <a:moveTo>
                    <a:pt x="335" y="0"/>
                  </a:moveTo>
                  <a:cubicBezTo>
                    <a:pt x="153" y="31"/>
                    <a:pt x="61" y="152"/>
                    <a:pt x="31" y="335"/>
                  </a:cubicBezTo>
                  <a:cubicBezTo>
                    <a:pt x="1" y="517"/>
                    <a:pt x="61" y="700"/>
                    <a:pt x="274" y="730"/>
                  </a:cubicBezTo>
                  <a:cubicBezTo>
                    <a:pt x="297" y="734"/>
                    <a:pt x="319" y="736"/>
                    <a:pt x="341" y="736"/>
                  </a:cubicBezTo>
                  <a:cubicBezTo>
                    <a:pt x="493" y="736"/>
                    <a:pt x="612" y="643"/>
                    <a:pt x="639" y="456"/>
                  </a:cubicBezTo>
                  <a:cubicBezTo>
                    <a:pt x="669" y="244"/>
                    <a:pt x="608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36"/>
            <p:cNvSpPr/>
            <p:nvPr/>
          </p:nvSpPr>
          <p:spPr>
            <a:xfrm>
              <a:off x="3964625" y="1152200"/>
              <a:ext cx="16750" cy="17575"/>
            </a:xfrm>
            <a:custGeom>
              <a:rect b="b" l="l" r="r" t="t"/>
              <a:pathLst>
                <a:path extrusionOk="0" h="703" w="670">
                  <a:moveTo>
                    <a:pt x="356" y="1"/>
                  </a:moveTo>
                  <a:cubicBezTo>
                    <a:pt x="340" y="1"/>
                    <a:pt x="322" y="2"/>
                    <a:pt x="304" y="4"/>
                  </a:cubicBezTo>
                  <a:cubicBezTo>
                    <a:pt x="122" y="4"/>
                    <a:pt x="1" y="156"/>
                    <a:pt x="1" y="338"/>
                  </a:cubicBezTo>
                  <a:cubicBezTo>
                    <a:pt x="1" y="551"/>
                    <a:pt x="122" y="673"/>
                    <a:pt x="304" y="703"/>
                  </a:cubicBezTo>
                  <a:cubicBezTo>
                    <a:pt x="517" y="673"/>
                    <a:pt x="639" y="581"/>
                    <a:pt x="669" y="369"/>
                  </a:cubicBezTo>
                  <a:cubicBezTo>
                    <a:pt x="669" y="172"/>
                    <a:pt x="565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36"/>
            <p:cNvSpPr/>
            <p:nvPr/>
          </p:nvSpPr>
          <p:spPr>
            <a:xfrm>
              <a:off x="3671300" y="1152200"/>
              <a:ext cx="15225" cy="16825"/>
            </a:xfrm>
            <a:custGeom>
              <a:rect b="b" l="l" r="r" t="t"/>
              <a:pathLst>
                <a:path extrusionOk="0" h="673" w="609">
                  <a:moveTo>
                    <a:pt x="325" y="0"/>
                  </a:moveTo>
                  <a:cubicBezTo>
                    <a:pt x="309" y="0"/>
                    <a:pt x="292" y="2"/>
                    <a:pt x="274" y="4"/>
                  </a:cubicBezTo>
                  <a:cubicBezTo>
                    <a:pt x="62" y="34"/>
                    <a:pt x="1" y="217"/>
                    <a:pt x="31" y="399"/>
                  </a:cubicBezTo>
                  <a:cubicBezTo>
                    <a:pt x="31" y="521"/>
                    <a:pt x="92" y="673"/>
                    <a:pt x="274" y="673"/>
                  </a:cubicBezTo>
                  <a:cubicBezTo>
                    <a:pt x="518" y="673"/>
                    <a:pt x="578" y="521"/>
                    <a:pt x="609" y="338"/>
                  </a:cubicBezTo>
                  <a:cubicBezTo>
                    <a:pt x="552" y="169"/>
                    <a:pt x="522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36"/>
            <p:cNvSpPr/>
            <p:nvPr/>
          </p:nvSpPr>
          <p:spPr>
            <a:xfrm>
              <a:off x="3770100" y="1151525"/>
              <a:ext cx="14450" cy="17500"/>
            </a:xfrm>
            <a:custGeom>
              <a:rect b="b" l="l" r="r" t="t"/>
              <a:pathLst>
                <a:path extrusionOk="0" h="700" w="578">
                  <a:moveTo>
                    <a:pt x="274" y="0"/>
                  </a:moveTo>
                  <a:cubicBezTo>
                    <a:pt x="91" y="0"/>
                    <a:pt x="0" y="183"/>
                    <a:pt x="0" y="365"/>
                  </a:cubicBezTo>
                  <a:cubicBezTo>
                    <a:pt x="0" y="548"/>
                    <a:pt x="91" y="700"/>
                    <a:pt x="274" y="700"/>
                  </a:cubicBezTo>
                  <a:cubicBezTo>
                    <a:pt x="487" y="700"/>
                    <a:pt x="578" y="548"/>
                    <a:pt x="578" y="304"/>
                  </a:cubicBezTo>
                  <a:cubicBezTo>
                    <a:pt x="547" y="183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36"/>
            <p:cNvSpPr/>
            <p:nvPr/>
          </p:nvSpPr>
          <p:spPr>
            <a:xfrm>
              <a:off x="3621925" y="1091500"/>
              <a:ext cx="15975" cy="17500"/>
            </a:xfrm>
            <a:custGeom>
              <a:rect b="b" l="l" r="r" t="t"/>
              <a:pathLst>
                <a:path extrusionOk="0" h="700" w="639">
                  <a:moveTo>
                    <a:pt x="274" y="0"/>
                  </a:moveTo>
                  <a:cubicBezTo>
                    <a:pt x="91" y="31"/>
                    <a:pt x="0" y="183"/>
                    <a:pt x="0" y="365"/>
                  </a:cubicBezTo>
                  <a:cubicBezTo>
                    <a:pt x="0" y="578"/>
                    <a:pt x="122" y="699"/>
                    <a:pt x="304" y="699"/>
                  </a:cubicBezTo>
                  <a:cubicBezTo>
                    <a:pt x="547" y="669"/>
                    <a:pt x="638" y="547"/>
                    <a:pt x="608" y="335"/>
                  </a:cubicBezTo>
                  <a:cubicBezTo>
                    <a:pt x="608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36"/>
            <p:cNvSpPr/>
            <p:nvPr/>
          </p:nvSpPr>
          <p:spPr>
            <a:xfrm>
              <a:off x="3719950" y="1091500"/>
              <a:ext cx="15975" cy="16850"/>
            </a:xfrm>
            <a:custGeom>
              <a:rect b="b" l="l" r="r" t="t"/>
              <a:pathLst>
                <a:path extrusionOk="0" h="674" w="639">
                  <a:moveTo>
                    <a:pt x="304" y="0"/>
                  </a:moveTo>
                  <a:cubicBezTo>
                    <a:pt x="152" y="31"/>
                    <a:pt x="31" y="152"/>
                    <a:pt x="31" y="335"/>
                  </a:cubicBezTo>
                  <a:cubicBezTo>
                    <a:pt x="0" y="547"/>
                    <a:pt x="91" y="669"/>
                    <a:pt x="304" y="669"/>
                  </a:cubicBezTo>
                  <a:cubicBezTo>
                    <a:pt x="326" y="672"/>
                    <a:pt x="347" y="674"/>
                    <a:pt x="366" y="674"/>
                  </a:cubicBezTo>
                  <a:cubicBezTo>
                    <a:pt x="540" y="674"/>
                    <a:pt x="638" y="556"/>
                    <a:pt x="638" y="365"/>
                  </a:cubicBezTo>
                  <a:cubicBezTo>
                    <a:pt x="638" y="183"/>
                    <a:pt x="547" y="6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36"/>
            <p:cNvSpPr/>
            <p:nvPr/>
          </p:nvSpPr>
          <p:spPr>
            <a:xfrm>
              <a:off x="4406125" y="1091400"/>
              <a:ext cx="16750" cy="17725"/>
            </a:xfrm>
            <a:custGeom>
              <a:rect b="b" l="l" r="r" t="t"/>
              <a:pathLst>
                <a:path extrusionOk="0" h="709" w="670">
                  <a:moveTo>
                    <a:pt x="333" y="0"/>
                  </a:moveTo>
                  <a:cubicBezTo>
                    <a:pt x="315" y="0"/>
                    <a:pt x="295" y="2"/>
                    <a:pt x="274" y="4"/>
                  </a:cubicBezTo>
                  <a:cubicBezTo>
                    <a:pt x="61" y="35"/>
                    <a:pt x="0" y="217"/>
                    <a:pt x="0" y="399"/>
                  </a:cubicBezTo>
                  <a:cubicBezTo>
                    <a:pt x="27" y="613"/>
                    <a:pt x="124" y="709"/>
                    <a:pt x="311" y="709"/>
                  </a:cubicBezTo>
                  <a:cubicBezTo>
                    <a:pt x="338" y="709"/>
                    <a:pt x="366" y="707"/>
                    <a:pt x="396" y="703"/>
                  </a:cubicBezTo>
                  <a:cubicBezTo>
                    <a:pt x="608" y="703"/>
                    <a:pt x="639" y="521"/>
                    <a:pt x="669" y="339"/>
                  </a:cubicBezTo>
                  <a:cubicBezTo>
                    <a:pt x="614" y="144"/>
                    <a:pt x="53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36"/>
            <p:cNvSpPr/>
            <p:nvPr/>
          </p:nvSpPr>
          <p:spPr>
            <a:xfrm>
              <a:off x="3671300" y="792000"/>
              <a:ext cx="15225" cy="17600"/>
            </a:xfrm>
            <a:custGeom>
              <a:rect b="b" l="l" r="r" t="t"/>
              <a:pathLst>
                <a:path extrusionOk="0" h="704" w="609">
                  <a:moveTo>
                    <a:pt x="290" y="1"/>
                  </a:moveTo>
                  <a:cubicBezTo>
                    <a:pt x="109" y="1"/>
                    <a:pt x="31" y="170"/>
                    <a:pt x="31" y="339"/>
                  </a:cubicBezTo>
                  <a:cubicBezTo>
                    <a:pt x="1" y="521"/>
                    <a:pt x="62" y="673"/>
                    <a:pt x="305" y="703"/>
                  </a:cubicBezTo>
                  <a:cubicBezTo>
                    <a:pt x="487" y="703"/>
                    <a:pt x="609" y="551"/>
                    <a:pt x="609" y="369"/>
                  </a:cubicBezTo>
                  <a:cubicBezTo>
                    <a:pt x="609" y="187"/>
                    <a:pt x="518" y="35"/>
                    <a:pt x="335" y="4"/>
                  </a:cubicBezTo>
                  <a:cubicBezTo>
                    <a:pt x="319" y="2"/>
                    <a:pt x="304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36"/>
            <p:cNvSpPr/>
            <p:nvPr/>
          </p:nvSpPr>
          <p:spPr>
            <a:xfrm>
              <a:off x="4454750" y="1032150"/>
              <a:ext cx="16000" cy="20900"/>
            </a:xfrm>
            <a:custGeom>
              <a:rect b="b" l="l" r="r" t="t"/>
              <a:pathLst>
                <a:path extrusionOk="0" h="836" w="640">
                  <a:moveTo>
                    <a:pt x="356" y="0"/>
                  </a:moveTo>
                  <a:cubicBezTo>
                    <a:pt x="340" y="0"/>
                    <a:pt x="323" y="1"/>
                    <a:pt x="305" y="3"/>
                  </a:cubicBezTo>
                  <a:cubicBezTo>
                    <a:pt x="31" y="34"/>
                    <a:pt x="1" y="216"/>
                    <a:pt x="31" y="429"/>
                  </a:cubicBezTo>
                  <a:cubicBezTo>
                    <a:pt x="31" y="520"/>
                    <a:pt x="62" y="581"/>
                    <a:pt x="92" y="672"/>
                  </a:cubicBezTo>
                  <a:cubicBezTo>
                    <a:pt x="165" y="789"/>
                    <a:pt x="238" y="836"/>
                    <a:pt x="315" y="836"/>
                  </a:cubicBezTo>
                  <a:cubicBezTo>
                    <a:pt x="397" y="836"/>
                    <a:pt x="484" y="781"/>
                    <a:pt x="578" y="702"/>
                  </a:cubicBezTo>
                  <a:cubicBezTo>
                    <a:pt x="609" y="581"/>
                    <a:pt x="639" y="490"/>
                    <a:pt x="639" y="368"/>
                  </a:cubicBezTo>
                  <a:cubicBezTo>
                    <a:pt x="639" y="171"/>
                    <a:pt x="5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36"/>
            <p:cNvSpPr/>
            <p:nvPr/>
          </p:nvSpPr>
          <p:spPr>
            <a:xfrm>
              <a:off x="4848375" y="1032875"/>
              <a:ext cx="15225" cy="15450"/>
            </a:xfrm>
            <a:custGeom>
              <a:rect b="b" l="l" r="r" t="t"/>
              <a:pathLst>
                <a:path extrusionOk="0" h="618" w="609">
                  <a:moveTo>
                    <a:pt x="306" y="0"/>
                  </a:moveTo>
                  <a:cubicBezTo>
                    <a:pt x="286" y="0"/>
                    <a:pt x="266" y="2"/>
                    <a:pt x="244" y="5"/>
                  </a:cubicBezTo>
                  <a:cubicBezTo>
                    <a:pt x="122" y="35"/>
                    <a:pt x="1" y="157"/>
                    <a:pt x="31" y="339"/>
                  </a:cubicBezTo>
                  <a:cubicBezTo>
                    <a:pt x="31" y="503"/>
                    <a:pt x="153" y="617"/>
                    <a:pt x="310" y="617"/>
                  </a:cubicBezTo>
                  <a:cubicBezTo>
                    <a:pt x="328" y="617"/>
                    <a:pt x="347" y="616"/>
                    <a:pt x="365" y="613"/>
                  </a:cubicBezTo>
                  <a:cubicBezTo>
                    <a:pt x="517" y="582"/>
                    <a:pt x="609" y="461"/>
                    <a:pt x="609" y="309"/>
                  </a:cubicBezTo>
                  <a:cubicBezTo>
                    <a:pt x="581" y="118"/>
                    <a:pt x="481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36"/>
            <p:cNvSpPr/>
            <p:nvPr/>
          </p:nvSpPr>
          <p:spPr>
            <a:xfrm>
              <a:off x="4750350" y="1032875"/>
              <a:ext cx="15225" cy="16850"/>
            </a:xfrm>
            <a:custGeom>
              <a:rect b="b" l="l" r="r" t="t"/>
              <a:pathLst>
                <a:path extrusionOk="0" h="674" w="609">
                  <a:moveTo>
                    <a:pt x="333" y="0"/>
                  </a:moveTo>
                  <a:cubicBezTo>
                    <a:pt x="159" y="0"/>
                    <a:pt x="58" y="115"/>
                    <a:pt x="31" y="278"/>
                  </a:cubicBezTo>
                  <a:cubicBezTo>
                    <a:pt x="1" y="461"/>
                    <a:pt x="92" y="613"/>
                    <a:pt x="305" y="673"/>
                  </a:cubicBezTo>
                  <a:cubicBezTo>
                    <a:pt x="487" y="643"/>
                    <a:pt x="578" y="521"/>
                    <a:pt x="578" y="339"/>
                  </a:cubicBezTo>
                  <a:cubicBezTo>
                    <a:pt x="609" y="187"/>
                    <a:pt x="548" y="35"/>
                    <a:pt x="396" y="5"/>
                  </a:cubicBezTo>
                  <a:cubicBezTo>
                    <a:pt x="374" y="2"/>
                    <a:pt x="35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36"/>
            <p:cNvSpPr/>
            <p:nvPr/>
          </p:nvSpPr>
          <p:spPr>
            <a:xfrm>
              <a:off x="3770100" y="1032225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304" y="0"/>
                  </a:moveTo>
                  <a:cubicBezTo>
                    <a:pt x="61" y="0"/>
                    <a:pt x="0" y="122"/>
                    <a:pt x="0" y="335"/>
                  </a:cubicBezTo>
                  <a:cubicBezTo>
                    <a:pt x="0" y="517"/>
                    <a:pt x="31" y="699"/>
                    <a:pt x="274" y="699"/>
                  </a:cubicBezTo>
                  <a:cubicBezTo>
                    <a:pt x="456" y="699"/>
                    <a:pt x="578" y="547"/>
                    <a:pt x="578" y="365"/>
                  </a:cubicBezTo>
                  <a:cubicBezTo>
                    <a:pt x="608" y="152"/>
                    <a:pt x="487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36"/>
            <p:cNvSpPr/>
            <p:nvPr/>
          </p:nvSpPr>
          <p:spPr>
            <a:xfrm>
              <a:off x="4358250" y="1152200"/>
              <a:ext cx="15225" cy="17575"/>
            </a:xfrm>
            <a:custGeom>
              <a:rect b="b" l="l" r="r" t="t"/>
              <a:pathLst>
                <a:path extrusionOk="0" h="703" w="609">
                  <a:moveTo>
                    <a:pt x="259" y="0"/>
                  </a:moveTo>
                  <a:cubicBezTo>
                    <a:pt x="83" y="0"/>
                    <a:pt x="29" y="167"/>
                    <a:pt x="1" y="308"/>
                  </a:cubicBezTo>
                  <a:cubicBezTo>
                    <a:pt x="1" y="521"/>
                    <a:pt x="61" y="673"/>
                    <a:pt x="274" y="703"/>
                  </a:cubicBezTo>
                  <a:cubicBezTo>
                    <a:pt x="456" y="673"/>
                    <a:pt x="608" y="581"/>
                    <a:pt x="608" y="369"/>
                  </a:cubicBezTo>
                  <a:cubicBezTo>
                    <a:pt x="608" y="186"/>
                    <a:pt x="517" y="34"/>
                    <a:pt x="304" y="4"/>
                  </a:cubicBezTo>
                  <a:cubicBezTo>
                    <a:pt x="289" y="2"/>
                    <a:pt x="274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36"/>
            <p:cNvSpPr/>
            <p:nvPr/>
          </p:nvSpPr>
          <p:spPr>
            <a:xfrm>
              <a:off x="4504150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04" y="0"/>
                  </a:moveTo>
                  <a:cubicBezTo>
                    <a:pt x="152" y="0"/>
                    <a:pt x="31" y="92"/>
                    <a:pt x="31" y="244"/>
                  </a:cubicBezTo>
                  <a:cubicBezTo>
                    <a:pt x="0" y="456"/>
                    <a:pt x="92" y="608"/>
                    <a:pt x="274" y="639"/>
                  </a:cubicBezTo>
                  <a:cubicBezTo>
                    <a:pt x="292" y="641"/>
                    <a:pt x="310" y="643"/>
                    <a:pt x="327" y="643"/>
                  </a:cubicBezTo>
                  <a:cubicBezTo>
                    <a:pt x="502" y="643"/>
                    <a:pt x="581" y="501"/>
                    <a:pt x="608" y="335"/>
                  </a:cubicBezTo>
                  <a:cubicBezTo>
                    <a:pt x="608" y="122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36"/>
            <p:cNvSpPr/>
            <p:nvPr/>
          </p:nvSpPr>
          <p:spPr>
            <a:xfrm>
              <a:off x="3621925" y="1212325"/>
              <a:ext cx="14450" cy="16725"/>
            </a:xfrm>
            <a:custGeom>
              <a:rect b="b" l="l" r="r" t="t"/>
              <a:pathLst>
                <a:path extrusionOk="0" h="669" w="578">
                  <a:moveTo>
                    <a:pt x="304" y="0"/>
                  </a:moveTo>
                  <a:cubicBezTo>
                    <a:pt x="122" y="30"/>
                    <a:pt x="0" y="152"/>
                    <a:pt x="0" y="334"/>
                  </a:cubicBezTo>
                  <a:cubicBezTo>
                    <a:pt x="30" y="547"/>
                    <a:pt x="122" y="669"/>
                    <a:pt x="334" y="669"/>
                  </a:cubicBezTo>
                  <a:cubicBezTo>
                    <a:pt x="486" y="669"/>
                    <a:pt x="547" y="517"/>
                    <a:pt x="578" y="365"/>
                  </a:cubicBezTo>
                  <a:cubicBezTo>
                    <a:pt x="578" y="182"/>
                    <a:pt x="517" y="3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36"/>
            <p:cNvSpPr/>
            <p:nvPr/>
          </p:nvSpPr>
          <p:spPr>
            <a:xfrm>
              <a:off x="3720700" y="1212325"/>
              <a:ext cx="14475" cy="16725"/>
            </a:xfrm>
            <a:custGeom>
              <a:rect b="b" l="l" r="r" t="t"/>
              <a:pathLst>
                <a:path extrusionOk="0" h="669" w="579">
                  <a:moveTo>
                    <a:pt x="244" y="0"/>
                  </a:moveTo>
                  <a:cubicBezTo>
                    <a:pt x="61" y="61"/>
                    <a:pt x="1" y="182"/>
                    <a:pt x="31" y="365"/>
                  </a:cubicBezTo>
                  <a:cubicBezTo>
                    <a:pt x="31" y="517"/>
                    <a:pt x="92" y="669"/>
                    <a:pt x="274" y="669"/>
                  </a:cubicBezTo>
                  <a:cubicBezTo>
                    <a:pt x="456" y="669"/>
                    <a:pt x="578" y="547"/>
                    <a:pt x="578" y="334"/>
                  </a:cubicBezTo>
                  <a:cubicBezTo>
                    <a:pt x="578" y="152"/>
                    <a:pt x="45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36"/>
            <p:cNvSpPr/>
            <p:nvPr/>
          </p:nvSpPr>
          <p:spPr>
            <a:xfrm>
              <a:off x="4210075" y="1213075"/>
              <a:ext cx="15225" cy="16075"/>
            </a:xfrm>
            <a:custGeom>
              <a:rect b="b" l="l" r="r" t="t"/>
              <a:pathLst>
                <a:path extrusionOk="0" h="643" w="609">
                  <a:moveTo>
                    <a:pt x="335" y="0"/>
                  </a:moveTo>
                  <a:cubicBezTo>
                    <a:pt x="183" y="0"/>
                    <a:pt x="61" y="92"/>
                    <a:pt x="31" y="244"/>
                  </a:cubicBezTo>
                  <a:cubicBezTo>
                    <a:pt x="0" y="426"/>
                    <a:pt x="92" y="578"/>
                    <a:pt x="274" y="639"/>
                  </a:cubicBezTo>
                  <a:cubicBezTo>
                    <a:pt x="292" y="641"/>
                    <a:pt x="309" y="643"/>
                    <a:pt x="326" y="643"/>
                  </a:cubicBezTo>
                  <a:cubicBezTo>
                    <a:pt x="502" y="643"/>
                    <a:pt x="580" y="496"/>
                    <a:pt x="608" y="274"/>
                  </a:cubicBezTo>
                  <a:cubicBezTo>
                    <a:pt x="578" y="152"/>
                    <a:pt x="54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36"/>
            <p:cNvSpPr/>
            <p:nvPr/>
          </p:nvSpPr>
          <p:spPr>
            <a:xfrm>
              <a:off x="4112050" y="1091500"/>
              <a:ext cx="16675" cy="17600"/>
            </a:xfrm>
            <a:custGeom>
              <a:rect b="b" l="l" r="r" t="t"/>
              <a:pathLst>
                <a:path extrusionOk="0" h="704" w="667">
                  <a:moveTo>
                    <a:pt x="365" y="0"/>
                  </a:moveTo>
                  <a:cubicBezTo>
                    <a:pt x="122" y="31"/>
                    <a:pt x="0" y="183"/>
                    <a:pt x="31" y="426"/>
                  </a:cubicBezTo>
                  <a:cubicBezTo>
                    <a:pt x="31" y="578"/>
                    <a:pt x="122" y="669"/>
                    <a:pt x="274" y="699"/>
                  </a:cubicBezTo>
                  <a:cubicBezTo>
                    <a:pt x="297" y="702"/>
                    <a:pt x="319" y="703"/>
                    <a:pt x="340" y="703"/>
                  </a:cubicBezTo>
                  <a:cubicBezTo>
                    <a:pt x="567" y="703"/>
                    <a:pt x="666" y="557"/>
                    <a:pt x="639" y="335"/>
                  </a:cubicBezTo>
                  <a:cubicBezTo>
                    <a:pt x="639" y="152"/>
                    <a:pt x="54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36"/>
            <p:cNvSpPr/>
            <p:nvPr/>
          </p:nvSpPr>
          <p:spPr>
            <a:xfrm>
              <a:off x="4406875" y="732700"/>
              <a:ext cx="15225" cy="16225"/>
            </a:xfrm>
            <a:custGeom>
              <a:rect b="b" l="l" r="r" t="t"/>
              <a:pathLst>
                <a:path extrusionOk="0" h="649" w="609">
                  <a:moveTo>
                    <a:pt x="329" y="1"/>
                  </a:moveTo>
                  <a:cubicBezTo>
                    <a:pt x="311" y="1"/>
                    <a:pt x="293" y="2"/>
                    <a:pt x="274" y="5"/>
                  </a:cubicBezTo>
                  <a:cubicBezTo>
                    <a:pt x="62" y="36"/>
                    <a:pt x="1" y="188"/>
                    <a:pt x="1" y="370"/>
                  </a:cubicBezTo>
                  <a:cubicBezTo>
                    <a:pt x="28" y="534"/>
                    <a:pt x="104" y="648"/>
                    <a:pt x="273" y="648"/>
                  </a:cubicBezTo>
                  <a:cubicBezTo>
                    <a:pt x="293" y="648"/>
                    <a:pt x="313" y="647"/>
                    <a:pt x="335" y="644"/>
                  </a:cubicBezTo>
                  <a:cubicBezTo>
                    <a:pt x="548" y="644"/>
                    <a:pt x="609" y="492"/>
                    <a:pt x="609" y="249"/>
                  </a:cubicBezTo>
                  <a:cubicBezTo>
                    <a:pt x="554" y="113"/>
                    <a:pt x="47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36"/>
            <p:cNvSpPr/>
            <p:nvPr/>
          </p:nvSpPr>
          <p:spPr>
            <a:xfrm>
              <a:off x="3769325" y="792100"/>
              <a:ext cx="15225" cy="17125"/>
            </a:xfrm>
            <a:custGeom>
              <a:rect b="b" l="l" r="r" t="t"/>
              <a:pathLst>
                <a:path extrusionOk="0" h="685" w="609">
                  <a:moveTo>
                    <a:pt x="366" y="0"/>
                  </a:moveTo>
                  <a:cubicBezTo>
                    <a:pt x="183" y="0"/>
                    <a:pt x="92" y="92"/>
                    <a:pt x="31" y="243"/>
                  </a:cubicBezTo>
                  <a:cubicBezTo>
                    <a:pt x="1" y="426"/>
                    <a:pt x="31" y="608"/>
                    <a:pt x="244" y="669"/>
                  </a:cubicBezTo>
                  <a:cubicBezTo>
                    <a:pt x="282" y="680"/>
                    <a:pt x="317" y="685"/>
                    <a:pt x="348" y="685"/>
                  </a:cubicBezTo>
                  <a:cubicBezTo>
                    <a:pt x="497" y="685"/>
                    <a:pt x="584" y="576"/>
                    <a:pt x="609" y="426"/>
                  </a:cubicBezTo>
                  <a:cubicBezTo>
                    <a:pt x="609" y="213"/>
                    <a:pt x="548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36"/>
            <p:cNvSpPr/>
            <p:nvPr/>
          </p:nvSpPr>
          <p:spPr>
            <a:xfrm>
              <a:off x="3523900" y="853525"/>
              <a:ext cx="14450" cy="15450"/>
            </a:xfrm>
            <a:custGeom>
              <a:rect b="b" l="l" r="r" t="t"/>
              <a:pathLst>
                <a:path extrusionOk="0" h="618" w="578">
                  <a:moveTo>
                    <a:pt x="273" y="1"/>
                  </a:moveTo>
                  <a:cubicBezTo>
                    <a:pt x="104" y="1"/>
                    <a:pt x="27" y="118"/>
                    <a:pt x="0" y="309"/>
                  </a:cubicBezTo>
                  <a:cubicBezTo>
                    <a:pt x="0" y="461"/>
                    <a:pt x="91" y="613"/>
                    <a:pt x="274" y="613"/>
                  </a:cubicBezTo>
                  <a:cubicBezTo>
                    <a:pt x="292" y="616"/>
                    <a:pt x="309" y="617"/>
                    <a:pt x="325" y="617"/>
                  </a:cubicBezTo>
                  <a:cubicBezTo>
                    <a:pt x="497" y="617"/>
                    <a:pt x="550" y="476"/>
                    <a:pt x="578" y="309"/>
                  </a:cubicBezTo>
                  <a:cubicBezTo>
                    <a:pt x="578" y="127"/>
                    <a:pt x="486" y="5"/>
                    <a:pt x="334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36"/>
            <p:cNvSpPr/>
            <p:nvPr/>
          </p:nvSpPr>
          <p:spPr>
            <a:xfrm>
              <a:off x="4750350" y="792525"/>
              <a:ext cx="15225" cy="17075"/>
            </a:xfrm>
            <a:custGeom>
              <a:rect b="b" l="l" r="r" t="t"/>
              <a:pathLst>
                <a:path extrusionOk="0" h="683" w="609">
                  <a:moveTo>
                    <a:pt x="276" y="0"/>
                  </a:moveTo>
                  <a:cubicBezTo>
                    <a:pt x="126" y="0"/>
                    <a:pt x="57" y="133"/>
                    <a:pt x="31" y="287"/>
                  </a:cubicBezTo>
                  <a:cubicBezTo>
                    <a:pt x="1" y="470"/>
                    <a:pt x="92" y="622"/>
                    <a:pt x="274" y="682"/>
                  </a:cubicBezTo>
                  <a:cubicBezTo>
                    <a:pt x="457" y="682"/>
                    <a:pt x="548" y="591"/>
                    <a:pt x="578" y="439"/>
                  </a:cubicBezTo>
                  <a:cubicBezTo>
                    <a:pt x="609" y="257"/>
                    <a:pt x="578" y="75"/>
                    <a:pt x="365" y="14"/>
                  </a:cubicBezTo>
                  <a:cubicBezTo>
                    <a:pt x="333" y="4"/>
                    <a:pt x="303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36"/>
            <p:cNvSpPr/>
            <p:nvPr/>
          </p:nvSpPr>
          <p:spPr>
            <a:xfrm>
              <a:off x="3572525" y="792750"/>
              <a:ext cx="15975" cy="16100"/>
            </a:xfrm>
            <a:custGeom>
              <a:rect b="b" l="l" r="r" t="t"/>
              <a:pathLst>
                <a:path extrusionOk="0" h="644" w="639">
                  <a:moveTo>
                    <a:pt x="328" y="0"/>
                  </a:moveTo>
                  <a:cubicBezTo>
                    <a:pt x="311" y="0"/>
                    <a:pt x="293" y="2"/>
                    <a:pt x="274" y="5"/>
                  </a:cubicBezTo>
                  <a:cubicBezTo>
                    <a:pt x="92" y="66"/>
                    <a:pt x="0" y="217"/>
                    <a:pt x="61" y="430"/>
                  </a:cubicBezTo>
                  <a:cubicBezTo>
                    <a:pt x="92" y="582"/>
                    <a:pt x="213" y="643"/>
                    <a:pt x="395" y="643"/>
                  </a:cubicBezTo>
                  <a:cubicBezTo>
                    <a:pt x="578" y="582"/>
                    <a:pt x="639" y="430"/>
                    <a:pt x="578" y="248"/>
                  </a:cubicBezTo>
                  <a:cubicBezTo>
                    <a:pt x="551" y="112"/>
                    <a:pt x="475" y="0"/>
                    <a:pt x="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36"/>
            <p:cNvSpPr/>
            <p:nvPr/>
          </p:nvSpPr>
          <p:spPr>
            <a:xfrm>
              <a:off x="3572525" y="10329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74" y="1"/>
                  </a:moveTo>
                  <a:cubicBezTo>
                    <a:pt x="92" y="31"/>
                    <a:pt x="0" y="183"/>
                    <a:pt x="31" y="365"/>
                  </a:cubicBezTo>
                  <a:cubicBezTo>
                    <a:pt x="58" y="502"/>
                    <a:pt x="158" y="613"/>
                    <a:pt x="288" y="613"/>
                  </a:cubicBezTo>
                  <a:cubicBezTo>
                    <a:pt x="303" y="613"/>
                    <a:pt x="319" y="612"/>
                    <a:pt x="335" y="609"/>
                  </a:cubicBezTo>
                  <a:cubicBezTo>
                    <a:pt x="547" y="609"/>
                    <a:pt x="608" y="426"/>
                    <a:pt x="578" y="244"/>
                  </a:cubicBezTo>
                  <a:cubicBezTo>
                    <a:pt x="578" y="9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36"/>
            <p:cNvSpPr/>
            <p:nvPr/>
          </p:nvSpPr>
          <p:spPr>
            <a:xfrm>
              <a:off x="4751125" y="1153050"/>
              <a:ext cx="13700" cy="15975"/>
            </a:xfrm>
            <a:custGeom>
              <a:rect b="b" l="l" r="r" t="t"/>
              <a:pathLst>
                <a:path extrusionOk="0" h="639" w="548">
                  <a:moveTo>
                    <a:pt x="274" y="0"/>
                  </a:moveTo>
                  <a:cubicBezTo>
                    <a:pt x="122" y="0"/>
                    <a:pt x="30" y="122"/>
                    <a:pt x="0" y="274"/>
                  </a:cubicBezTo>
                  <a:cubicBezTo>
                    <a:pt x="0" y="487"/>
                    <a:pt x="91" y="608"/>
                    <a:pt x="304" y="639"/>
                  </a:cubicBezTo>
                  <a:cubicBezTo>
                    <a:pt x="456" y="639"/>
                    <a:pt x="517" y="487"/>
                    <a:pt x="547" y="335"/>
                  </a:cubicBezTo>
                  <a:cubicBezTo>
                    <a:pt x="547" y="152"/>
                    <a:pt x="48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36"/>
            <p:cNvSpPr/>
            <p:nvPr/>
          </p:nvSpPr>
          <p:spPr>
            <a:xfrm>
              <a:off x="4799750" y="1093000"/>
              <a:ext cx="15225" cy="15225"/>
            </a:xfrm>
            <a:custGeom>
              <a:rect b="b" l="l" r="r" t="t"/>
              <a:pathLst>
                <a:path extrusionOk="0" h="609" w="609">
                  <a:moveTo>
                    <a:pt x="304" y="1"/>
                  </a:moveTo>
                  <a:cubicBezTo>
                    <a:pt x="152" y="1"/>
                    <a:pt x="31" y="123"/>
                    <a:pt x="0" y="275"/>
                  </a:cubicBezTo>
                  <a:cubicBezTo>
                    <a:pt x="0" y="457"/>
                    <a:pt x="92" y="578"/>
                    <a:pt x="304" y="609"/>
                  </a:cubicBezTo>
                  <a:cubicBezTo>
                    <a:pt x="517" y="609"/>
                    <a:pt x="608" y="487"/>
                    <a:pt x="578" y="275"/>
                  </a:cubicBezTo>
                  <a:cubicBezTo>
                    <a:pt x="578" y="123"/>
                    <a:pt x="487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36"/>
            <p:cNvSpPr/>
            <p:nvPr/>
          </p:nvSpPr>
          <p:spPr>
            <a:xfrm>
              <a:off x="4701725" y="1092250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4" y="1"/>
                  </a:moveTo>
                  <a:cubicBezTo>
                    <a:pt x="92" y="61"/>
                    <a:pt x="0" y="153"/>
                    <a:pt x="0" y="365"/>
                  </a:cubicBezTo>
                  <a:cubicBezTo>
                    <a:pt x="31" y="548"/>
                    <a:pt x="152" y="639"/>
                    <a:pt x="304" y="639"/>
                  </a:cubicBezTo>
                  <a:cubicBezTo>
                    <a:pt x="487" y="639"/>
                    <a:pt x="608" y="487"/>
                    <a:pt x="578" y="305"/>
                  </a:cubicBezTo>
                  <a:cubicBezTo>
                    <a:pt x="547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36"/>
            <p:cNvSpPr/>
            <p:nvPr/>
          </p:nvSpPr>
          <p:spPr>
            <a:xfrm>
              <a:off x="3818725" y="1091500"/>
              <a:ext cx="15225" cy="17500"/>
            </a:xfrm>
            <a:custGeom>
              <a:rect b="b" l="l" r="r" t="t"/>
              <a:pathLst>
                <a:path extrusionOk="0" h="700" w="609">
                  <a:moveTo>
                    <a:pt x="274" y="0"/>
                  </a:moveTo>
                  <a:cubicBezTo>
                    <a:pt x="92" y="61"/>
                    <a:pt x="1" y="183"/>
                    <a:pt x="1" y="395"/>
                  </a:cubicBezTo>
                  <a:cubicBezTo>
                    <a:pt x="1" y="608"/>
                    <a:pt x="122" y="699"/>
                    <a:pt x="335" y="699"/>
                  </a:cubicBezTo>
                  <a:cubicBezTo>
                    <a:pt x="548" y="669"/>
                    <a:pt x="608" y="517"/>
                    <a:pt x="608" y="335"/>
                  </a:cubicBezTo>
                  <a:cubicBezTo>
                    <a:pt x="578" y="122"/>
                    <a:pt x="48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36"/>
            <p:cNvSpPr/>
            <p:nvPr/>
          </p:nvSpPr>
          <p:spPr>
            <a:xfrm>
              <a:off x="3573275" y="1152950"/>
              <a:ext cx="14475" cy="15425"/>
            </a:xfrm>
            <a:custGeom>
              <a:rect b="b" l="l" r="r" t="t"/>
              <a:pathLst>
                <a:path extrusionOk="0" h="617" w="579">
                  <a:moveTo>
                    <a:pt x="283" y="0"/>
                  </a:moveTo>
                  <a:cubicBezTo>
                    <a:pt x="107" y="0"/>
                    <a:pt x="29" y="142"/>
                    <a:pt x="1" y="308"/>
                  </a:cubicBezTo>
                  <a:cubicBezTo>
                    <a:pt x="1" y="475"/>
                    <a:pt x="102" y="616"/>
                    <a:pt x="282" y="616"/>
                  </a:cubicBezTo>
                  <a:cubicBezTo>
                    <a:pt x="299" y="616"/>
                    <a:pt x="317" y="615"/>
                    <a:pt x="335" y="612"/>
                  </a:cubicBezTo>
                  <a:cubicBezTo>
                    <a:pt x="487" y="612"/>
                    <a:pt x="548" y="460"/>
                    <a:pt x="578" y="308"/>
                  </a:cubicBezTo>
                  <a:cubicBezTo>
                    <a:pt x="548" y="156"/>
                    <a:pt x="517" y="35"/>
                    <a:pt x="335" y="4"/>
                  </a:cubicBezTo>
                  <a:cubicBezTo>
                    <a:pt x="317" y="2"/>
                    <a:pt x="299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36"/>
            <p:cNvSpPr/>
            <p:nvPr/>
          </p:nvSpPr>
          <p:spPr>
            <a:xfrm>
              <a:off x="3818725" y="1212950"/>
              <a:ext cx="14475" cy="16100"/>
            </a:xfrm>
            <a:custGeom>
              <a:rect b="b" l="l" r="r" t="t"/>
              <a:pathLst>
                <a:path extrusionOk="0" h="644" w="579">
                  <a:moveTo>
                    <a:pt x="273" y="1"/>
                  </a:moveTo>
                  <a:cubicBezTo>
                    <a:pt x="104" y="1"/>
                    <a:pt x="28" y="115"/>
                    <a:pt x="1" y="279"/>
                  </a:cubicBezTo>
                  <a:cubicBezTo>
                    <a:pt x="1" y="492"/>
                    <a:pt x="122" y="583"/>
                    <a:pt x="274" y="644"/>
                  </a:cubicBezTo>
                  <a:cubicBezTo>
                    <a:pt x="456" y="613"/>
                    <a:pt x="578" y="492"/>
                    <a:pt x="578" y="309"/>
                  </a:cubicBezTo>
                  <a:cubicBezTo>
                    <a:pt x="578" y="127"/>
                    <a:pt x="487" y="36"/>
                    <a:pt x="335" y="5"/>
                  </a:cubicBezTo>
                  <a:cubicBezTo>
                    <a:pt x="313" y="2"/>
                    <a:pt x="292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36"/>
            <p:cNvSpPr/>
            <p:nvPr/>
          </p:nvSpPr>
          <p:spPr>
            <a:xfrm>
              <a:off x="4112800" y="1213000"/>
              <a:ext cx="14475" cy="16050"/>
            </a:xfrm>
            <a:custGeom>
              <a:rect b="b" l="l" r="r" t="t"/>
              <a:pathLst>
                <a:path extrusionOk="0" h="642" w="579">
                  <a:moveTo>
                    <a:pt x="296" y="0"/>
                  </a:moveTo>
                  <a:cubicBezTo>
                    <a:pt x="280" y="0"/>
                    <a:pt x="262" y="1"/>
                    <a:pt x="244" y="3"/>
                  </a:cubicBezTo>
                  <a:cubicBezTo>
                    <a:pt x="92" y="34"/>
                    <a:pt x="1" y="155"/>
                    <a:pt x="1" y="307"/>
                  </a:cubicBezTo>
                  <a:cubicBezTo>
                    <a:pt x="31" y="520"/>
                    <a:pt x="122" y="642"/>
                    <a:pt x="335" y="642"/>
                  </a:cubicBezTo>
                  <a:cubicBezTo>
                    <a:pt x="487" y="611"/>
                    <a:pt x="578" y="490"/>
                    <a:pt x="578" y="247"/>
                  </a:cubicBezTo>
                  <a:cubicBezTo>
                    <a:pt x="550" y="162"/>
                    <a:pt x="496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36"/>
            <p:cNvSpPr/>
            <p:nvPr/>
          </p:nvSpPr>
          <p:spPr>
            <a:xfrm>
              <a:off x="3769325" y="673550"/>
              <a:ext cx="15225" cy="13900"/>
            </a:xfrm>
            <a:custGeom>
              <a:rect b="b" l="l" r="r" t="t"/>
              <a:pathLst>
                <a:path extrusionOk="0" h="556" w="609">
                  <a:moveTo>
                    <a:pt x="305" y="1"/>
                  </a:moveTo>
                  <a:cubicBezTo>
                    <a:pt x="92" y="1"/>
                    <a:pt x="1" y="153"/>
                    <a:pt x="31" y="335"/>
                  </a:cubicBezTo>
                  <a:cubicBezTo>
                    <a:pt x="57" y="488"/>
                    <a:pt x="146" y="555"/>
                    <a:pt x="282" y="555"/>
                  </a:cubicBezTo>
                  <a:cubicBezTo>
                    <a:pt x="308" y="555"/>
                    <a:pt x="336" y="553"/>
                    <a:pt x="366" y="548"/>
                  </a:cubicBezTo>
                  <a:cubicBezTo>
                    <a:pt x="518" y="517"/>
                    <a:pt x="609" y="426"/>
                    <a:pt x="578" y="122"/>
                  </a:cubicBezTo>
                  <a:cubicBezTo>
                    <a:pt x="57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36"/>
            <p:cNvSpPr/>
            <p:nvPr/>
          </p:nvSpPr>
          <p:spPr>
            <a:xfrm>
              <a:off x="4406875" y="1213075"/>
              <a:ext cx="15225" cy="15975"/>
            </a:xfrm>
            <a:custGeom>
              <a:rect b="b" l="l" r="r" t="t"/>
              <a:pathLst>
                <a:path extrusionOk="0" h="639" w="609">
                  <a:moveTo>
                    <a:pt x="305" y="0"/>
                  </a:moveTo>
                  <a:cubicBezTo>
                    <a:pt x="92" y="0"/>
                    <a:pt x="1" y="152"/>
                    <a:pt x="31" y="365"/>
                  </a:cubicBezTo>
                  <a:cubicBezTo>
                    <a:pt x="31" y="517"/>
                    <a:pt x="153" y="639"/>
                    <a:pt x="305" y="639"/>
                  </a:cubicBezTo>
                  <a:cubicBezTo>
                    <a:pt x="487" y="608"/>
                    <a:pt x="609" y="487"/>
                    <a:pt x="578" y="274"/>
                  </a:cubicBezTo>
                  <a:cubicBezTo>
                    <a:pt x="578" y="92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36"/>
            <p:cNvSpPr/>
            <p:nvPr/>
          </p:nvSpPr>
          <p:spPr>
            <a:xfrm>
              <a:off x="3965375" y="673150"/>
              <a:ext cx="16000" cy="14300"/>
            </a:xfrm>
            <a:custGeom>
              <a:rect b="b" l="l" r="r" t="t"/>
              <a:pathLst>
                <a:path extrusionOk="0" h="572" w="640">
                  <a:moveTo>
                    <a:pt x="335" y="1"/>
                  </a:moveTo>
                  <a:cubicBezTo>
                    <a:pt x="307" y="1"/>
                    <a:pt x="276" y="6"/>
                    <a:pt x="244" y="17"/>
                  </a:cubicBezTo>
                  <a:cubicBezTo>
                    <a:pt x="92" y="47"/>
                    <a:pt x="1" y="169"/>
                    <a:pt x="1" y="321"/>
                  </a:cubicBezTo>
                  <a:cubicBezTo>
                    <a:pt x="27" y="500"/>
                    <a:pt x="138" y="571"/>
                    <a:pt x="282" y="571"/>
                  </a:cubicBezTo>
                  <a:cubicBezTo>
                    <a:pt x="309" y="571"/>
                    <a:pt x="337" y="569"/>
                    <a:pt x="366" y="564"/>
                  </a:cubicBezTo>
                  <a:cubicBezTo>
                    <a:pt x="518" y="533"/>
                    <a:pt x="639" y="442"/>
                    <a:pt x="609" y="260"/>
                  </a:cubicBezTo>
                  <a:cubicBezTo>
                    <a:pt x="559" y="110"/>
                    <a:pt x="46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36"/>
            <p:cNvSpPr/>
            <p:nvPr/>
          </p:nvSpPr>
          <p:spPr>
            <a:xfrm>
              <a:off x="4359000" y="673400"/>
              <a:ext cx="15225" cy="14000"/>
            </a:xfrm>
            <a:custGeom>
              <a:rect b="b" l="l" r="r" t="t"/>
              <a:pathLst>
                <a:path extrusionOk="0" h="560" w="609">
                  <a:moveTo>
                    <a:pt x="261" y="1"/>
                  </a:moveTo>
                  <a:cubicBezTo>
                    <a:pt x="237" y="1"/>
                    <a:pt x="211" y="3"/>
                    <a:pt x="183" y="7"/>
                  </a:cubicBezTo>
                  <a:cubicBezTo>
                    <a:pt x="62" y="7"/>
                    <a:pt x="1" y="128"/>
                    <a:pt x="1" y="311"/>
                  </a:cubicBezTo>
                  <a:cubicBezTo>
                    <a:pt x="1" y="470"/>
                    <a:pt x="70" y="559"/>
                    <a:pt x="209" y="559"/>
                  </a:cubicBezTo>
                  <a:cubicBezTo>
                    <a:pt x="230" y="559"/>
                    <a:pt x="251" y="558"/>
                    <a:pt x="274" y="554"/>
                  </a:cubicBezTo>
                  <a:cubicBezTo>
                    <a:pt x="487" y="554"/>
                    <a:pt x="609" y="432"/>
                    <a:pt x="548" y="219"/>
                  </a:cubicBezTo>
                  <a:cubicBezTo>
                    <a:pt x="522" y="87"/>
                    <a:pt x="426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36"/>
            <p:cNvSpPr/>
            <p:nvPr/>
          </p:nvSpPr>
          <p:spPr>
            <a:xfrm>
              <a:off x="4455525" y="672800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74" y="0"/>
                  </a:moveTo>
                  <a:cubicBezTo>
                    <a:pt x="122" y="31"/>
                    <a:pt x="31" y="122"/>
                    <a:pt x="0" y="274"/>
                  </a:cubicBezTo>
                  <a:cubicBezTo>
                    <a:pt x="0" y="465"/>
                    <a:pt x="98" y="582"/>
                    <a:pt x="272" y="582"/>
                  </a:cubicBezTo>
                  <a:cubicBezTo>
                    <a:pt x="292" y="582"/>
                    <a:pt x="313" y="581"/>
                    <a:pt x="335" y="578"/>
                  </a:cubicBezTo>
                  <a:cubicBezTo>
                    <a:pt x="486" y="578"/>
                    <a:pt x="578" y="487"/>
                    <a:pt x="578" y="335"/>
                  </a:cubicBezTo>
                  <a:cubicBezTo>
                    <a:pt x="578" y="122"/>
                    <a:pt x="48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36"/>
            <p:cNvSpPr/>
            <p:nvPr/>
          </p:nvSpPr>
          <p:spPr>
            <a:xfrm>
              <a:off x="4112050" y="732075"/>
              <a:ext cx="15975" cy="16725"/>
            </a:xfrm>
            <a:custGeom>
              <a:rect b="b" l="l" r="r" t="t"/>
              <a:pathLst>
                <a:path extrusionOk="0" h="669" w="639">
                  <a:moveTo>
                    <a:pt x="335" y="0"/>
                  </a:moveTo>
                  <a:cubicBezTo>
                    <a:pt x="152" y="0"/>
                    <a:pt x="0" y="152"/>
                    <a:pt x="31" y="365"/>
                  </a:cubicBezTo>
                  <a:cubicBezTo>
                    <a:pt x="31" y="517"/>
                    <a:pt x="91" y="638"/>
                    <a:pt x="274" y="669"/>
                  </a:cubicBezTo>
                  <a:cubicBezTo>
                    <a:pt x="487" y="669"/>
                    <a:pt x="608" y="578"/>
                    <a:pt x="639" y="365"/>
                  </a:cubicBezTo>
                  <a:cubicBezTo>
                    <a:pt x="639" y="152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36"/>
            <p:cNvSpPr/>
            <p:nvPr/>
          </p:nvSpPr>
          <p:spPr>
            <a:xfrm>
              <a:off x="4701725" y="12130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244" y="0"/>
                  </a:moveTo>
                  <a:cubicBezTo>
                    <a:pt x="92" y="61"/>
                    <a:pt x="0" y="152"/>
                    <a:pt x="31" y="335"/>
                  </a:cubicBezTo>
                  <a:cubicBezTo>
                    <a:pt x="31" y="498"/>
                    <a:pt x="129" y="613"/>
                    <a:pt x="236" y="613"/>
                  </a:cubicBezTo>
                  <a:cubicBezTo>
                    <a:pt x="249" y="613"/>
                    <a:pt x="261" y="612"/>
                    <a:pt x="274" y="608"/>
                  </a:cubicBezTo>
                  <a:cubicBezTo>
                    <a:pt x="487" y="608"/>
                    <a:pt x="608" y="456"/>
                    <a:pt x="547" y="244"/>
                  </a:cubicBezTo>
                  <a:cubicBezTo>
                    <a:pt x="517" y="92"/>
                    <a:pt x="42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36"/>
            <p:cNvSpPr/>
            <p:nvPr/>
          </p:nvSpPr>
          <p:spPr>
            <a:xfrm>
              <a:off x="3621925" y="853550"/>
              <a:ext cx="14450" cy="16075"/>
            </a:xfrm>
            <a:custGeom>
              <a:rect b="b" l="l" r="r" t="t"/>
              <a:pathLst>
                <a:path extrusionOk="0" h="643" w="578">
                  <a:moveTo>
                    <a:pt x="349" y="0"/>
                  </a:moveTo>
                  <a:cubicBezTo>
                    <a:pt x="335" y="0"/>
                    <a:pt x="320" y="2"/>
                    <a:pt x="304" y="4"/>
                  </a:cubicBezTo>
                  <a:cubicBezTo>
                    <a:pt x="122" y="4"/>
                    <a:pt x="0" y="126"/>
                    <a:pt x="30" y="339"/>
                  </a:cubicBezTo>
                  <a:cubicBezTo>
                    <a:pt x="30" y="491"/>
                    <a:pt x="152" y="612"/>
                    <a:pt x="304" y="643"/>
                  </a:cubicBezTo>
                  <a:cubicBezTo>
                    <a:pt x="517" y="643"/>
                    <a:pt x="578" y="460"/>
                    <a:pt x="578" y="278"/>
                  </a:cubicBezTo>
                  <a:cubicBezTo>
                    <a:pt x="550" y="139"/>
                    <a:pt x="497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36"/>
            <p:cNvSpPr/>
            <p:nvPr/>
          </p:nvSpPr>
          <p:spPr>
            <a:xfrm>
              <a:off x="3523900" y="972950"/>
              <a:ext cx="15200" cy="16375"/>
            </a:xfrm>
            <a:custGeom>
              <a:rect b="b" l="l" r="r" t="t"/>
              <a:pathLst>
                <a:path extrusionOk="0" h="655" w="608">
                  <a:moveTo>
                    <a:pt x="334" y="0"/>
                  </a:moveTo>
                  <a:cubicBezTo>
                    <a:pt x="182" y="0"/>
                    <a:pt x="61" y="61"/>
                    <a:pt x="30" y="213"/>
                  </a:cubicBezTo>
                  <a:cubicBezTo>
                    <a:pt x="0" y="396"/>
                    <a:pt x="30" y="578"/>
                    <a:pt x="213" y="639"/>
                  </a:cubicBezTo>
                  <a:cubicBezTo>
                    <a:pt x="250" y="650"/>
                    <a:pt x="285" y="655"/>
                    <a:pt x="317" y="655"/>
                  </a:cubicBezTo>
                  <a:cubicBezTo>
                    <a:pt x="466" y="655"/>
                    <a:pt x="553" y="546"/>
                    <a:pt x="578" y="396"/>
                  </a:cubicBezTo>
                  <a:cubicBezTo>
                    <a:pt x="608" y="213"/>
                    <a:pt x="517" y="61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36"/>
            <p:cNvSpPr/>
            <p:nvPr/>
          </p:nvSpPr>
          <p:spPr>
            <a:xfrm>
              <a:off x="4751125" y="912825"/>
              <a:ext cx="13700" cy="15325"/>
            </a:xfrm>
            <a:custGeom>
              <a:rect b="b" l="l" r="r" t="t"/>
              <a:pathLst>
                <a:path extrusionOk="0" h="613" w="548">
                  <a:moveTo>
                    <a:pt x="303" y="0"/>
                  </a:moveTo>
                  <a:cubicBezTo>
                    <a:pt x="284" y="0"/>
                    <a:pt x="264" y="2"/>
                    <a:pt x="243" y="4"/>
                  </a:cubicBezTo>
                  <a:cubicBezTo>
                    <a:pt x="91" y="4"/>
                    <a:pt x="0" y="126"/>
                    <a:pt x="0" y="308"/>
                  </a:cubicBezTo>
                  <a:cubicBezTo>
                    <a:pt x="0" y="521"/>
                    <a:pt x="91" y="612"/>
                    <a:pt x="304" y="612"/>
                  </a:cubicBezTo>
                  <a:cubicBezTo>
                    <a:pt x="486" y="612"/>
                    <a:pt x="547" y="491"/>
                    <a:pt x="547" y="278"/>
                  </a:cubicBezTo>
                  <a:cubicBezTo>
                    <a:pt x="547" y="139"/>
                    <a:pt x="497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36"/>
            <p:cNvSpPr/>
            <p:nvPr/>
          </p:nvSpPr>
          <p:spPr>
            <a:xfrm>
              <a:off x="3770100" y="1273875"/>
              <a:ext cx="13700" cy="13800"/>
            </a:xfrm>
            <a:custGeom>
              <a:rect b="b" l="l" r="r" t="t"/>
              <a:pathLst>
                <a:path extrusionOk="0" h="552" w="548">
                  <a:moveTo>
                    <a:pt x="243" y="0"/>
                  </a:moveTo>
                  <a:cubicBezTo>
                    <a:pt x="91" y="31"/>
                    <a:pt x="0" y="152"/>
                    <a:pt x="31" y="304"/>
                  </a:cubicBezTo>
                  <a:cubicBezTo>
                    <a:pt x="31" y="440"/>
                    <a:pt x="104" y="552"/>
                    <a:pt x="250" y="552"/>
                  </a:cubicBezTo>
                  <a:cubicBezTo>
                    <a:pt x="267" y="552"/>
                    <a:pt x="285" y="550"/>
                    <a:pt x="304" y="547"/>
                  </a:cubicBezTo>
                  <a:cubicBezTo>
                    <a:pt x="456" y="547"/>
                    <a:pt x="547" y="426"/>
                    <a:pt x="547" y="243"/>
                  </a:cubicBezTo>
                  <a:cubicBezTo>
                    <a:pt x="517" y="91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36"/>
            <p:cNvSpPr/>
            <p:nvPr/>
          </p:nvSpPr>
          <p:spPr>
            <a:xfrm>
              <a:off x="3868125" y="1273875"/>
              <a:ext cx="13700" cy="14450"/>
            </a:xfrm>
            <a:custGeom>
              <a:rect b="b" l="l" r="r" t="t"/>
              <a:pathLst>
                <a:path extrusionOk="0" h="578" w="548">
                  <a:moveTo>
                    <a:pt x="274" y="0"/>
                  </a:moveTo>
                  <a:cubicBezTo>
                    <a:pt x="122" y="31"/>
                    <a:pt x="0" y="122"/>
                    <a:pt x="0" y="274"/>
                  </a:cubicBezTo>
                  <a:cubicBezTo>
                    <a:pt x="0" y="426"/>
                    <a:pt x="122" y="547"/>
                    <a:pt x="274" y="578"/>
                  </a:cubicBezTo>
                  <a:cubicBezTo>
                    <a:pt x="426" y="578"/>
                    <a:pt x="517" y="426"/>
                    <a:pt x="547" y="274"/>
                  </a:cubicBezTo>
                  <a:cubicBezTo>
                    <a:pt x="547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36"/>
            <p:cNvSpPr/>
            <p:nvPr/>
          </p:nvSpPr>
          <p:spPr>
            <a:xfrm>
              <a:off x="3475250" y="913675"/>
              <a:ext cx="14475" cy="14475"/>
            </a:xfrm>
            <a:custGeom>
              <a:rect b="b" l="l" r="r" t="t"/>
              <a:pathLst>
                <a:path extrusionOk="0" h="579" w="579">
                  <a:moveTo>
                    <a:pt x="274" y="1"/>
                  </a:moveTo>
                  <a:cubicBezTo>
                    <a:pt x="122" y="1"/>
                    <a:pt x="31" y="122"/>
                    <a:pt x="31" y="274"/>
                  </a:cubicBezTo>
                  <a:cubicBezTo>
                    <a:pt x="1" y="426"/>
                    <a:pt x="61" y="548"/>
                    <a:pt x="244" y="578"/>
                  </a:cubicBezTo>
                  <a:cubicBezTo>
                    <a:pt x="396" y="578"/>
                    <a:pt x="517" y="517"/>
                    <a:pt x="548" y="365"/>
                  </a:cubicBezTo>
                  <a:cubicBezTo>
                    <a:pt x="578" y="153"/>
                    <a:pt x="457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36"/>
            <p:cNvSpPr/>
            <p:nvPr/>
          </p:nvSpPr>
          <p:spPr>
            <a:xfrm>
              <a:off x="3573275" y="913550"/>
              <a:ext cx="13700" cy="14725"/>
            </a:xfrm>
            <a:custGeom>
              <a:rect b="b" l="l" r="r" t="t"/>
              <a:pathLst>
                <a:path extrusionOk="0" h="589" w="548">
                  <a:moveTo>
                    <a:pt x="296" y="1"/>
                  </a:moveTo>
                  <a:cubicBezTo>
                    <a:pt x="104" y="1"/>
                    <a:pt x="28" y="119"/>
                    <a:pt x="1" y="310"/>
                  </a:cubicBezTo>
                  <a:cubicBezTo>
                    <a:pt x="1" y="462"/>
                    <a:pt x="122" y="583"/>
                    <a:pt x="274" y="583"/>
                  </a:cubicBezTo>
                  <a:cubicBezTo>
                    <a:pt x="297" y="587"/>
                    <a:pt x="318" y="589"/>
                    <a:pt x="338" y="589"/>
                  </a:cubicBezTo>
                  <a:cubicBezTo>
                    <a:pt x="478" y="589"/>
                    <a:pt x="548" y="496"/>
                    <a:pt x="548" y="310"/>
                  </a:cubicBezTo>
                  <a:cubicBezTo>
                    <a:pt x="548" y="188"/>
                    <a:pt x="548" y="36"/>
                    <a:pt x="365" y="6"/>
                  </a:cubicBezTo>
                  <a:cubicBezTo>
                    <a:pt x="341" y="3"/>
                    <a:pt x="317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36"/>
            <p:cNvSpPr/>
            <p:nvPr/>
          </p:nvSpPr>
          <p:spPr>
            <a:xfrm>
              <a:off x="4849150" y="913675"/>
              <a:ext cx="14450" cy="14575"/>
            </a:xfrm>
            <a:custGeom>
              <a:rect b="b" l="l" r="r" t="t"/>
              <a:pathLst>
                <a:path extrusionOk="0" h="583" w="578">
                  <a:moveTo>
                    <a:pt x="243" y="1"/>
                  </a:moveTo>
                  <a:cubicBezTo>
                    <a:pt x="91" y="1"/>
                    <a:pt x="0" y="153"/>
                    <a:pt x="0" y="274"/>
                  </a:cubicBezTo>
                  <a:cubicBezTo>
                    <a:pt x="0" y="441"/>
                    <a:pt x="76" y="582"/>
                    <a:pt x="228" y="582"/>
                  </a:cubicBezTo>
                  <a:cubicBezTo>
                    <a:pt x="243" y="582"/>
                    <a:pt x="258" y="581"/>
                    <a:pt x="274" y="578"/>
                  </a:cubicBezTo>
                  <a:cubicBezTo>
                    <a:pt x="486" y="578"/>
                    <a:pt x="578" y="457"/>
                    <a:pt x="578" y="305"/>
                  </a:cubicBezTo>
                  <a:cubicBezTo>
                    <a:pt x="578" y="153"/>
                    <a:pt x="45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36"/>
            <p:cNvSpPr/>
            <p:nvPr/>
          </p:nvSpPr>
          <p:spPr>
            <a:xfrm>
              <a:off x="3868125" y="673425"/>
              <a:ext cx="13700" cy="13825"/>
            </a:xfrm>
            <a:custGeom>
              <a:rect b="b" l="l" r="r" t="t"/>
              <a:pathLst>
                <a:path extrusionOk="0" h="553" w="548">
                  <a:moveTo>
                    <a:pt x="250" y="1"/>
                  </a:moveTo>
                  <a:cubicBezTo>
                    <a:pt x="98" y="1"/>
                    <a:pt x="0" y="119"/>
                    <a:pt x="0" y="310"/>
                  </a:cubicBezTo>
                  <a:cubicBezTo>
                    <a:pt x="0" y="462"/>
                    <a:pt x="122" y="553"/>
                    <a:pt x="274" y="553"/>
                  </a:cubicBezTo>
                  <a:cubicBezTo>
                    <a:pt x="426" y="553"/>
                    <a:pt x="547" y="462"/>
                    <a:pt x="547" y="310"/>
                  </a:cubicBezTo>
                  <a:cubicBezTo>
                    <a:pt x="547" y="158"/>
                    <a:pt x="487" y="6"/>
                    <a:pt x="304" y="6"/>
                  </a:cubicBezTo>
                  <a:cubicBezTo>
                    <a:pt x="286" y="3"/>
                    <a:pt x="268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36"/>
            <p:cNvSpPr/>
            <p:nvPr/>
          </p:nvSpPr>
          <p:spPr>
            <a:xfrm>
              <a:off x="4064175" y="673425"/>
              <a:ext cx="14450" cy="13825"/>
            </a:xfrm>
            <a:custGeom>
              <a:rect b="b" l="l" r="r" t="t"/>
              <a:pathLst>
                <a:path extrusionOk="0" h="553" w="578">
                  <a:moveTo>
                    <a:pt x="221" y="1"/>
                  </a:moveTo>
                  <a:cubicBezTo>
                    <a:pt x="79" y="1"/>
                    <a:pt x="28" y="113"/>
                    <a:pt x="0" y="249"/>
                  </a:cubicBezTo>
                  <a:cubicBezTo>
                    <a:pt x="0" y="401"/>
                    <a:pt x="61" y="522"/>
                    <a:pt x="274" y="553"/>
                  </a:cubicBezTo>
                  <a:cubicBezTo>
                    <a:pt x="365" y="522"/>
                    <a:pt x="517" y="522"/>
                    <a:pt x="547" y="340"/>
                  </a:cubicBezTo>
                  <a:cubicBezTo>
                    <a:pt x="578" y="127"/>
                    <a:pt x="487" y="6"/>
                    <a:pt x="274" y="6"/>
                  </a:cubicBezTo>
                  <a:cubicBezTo>
                    <a:pt x="255" y="2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36"/>
            <p:cNvSpPr/>
            <p:nvPr/>
          </p:nvSpPr>
          <p:spPr>
            <a:xfrm>
              <a:off x="3523900" y="733575"/>
              <a:ext cx="14450" cy="14475"/>
            </a:xfrm>
            <a:custGeom>
              <a:rect b="b" l="l" r="r" t="t"/>
              <a:pathLst>
                <a:path extrusionOk="0" h="579" w="578">
                  <a:moveTo>
                    <a:pt x="334" y="1"/>
                  </a:moveTo>
                  <a:cubicBezTo>
                    <a:pt x="182" y="1"/>
                    <a:pt x="61" y="62"/>
                    <a:pt x="30" y="244"/>
                  </a:cubicBezTo>
                  <a:cubicBezTo>
                    <a:pt x="0" y="426"/>
                    <a:pt x="91" y="578"/>
                    <a:pt x="304" y="578"/>
                  </a:cubicBezTo>
                  <a:cubicBezTo>
                    <a:pt x="456" y="578"/>
                    <a:pt x="547" y="487"/>
                    <a:pt x="547" y="305"/>
                  </a:cubicBezTo>
                  <a:cubicBezTo>
                    <a:pt x="578" y="153"/>
                    <a:pt x="486" y="3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36"/>
            <p:cNvSpPr/>
            <p:nvPr/>
          </p:nvSpPr>
          <p:spPr>
            <a:xfrm>
              <a:off x="3720700" y="733400"/>
              <a:ext cx="15225" cy="14825"/>
            </a:xfrm>
            <a:custGeom>
              <a:rect b="b" l="l" r="r" t="t"/>
              <a:pathLst>
                <a:path extrusionOk="0" h="593" w="609">
                  <a:moveTo>
                    <a:pt x="245" y="0"/>
                  </a:moveTo>
                  <a:cubicBezTo>
                    <a:pt x="153" y="0"/>
                    <a:pt x="86" y="59"/>
                    <a:pt x="61" y="160"/>
                  </a:cubicBezTo>
                  <a:cubicBezTo>
                    <a:pt x="1" y="342"/>
                    <a:pt x="1" y="525"/>
                    <a:pt x="244" y="585"/>
                  </a:cubicBezTo>
                  <a:cubicBezTo>
                    <a:pt x="268" y="590"/>
                    <a:pt x="291" y="593"/>
                    <a:pt x="314" y="593"/>
                  </a:cubicBezTo>
                  <a:cubicBezTo>
                    <a:pt x="433" y="593"/>
                    <a:pt x="532" y="521"/>
                    <a:pt x="608" y="342"/>
                  </a:cubicBezTo>
                  <a:cubicBezTo>
                    <a:pt x="578" y="190"/>
                    <a:pt x="517" y="38"/>
                    <a:pt x="304" y="8"/>
                  </a:cubicBezTo>
                  <a:cubicBezTo>
                    <a:pt x="284" y="3"/>
                    <a:pt x="264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36"/>
            <p:cNvSpPr/>
            <p:nvPr/>
          </p:nvSpPr>
          <p:spPr>
            <a:xfrm>
              <a:off x="3817975" y="733575"/>
              <a:ext cx="15975" cy="14625"/>
            </a:xfrm>
            <a:custGeom>
              <a:rect b="b" l="l" r="r" t="t"/>
              <a:pathLst>
                <a:path extrusionOk="0" h="585" w="639">
                  <a:moveTo>
                    <a:pt x="274" y="1"/>
                  </a:moveTo>
                  <a:cubicBezTo>
                    <a:pt x="122" y="62"/>
                    <a:pt x="0" y="153"/>
                    <a:pt x="61" y="366"/>
                  </a:cubicBezTo>
                  <a:cubicBezTo>
                    <a:pt x="87" y="498"/>
                    <a:pt x="160" y="584"/>
                    <a:pt x="279" y="584"/>
                  </a:cubicBezTo>
                  <a:cubicBezTo>
                    <a:pt x="296" y="584"/>
                    <a:pt x="315" y="582"/>
                    <a:pt x="335" y="578"/>
                  </a:cubicBezTo>
                  <a:cubicBezTo>
                    <a:pt x="547" y="548"/>
                    <a:pt x="638" y="426"/>
                    <a:pt x="608" y="214"/>
                  </a:cubicBezTo>
                  <a:cubicBezTo>
                    <a:pt x="578" y="62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36"/>
            <p:cNvSpPr/>
            <p:nvPr/>
          </p:nvSpPr>
          <p:spPr>
            <a:xfrm>
              <a:off x="3916000" y="733475"/>
              <a:ext cx="14450" cy="14700"/>
            </a:xfrm>
            <a:custGeom>
              <a:rect b="b" l="l" r="r" t="t"/>
              <a:pathLst>
                <a:path extrusionOk="0" h="588" w="578">
                  <a:moveTo>
                    <a:pt x="356" y="1"/>
                  </a:moveTo>
                  <a:cubicBezTo>
                    <a:pt x="340" y="1"/>
                    <a:pt x="322" y="2"/>
                    <a:pt x="304" y="5"/>
                  </a:cubicBezTo>
                  <a:cubicBezTo>
                    <a:pt x="152" y="5"/>
                    <a:pt x="31" y="66"/>
                    <a:pt x="31" y="248"/>
                  </a:cubicBezTo>
                  <a:cubicBezTo>
                    <a:pt x="0" y="461"/>
                    <a:pt x="122" y="582"/>
                    <a:pt x="304" y="582"/>
                  </a:cubicBezTo>
                  <a:cubicBezTo>
                    <a:pt x="320" y="586"/>
                    <a:pt x="335" y="587"/>
                    <a:pt x="350" y="587"/>
                  </a:cubicBezTo>
                  <a:cubicBezTo>
                    <a:pt x="475" y="587"/>
                    <a:pt x="551" y="475"/>
                    <a:pt x="578" y="339"/>
                  </a:cubicBezTo>
                  <a:cubicBezTo>
                    <a:pt x="578" y="145"/>
                    <a:pt x="527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36"/>
            <p:cNvSpPr/>
            <p:nvPr/>
          </p:nvSpPr>
          <p:spPr>
            <a:xfrm>
              <a:off x="4701725" y="733250"/>
              <a:ext cx="14450" cy="14800"/>
            </a:xfrm>
            <a:custGeom>
              <a:rect b="b" l="l" r="r" t="t"/>
              <a:pathLst>
                <a:path extrusionOk="0" h="592" w="578">
                  <a:moveTo>
                    <a:pt x="245" y="0"/>
                  </a:moveTo>
                  <a:cubicBezTo>
                    <a:pt x="95" y="0"/>
                    <a:pt x="26" y="133"/>
                    <a:pt x="0" y="287"/>
                  </a:cubicBezTo>
                  <a:cubicBezTo>
                    <a:pt x="0" y="439"/>
                    <a:pt x="92" y="591"/>
                    <a:pt x="274" y="591"/>
                  </a:cubicBezTo>
                  <a:cubicBezTo>
                    <a:pt x="426" y="591"/>
                    <a:pt x="517" y="500"/>
                    <a:pt x="578" y="348"/>
                  </a:cubicBezTo>
                  <a:cubicBezTo>
                    <a:pt x="578" y="166"/>
                    <a:pt x="517" y="44"/>
                    <a:pt x="335" y="14"/>
                  </a:cubicBezTo>
                  <a:cubicBezTo>
                    <a:pt x="302" y="5"/>
                    <a:pt x="27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36"/>
            <p:cNvSpPr/>
            <p:nvPr/>
          </p:nvSpPr>
          <p:spPr>
            <a:xfrm>
              <a:off x="3721450" y="614175"/>
              <a:ext cx="12950" cy="13800"/>
            </a:xfrm>
            <a:custGeom>
              <a:rect b="b" l="l" r="r" t="t"/>
              <a:pathLst>
                <a:path extrusionOk="0" h="552" w="518">
                  <a:moveTo>
                    <a:pt x="229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1" y="400"/>
                    <a:pt x="92" y="521"/>
                    <a:pt x="244" y="552"/>
                  </a:cubicBezTo>
                  <a:cubicBezTo>
                    <a:pt x="396" y="552"/>
                    <a:pt x="487" y="430"/>
                    <a:pt x="518" y="278"/>
                  </a:cubicBezTo>
                  <a:cubicBezTo>
                    <a:pt x="487" y="126"/>
                    <a:pt x="426" y="5"/>
                    <a:pt x="274" y="5"/>
                  </a:cubicBezTo>
                  <a:cubicBezTo>
                    <a:pt x="259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36"/>
            <p:cNvSpPr/>
            <p:nvPr/>
          </p:nvSpPr>
          <p:spPr>
            <a:xfrm>
              <a:off x="4505675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274" y="0"/>
                  </a:moveTo>
                  <a:cubicBezTo>
                    <a:pt x="122" y="31"/>
                    <a:pt x="0" y="122"/>
                    <a:pt x="0" y="304"/>
                  </a:cubicBezTo>
                  <a:cubicBezTo>
                    <a:pt x="0" y="456"/>
                    <a:pt x="122" y="578"/>
                    <a:pt x="274" y="578"/>
                  </a:cubicBezTo>
                  <a:cubicBezTo>
                    <a:pt x="426" y="578"/>
                    <a:pt x="517" y="456"/>
                    <a:pt x="51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36"/>
            <p:cNvSpPr/>
            <p:nvPr/>
          </p:nvSpPr>
          <p:spPr>
            <a:xfrm>
              <a:off x="3474500" y="793625"/>
              <a:ext cx="15225" cy="15325"/>
            </a:xfrm>
            <a:custGeom>
              <a:rect b="b" l="l" r="r" t="t"/>
              <a:pathLst>
                <a:path extrusionOk="0" h="613" w="609">
                  <a:moveTo>
                    <a:pt x="274" y="0"/>
                  </a:moveTo>
                  <a:cubicBezTo>
                    <a:pt x="91" y="31"/>
                    <a:pt x="0" y="182"/>
                    <a:pt x="31" y="365"/>
                  </a:cubicBezTo>
                  <a:cubicBezTo>
                    <a:pt x="58" y="501"/>
                    <a:pt x="134" y="613"/>
                    <a:pt x="281" y="613"/>
                  </a:cubicBezTo>
                  <a:cubicBezTo>
                    <a:pt x="298" y="613"/>
                    <a:pt x="316" y="611"/>
                    <a:pt x="335" y="608"/>
                  </a:cubicBezTo>
                  <a:cubicBezTo>
                    <a:pt x="517" y="578"/>
                    <a:pt x="608" y="426"/>
                    <a:pt x="578" y="243"/>
                  </a:cubicBezTo>
                  <a:cubicBezTo>
                    <a:pt x="547" y="91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36"/>
            <p:cNvSpPr/>
            <p:nvPr/>
          </p:nvSpPr>
          <p:spPr>
            <a:xfrm>
              <a:off x="3524650" y="1093650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2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52"/>
                    <a:pt x="244" y="583"/>
                  </a:cubicBezTo>
                  <a:cubicBezTo>
                    <a:pt x="396" y="583"/>
                    <a:pt x="517" y="492"/>
                    <a:pt x="517" y="340"/>
                  </a:cubicBezTo>
                  <a:cubicBezTo>
                    <a:pt x="548" y="188"/>
                    <a:pt x="487" y="36"/>
                    <a:pt x="335" y="5"/>
                  </a:cubicBezTo>
                  <a:cubicBezTo>
                    <a:pt x="313" y="2"/>
                    <a:pt x="292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36"/>
            <p:cNvSpPr/>
            <p:nvPr/>
          </p:nvSpPr>
          <p:spPr>
            <a:xfrm>
              <a:off x="3475250" y="1153675"/>
              <a:ext cx="13700" cy="13950"/>
            </a:xfrm>
            <a:custGeom>
              <a:rect b="b" l="l" r="r" t="t"/>
              <a:pathLst>
                <a:path extrusionOk="0" h="558" w="548">
                  <a:moveTo>
                    <a:pt x="258" y="1"/>
                  </a:moveTo>
                  <a:cubicBezTo>
                    <a:pt x="129" y="1"/>
                    <a:pt x="31" y="113"/>
                    <a:pt x="31" y="249"/>
                  </a:cubicBezTo>
                  <a:cubicBezTo>
                    <a:pt x="1" y="401"/>
                    <a:pt x="92" y="553"/>
                    <a:pt x="244" y="553"/>
                  </a:cubicBezTo>
                  <a:cubicBezTo>
                    <a:pt x="260" y="556"/>
                    <a:pt x="275" y="557"/>
                    <a:pt x="289" y="557"/>
                  </a:cubicBezTo>
                  <a:cubicBezTo>
                    <a:pt x="414" y="557"/>
                    <a:pt x="493" y="443"/>
                    <a:pt x="548" y="279"/>
                  </a:cubicBezTo>
                  <a:cubicBezTo>
                    <a:pt x="548" y="158"/>
                    <a:pt x="457" y="36"/>
                    <a:pt x="305" y="6"/>
                  </a:cubicBezTo>
                  <a:cubicBezTo>
                    <a:pt x="289" y="2"/>
                    <a:pt x="27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36"/>
            <p:cNvSpPr/>
            <p:nvPr/>
          </p:nvSpPr>
          <p:spPr>
            <a:xfrm>
              <a:off x="3819475" y="613525"/>
              <a:ext cx="12950" cy="14450"/>
            </a:xfrm>
            <a:custGeom>
              <a:rect b="b" l="l" r="r" t="t"/>
              <a:pathLst>
                <a:path extrusionOk="0" h="578" w="518">
                  <a:moveTo>
                    <a:pt x="244" y="0"/>
                  </a:moveTo>
                  <a:cubicBezTo>
                    <a:pt x="123" y="31"/>
                    <a:pt x="1" y="122"/>
                    <a:pt x="1" y="304"/>
                  </a:cubicBezTo>
                  <a:cubicBezTo>
                    <a:pt x="1" y="456"/>
                    <a:pt x="123" y="578"/>
                    <a:pt x="275" y="578"/>
                  </a:cubicBezTo>
                  <a:cubicBezTo>
                    <a:pt x="426" y="578"/>
                    <a:pt x="518" y="456"/>
                    <a:pt x="518" y="274"/>
                  </a:cubicBezTo>
                  <a:cubicBezTo>
                    <a:pt x="518" y="122"/>
                    <a:pt x="396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36"/>
            <p:cNvSpPr/>
            <p:nvPr/>
          </p:nvSpPr>
          <p:spPr>
            <a:xfrm>
              <a:off x="3622675" y="733575"/>
              <a:ext cx="13700" cy="14575"/>
            </a:xfrm>
            <a:custGeom>
              <a:rect b="b" l="l" r="r" t="t"/>
              <a:pathLst>
                <a:path extrusionOk="0" h="583" w="548">
                  <a:moveTo>
                    <a:pt x="274" y="1"/>
                  </a:moveTo>
                  <a:cubicBezTo>
                    <a:pt x="92" y="31"/>
                    <a:pt x="0" y="153"/>
                    <a:pt x="0" y="305"/>
                  </a:cubicBezTo>
                  <a:cubicBezTo>
                    <a:pt x="0" y="444"/>
                    <a:pt x="102" y="582"/>
                    <a:pt x="281" y="582"/>
                  </a:cubicBezTo>
                  <a:cubicBezTo>
                    <a:pt x="298" y="582"/>
                    <a:pt x="316" y="581"/>
                    <a:pt x="335" y="578"/>
                  </a:cubicBezTo>
                  <a:cubicBezTo>
                    <a:pt x="517" y="548"/>
                    <a:pt x="548" y="396"/>
                    <a:pt x="517" y="244"/>
                  </a:cubicBezTo>
                  <a:cubicBezTo>
                    <a:pt x="51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36"/>
            <p:cNvSpPr/>
            <p:nvPr/>
          </p:nvSpPr>
          <p:spPr>
            <a:xfrm>
              <a:off x="4407650" y="613525"/>
              <a:ext cx="12925" cy="14450"/>
            </a:xfrm>
            <a:custGeom>
              <a:rect b="b" l="l" r="r" t="t"/>
              <a:pathLst>
                <a:path extrusionOk="0" h="578" w="517">
                  <a:moveTo>
                    <a:pt x="304" y="0"/>
                  </a:moveTo>
                  <a:cubicBezTo>
                    <a:pt x="152" y="0"/>
                    <a:pt x="31" y="92"/>
                    <a:pt x="31" y="274"/>
                  </a:cubicBezTo>
                  <a:cubicBezTo>
                    <a:pt x="0" y="426"/>
                    <a:pt x="91" y="547"/>
                    <a:pt x="243" y="578"/>
                  </a:cubicBezTo>
                  <a:cubicBezTo>
                    <a:pt x="395" y="578"/>
                    <a:pt x="487" y="456"/>
                    <a:pt x="517" y="304"/>
                  </a:cubicBezTo>
                  <a:cubicBezTo>
                    <a:pt x="517" y="152"/>
                    <a:pt x="456" y="31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36"/>
            <p:cNvSpPr/>
            <p:nvPr/>
          </p:nvSpPr>
          <p:spPr>
            <a:xfrm>
              <a:off x="3917500" y="614275"/>
              <a:ext cx="12950" cy="13300"/>
            </a:xfrm>
            <a:custGeom>
              <a:rect b="b" l="l" r="r" t="t"/>
              <a:pathLst>
                <a:path extrusionOk="0" h="532" w="518">
                  <a:moveTo>
                    <a:pt x="275" y="1"/>
                  </a:moveTo>
                  <a:cubicBezTo>
                    <a:pt x="153" y="1"/>
                    <a:pt x="62" y="62"/>
                    <a:pt x="31" y="214"/>
                  </a:cubicBezTo>
                  <a:cubicBezTo>
                    <a:pt x="1" y="366"/>
                    <a:pt x="62" y="487"/>
                    <a:pt x="214" y="517"/>
                  </a:cubicBezTo>
                  <a:cubicBezTo>
                    <a:pt x="243" y="527"/>
                    <a:pt x="269" y="531"/>
                    <a:pt x="292" y="531"/>
                  </a:cubicBezTo>
                  <a:cubicBezTo>
                    <a:pt x="415" y="531"/>
                    <a:pt x="462" y="412"/>
                    <a:pt x="487" y="335"/>
                  </a:cubicBezTo>
                  <a:cubicBezTo>
                    <a:pt x="518" y="122"/>
                    <a:pt x="427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36"/>
            <p:cNvSpPr/>
            <p:nvPr/>
          </p:nvSpPr>
          <p:spPr>
            <a:xfrm>
              <a:off x="4653100" y="673200"/>
              <a:ext cx="14450" cy="14050"/>
            </a:xfrm>
            <a:custGeom>
              <a:rect b="b" l="l" r="r" t="t"/>
              <a:pathLst>
                <a:path extrusionOk="0" h="562" w="578">
                  <a:moveTo>
                    <a:pt x="274" y="1"/>
                  </a:moveTo>
                  <a:cubicBezTo>
                    <a:pt x="246" y="1"/>
                    <a:pt x="216" y="5"/>
                    <a:pt x="182" y="15"/>
                  </a:cubicBezTo>
                  <a:cubicBezTo>
                    <a:pt x="0" y="45"/>
                    <a:pt x="0" y="197"/>
                    <a:pt x="0" y="349"/>
                  </a:cubicBezTo>
                  <a:cubicBezTo>
                    <a:pt x="30" y="531"/>
                    <a:pt x="152" y="562"/>
                    <a:pt x="304" y="562"/>
                  </a:cubicBezTo>
                  <a:cubicBezTo>
                    <a:pt x="456" y="531"/>
                    <a:pt x="578" y="440"/>
                    <a:pt x="547" y="227"/>
                  </a:cubicBezTo>
                  <a:cubicBezTo>
                    <a:pt x="496" y="125"/>
                    <a:pt x="423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36"/>
            <p:cNvSpPr/>
            <p:nvPr/>
          </p:nvSpPr>
          <p:spPr>
            <a:xfrm>
              <a:off x="4162200" y="673550"/>
              <a:ext cx="13700" cy="13700"/>
            </a:xfrm>
            <a:custGeom>
              <a:rect b="b" l="l" r="r" t="t"/>
              <a:pathLst>
                <a:path extrusionOk="0" h="548" w="548">
                  <a:moveTo>
                    <a:pt x="304" y="1"/>
                  </a:moveTo>
                  <a:cubicBezTo>
                    <a:pt x="122" y="1"/>
                    <a:pt x="0" y="122"/>
                    <a:pt x="0" y="305"/>
                  </a:cubicBezTo>
                  <a:cubicBezTo>
                    <a:pt x="0" y="487"/>
                    <a:pt x="152" y="517"/>
                    <a:pt x="274" y="548"/>
                  </a:cubicBezTo>
                  <a:cubicBezTo>
                    <a:pt x="456" y="517"/>
                    <a:pt x="548" y="426"/>
                    <a:pt x="548" y="274"/>
                  </a:cubicBezTo>
                  <a:cubicBezTo>
                    <a:pt x="548" y="122"/>
                    <a:pt x="48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36"/>
            <p:cNvSpPr/>
            <p:nvPr/>
          </p:nvSpPr>
          <p:spPr>
            <a:xfrm>
              <a:off x="4016300" y="614275"/>
              <a:ext cx="12175" cy="13050"/>
            </a:xfrm>
            <a:custGeom>
              <a:rect b="b" l="l" r="r" t="t"/>
              <a:pathLst>
                <a:path extrusionOk="0" h="522" w="487">
                  <a:moveTo>
                    <a:pt x="21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66"/>
                    <a:pt x="31" y="487"/>
                    <a:pt x="213" y="517"/>
                  </a:cubicBezTo>
                  <a:cubicBezTo>
                    <a:pt x="229" y="520"/>
                    <a:pt x="244" y="521"/>
                    <a:pt x="259" y="521"/>
                  </a:cubicBezTo>
                  <a:cubicBezTo>
                    <a:pt x="406" y="521"/>
                    <a:pt x="459" y="385"/>
                    <a:pt x="487" y="274"/>
                  </a:cubicBezTo>
                  <a:cubicBezTo>
                    <a:pt x="456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36"/>
            <p:cNvSpPr/>
            <p:nvPr/>
          </p:nvSpPr>
          <p:spPr>
            <a:xfrm>
              <a:off x="3673575" y="673450"/>
              <a:ext cx="12200" cy="13800"/>
            </a:xfrm>
            <a:custGeom>
              <a:rect b="b" l="l" r="r" t="t"/>
              <a:pathLst>
                <a:path extrusionOk="0" h="552" w="488">
                  <a:moveTo>
                    <a:pt x="229" y="1"/>
                  </a:moveTo>
                  <a:cubicBezTo>
                    <a:pt x="214" y="1"/>
                    <a:pt x="199" y="2"/>
                    <a:pt x="183" y="5"/>
                  </a:cubicBezTo>
                  <a:cubicBezTo>
                    <a:pt x="1" y="35"/>
                    <a:pt x="1" y="187"/>
                    <a:pt x="1" y="339"/>
                  </a:cubicBezTo>
                  <a:cubicBezTo>
                    <a:pt x="1" y="461"/>
                    <a:pt x="92" y="552"/>
                    <a:pt x="214" y="552"/>
                  </a:cubicBezTo>
                  <a:cubicBezTo>
                    <a:pt x="366" y="552"/>
                    <a:pt x="487" y="430"/>
                    <a:pt x="457" y="248"/>
                  </a:cubicBezTo>
                  <a:cubicBezTo>
                    <a:pt x="429" y="137"/>
                    <a:pt x="376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36"/>
            <p:cNvSpPr/>
            <p:nvPr/>
          </p:nvSpPr>
          <p:spPr>
            <a:xfrm>
              <a:off x="3573275" y="673550"/>
              <a:ext cx="13700" cy="13125"/>
            </a:xfrm>
            <a:custGeom>
              <a:rect b="b" l="l" r="r" t="t"/>
              <a:pathLst>
                <a:path extrusionOk="0" h="525" w="548">
                  <a:moveTo>
                    <a:pt x="335" y="1"/>
                  </a:moveTo>
                  <a:cubicBezTo>
                    <a:pt x="153" y="1"/>
                    <a:pt x="62" y="92"/>
                    <a:pt x="31" y="244"/>
                  </a:cubicBezTo>
                  <a:cubicBezTo>
                    <a:pt x="1" y="426"/>
                    <a:pt x="122" y="487"/>
                    <a:pt x="274" y="517"/>
                  </a:cubicBezTo>
                  <a:cubicBezTo>
                    <a:pt x="299" y="522"/>
                    <a:pt x="323" y="525"/>
                    <a:pt x="346" y="525"/>
                  </a:cubicBezTo>
                  <a:cubicBezTo>
                    <a:pt x="463" y="525"/>
                    <a:pt x="548" y="457"/>
                    <a:pt x="548" y="305"/>
                  </a:cubicBezTo>
                  <a:cubicBezTo>
                    <a:pt x="54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36"/>
            <p:cNvSpPr/>
            <p:nvPr/>
          </p:nvSpPr>
          <p:spPr>
            <a:xfrm>
              <a:off x="3475250" y="1033750"/>
              <a:ext cx="14475" cy="13875"/>
            </a:xfrm>
            <a:custGeom>
              <a:rect b="b" l="l" r="r" t="t"/>
              <a:pathLst>
                <a:path extrusionOk="0" h="555" w="579">
                  <a:moveTo>
                    <a:pt x="274" y="0"/>
                  </a:moveTo>
                  <a:cubicBezTo>
                    <a:pt x="61" y="0"/>
                    <a:pt x="1" y="152"/>
                    <a:pt x="31" y="334"/>
                  </a:cubicBezTo>
                  <a:cubicBezTo>
                    <a:pt x="31" y="487"/>
                    <a:pt x="116" y="555"/>
                    <a:pt x="233" y="555"/>
                  </a:cubicBezTo>
                  <a:cubicBezTo>
                    <a:pt x="256" y="555"/>
                    <a:pt x="280" y="552"/>
                    <a:pt x="305" y="547"/>
                  </a:cubicBezTo>
                  <a:cubicBezTo>
                    <a:pt x="457" y="517"/>
                    <a:pt x="578" y="426"/>
                    <a:pt x="548" y="304"/>
                  </a:cubicBezTo>
                  <a:cubicBezTo>
                    <a:pt x="517" y="9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36"/>
            <p:cNvSpPr/>
            <p:nvPr/>
          </p:nvSpPr>
          <p:spPr>
            <a:xfrm>
              <a:off x="4653100" y="1273875"/>
              <a:ext cx="12925" cy="12925"/>
            </a:xfrm>
            <a:custGeom>
              <a:rect b="b" l="l" r="r" t="t"/>
              <a:pathLst>
                <a:path extrusionOk="0" h="517" w="517">
                  <a:moveTo>
                    <a:pt x="274" y="0"/>
                  </a:moveTo>
                  <a:cubicBezTo>
                    <a:pt x="91" y="31"/>
                    <a:pt x="0" y="122"/>
                    <a:pt x="30" y="304"/>
                  </a:cubicBezTo>
                  <a:cubicBezTo>
                    <a:pt x="61" y="426"/>
                    <a:pt x="152" y="486"/>
                    <a:pt x="274" y="517"/>
                  </a:cubicBezTo>
                  <a:cubicBezTo>
                    <a:pt x="395" y="456"/>
                    <a:pt x="517" y="395"/>
                    <a:pt x="486" y="213"/>
                  </a:cubicBezTo>
                  <a:cubicBezTo>
                    <a:pt x="486" y="9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36"/>
            <p:cNvSpPr/>
            <p:nvPr/>
          </p:nvSpPr>
          <p:spPr>
            <a:xfrm>
              <a:off x="4359000" y="1273875"/>
              <a:ext cx="12950" cy="13275"/>
            </a:xfrm>
            <a:custGeom>
              <a:rect b="b" l="l" r="r" t="t"/>
              <a:pathLst>
                <a:path extrusionOk="0" h="531" w="518">
                  <a:moveTo>
                    <a:pt x="274" y="0"/>
                  </a:moveTo>
                  <a:cubicBezTo>
                    <a:pt x="153" y="0"/>
                    <a:pt x="31" y="61"/>
                    <a:pt x="31" y="182"/>
                  </a:cubicBezTo>
                  <a:cubicBezTo>
                    <a:pt x="1" y="334"/>
                    <a:pt x="31" y="486"/>
                    <a:pt x="183" y="517"/>
                  </a:cubicBezTo>
                  <a:cubicBezTo>
                    <a:pt x="212" y="526"/>
                    <a:pt x="238" y="531"/>
                    <a:pt x="263" y="531"/>
                  </a:cubicBezTo>
                  <a:cubicBezTo>
                    <a:pt x="393" y="531"/>
                    <a:pt x="462" y="407"/>
                    <a:pt x="487" y="304"/>
                  </a:cubicBezTo>
                  <a:cubicBezTo>
                    <a:pt x="518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36"/>
            <p:cNvSpPr/>
            <p:nvPr/>
          </p:nvSpPr>
          <p:spPr>
            <a:xfrm>
              <a:off x="4162950" y="1274500"/>
              <a:ext cx="12950" cy="13075"/>
            </a:xfrm>
            <a:custGeom>
              <a:rect b="b" l="l" r="r" t="t"/>
              <a:pathLst>
                <a:path extrusionOk="0" h="523" w="518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401"/>
                    <a:pt x="92" y="492"/>
                    <a:pt x="274" y="522"/>
                  </a:cubicBezTo>
                  <a:cubicBezTo>
                    <a:pt x="426" y="492"/>
                    <a:pt x="518" y="370"/>
                    <a:pt x="487" y="218"/>
                  </a:cubicBezTo>
                  <a:cubicBezTo>
                    <a:pt x="487" y="97"/>
                    <a:pt x="426" y="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36"/>
            <p:cNvSpPr/>
            <p:nvPr/>
          </p:nvSpPr>
          <p:spPr>
            <a:xfrm>
              <a:off x="4064925" y="1273875"/>
              <a:ext cx="12950" cy="13700"/>
            </a:xfrm>
            <a:custGeom>
              <a:rect b="b" l="l" r="r" t="t"/>
              <a:pathLst>
                <a:path extrusionOk="0" h="548" w="518">
                  <a:moveTo>
                    <a:pt x="183" y="0"/>
                  </a:moveTo>
                  <a:cubicBezTo>
                    <a:pt x="62" y="31"/>
                    <a:pt x="1" y="152"/>
                    <a:pt x="1" y="274"/>
                  </a:cubicBezTo>
                  <a:cubicBezTo>
                    <a:pt x="1" y="426"/>
                    <a:pt x="92" y="547"/>
                    <a:pt x="274" y="547"/>
                  </a:cubicBezTo>
                  <a:cubicBezTo>
                    <a:pt x="426" y="486"/>
                    <a:pt x="517" y="395"/>
                    <a:pt x="517" y="243"/>
                  </a:cubicBezTo>
                  <a:cubicBezTo>
                    <a:pt x="487" y="61"/>
                    <a:pt x="36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36"/>
            <p:cNvSpPr/>
            <p:nvPr/>
          </p:nvSpPr>
          <p:spPr>
            <a:xfrm>
              <a:off x="4800500" y="734350"/>
              <a:ext cx="12950" cy="13025"/>
            </a:xfrm>
            <a:custGeom>
              <a:rect b="b" l="l" r="r" t="t"/>
              <a:pathLst>
                <a:path extrusionOk="0" h="521" w="518">
                  <a:moveTo>
                    <a:pt x="305" y="0"/>
                  </a:moveTo>
                  <a:cubicBezTo>
                    <a:pt x="92" y="0"/>
                    <a:pt x="1" y="122"/>
                    <a:pt x="1" y="274"/>
                  </a:cubicBezTo>
                  <a:cubicBezTo>
                    <a:pt x="1" y="395"/>
                    <a:pt x="122" y="517"/>
                    <a:pt x="274" y="517"/>
                  </a:cubicBezTo>
                  <a:cubicBezTo>
                    <a:pt x="288" y="520"/>
                    <a:pt x="300" y="521"/>
                    <a:pt x="313" y="521"/>
                  </a:cubicBezTo>
                  <a:cubicBezTo>
                    <a:pt x="442" y="521"/>
                    <a:pt x="518" y="382"/>
                    <a:pt x="518" y="243"/>
                  </a:cubicBezTo>
                  <a:cubicBezTo>
                    <a:pt x="518" y="122"/>
                    <a:pt x="426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36"/>
            <p:cNvSpPr/>
            <p:nvPr/>
          </p:nvSpPr>
          <p:spPr>
            <a:xfrm>
              <a:off x="4114325" y="614925"/>
              <a:ext cx="12175" cy="12300"/>
            </a:xfrm>
            <a:custGeom>
              <a:rect b="b" l="l" r="r" t="t"/>
              <a:pathLst>
                <a:path extrusionOk="0" h="492" w="487">
                  <a:moveTo>
                    <a:pt x="250" y="0"/>
                  </a:moveTo>
                  <a:cubicBezTo>
                    <a:pt x="104" y="0"/>
                    <a:pt x="31" y="112"/>
                    <a:pt x="31" y="248"/>
                  </a:cubicBezTo>
                  <a:cubicBezTo>
                    <a:pt x="0" y="370"/>
                    <a:pt x="122" y="461"/>
                    <a:pt x="244" y="491"/>
                  </a:cubicBezTo>
                  <a:cubicBezTo>
                    <a:pt x="335" y="461"/>
                    <a:pt x="456" y="400"/>
                    <a:pt x="456" y="279"/>
                  </a:cubicBezTo>
                  <a:cubicBezTo>
                    <a:pt x="487" y="157"/>
                    <a:pt x="426" y="36"/>
                    <a:pt x="304" y="5"/>
                  </a:cubicBezTo>
                  <a:cubicBezTo>
                    <a:pt x="285" y="2"/>
                    <a:pt x="267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36"/>
            <p:cNvSpPr/>
            <p:nvPr/>
          </p:nvSpPr>
          <p:spPr>
            <a:xfrm>
              <a:off x="4751875" y="674325"/>
              <a:ext cx="11425" cy="12175"/>
            </a:xfrm>
            <a:custGeom>
              <a:rect b="b" l="l" r="r" t="t"/>
              <a:pathLst>
                <a:path extrusionOk="0" h="487" w="457">
                  <a:moveTo>
                    <a:pt x="244" y="0"/>
                  </a:moveTo>
                  <a:cubicBezTo>
                    <a:pt x="92" y="0"/>
                    <a:pt x="0" y="122"/>
                    <a:pt x="31" y="304"/>
                  </a:cubicBezTo>
                  <a:cubicBezTo>
                    <a:pt x="31" y="456"/>
                    <a:pt x="152" y="486"/>
                    <a:pt x="274" y="486"/>
                  </a:cubicBezTo>
                  <a:cubicBezTo>
                    <a:pt x="426" y="456"/>
                    <a:pt x="456" y="365"/>
                    <a:pt x="456" y="243"/>
                  </a:cubicBezTo>
                  <a:cubicBezTo>
                    <a:pt x="456" y="122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36"/>
            <p:cNvSpPr/>
            <p:nvPr/>
          </p:nvSpPr>
          <p:spPr>
            <a:xfrm>
              <a:off x="3966900" y="1274500"/>
              <a:ext cx="12200" cy="13175"/>
            </a:xfrm>
            <a:custGeom>
              <a:rect b="b" l="l" r="r" t="t"/>
              <a:pathLst>
                <a:path extrusionOk="0" h="527" w="488">
                  <a:moveTo>
                    <a:pt x="267" y="1"/>
                  </a:moveTo>
                  <a:cubicBezTo>
                    <a:pt x="250" y="1"/>
                    <a:pt x="233" y="2"/>
                    <a:pt x="213" y="6"/>
                  </a:cubicBezTo>
                  <a:cubicBezTo>
                    <a:pt x="62" y="6"/>
                    <a:pt x="1" y="157"/>
                    <a:pt x="31" y="249"/>
                  </a:cubicBezTo>
                  <a:cubicBezTo>
                    <a:pt x="31" y="387"/>
                    <a:pt x="82" y="526"/>
                    <a:pt x="252" y="526"/>
                  </a:cubicBezTo>
                  <a:cubicBezTo>
                    <a:pt x="269" y="526"/>
                    <a:pt x="286" y="525"/>
                    <a:pt x="305" y="522"/>
                  </a:cubicBezTo>
                  <a:cubicBezTo>
                    <a:pt x="457" y="492"/>
                    <a:pt x="457" y="370"/>
                    <a:pt x="487" y="249"/>
                  </a:cubicBezTo>
                  <a:cubicBezTo>
                    <a:pt x="460" y="113"/>
                    <a:pt x="408" y="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36"/>
            <p:cNvSpPr/>
            <p:nvPr/>
          </p:nvSpPr>
          <p:spPr>
            <a:xfrm>
              <a:off x="4457025" y="1274625"/>
              <a:ext cx="11425" cy="11550"/>
            </a:xfrm>
            <a:custGeom>
              <a:rect b="b" l="l" r="r" t="t"/>
              <a:pathLst>
                <a:path extrusionOk="0" h="462" w="457">
                  <a:moveTo>
                    <a:pt x="275" y="1"/>
                  </a:moveTo>
                  <a:cubicBezTo>
                    <a:pt x="153" y="1"/>
                    <a:pt x="62" y="61"/>
                    <a:pt x="31" y="183"/>
                  </a:cubicBezTo>
                  <a:cubicBezTo>
                    <a:pt x="1" y="335"/>
                    <a:pt x="123" y="456"/>
                    <a:pt x="244" y="456"/>
                  </a:cubicBezTo>
                  <a:cubicBezTo>
                    <a:pt x="257" y="460"/>
                    <a:pt x="269" y="461"/>
                    <a:pt x="281" y="461"/>
                  </a:cubicBezTo>
                  <a:cubicBezTo>
                    <a:pt x="378" y="461"/>
                    <a:pt x="430" y="352"/>
                    <a:pt x="457" y="244"/>
                  </a:cubicBezTo>
                  <a:cubicBezTo>
                    <a:pt x="457" y="122"/>
                    <a:pt x="396" y="3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36"/>
            <p:cNvSpPr/>
            <p:nvPr/>
          </p:nvSpPr>
          <p:spPr>
            <a:xfrm>
              <a:off x="4555825" y="1274625"/>
              <a:ext cx="11425" cy="12300"/>
            </a:xfrm>
            <a:custGeom>
              <a:rect b="b" l="l" r="r" t="t"/>
              <a:pathLst>
                <a:path extrusionOk="0" h="492" w="457">
                  <a:moveTo>
                    <a:pt x="213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28" y="383"/>
                    <a:pt x="79" y="492"/>
                    <a:pt x="177" y="492"/>
                  </a:cubicBezTo>
                  <a:cubicBezTo>
                    <a:pt x="188" y="492"/>
                    <a:pt x="200" y="490"/>
                    <a:pt x="213" y="487"/>
                  </a:cubicBezTo>
                  <a:cubicBezTo>
                    <a:pt x="396" y="487"/>
                    <a:pt x="456" y="365"/>
                    <a:pt x="426" y="21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36"/>
            <p:cNvSpPr/>
            <p:nvPr/>
          </p:nvSpPr>
          <p:spPr>
            <a:xfrm>
              <a:off x="3525400" y="1213825"/>
              <a:ext cx="12200" cy="12950"/>
            </a:xfrm>
            <a:custGeom>
              <a:rect b="b" l="l" r="r" t="t"/>
              <a:pathLst>
                <a:path extrusionOk="0" h="518" w="488">
                  <a:moveTo>
                    <a:pt x="244" y="1"/>
                  </a:moveTo>
                  <a:cubicBezTo>
                    <a:pt x="92" y="62"/>
                    <a:pt x="1" y="153"/>
                    <a:pt x="1" y="305"/>
                  </a:cubicBezTo>
                  <a:cubicBezTo>
                    <a:pt x="31" y="457"/>
                    <a:pt x="122" y="518"/>
                    <a:pt x="244" y="518"/>
                  </a:cubicBezTo>
                  <a:cubicBezTo>
                    <a:pt x="396" y="518"/>
                    <a:pt x="487" y="396"/>
                    <a:pt x="457" y="214"/>
                  </a:cubicBezTo>
                  <a:cubicBezTo>
                    <a:pt x="457" y="92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36"/>
            <p:cNvSpPr/>
            <p:nvPr/>
          </p:nvSpPr>
          <p:spPr>
            <a:xfrm>
              <a:off x="4850650" y="795000"/>
              <a:ext cx="11425" cy="13075"/>
            </a:xfrm>
            <a:custGeom>
              <a:rect b="b" l="l" r="r" t="t"/>
              <a:pathLst>
                <a:path extrusionOk="0" h="523" w="457">
                  <a:moveTo>
                    <a:pt x="189" y="0"/>
                  </a:moveTo>
                  <a:cubicBezTo>
                    <a:pt x="77" y="0"/>
                    <a:pt x="27" y="83"/>
                    <a:pt x="1" y="188"/>
                  </a:cubicBezTo>
                  <a:cubicBezTo>
                    <a:pt x="1" y="340"/>
                    <a:pt x="31" y="462"/>
                    <a:pt x="244" y="523"/>
                  </a:cubicBezTo>
                  <a:cubicBezTo>
                    <a:pt x="335" y="492"/>
                    <a:pt x="426" y="401"/>
                    <a:pt x="426" y="310"/>
                  </a:cubicBezTo>
                  <a:cubicBezTo>
                    <a:pt x="457" y="158"/>
                    <a:pt x="396" y="6"/>
                    <a:pt x="244" y="6"/>
                  </a:cubicBezTo>
                  <a:cubicBezTo>
                    <a:pt x="224" y="2"/>
                    <a:pt x="206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36"/>
            <p:cNvSpPr/>
            <p:nvPr/>
          </p:nvSpPr>
          <p:spPr>
            <a:xfrm>
              <a:off x="4900825" y="1096050"/>
              <a:ext cx="7600" cy="9300"/>
            </a:xfrm>
            <a:custGeom>
              <a:rect b="b" l="l" r="r" t="t"/>
              <a:pathLst>
                <a:path extrusionOk="0" h="372" w="304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89"/>
                    <a:pt x="46" y="371"/>
                    <a:pt x="138" y="371"/>
                  </a:cubicBezTo>
                  <a:cubicBezTo>
                    <a:pt x="151" y="371"/>
                    <a:pt x="166" y="369"/>
                    <a:pt x="182" y="365"/>
                  </a:cubicBezTo>
                  <a:cubicBezTo>
                    <a:pt x="243" y="365"/>
                    <a:pt x="274" y="244"/>
                    <a:pt x="304" y="213"/>
                  </a:cubicBezTo>
                  <a:cubicBezTo>
                    <a:pt x="304" y="61"/>
                    <a:pt x="24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36"/>
            <p:cNvSpPr/>
            <p:nvPr/>
          </p:nvSpPr>
          <p:spPr>
            <a:xfrm>
              <a:off x="4311125" y="614900"/>
              <a:ext cx="9925" cy="12325"/>
            </a:xfrm>
            <a:custGeom>
              <a:rect b="b" l="l" r="r" t="t"/>
              <a:pathLst>
                <a:path extrusionOk="0" h="493" w="397">
                  <a:moveTo>
                    <a:pt x="230" y="0"/>
                  </a:moveTo>
                  <a:cubicBezTo>
                    <a:pt x="215" y="0"/>
                    <a:pt x="199" y="2"/>
                    <a:pt x="183" y="6"/>
                  </a:cubicBezTo>
                  <a:cubicBezTo>
                    <a:pt x="31" y="37"/>
                    <a:pt x="1" y="128"/>
                    <a:pt x="1" y="249"/>
                  </a:cubicBezTo>
                  <a:cubicBezTo>
                    <a:pt x="1" y="371"/>
                    <a:pt x="62" y="492"/>
                    <a:pt x="183" y="492"/>
                  </a:cubicBezTo>
                  <a:cubicBezTo>
                    <a:pt x="396" y="492"/>
                    <a:pt x="396" y="341"/>
                    <a:pt x="396" y="189"/>
                  </a:cubicBezTo>
                  <a:cubicBezTo>
                    <a:pt x="396" y="83"/>
                    <a:pt x="32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36"/>
            <p:cNvSpPr/>
            <p:nvPr/>
          </p:nvSpPr>
          <p:spPr>
            <a:xfrm>
              <a:off x="4213100" y="615050"/>
              <a:ext cx="10675" cy="11750"/>
            </a:xfrm>
            <a:custGeom>
              <a:rect b="b" l="l" r="r" t="t"/>
              <a:pathLst>
                <a:path extrusionOk="0" h="470" w="427">
                  <a:moveTo>
                    <a:pt x="214" y="0"/>
                  </a:moveTo>
                  <a:cubicBezTo>
                    <a:pt x="62" y="0"/>
                    <a:pt x="1" y="122"/>
                    <a:pt x="31" y="243"/>
                  </a:cubicBezTo>
                  <a:cubicBezTo>
                    <a:pt x="31" y="346"/>
                    <a:pt x="75" y="470"/>
                    <a:pt x="197" y="470"/>
                  </a:cubicBezTo>
                  <a:cubicBezTo>
                    <a:pt x="220" y="470"/>
                    <a:pt x="246" y="466"/>
                    <a:pt x="274" y="456"/>
                  </a:cubicBezTo>
                  <a:cubicBezTo>
                    <a:pt x="396" y="426"/>
                    <a:pt x="426" y="335"/>
                    <a:pt x="426" y="152"/>
                  </a:cubicBezTo>
                  <a:cubicBezTo>
                    <a:pt x="396" y="9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36"/>
            <p:cNvSpPr/>
            <p:nvPr/>
          </p:nvSpPr>
          <p:spPr>
            <a:xfrm>
              <a:off x="3624950" y="61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213" y="0"/>
                  </a:moveTo>
                  <a:cubicBezTo>
                    <a:pt x="92" y="0"/>
                    <a:pt x="31" y="91"/>
                    <a:pt x="1" y="213"/>
                  </a:cubicBezTo>
                  <a:cubicBezTo>
                    <a:pt x="1" y="335"/>
                    <a:pt x="31" y="456"/>
                    <a:pt x="153" y="456"/>
                  </a:cubicBezTo>
                  <a:cubicBezTo>
                    <a:pt x="173" y="460"/>
                    <a:pt x="191" y="462"/>
                    <a:pt x="208" y="462"/>
                  </a:cubicBezTo>
                  <a:cubicBezTo>
                    <a:pt x="320" y="462"/>
                    <a:pt x="369" y="379"/>
                    <a:pt x="396" y="274"/>
                  </a:cubicBezTo>
                  <a:cubicBezTo>
                    <a:pt x="426" y="152"/>
                    <a:pt x="36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36"/>
            <p:cNvSpPr/>
            <p:nvPr/>
          </p:nvSpPr>
          <p:spPr>
            <a:xfrm>
              <a:off x="3529975" y="617175"/>
              <a:ext cx="7625" cy="9300"/>
            </a:xfrm>
            <a:custGeom>
              <a:rect b="b" l="l" r="r" t="t"/>
              <a:pathLst>
                <a:path extrusionOk="0" h="372" w="305">
                  <a:moveTo>
                    <a:pt x="148" y="0"/>
                  </a:moveTo>
                  <a:cubicBezTo>
                    <a:pt x="76" y="0"/>
                    <a:pt x="27" y="79"/>
                    <a:pt x="0" y="158"/>
                  </a:cubicBezTo>
                  <a:cubicBezTo>
                    <a:pt x="0" y="250"/>
                    <a:pt x="0" y="371"/>
                    <a:pt x="152" y="371"/>
                  </a:cubicBezTo>
                  <a:cubicBezTo>
                    <a:pt x="243" y="371"/>
                    <a:pt x="304" y="280"/>
                    <a:pt x="304" y="189"/>
                  </a:cubicBezTo>
                  <a:cubicBezTo>
                    <a:pt x="274" y="128"/>
                    <a:pt x="243" y="37"/>
                    <a:pt x="183" y="6"/>
                  </a:cubicBezTo>
                  <a:cubicBezTo>
                    <a:pt x="170" y="2"/>
                    <a:pt x="15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36"/>
            <p:cNvSpPr/>
            <p:nvPr/>
          </p:nvSpPr>
          <p:spPr>
            <a:xfrm>
              <a:off x="3428900" y="735875"/>
              <a:ext cx="7625" cy="10000"/>
            </a:xfrm>
            <a:custGeom>
              <a:rect b="b" l="l" r="r" t="t"/>
              <a:pathLst>
                <a:path extrusionOk="0" h="400" w="305">
                  <a:moveTo>
                    <a:pt x="153" y="0"/>
                  </a:moveTo>
                  <a:cubicBezTo>
                    <a:pt x="61" y="0"/>
                    <a:pt x="1" y="61"/>
                    <a:pt x="1" y="182"/>
                  </a:cubicBezTo>
                  <a:cubicBezTo>
                    <a:pt x="1" y="291"/>
                    <a:pt x="25" y="400"/>
                    <a:pt x="139" y="400"/>
                  </a:cubicBezTo>
                  <a:cubicBezTo>
                    <a:pt x="152" y="400"/>
                    <a:pt x="167" y="398"/>
                    <a:pt x="183" y="395"/>
                  </a:cubicBezTo>
                  <a:cubicBezTo>
                    <a:pt x="274" y="365"/>
                    <a:pt x="305" y="274"/>
                    <a:pt x="305" y="182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36"/>
            <p:cNvSpPr/>
            <p:nvPr/>
          </p:nvSpPr>
          <p:spPr>
            <a:xfrm>
              <a:off x="3427375" y="855050"/>
              <a:ext cx="10675" cy="11550"/>
            </a:xfrm>
            <a:custGeom>
              <a:rect b="b" l="l" r="r" t="t"/>
              <a:pathLst>
                <a:path extrusionOk="0" h="462" w="427">
                  <a:moveTo>
                    <a:pt x="191" y="0"/>
                  </a:moveTo>
                  <a:cubicBezTo>
                    <a:pt x="55" y="0"/>
                    <a:pt x="28" y="109"/>
                    <a:pt x="1" y="218"/>
                  </a:cubicBezTo>
                  <a:cubicBezTo>
                    <a:pt x="1" y="340"/>
                    <a:pt x="62" y="431"/>
                    <a:pt x="183" y="461"/>
                  </a:cubicBezTo>
                  <a:cubicBezTo>
                    <a:pt x="335" y="461"/>
                    <a:pt x="396" y="370"/>
                    <a:pt x="426" y="279"/>
                  </a:cubicBezTo>
                  <a:cubicBezTo>
                    <a:pt x="396" y="127"/>
                    <a:pt x="366" y="5"/>
                    <a:pt x="244" y="5"/>
                  </a:cubicBezTo>
                  <a:cubicBezTo>
                    <a:pt x="225" y="2"/>
                    <a:pt x="20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36"/>
            <p:cNvSpPr/>
            <p:nvPr/>
          </p:nvSpPr>
          <p:spPr>
            <a:xfrm>
              <a:off x="4703250" y="616550"/>
              <a:ext cx="9900" cy="9925"/>
            </a:xfrm>
            <a:custGeom>
              <a:rect b="b" l="l" r="r" t="t"/>
              <a:pathLst>
                <a:path extrusionOk="0" h="397" w="396">
                  <a:moveTo>
                    <a:pt x="152" y="1"/>
                  </a:moveTo>
                  <a:cubicBezTo>
                    <a:pt x="61" y="31"/>
                    <a:pt x="0" y="92"/>
                    <a:pt x="31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66"/>
                    <a:pt x="395" y="305"/>
                    <a:pt x="395" y="214"/>
                  </a:cubicBezTo>
                  <a:cubicBezTo>
                    <a:pt x="365" y="92"/>
                    <a:pt x="274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36"/>
            <p:cNvSpPr/>
            <p:nvPr/>
          </p:nvSpPr>
          <p:spPr>
            <a:xfrm>
              <a:off x="4605225" y="615050"/>
              <a:ext cx="10650" cy="12175"/>
            </a:xfrm>
            <a:custGeom>
              <a:rect b="b" l="l" r="r" t="t"/>
              <a:pathLst>
                <a:path extrusionOk="0" h="487" w="426">
                  <a:moveTo>
                    <a:pt x="243" y="0"/>
                  </a:moveTo>
                  <a:cubicBezTo>
                    <a:pt x="152" y="0"/>
                    <a:pt x="31" y="31"/>
                    <a:pt x="31" y="183"/>
                  </a:cubicBezTo>
                  <a:cubicBezTo>
                    <a:pt x="0" y="335"/>
                    <a:pt x="31" y="456"/>
                    <a:pt x="213" y="486"/>
                  </a:cubicBezTo>
                  <a:cubicBezTo>
                    <a:pt x="334" y="486"/>
                    <a:pt x="365" y="365"/>
                    <a:pt x="395" y="274"/>
                  </a:cubicBezTo>
                  <a:cubicBezTo>
                    <a:pt x="426" y="152"/>
                    <a:pt x="36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36"/>
            <p:cNvSpPr/>
            <p:nvPr/>
          </p:nvSpPr>
          <p:spPr>
            <a:xfrm>
              <a:off x="3428150" y="975850"/>
              <a:ext cx="9900" cy="10925"/>
            </a:xfrm>
            <a:custGeom>
              <a:rect b="b" l="l" r="r" t="t"/>
              <a:pathLst>
                <a:path extrusionOk="0" h="437" w="396">
                  <a:moveTo>
                    <a:pt x="158" y="0"/>
                  </a:moveTo>
                  <a:cubicBezTo>
                    <a:pt x="46" y="0"/>
                    <a:pt x="0" y="83"/>
                    <a:pt x="0" y="188"/>
                  </a:cubicBezTo>
                  <a:cubicBezTo>
                    <a:pt x="0" y="310"/>
                    <a:pt x="31" y="432"/>
                    <a:pt x="183" y="432"/>
                  </a:cubicBezTo>
                  <a:cubicBezTo>
                    <a:pt x="199" y="435"/>
                    <a:pt x="213" y="436"/>
                    <a:pt x="226" y="436"/>
                  </a:cubicBezTo>
                  <a:cubicBezTo>
                    <a:pt x="335" y="436"/>
                    <a:pt x="341" y="331"/>
                    <a:pt x="395" y="249"/>
                  </a:cubicBezTo>
                  <a:cubicBezTo>
                    <a:pt x="365" y="128"/>
                    <a:pt x="365" y="6"/>
                    <a:pt x="213" y="6"/>
                  </a:cubicBezTo>
                  <a:cubicBezTo>
                    <a:pt x="193" y="2"/>
                    <a:pt x="17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36"/>
            <p:cNvSpPr/>
            <p:nvPr/>
          </p:nvSpPr>
          <p:spPr>
            <a:xfrm>
              <a:off x="4899300" y="976900"/>
              <a:ext cx="9900" cy="9950"/>
            </a:xfrm>
            <a:custGeom>
              <a:rect b="b" l="l" r="r" t="t"/>
              <a:pathLst>
                <a:path extrusionOk="0" h="398" w="396">
                  <a:moveTo>
                    <a:pt x="174" y="0"/>
                  </a:moveTo>
                  <a:cubicBezTo>
                    <a:pt x="121" y="0"/>
                    <a:pt x="83" y="50"/>
                    <a:pt x="61" y="116"/>
                  </a:cubicBezTo>
                  <a:cubicBezTo>
                    <a:pt x="0" y="238"/>
                    <a:pt x="61" y="329"/>
                    <a:pt x="152" y="390"/>
                  </a:cubicBezTo>
                  <a:cubicBezTo>
                    <a:pt x="168" y="395"/>
                    <a:pt x="184" y="398"/>
                    <a:pt x="198" y="398"/>
                  </a:cubicBezTo>
                  <a:cubicBezTo>
                    <a:pt x="265" y="398"/>
                    <a:pt x="315" y="343"/>
                    <a:pt x="365" y="268"/>
                  </a:cubicBezTo>
                  <a:cubicBezTo>
                    <a:pt x="395" y="146"/>
                    <a:pt x="365" y="55"/>
                    <a:pt x="243" y="25"/>
                  </a:cubicBezTo>
                  <a:cubicBezTo>
                    <a:pt x="218" y="8"/>
                    <a:pt x="195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36"/>
            <p:cNvSpPr/>
            <p:nvPr/>
          </p:nvSpPr>
          <p:spPr>
            <a:xfrm>
              <a:off x="4261750" y="1274500"/>
              <a:ext cx="10650" cy="12400"/>
            </a:xfrm>
            <a:custGeom>
              <a:rect b="b" l="l" r="r" t="t"/>
              <a:pathLst>
                <a:path extrusionOk="0" h="496" w="426">
                  <a:moveTo>
                    <a:pt x="258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61" y="6"/>
                    <a:pt x="0" y="127"/>
                    <a:pt x="31" y="249"/>
                  </a:cubicBezTo>
                  <a:cubicBezTo>
                    <a:pt x="31" y="360"/>
                    <a:pt x="81" y="496"/>
                    <a:pt x="229" y="496"/>
                  </a:cubicBezTo>
                  <a:cubicBezTo>
                    <a:pt x="243" y="496"/>
                    <a:pt x="258" y="495"/>
                    <a:pt x="274" y="492"/>
                  </a:cubicBezTo>
                  <a:cubicBezTo>
                    <a:pt x="395" y="461"/>
                    <a:pt x="426" y="340"/>
                    <a:pt x="426" y="157"/>
                  </a:cubicBezTo>
                  <a:cubicBezTo>
                    <a:pt x="399" y="103"/>
                    <a:pt x="372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36"/>
            <p:cNvSpPr/>
            <p:nvPr/>
          </p:nvSpPr>
          <p:spPr>
            <a:xfrm>
              <a:off x="3673575" y="1274625"/>
              <a:ext cx="10675" cy="12950"/>
            </a:xfrm>
            <a:custGeom>
              <a:rect b="b" l="l" r="r" t="t"/>
              <a:pathLst>
                <a:path extrusionOk="0" h="518" w="427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65"/>
                    <a:pt x="31" y="517"/>
                    <a:pt x="214" y="517"/>
                  </a:cubicBezTo>
                  <a:cubicBezTo>
                    <a:pt x="366" y="517"/>
                    <a:pt x="396" y="396"/>
                    <a:pt x="427" y="274"/>
                  </a:cubicBezTo>
                  <a:cubicBezTo>
                    <a:pt x="396" y="152"/>
                    <a:pt x="396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36"/>
            <p:cNvSpPr/>
            <p:nvPr/>
          </p:nvSpPr>
          <p:spPr>
            <a:xfrm>
              <a:off x="3575550" y="1275375"/>
              <a:ext cx="9925" cy="9925"/>
            </a:xfrm>
            <a:custGeom>
              <a:rect b="b" l="l" r="r" t="t"/>
              <a:pathLst>
                <a:path extrusionOk="0" h="397" w="397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74"/>
                    <a:pt x="62" y="366"/>
                    <a:pt x="183" y="396"/>
                  </a:cubicBezTo>
                  <a:cubicBezTo>
                    <a:pt x="305" y="396"/>
                    <a:pt x="396" y="305"/>
                    <a:pt x="39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36"/>
            <p:cNvSpPr/>
            <p:nvPr/>
          </p:nvSpPr>
          <p:spPr>
            <a:xfrm>
              <a:off x="3429650" y="1096050"/>
              <a:ext cx="7625" cy="8375"/>
            </a:xfrm>
            <a:custGeom>
              <a:rect b="b" l="l" r="r" t="t"/>
              <a:pathLst>
                <a:path extrusionOk="0" h="335" w="305">
                  <a:moveTo>
                    <a:pt x="123" y="1"/>
                  </a:moveTo>
                  <a:cubicBezTo>
                    <a:pt x="31" y="31"/>
                    <a:pt x="1" y="92"/>
                    <a:pt x="1" y="183"/>
                  </a:cubicBezTo>
                  <a:cubicBezTo>
                    <a:pt x="31" y="274"/>
                    <a:pt x="92" y="335"/>
                    <a:pt x="183" y="335"/>
                  </a:cubicBezTo>
                  <a:cubicBezTo>
                    <a:pt x="275" y="335"/>
                    <a:pt x="305" y="244"/>
                    <a:pt x="275" y="153"/>
                  </a:cubicBezTo>
                  <a:cubicBezTo>
                    <a:pt x="275" y="61"/>
                    <a:pt x="244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36"/>
            <p:cNvSpPr/>
            <p:nvPr/>
          </p:nvSpPr>
          <p:spPr>
            <a:xfrm>
              <a:off x="4754150" y="1275950"/>
              <a:ext cx="8250" cy="7050"/>
            </a:xfrm>
            <a:custGeom>
              <a:rect b="b" l="l" r="r" t="t"/>
              <a:pathLst>
                <a:path extrusionOk="0" h="282" w="330">
                  <a:moveTo>
                    <a:pt x="200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99"/>
                    <a:pt x="1" y="130"/>
                  </a:cubicBezTo>
                  <a:cubicBezTo>
                    <a:pt x="1" y="251"/>
                    <a:pt x="61" y="282"/>
                    <a:pt x="153" y="282"/>
                  </a:cubicBezTo>
                  <a:cubicBezTo>
                    <a:pt x="244" y="282"/>
                    <a:pt x="305" y="221"/>
                    <a:pt x="305" y="130"/>
                  </a:cubicBezTo>
                  <a:cubicBezTo>
                    <a:pt x="330" y="55"/>
                    <a:pt x="272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36"/>
            <p:cNvSpPr/>
            <p:nvPr/>
          </p:nvSpPr>
          <p:spPr>
            <a:xfrm>
              <a:off x="4803550" y="1213825"/>
              <a:ext cx="9900" cy="12500"/>
            </a:xfrm>
            <a:custGeom>
              <a:rect b="b" l="l" r="r" t="t"/>
              <a:pathLst>
                <a:path extrusionOk="0" h="500" w="396">
                  <a:moveTo>
                    <a:pt x="152" y="1"/>
                  </a:moveTo>
                  <a:cubicBezTo>
                    <a:pt x="99" y="1"/>
                    <a:pt x="46" y="46"/>
                    <a:pt x="0" y="153"/>
                  </a:cubicBezTo>
                  <a:cubicBezTo>
                    <a:pt x="31" y="153"/>
                    <a:pt x="31" y="183"/>
                    <a:pt x="31" y="214"/>
                  </a:cubicBezTo>
                  <a:cubicBezTo>
                    <a:pt x="61" y="244"/>
                    <a:pt x="31" y="274"/>
                    <a:pt x="0" y="335"/>
                  </a:cubicBezTo>
                  <a:cubicBezTo>
                    <a:pt x="19" y="445"/>
                    <a:pt x="70" y="499"/>
                    <a:pt x="140" y="499"/>
                  </a:cubicBezTo>
                  <a:cubicBezTo>
                    <a:pt x="188" y="499"/>
                    <a:pt x="244" y="475"/>
                    <a:pt x="304" y="426"/>
                  </a:cubicBezTo>
                  <a:cubicBezTo>
                    <a:pt x="396" y="335"/>
                    <a:pt x="365" y="214"/>
                    <a:pt x="304" y="122"/>
                  </a:cubicBezTo>
                  <a:cubicBezTo>
                    <a:pt x="259" y="46"/>
                    <a:pt x="20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36"/>
            <p:cNvSpPr/>
            <p:nvPr/>
          </p:nvSpPr>
          <p:spPr>
            <a:xfrm>
              <a:off x="4901575" y="85865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114" y="1"/>
                  </a:moveTo>
                  <a:cubicBezTo>
                    <a:pt x="76" y="1"/>
                    <a:pt x="31" y="22"/>
                    <a:pt x="31" y="44"/>
                  </a:cubicBezTo>
                  <a:cubicBezTo>
                    <a:pt x="0" y="135"/>
                    <a:pt x="31" y="196"/>
                    <a:pt x="122" y="226"/>
                  </a:cubicBezTo>
                  <a:cubicBezTo>
                    <a:pt x="152" y="226"/>
                    <a:pt x="183" y="165"/>
                    <a:pt x="244" y="135"/>
                  </a:cubicBezTo>
                  <a:cubicBezTo>
                    <a:pt x="213" y="74"/>
                    <a:pt x="183" y="13"/>
                    <a:pt x="152" y="13"/>
                  </a:cubicBezTo>
                  <a:cubicBezTo>
                    <a:pt x="144" y="4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36"/>
            <p:cNvSpPr/>
            <p:nvPr/>
          </p:nvSpPr>
          <p:spPr>
            <a:xfrm>
              <a:off x="3477525" y="677625"/>
              <a:ext cx="8400" cy="7500"/>
            </a:xfrm>
            <a:custGeom>
              <a:rect b="b" l="l" r="r" t="t"/>
              <a:pathLst>
                <a:path extrusionOk="0" h="300" w="336">
                  <a:moveTo>
                    <a:pt x="222" y="0"/>
                  </a:moveTo>
                  <a:cubicBezTo>
                    <a:pt x="203" y="0"/>
                    <a:pt x="180" y="6"/>
                    <a:pt x="153" y="20"/>
                  </a:cubicBezTo>
                  <a:cubicBezTo>
                    <a:pt x="122" y="20"/>
                    <a:pt x="62" y="81"/>
                    <a:pt x="62" y="111"/>
                  </a:cubicBezTo>
                  <a:cubicBezTo>
                    <a:pt x="1" y="233"/>
                    <a:pt x="92" y="263"/>
                    <a:pt x="183" y="294"/>
                  </a:cubicBezTo>
                  <a:cubicBezTo>
                    <a:pt x="195" y="298"/>
                    <a:pt x="207" y="300"/>
                    <a:pt x="217" y="300"/>
                  </a:cubicBezTo>
                  <a:cubicBezTo>
                    <a:pt x="283" y="300"/>
                    <a:pt x="309" y="221"/>
                    <a:pt x="335" y="142"/>
                  </a:cubicBezTo>
                  <a:cubicBezTo>
                    <a:pt x="312" y="71"/>
                    <a:pt x="288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36"/>
            <p:cNvSpPr/>
            <p:nvPr/>
          </p:nvSpPr>
          <p:spPr>
            <a:xfrm>
              <a:off x="4468425" y="792100"/>
              <a:ext cx="8400" cy="16750"/>
            </a:xfrm>
            <a:custGeom>
              <a:rect b="b" l="l" r="r" t="t"/>
              <a:pathLst>
                <a:path extrusionOk="0" h="670" w="336">
                  <a:moveTo>
                    <a:pt x="1" y="0"/>
                  </a:moveTo>
                  <a:lnTo>
                    <a:pt x="1" y="0"/>
                  </a:lnTo>
                  <a:cubicBezTo>
                    <a:pt x="92" y="213"/>
                    <a:pt x="92" y="426"/>
                    <a:pt x="31" y="669"/>
                  </a:cubicBezTo>
                  <a:cubicBezTo>
                    <a:pt x="305" y="426"/>
                    <a:pt x="335" y="18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36"/>
            <p:cNvSpPr/>
            <p:nvPr/>
          </p:nvSpPr>
          <p:spPr>
            <a:xfrm>
              <a:off x="4850650" y="1155925"/>
              <a:ext cx="9925" cy="9450"/>
            </a:xfrm>
            <a:custGeom>
              <a:rect b="b" l="l" r="r" t="t"/>
              <a:pathLst>
                <a:path extrusionOk="0" h="378" w="397">
                  <a:moveTo>
                    <a:pt x="169" y="1"/>
                  </a:moveTo>
                  <a:cubicBezTo>
                    <a:pt x="84" y="1"/>
                    <a:pt x="58" y="76"/>
                    <a:pt x="31" y="128"/>
                  </a:cubicBezTo>
                  <a:cubicBezTo>
                    <a:pt x="1" y="250"/>
                    <a:pt x="31" y="341"/>
                    <a:pt x="244" y="372"/>
                  </a:cubicBezTo>
                  <a:cubicBezTo>
                    <a:pt x="252" y="376"/>
                    <a:pt x="261" y="378"/>
                    <a:pt x="269" y="378"/>
                  </a:cubicBezTo>
                  <a:cubicBezTo>
                    <a:pt x="320" y="378"/>
                    <a:pt x="366" y="302"/>
                    <a:pt x="366" y="250"/>
                  </a:cubicBezTo>
                  <a:cubicBezTo>
                    <a:pt x="396" y="128"/>
                    <a:pt x="366" y="37"/>
                    <a:pt x="214" y="7"/>
                  </a:cubicBezTo>
                  <a:cubicBezTo>
                    <a:pt x="197" y="3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36"/>
            <p:cNvSpPr/>
            <p:nvPr/>
          </p:nvSpPr>
          <p:spPr>
            <a:xfrm>
              <a:off x="4079375" y="1236625"/>
              <a:ext cx="6100" cy="5350"/>
            </a:xfrm>
            <a:custGeom>
              <a:rect b="b" l="l" r="r" t="t"/>
              <a:pathLst>
                <a:path extrusionOk="0" h="214" w="244">
                  <a:moveTo>
                    <a:pt x="152" y="1"/>
                  </a:moveTo>
                  <a:cubicBezTo>
                    <a:pt x="122" y="1"/>
                    <a:pt x="31" y="31"/>
                    <a:pt x="31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3" y="214"/>
                    <a:pt x="213" y="153"/>
                    <a:pt x="243" y="92"/>
                  </a:cubicBezTo>
                  <a:cubicBezTo>
                    <a:pt x="213" y="6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36"/>
            <p:cNvSpPr/>
            <p:nvPr/>
          </p:nvSpPr>
          <p:spPr>
            <a:xfrm>
              <a:off x="4803550" y="1217625"/>
              <a:ext cx="3825" cy="4600"/>
            </a:xfrm>
            <a:custGeom>
              <a:rect b="b" l="l" r="r" t="t"/>
              <a:pathLst>
                <a:path extrusionOk="0" h="184" w="153">
                  <a:moveTo>
                    <a:pt x="0" y="1"/>
                  </a:moveTo>
                  <a:cubicBezTo>
                    <a:pt x="0" y="62"/>
                    <a:pt x="0" y="122"/>
                    <a:pt x="0" y="183"/>
                  </a:cubicBezTo>
                  <a:cubicBezTo>
                    <a:pt x="122" y="122"/>
                    <a:pt x="152" y="6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1.xml"/><Relationship Id="rId21" Type="http://schemas.openxmlformats.org/officeDocument/2006/relationships/slideLayout" Target="../slideLayouts/slideLayout20.xml"/><Relationship Id="rId24" Type="http://schemas.openxmlformats.org/officeDocument/2006/relationships/slideLayout" Target="../slideLayouts/slideLayout23.xml"/><Relationship Id="rId23" Type="http://schemas.openxmlformats.org/officeDocument/2006/relationships/slideLayout" Target="../slideLayouts/slideLayout22.xml"/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<Relationship Id="rId4" Type="http://schemas.openxmlformats.org/officeDocument/2006/relationships/slideLayout" Target="../slideLayouts/slideLayout3.xml"/><Relationship Id="rId9" Type="http://schemas.openxmlformats.org/officeDocument/2006/relationships/slideLayout" Target="../slideLayouts/slideLayout8.xml"/><Relationship Id="rId26" Type="http://schemas.openxmlformats.org/officeDocument/2006/relationships/slideLayout" Target="../slideLayouts/slideLayout25.xml"/><Relationship Id="rId25" Type="http://schemas.openxmlformats.org/officeDocument/2006/relationships/slideLayout" Target="../slideLayouts/slideLayout24.xml"/><Relationship Id="rId28" Type="http://schemas.openxmlformats.org/officeDocument/2006/relationships/slideLayout" Target="../slideLayouts/slideLayout27.xml"/><Relationship Id="rId27" Type="http://schemas.openxmlformats.org/officeDocument/2006/relationships/slideLayout" Target="../slideLayouts/slideLayout26.xml"/><Relationship Id="rId5" Type="http://schemas.openxmlformats.org/officeDocument/2006/relationships/slideLayout" Target="../slideLayouts/slideLayout4.xml"/><Relationship Id="rId6" Type="http://schemas.openxmlformats.org/officeDocument/2006/relationships/slideLayout" Target="../slideLayouts/slideLayout5.xml"/><Relationship Id="rId29" Type="http://schemas.openxmlformats.org/officeDocument/2006/relationships/slideLayout" Target="../slideLayouts/slideLayout28.xml"/><Relationship Id="rId7" Type="http://schemas.openxmlformats.org/officeDocument/2006/relationships/slideLayout" Target="../slideLayouts/slideLayout6.xml"/><Relationship Id="rId8" Type="http://schemas.openxmlformats.org/officeDocument/2006/relationships/slideLayout" Target="../slideLayouts/slideLayout7.xml"/><Relationship Id="rId31" Type="http://schemas.openxmlformats.org/officeDocument/2006/relationships/slideLayout" Target="../slideLayouts/slideLayout30.xml"/><Relationship Id="rId30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0.xml"/><Relationship Id="rId33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9.xml"/><Relationship Id="rId32" Type="http://schemas.openxmlformats.org/officeDocument/2006/relationships/slideLayout" Target="../slideLayouts/slideLayout31.xml"/><Relationship Id="rId13" Type="http://schemas.openxmlformats.org/officeDocument/2006/relationships/slideLayout" Target="../slideLayouts/slideLayout12.xml"/><Relationship Id="rId35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11.xml"/><Relationship Id="rId34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14.xml"/><Relationship Id="rId37" Type="http://schemas.openxmlformats.org/officeDocument/2006/relationships/theme" Target="../theme/theme2.xml"/><Relationship Id="rId14" Type="http://schemas.openxmlformats.org/officeDocument/2006/relationships/slideLayout" Target="../slideLayouts/slideLayout13.xml"/><Relationship Id="rId36" Type="http://schemas.openxmlformats.org/officeDocument/2006/relationships/slideLayout" Target="../slideLayouts/slideLayout35.xml"/><Relationship Id="rId17" Type="http://schemas.openxmlformats.org/officeDocument/2006/relationships/slideLayout" Target="../slideLayouts/slideLayout16.xml"/><Relationship Id="rId16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100"/>
              <a:buFont typeface="Londrina Solid"/>
              <a:buNone/>
              <a:defRPr b="1" sz="4100">
                <a:solidFill>
                  <a:schemeClr val="dk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297400"/>
            <a:ext cx="7717500" cy="332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●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○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■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●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○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■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●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○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4"/>
              </a:buClr>
              <a:buSzPts val="1400"/>
              <a:buFont typeface="Roboto"/>
              <a:buChar char="■"/>
              <a:defRPr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pic>
        <p:nvPicPr>
          <p:cNvPr id="8" name="Google Shape;8;p1"/>
          <p:cNvPicPr preferRelativeResize="0"/>
          <p:nvPr/>
        </p:nvPicPr>
        <p:blipFill>
          <a:blip r:embed="rId1">
            <a:alphaModFix amt="21000"/>
          </a:blip>
          <a:stretch>
            <a:fillRect/>
          </a:stretch>
        </p:blipFill>
        <p:spPr>
          <a:xfrm>
            <a:off x="-55651" y="-31303"/>
            <a:ext cx="9255301" cy="5206107"/>
          </a:xfrm>
          <a:prstGeom prst="rect">
            <a:avLst/>
          </a:prstGeom>
          <a:noFill/>
          <a:ln>
            <a:noFill/>
          </a:ln>
        </p:spPr>
      </p:pic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2"/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  <p:sldLayoutId id="2147483661" r:id="rId15"/>
    <p:sldLayoutId id="2147483662" r:id="rId16"/>
    <p:sldLayoutId id="2147483663" r:id="rId17"/>
    <p:sldLayoutId id="2147483664" r:id="rId18"/>
    <p:sldLayoutId id="2147483665" r:id="rId19"/>
    <p:sldLayoutId id="2147483666" r:id="rId20"/>
    <p:sldLayoutId id="2147483667" r:id="rId21"/>
    <p:sldLayoutId id="2147483668" r:id="rId22"/>
    <p:sldLayoutId id="2147483669" r:id="rId23"/>
    <p:sldLayoutId id="2147483670" r:id="rId24"/>
    <p:sldLayoutId id="2147483671" r:id="rId25"/>
    <p:sldLayoutId id="2147483672" r:id="rId26"/>
    <p:sldLayoutId id="2147483673" r:id="rId27"/>
    <p:sldLayoutId id="2147483674" r:id="rId28"/>
    <p:sldLayoutId id="2147483675" r:id="rId29"/>
    <p:sldLayoutId id="2147483676" r:id="rId30"/>
    <p:sldLayoutId id="2147483677" r:id="rId31"/>
    <p:sldLayoutId id="2147483678" r:id="rId32"/>
    <p:sldLayoutId id="2147483679" r:id="rId33"/>
    <p:sldLayoutId id="2147483680" r:id="rId34"/>
    <p:sldLayoutId id="2147483681" r:id="rId35"/>
    <p:sldLayoutId id="2147483682" r:id="rId36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4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14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20" name="Shape 12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1" name="Google Shape;12221;p37"/>
          <p:cNvSpPr txBox="1"/>
          <p:nvPr>
            <p:ph type="ctrTitle"/>
          </p:nvPr>
        </p:nvSpPr>
        <p:spPr>
          <a:xfrm>
            <a:off x="1666800" y="871300"/>
            <a:ext cx="5810400" cy="288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lang="en" sz="7400"/>
              <a:t>CRAFT BEER LEAGUE</a:t>
            </a:r>
            <a:r>
              <a:rPr lang="en" sz="5200">
                <a:solidFill>
                  <a:schemeClr val="accent1"/>
                </a:solidFill>
              </a:rPr>
              <a:t> </a:t>
            </a:r>
            <a:endParaRPr sz="5200">
              <a:solidFill>
                <a:schemeClr val="accen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4000">
                <a:solidFill>
                  <a:schemeClr val="accent2"/>
                </a:solidFill>
              </a:rPr>
              <a:t>LAGER THAN LIFE</a:t>
            </a:r>
            <a:endParaRPr sz="6400"/>
          </a:p>
        </p:txBody>
      </p:sp>
      <p:grpSp>
        <p:nvGrpSpPr>
          <p:cNvPr id="12222" name="Google Shape;12222;p37"/>
          <p:cNvGrpSpPr/>
          <p:nvPr/>
        </p:nvGrpSpPr>
        <p:grpSpPr>
          <a:xfrm>
            <a:off x="7499502" y="976706"/>
            <a:ext cx="623795" cy="700969"/>
            <a:chOff x="342335" y="2698687"/>
            <a:chExt cx="987017" cy="1109129"/>
          </a:xfrm>
        </p:grpSpPr>
        <p:grpSp>
          <p:nvGrpSpPr>
            <p:cNvPr id="12223" name="Google Shape;12223;p37"/>
            <p:cNvGrpSpPr/>
            <p:nvPr/>
          </p:nvGrpSpPr>
          <p:grpSpPr>
            <a:xfrm rot="-4922709">
              <a:off x="335758" y="2824828"/>
              <a:ext cx="1000172" cy="856846"/>
              <a:chOff x="2717100" y="3870000"/>
              <a:chExt cx="1327100" cy="1136925"/>
            </a:xfrm>
          </p:grpSpPr>
          <p:sp>
            <p:nvSpPr>
              <p:cNvPr id="12224" name="Google Shape;12224;p37"/>
              <p:cNvSpPr/>
              <p:nvPr/>
            </p:nvSpPr>
            <p:spPr>
              <a:xfrm>
                <a:off x="3211625" y="4378425"/>
                <a:ext cx="278575" cy="81925"/>
              </a:xfrm>
              <a:custGeom>
                <a:rect b="b" l="l" r="r" t="t"/>
                <a:pathLst>
                  <a:path extrusionOk="0" h="3277" w="11143">
                    <a:moveTo>
                      <a:pt x="5742" y="1"/>
                    </a:moveTo>
                    <a:cubicBezTo>
                      <a:pt x="3903" y="1"/>
                      <a:pt x="1960" y="596"/>
                      <a:pt x="1" y="1341"/>
                    </a:cubicBezTo>
                    <a:cubicBezTo>
                      <a:pt x="2013" y="2695"/>
                      <a:pt x="4179" y="3277"/>
                      <a:pt x="6443" y="3277"/>
                    </a:cubicBezTo>
                    <a:cubicBezTo>
                      <a:pt x="7971" y="3277"/>
                      <a:pt x="9543" y="3012"/>
                      <a:pt x="11142" y="2542"/>
                    </a:cubicBezTo>
                    <a:cubicBezTo>
                      <a:pt x="9528" y="670"/>
                      <a:pt x="7694" y="1"/>
                      <a:pt x="57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5" name="Google Shape;12225;p37"/>
              <p:cNvSpPr/>
              <p:nvPr/>
            </p:nvSpPr>
            <p:spPr>
              <a:xfrm>
                <a:off x="3359225" y="4492825"/>
                <a:ext cx="161825" cy="204325"/>
              </a:xfrm>
              <a:custGeom>
                <a:rect b="b" l="l" r="r" t="t"/>
                <a:pathLst>
                  <a:path extrusionOk="0" h="8173" w="6473">
                    <a:moveTo>
                      <a:pt x="5605" y="0"/>
                    </a:moveTo>
                    <a:cubicBezTo>
                      <a:pt x="4571" y="1335"/>
                      <a:pt x="3203" y="2436"/>
                      <a:pt x="2236" y="3837"/>
                    </a:cubicBezTo>
                    <a:cubicBezTo>
                      <a:pt x="1769" y="4537"/>
                      <a:pt x="1" y="8173"/>
                      <a:pt x="1" y="8173"/>
                    </a:cubicBezTo>
                    <a:cubicBezTo>
                      <a:pt x="2169" y="7806"/>
                      <a:pt x="5271" y="7206"/>
                      <a:pt x="5972" y="4704"/>
                    </a:cubicBezTo>
                    <a:cubicBezTo>
                      <a:pt x="6472" y="2969"/>
                      <a:pt x="6072" y="1535"/>
                      <a:pt x="56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6" name="Google Shape;12226;p37"/>
              <p:cNvSpPr/>
              <p:nvPr/>
            </p:nvSpPr>
            <p:spPr>
              <a:xfrm>
                <a:off x="3104050" y="4304275"/>
                <a:ext cx="236025" cy="49300"/>
              </a:xfrm>
              <a:custGeom>
                <a:rect b="b" l="l" r="r" t="t"/>
                <a:pathLst>
                  <a:path extrusionOk="0" h="1972" w="9441">
                    <a:moveTo>
                      <a:pt x="3805" y="1"/>
                    </a:moveTo>
                    <a:cubicBezTo>
                      <a:pt x="2557" y="1"/>
                      <a:pt x="1292" y="147"/>
                      <a:pt x="1" y="371"/>
                    </a:cubicBezTo>
                    <a:cubicBezTo>
                      <a:pt x="634" y="638"/>
                      <a:pt x="1302" y="871"/>
                      <a:pt x="1969" y="1071"/>
                    </a:cubicBezTo>
                    <a:cubicBezTo>
                      <a:pt x="3136" y="1438"/>
                      <a:pt x="4370" y="1605"/>
                      <a:pt x="5538" y="1972"/>
                    </a:cubicBezTo>
                    <a:cubicBezTo>
                      <a:pt x="6806" y="1572"/>
                      <a:pt x="8106" y="1271"/>
                      <a:pt x="9441" y="1271"/>
                    </a:cubicBezTo>
                    <a:cubicBezTo>
                      <a:pt x="7584" y="343"/>
                      <a:pt x="5715" y="1"/>
                      <a:pt x="3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7" name="Google Shape;12227;p37"/>
              <p:cNvSpPr/>
              <p:nvPr/>
            </p:nvSpPr>
            <p:spPr>
              <a:xfrm>
                <a:off x="3083200" y="3916575"/>
                <a:ext cx="304425" cy="390300"/>
              </a:xfrm>
              <a:custGeom>
                <a:rect b="b" l="l" r="r" t="t"/>
                <a:pathLst>
                  <a:path extrusionOk="0" h="15612" w="12177">
                    <a:moveTo>
                      <a:pt x="6505" y="1"/>
                    </a:moveTo>
                    <a:cubicBezTo>
                      <a:pt x="4804" y="2269"/>
                      <a:pt x="3503" y="4671"/>
                      <a:pt x="2636" y="7406"/>
                    </a:cubicBezTo>
                    <a:cubicBezTo>
                      <a:pt x="2549" y="7688"/>
                      <a:pt x="2322" y="7829"/>
                      <a:pt x="2072" y="7829"/>
                    </a:cubicBezTo>
                    <a:cubicBezTo>
                      <a:pt x="1938" y="7829"/>
                      <a:pt x="1797" y="7788"/>
                      <a:pt x="1669" y="7706"/>
                    </a:cubicBezTo>
                    <a:cubicBezTo>
                      <a:pt x="1168" y="7339"/>
                      <a:pt x="635" y="6972"/>
                      <a:pt x="134" y="6605"/>
                    </a:cubicBezTo>
                    <a:lnTo>
                      <a:pt x="134" y="6605"/>
                    </a:lnTo>
                    <a:cubicBezTo>
                      <a:pt x="1" y="9407"/>
                      <a:pt x="1001" y="11609"/>
                      <a:pt x="2436" y="14044"/>
                    </a:cubicBezTo>
                    <a:cubicBezTo>
                      <a:pt x="3213" y="13947"/>
                      <a:pt x="3990" y="13895"/>
                      <a:pt x="4755" y="13895"/>
                    </a:cubicBezTo>
                    <a:cubicBezTo>
                      <a:pt x="5302" y="13895"/>
                      <a:pt x="5843" y="13922"/>
                      <a:pt x="6372" y="13977"/>
                    </a:cubicBezTo>
                    <a:cubicBezTo>
                      <a:pt x="5972" y="13177"/>
                      <a:pt x="5638" y="12309"/>
                      <a:pt x="5438" y="11409"/>
                    </a:cubicBezTo>
                    <a:cubicBezTo>
                      <a:pt x="4804" y="11109"/>
                      <a:pt x="4237" y="10742"/>
                      <a:pt x="3637" y="10341"/>
                    </a:cubicBezTo>
                    <a:cubicBezTo>
                      <a:pt x="3003" y="9908"/>
                      <a:pt x="2302" y="9507"/>
                      <a:pt x="1735" y="8940"/>
                    </a:cubicBezTo>
                    <a:cubicBezTo>
                      <a:pt x="1676" y="8881"/>
                      <a:pt x="1669" y="8663"/>
                      <a:pt x="1786" y="8663"/>
                    </a:cubicBezTo>
                    <a:cubicBezTo>
                      <a:pt x="1801" y="8663"/>
                      <a:pt x="1817" y="8666"/>
                      <a:pt x="1835" y="8674"/>
                    </a:cubicBezTo>
                    <a:cubicBezTo>
                      <a:pt x="2603" y="8874"/>
                      <a:pt x="3303" y="9274"/>
                      <a:pt x="4004" y="9641"/>
                    </a:cubicBezTo>
                    <a:cubicBezTo>
                      <a:pt x="4404" y="9874"/>
                      <a:pt x="4838" y="10108"/>
                      <a:pt x="5238" y="10341"/>
                    </a:cubicBezTo>
                    <a:cubicBezTo>
                      <a:pt x="4838" y="7840"/>
                      <a:pt x="5104" y="5138"/>
                      <a:pt x="5805" y="2936"/>
                    </a:cubicBezTo>
                    <a:cubicBezTo>
                      <a:pt x="5818" y="2885"/>
                      <a:pt x="5855" y="2863"/>
                      <a:pt x="5896" y="2863"/>
                    </a:cubicBezTo>
                    <a:cubicBezTo>
                      <a:pt x="5962" y="2863"/>
                      <a:pt x="6038" y="2920"/>
                      <a:pt x="6038" y="3003"/>
                    </a:cubicBezTo>
                    <a:cubicBezTo>
                      <a:pt x="5772" y="5204"/>
                      <a:pt x="5738" y="7439"/>
                      <a:pt x="6305" y="9608"/>
                    </a:cubicBezTo>
                    <a:cubicBezTo>
                      <a:pt x="6305" y="9641"/>
                      <a:pt x="6339" y="9708"/>
                      <a:pt x="6372" y="9774"/>
                    </a:cubicBezTo>
                    <a:cubicBezTo>
                      <a:pt x="6806" y="8207"/>
                      <a:pt x="7706" y="6672"/>
                      <a:pt x="8607" y="5438"/>
                    </a:cubicBezTo>
                    <a:cubicBezTo>
                      <a:pt x="8655" y="5380"/>
                      <a:pt x="8714" y="5356"/>
                      <a:pt x="8771" y="5356"/>
                    </a:cubicBezTo>
                    <a:cubicBezTo>
                      <a:pt x="8913" y="5356"/>
                      <a:pt x="9045" y="5505"/>
                      <a:pt x="8974" y="5671"/>
                    </a:cubicBezTo>
                    <a:cubicBezTo>
                      <a:pt x="8540" y="6705"/>
                      <a:pt x="8107" y="7773"/>
                      <a:pt x="7740" y="8840"/>
                    </a:cubicBezTo>
                    <a:cubicBezTo>
                      <a:pt x="7439" y="9708"/>
                      <a:pt x="7239" y="10575"/>
                      <a:pt x="6906" y="11409"/>
                    </a:cubicBezTo>
                    <a:cubicBezTo>
                      <a:pt x="7072" y="11842"/>
                      <a:pt x="7273" y="12276"/>
                      <a:pt x="7439" y="12710"/>
                    </a:cubicBezTo>
                    <a:cubicBezTo>
                      <a:pt x="7940" y="11309"/>
                      <a:pt x="8674" y="9974"/>
                      <a:pt x="9774" y="9074"/>
                    </a:cubicBezTo>
                    <a:cubicBezTo>
                      <a:pt x="9844" y="9019"/>
                      <a:pt x="9915" y="8995"/>
                      <a:pt x="9984" y="8995"/>
                    </a:cubicBezTo>
                    <a:cubicBezTo>
                      <a:pt x="10247" y="8995"/>
                      <a:pt x="10460" y="9343"/>
                      <a:pt x="10275" y="9608"/>
                    </a:cubicBezTo>
                    <a:cubicBezTo>
                      <a:pt x="9341" y="10942"/>
                      <a:pt x="8440" y="12143"/>
                      <a:pt x="7873" y="13644"/>
                    </a:cubicBezTo>
                    <a:cubicBezTo>
                      <a:pt x="7973" y="13877"/>
                      <a:pt x="8040" y="14111"/>
                      <a:pt x="8140" y="14344"/>
                    </a:cubicBezTo>
                    <a:cubicBezTo>
                      <a:pt x="9074" y="14611"/>
                      <a:pt x="9941" y="15011"/>
                      <a:pt x="10708" y="15612"/>
                    </a:cubicBezTo>
                    <a:cubicBezTo>
                      <a:pt x="10808" y="13610"/>
                      <a:pt x="11342" y="11576"/>
                      <a:pt x="12176" y="9708"/>
                    </a:cubicBezTo>
                    <a:cubicBezTo>
                      <a:pt x="12109" y="9641"/>
                      <a:pt x="12076" y="9574"/>
                      <a:pt x="12043" y="9507"/>
                    </a:cubicBezTo>
                    <a:cubicBezTo>
                      <a:pt x="11075" y="6939"/>
                      <a:pt x="10842" y="4070"/>
                      <a:pt x="10408" y="1368"/>
                    </a:cubicBezTo>
                    <a:cubicBezTo>
                      <a:pt x="9808" y="2069"/>
                      <a:pt x="9341" y="2703"/>
                      <a:pt x="8940" y="3603"/>
                    </a:cubicBezTo>
                    <a:cubicBezTo>
                      <a:pt x="8859" y="3782"/>
                      <a:pt x="8722" y="3866"/>
                      <a:pt x="8584" y="3866"/>
                    </a:cubicBezTo>
                    <a:cubicBezTo>
                      <a:pt x="8439" y="3866"/>
                      <a:pt x="8292" y="3774"/>
                      <a:pt x="8207" y="3603"/>
                    </a:cubicBezTo>
                    <a:cubicBezTo>
                      <a:pt x="7573" y="2436"/>
                      <a:pt x="7039" y="1235"/>
                      <a:pt x="65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8" name="Google Shape;12228;p37"/>
              <p:cNvSpPr/>
              <p:nvPr/>
            </p:nvSpPr>
            <p:spPr>
              <a:xfrm>
                <a:off x="2910575" y="4340225"/>
                <a:ext cx="172650" cy="140950"/>
              </a:xfrm>
              <a:custGeom>
                <a:rect b="b" l="l" r="r" t="t"/>
                <a:pathLst>
                  <a:path extrusionOk="0" h="5638" w="6906">
                    <a:moveTo>
                      <a:pt x="6172" y="0"/>
                    </a:moveTo>
                    <a:cubicBezTo>
                      <a:pt x="5038" y="934"/>
                      <a:pt x="3603" y="1601"/>
                      <a:pt x="2503" y="2635"/>
                    </a:cubicBezTo>
                    <a:cubicBezTo>
                      <a:pt x="1535" y="3536"/>
                      <a:pt x="768" y="4537"/>
                      <a:pt x="1" y="5571"/>
                    </a:cubicBezTo>
                    <a:cubicBezTo>
                      <a:pt x="835" y="5571"/>
                      <a:pt x="1669" y="5571"/>
                      <a:pt x="2469" y="5637"/>
                    </a:cubicBezTo>
                    <a:cubicBezTo>
                      <a:pt x="2036" y="4403"/>
                      <a:pt x="3703" y="2769"/>
                      <a:pt x="4504" y="2068"/>
                    </a:cubicBezTo>
                    <a:cubicBezTo>
                      <a:pt x="5238" y="1401"/>
                      <a:pt x="6038" y="801"/>
                      <a:pt x="6906" y="334"/>
                    </a:cubicBezTo>
                    <a:cubicBezTo>
                      <a:pt x="6672" y="234"/>
                      <a:pt x="6405" y="134"/>
                      <a:pt x="6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9" name="Google Shape;12229;p37"/>
              <p:cNvSpPr/>
              <p:nvPr/>
            </p:nvSpPr>
            <p:spPr>
              <a:xfrm>
                <a:off x="3137400" y="4461125"/>
                <a:ext cx="318600" cy="157650"/>
              </a:xfrm>
              <a:custGeom>
                <a:rect b="b" l="l" r="r" t="t"/>
                <a:pathLst>
                  <a:path extrusionOk="0" h="6306" w="12744">
                    <a:moveTo>
                      <a:pt x="3337" y="1"/>
                    </a:moveTo>
                    <a:cubicBezTo>
                      <a:pt x="2670" y="935"/>
                      <a:pt x="2036" y="1836"/>
                      <a:pt x="1469" y="2836"/>
                    </a:cubicBezTo>
                    <a:cubicBezTo>
                      <a:pt x="1102" y="3503"/>
                      <a:pt x="701" y="4204"/>
                      <a:pt x="401" y="4904"/>
                    </a:cubicBezTo>
                    <a:cubicBezTo>
                      <a:pt x="1" y="5872"/>
                      <a:pt x="668" y="5638"/>
                      <a:pt x="1469" y="5772"/>
                    </a:cubicBezTo>
                    <a:cubicBezTo>
                      <a:pt x="3837" y="6105"/>
                      <a:pt x="6305" y="6272"/>
                      <a:pt x="8674" y="6305"/>
                    </a:cubicBezTo>
                    <a:cubicBezTo>
                      <a:pt x="8907" y="5939"/>
                      <a:pt x="9141" y="5605"/>
                      <a:pt x="9341" y="5338"/>
                    </a:cubicBezTo>
                    <a:cubicBezTo>
                      <a:pt x="10242" y="3937"/>
                      <a:pt x="11342" y="2269"/>
                      <a:pt x="12743" y="1135"/>
                    </a:cubicBezTo>
                    <a:lnTo>
                      <a:pt x="12743" y="1135"/>
                    </a:lnTo>
                    <a:cubicBezTo>
                      <a:pt x="11742" y="1415"/>
                      <a:pt x="10708" y="1546"/>
                      <a:pt x="9671" y="1546"/>
                    </a:cubicBezTo>
                    <a:cubicBezTo>
                      <a:pt x="7496" y="1546"/>
                      <a:pt x="5302" y="972"/>
                      <a:pt x="33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0" name="Google Shape;12230;p37"/>
              <p:cNvSpPr/>
              <p:nvPr/>
            </p:nvSpPr>
            <p:spPr>
              <a:xfrm>
                <a:off x="2913925" y="4638775"/>
                <a:ext cx="261875" cy="153925"/>
              </a:xfrm>
              <a:custGeom>
                <a:rect b="b" l="l" r="r" t="t"/>
                <a:pathLst>
                  <a:path extrusionOk="0" h="6157" w="10475">
                    <a:moveTo>
                      <a:pt x="4570" y="0"/>
                    </a:moveTo>
                    <a:cubicBezTo>
                      <a:pt x="2869" y="1668"/>
                      <a:pt x="1168" y="3302"/>
                      <a:pt x="0" y="5404"/>
                    </a:cubicBezTo>
                    <a:cubicBezTo>
                      <a:pt x="1201" y="5804"/>
                      <a:pt x="2435" y="6071"/>
                      <a:pt x="3703" y="6138"/>
                    </a:cubicBezTo>
                    <a:cubicBezTo>
                      <a:pt x="3914" y="6152"/>
                      <a:pt x="4126" y="6157"/>
                      <a:pt x="4337" y="6157"/>
                    </a:cubicBezTo>
                    <a:cubicBezTo>
                      <a:pt x="4915" y="6157"/>
                      <a:pt x="5493" y="6118"/>
                      <a:pt x="6071" y="6118"/>
                    </a:cubicBezTo>
                    <a:cubicBezTo>
                      <a:pt x="6282" y="6118"/>
                      <a:pt x="6494" y="6124"/>
                      <a:pt x="6705" y="6138"/>
                    </a:cubicBezTo>
                    <a:cubicBezTo>
                      <a:pt x="6805" y="5070"/>
                      <a:pt x="7372" y="3903"/>
                      <a:pt x="7772" y="3136"/>
                    </a:cubicBezTo>
                    <a:cubicBezTo>
                      <a:pt x="8440" y="1968"/>
                      <a:pt x="9307" y="834"/>
                      <a:pt x="10474" y="133"/>
                    </a:cubicBezTo>
                    <a:lnTo>
                      <a:pt x="10408" y="133"/>
                    </a:lnTo>
                    <a:cubicBezTo>
                      <a:pt x="10341" y="133"/>
                      <a:pt x="10308" y="167"/>
                      <a:pt x="10274" y="167"/>
                    </a:cubicBezTo>
                    <a:cubicBezTo>
                      <a:pt x="9637" y="313"/>
                      <a:pt x="8962" y="369"/>
                      <a:pt x="8280" y="369"/>
                    </a:cubicBezTo>
                    <a:cubicBezTo>
                      <a:pt x="7249" y="369"/>
                      <a:pt x="6201" y="241"/>
                      <a:pt x="5237" y="100"/>
                    </a:cubicBezTo>
                    <a:cubicBezTo>
                      <a:pt x="5037" y="67"/>
                      <a:pt x="4837" y="33"/>
                      <a:pt x="45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1" name="Google Shape;12231;p37"/>
              <p:cNvSpPr/>
              <p:nvPr/>
            </p:nvSpPr>
            <p:spPr>
              <a:xfrm>
                <a:off x="3369250" y="4008300"/>
                <a:ext cx="495375" cy="439525"/>
              </a:xfrm>
              <a:custGeom>
                <a:rect b="b" l="l" r="r" t="t"/>
                <a:pathLst>
                  <a:path extrusionOk="0" h="17581" w="19815">
                    <a:moveTo>
                      <a:pt x="19814" y="1"/>
                    </a:moveTo>
                    <a:lnTo>
                      <a:pt x="19814" y="1"/>
                    </a:lnTo>
                    <a:cubicBezTo>
                      <a:pt x="17513" y="768"/>
                      <a:pt x="15178" y="1469"/>
                      <a:pt x="12876" y="2269"/>
                    </a:cubicBezTo>
                    <a:cubicBezTo>
                      <a:pt x="12792" y="2297"/>
                      <a:pt x="12713" y="2310"/>
                      <a:pt x="12639" y="2310"/>
                    </a:cubicBezTo>
                    <a:cubicBezTo>
                      <a:pt x="12273" y="2310"/>
                      <a:pt x="12042" y="1991"/>
                      <a:pt x="12042" y="1602"/>
                    </a:cubicBezTo>
                    <a:cubicBezTo>
                      <a:pt x="12042" y="1135"/>
                      <a:pt x="12042" y="668"/>
                      <a:pt x="12042" y="201"/>
                    </a:cubicBezTo>
                    <a:cubicBezTo>
                      <a:pt x="10775" y="902"/>
                      <a:pt x="9474" y="1769"/>
                      <a:pt x="8406" y="2703"/>
                    </a:cubicBezTo>
                    <a:cubicBezTo>
                      <a:pt x="8324" y="2774"/>
                      <a:pt x="8220" y="2807"/>
                      <a:pt x="8116" y="2807"/>
                    </a:cubicBezTo>
                    <a:cubicBezTo>
                      <a:pt x="7927" y="2807"/>
                      <a:pt x="7737" y="2697"/>
                      <a:pt x="7672" y="2503"/>
                    </a:cubicBezTo>
                    <a:cubicBezTo>
                      <a:pt x="7539" y="2102"/>
                      <a:pt x="7439" y="1769"/>
                      <a:pt x="7339" y="1369"/>
                    </a:cubicBezTo>
                    <a:cubicBezTo>
                      <a:pt x="6572" y="2369"/>
                      <a:pt x="5871" y="3370"/>
                      <a:pt x="5171" y="4404"/>
                    </a:cubicBezTo>
                    <a:cubicBezTo>
                      <a:pt x="5071" y="4541"/>
                      <a:pt x="4949" y="4599"/>
                      <a:pt x="4831" y="4599"/>
                    </a:cubicBezTo>
                    <a:cubicBezTo>
                      <a:pt x="4632" y="4599"/>
                      <a:pt x="4445" y="4434"/>
                      <a:pt x="4403" y="4204"/>
                    </a:cubicBezTo>
                    <a:cubicBezTo>
                      <a:pt x="4303" y="3804"/>
                      <a:pt x="4203" y="3370"/>
                      <a:pt x="4137" y="2970"/>
                    </a:cubicBezTo>
                    <a:cubicBezTo>
                      <a:pt x="2202" y="5972"/>
                      <a:pt x="1068" y="9107"/>
                      <a:pt x="0" y="12543"/>
                    </a:cubicBezTo>
                    <a:cubicBezTo>
                      <a:pt x="167" y="12710"/>
                      <a:pt x="334" y="12877"/>
                      <a:pt x="467" y="13077"/>
                    </a:cubicBezTo>
                    <a:cubicBezTo>
                      <a:pt x="534" y="13110"/>
                      <a:pt x="567" y="13177"/>
                      <a:pt x="567" y="13244"/>
                    </a:cubicBezTo>
                    <a:cubicBezTo>
                      <a:pt x="734" y="13277"/>
                      <a:pt x="901" y="13310"/>
                      <a:pt x="1068" y="13344"/>
                    </a:cubicBezTo>
                    <a:cubicBezTo>
                      <a:pt x="1668" y="13477"/>
                      <a:pt x="2269" y="13744"/>
                      <a:pt x="2836" y="14078"/>
                    </a:cubicBezTo>
                    <a:cubicBezTo>
                      <a:pt x="3002" y="13744"/>
                      <a:pt x="3169" y="13411"/>
                      <a:pt x="3369" y="13077"/>
                    </a:cubicBezTo>
                    <a:lnTo>
                      <a:pt x="3269" y="13077"/>
                    </a:lnTo>
                    <a:cubicBezTo>
                      <a:pt x="3102" y="13010"/>
                      <a:pt x="3036" y="12777"/>
                      <a:pt x="3102" y="12643"/>
                    </a:cubicBezTo>
                    <a:cubicBezTo>
                      <a:pt x="2269" y="11309"/>
                      <a:pt x="2402" y="9141"/>
                      <a:pt x="2736" y="7706"/>
                    </a:cubicBezTo>
                    <a:cubicBezTo>
                      <a:pt x="2749" y="7639"/>
                      <a:pt x="2795" y="7610"/>
                      <a:pt x="2843" y="7610"/>
                    </a:cubicBezTo>
                    <a:cubicBezTo>
                      <a:pt x="2914" y="7610"/>
                      <a:pt x="2989" y="7674"/>
                      <a:pt x="2969" y="7773"/>
                    </a:cubicBezTo>
                    <a:cubicBezTo>
                      <a:pt x="2869" y="8640"/>
                      <a:pt x="2869" y="9541"/>
                      <a:pt x="3069" y="10408"/>
                    </a:cubicBezTo>
                    <a:cubicBezTo>
                      <a:pt x="3236" y="11142"/>
                      <a:pt x="3536" y="11809"/>
                      <a:pt x="3703" y="12543"/>
                    </a:cubicBezTo>
                    <a:cubicBezTo>
                      <a:pt x="4470" y="11309"/>
                      <a:pt x="5404" y="10175"/>
                      <a:pt x="6438" y="9107"/>
                    </a:cubicBezTo>
                    <a:cubicBezTo>
                      <a:pt x="6071" y="8841"/>
                      <a:pt x="5904" y="8507"/>
                      <a:pt x="6071" y="8073"/>
                    </a:cubicBezTo>
                    <a:cubicBezTo>
                      <a:pt x="6038" y="6873"/>
                      <a:pt x="6572" y="5405"/>
                      <a:pt x="7205" y="4504"/>
                    </a:cubicBezTo>
                    <a:cubicBezTo>
                      <a:pt x="7241" y="4446"/>
                      <a:pt x="7292" y="4420"/>
                      <a:pt x="7343" y="4420"/>
                    </a:cubicBezTo>
                    <a:cubicBezTo>
                      <a:pt x="7437" y="4420"/>
                      <a:pt x="7527" y="4508"/>
                      <a:pt x="7506" y="4638"/>
                    </a:cubicBezTo>
                    <a:cubicBezTo>
                      <a:pt x="7339" y="5371"/>
                      <a:pt x="7139" y="6105"/>
                      <a:pt x="7005" y="6873"/>
                    </a:cubicBezTo>
                    <a:cubicBezTo>
                      <a:pt x="6939" y="7373"/>
                      <a:pt x="6939" y="7907"/>
                      <a:pt x="6805" y="8407"/>
                    </a:cubicBezTo>
                    <a:cubicBezTo>
                      <a:pt x="6872" y="8440"/>
                      <a:pt x="6972" y="8474"/>
                      <a:pt x="7039" y="8507"/>
                    </a:cubicBezTo>
                    <a:cubicBezTo>
                      <a:pt x="7572" y="8007"/>
                      <a:pt x="8073" y="7540"/>
                      <a:pt x="8606" y="7073"/>
                    </a:cubicBezTo>
                    <a:cubicBezTo>
                      <a:pt x="8973" y="6772"/>
                      <a:pt x="9340" y="6472"/>
                      <a:pt x="9707" y="6172"/>
                    </a:cubicBezTo>
                    <a:cubicBezTo>
                      <a:pt x="9440" y="5238"/>
                      <a:pt x="9674" y="4071"/>
                      <a:pt x="10107" y="3237"/>
                    </a:cubicBezTo>
                    <a:cubicBezTo>
                      <a:pt x="10140" y="3162"/>
                      <a:pt x="10192" y="3131"/>
                      <a:pt x="10248" y="3131"/>
                    </a:cubicBezTo>
                    <a:cubicBezTo>
                      <a:pt x="10366" y="3131"/>
                      <a:pt x="10497" y="3267"/>
                      <a:pt x="10474" y="3403"/>
                    </a:cubicBezTo>
                    <a:cubicBezTo>
                      <a:pt x="10441" y="3870"/>
                      <a:pt x="10408" y="4337"/>
                      <a:pt x="10408" y="4804"/>
                    </a:cubicBezTo>
                    <a:cubicBezTo>
                      <a:pt x="10374" y="5071"/>
                      <a:pt x="10408" y="5371"/>
                      <a:pt x="10408" y="5638"/>
                    </a:cubicBezTo>
                    <a:cubicBezTo>
                      <a:pt x="12142" y="4271"/>
                      <a:pt x="14077" y="3036"/>
                      <a:pt x="16112" y="2503"/>
                    </a:cubicBezTo>
                    <a:cubicBezTo>
                      <a:pt x="16152" y="2491"/>
                      <a:pt x="16189" y="2486"/>
                      <a:pt x="16223" y="2486"/>
                    </a:cubicBezTo>
                    <a:cubicBezTo>
                      <a:pt x="16587" y="2486"/>
                      <a:pt x="16620" y="3090"/>
                      <a:pt x="16345" y="3303"/>
                    </a:cubicBezTo>
                    <a:cubicBezTo>
                      <a:pt x="14711" y="4404"/>
                      <a:pt x="12976" y="5305"/>
                      <a:pt x="11308" y="6339"/>
                    </a:cubicBezTo>
                    <a:cubicBezTo>
                      <a:pt x="11975" y="6472"/>
                      <a:pt x="12643" y="6606"/>
                      <a:pt x="13276" y="6806"/>
                    </a:cubicBezTo>
                    <a:cubicBezTo>
                      <a:pt x="13534" y="6902"/>
                      <a:pt x="13450" y="7341"/>
                      <a:pt x="13203" y="7341"/>
                    </a:cubicBezTo>
                    <a:cubicBezTo>
                      <a:pt x="13194" y="7341"/>
                      <a:pt x="13185" y="7341"/>
                      <a:pt x="13176" y="7340"/>
                    </a:cubicBezTo>
                    <a:cubicBezTo>
                      <a:pt x="12342" y="7206"/>
                      <a:pt x="11542" y="6973"/>
                      <a:pt x="10741" y="6706"/>
                    </a:cubicBezTo>
                    <a:cubicBezTo>
                      <a:pt x="10007" y="7206"/>
                      <a:pt x="9307" y="7706"/>
                      <a:pt x="8640" y="8307"/>
                    </a:cubicBezTo>
                    <a:cubicBezTo>
                      <a:pt x="8506" y="8407"/>
                      <a:pt x="8373" y="8540"/>
                      <a:pt x="8239" y="8674"/>
                    </a:cubicBezTo>
                    <a:cubicBezTo>
                      <a:pt x="8640" y="8707"/>
                      <a:pt x="9040" y="8707"/>
                      <a:pt x="9207" y="8741"/>
                    </a:cubicBezTo>
                    <a:cubicBezTo>
                      <a:pt x="9941" y="8874"/>
                      <a:pt x="10708" y="9007"/>
                      <a:pt x="11442" y="9208"/>
                    </a:cubicBezTo>
                    <a:cubicBezTo>
                      <a:pt x="11866" y="9338"/>
                      <a:pt x="11875" y="10043"/>
                      <a:pt x="11376" y="10043"/>
                    </a:cubicBezTo>
                    <a:cubicBezTo>
                      <a:pt x="11365" y="10043"/>
                      <a:pt x="11354" y="10042"/>
                      <a:pt x="11342" y="10041"/>
                    </a:cubicBezTo>
                    <a:cubicBezTo>
                      <a:pt x="10875" y="10041"/>
                      <a:pt x="8773" y="9975"/>
                      <a:pt x="7339" y="9508"/>
                    </a:cubicBezTo>
                    <a:cubicBezTo>
                      <a:pt x="6338" y="10542"/>
                      <a:pt x="5404" y="11576"/>
                      <a:pt x="4470" y="12677"/>
                    </a:cubicBezTo>
                    <a:cubicBezTo>
                      <a:pt x="5013" y="12700"/>
                      <a:pt x="5538" y="12724"/>
                      <a:pt x="6071" y="12724"/>
                    </a:cubicBezTo>
                    <a:cubicBezTo>
                      <a:pt x="6292" y="12724"/>
                      <a:pt x="6514" y="12720"/>
                      <a:pt x="6738" y="12710"/>
                    </a:cubicBezTo>
                    <a:cubicBezTo>
                      <a:pt x="7105" y="12710"/>
                      <a:pt x="7205" y="13277"/>
                      <a:pt x="6838" y="13344"/>
                    </a:cubicBezTo>
                    <a:cubicBezTo>
                      <a:pt x="6438" y="13397"/>
                      <a:pt x="6049" y="13424"/>
                      <a:pt x="5665" y="13424"/>
                    </a:cubicBezTo>
                    <a:cubicBezTo>
                      <a:pt x="5091" y="13424"/>
                      <a:pt x="4530" y="13364"/>
                      <a:pt x="3970" y="13244"/>
                    </a:cubicBezTo>
                    <a:cubicBezTo>
                      <a:pt x="3670" y="13577"/>
                      <a:pt x="3369" y="13911"/>
                      <a:pt x="3102" y="14211"/>
                    </a:cubicBezTo>
                    <a:cubicBezTo>
                      <a:pt x="4303" y="15012"/>
                      <a:pt x="5271" y="16146"/>
                      <a:pt x="5437" y="17547"/>
                    </a:cubicBezTo>
                    <a:cubicBezTo>
                      <a:pt x="5437" y="17547"/>
                      <a:pt x="5437" y="17580"/>
                      <a:pt x="5437" y="17580"/>
                    </a:cubicBezTo>
                    <a:cubicBezTo>
                      <a:pt x="7973" y="14878"/>
                      <a:pt x="11108" y="13110"/>
                      <a:pt x="14544" y="11843"/>
                    </a:cubicBezTo>
                    <a:cubicBezTo>
                      <a:pt x="14377" y="11809"/>
                      <a:pt x="14244" y="11743"/>
                      <a:pt x="14110" y="11676"/>
                    </a:cubicBezTo>
                    <a:cubicBezTo>
                      <a:pt x="13643" y="11509"/>
                      <a:pt x="13510" y="10775"/>
                      <a:pt x="13910" y="10475"/>
                    </a:cubicBezTo>
                    <a:cubicBezTo>
                      <a:pt x="15244" y="9374"/>
                      <a:pt x="16412" y="8173"/>
                      <a:pt x="17446" y="6806"/>
                    </a:cubicBezTo>
                    <a:lnTo>
                      <a:pt x="17446" y="6806"/>
                    </a:lnTo>
                    <a:cubicBezTo>
                      <a:pt x="17346" y="6839"/>
                      <a:pt x="17246" y="6873"/>
                      <a:pt x="17146" y="6906"/>
                    </a:cubicBezTo>
                    <a:cubicBezTo>
                      <a:pt x="17086" y="6925"/>
                      <a:pt x="17028" y="6934"/>
                      <a:pt x="16972" y="6934"/>
                    </a:cubicBezTo>
                    <a:cubicBezTo>
                      <a:pt x="16443" y="6934"/>
                      <a:pt x="16143" y="6131"/>
                      <a:pt x="16445" y="5738"/>
                    </a:cubicBezTo>
                    <a:cubicBezTo>
                      <a:pt x="17880" y="3937"/>
                      <a:pt x="18714" y="1936"/>
                      <a:pt x="198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2" name="Google Shape;12232;p37"/>
              <p:cNvSpPr/>
              <p:nvPr/>
            </p:nvSpPr>
            <p:spPr>
              <a:xfrm>
                <a:off x="3106550" y="4637925"/>
                <a:ext cx="236025" cy="164425"/>
              </a:xfrm>
              <a:custGeom>
                <a:rect b="b" l="l" r="r" t="t"/>
                <a:pathLst>
                  <a:path extrusionOk="0" h="6577" w="9441">
                    <a:moveTo>
                      <a:pt x="9441" y="1"/>
                    </a:moveTo>
                    <a:lnTo>
                      <a:pt x="9441" y="1"/>
                    </a:lnTo>
                    <a:cubicBezTo>
                      <a:pt x="8240" y="219"/>
                      <a:pt x="7081" y="352"/>
                      <a:pt x="5882" y="352"/>
                    </a:cubicBezTo>
                    <a:cubicBezTo>
                      <a:pt x="5249" y="352"/>
                      <a:pt x="4605" y="315"/>
                      <a:pt x="3937" y="234"/>
                    </a:cubicBezTo>
                    <a:lnTo>
                      <a:pt x="3603" y="234"/>
                    </a:lnTo>
                    <a:cubicBezTo>
                      <a:pt x="2970" y="1202"/>
                      <a:pt x="2269" y="2136"/>
                      <a:pt x="1735" y="3170"/>
                    </a:cubicBezTo>
                    <a:cubicBezTo>
                      <a:pt x="1442" y="3789"/>
                      <a:pt x="1" y="6576"/>
                      <a:pt x="1370" y="6576"/>
                    </a:cubicBezTo>
                    <a:cubicBezTo>
                      <a:pt x="1401" y="6576"/>
                      <a:pt x="1434" y="6575"/>
                      <a:pt x="1468" y="6572"/>
                    </a:cubicBezTo>
                    <a:cubicBezTo>
                      <a:pt x="2669" y="6472"/>
                      <a:pt x="3870" y="6305"/>
                      <a:pt x="5004" y="6005"/>
                    </a:cubicBezTo>
                    <a:cubicBezTo>
                      <a:pt x="6072" y="5705"/>
                      <a:pt x="7106" y="5204"/>
                      <a:pt x="8207" y="5004"/>
                    </a:cubicBezTo>
                    <a:cubicBezTo>
                      <a:pt x="8340" y="4637"/>
                      <a:pt x="8540" y="4304"/>
                      <a:pt x="8740" y="3970"/>
                    </a:cubicBezTo>
                    <a:cubicBezTo>
                      <a:pt x="8640" y="3870"/>
                      <a:pt x="8540" y="3770"/>
                      <a:pt x="8507" y="3637"/>
                    </a:cubicBezTo>
                    <a:cubicBezTo>
                      <a:pt x="8140" y="2636"/>
                      <a:pt x="8740" y="1235"/>
                      <a:pt x="94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3" name="Google Shape;12233;p37"/>
              <p:cNvSpPr/>
              <p:nvPr/>
            </p:nvSpPr>
            <p:spPr>
              <a:xfrm>
                <a:off x="3137400" y="4461125"/>
                <a:ext cx="225200" cy="157650"/>
              </a:xfrm>
              <a:custGeom>
                <a:rect b="b" l="l" r="r" t="t"/>
                <a:pathLst>
                  <a:path extrusionOk="0" h="6306" w="9008">
                    <a:moveTo>
                      <a:pt x="3337" y="1"/>
                    </a:moveTo>
                    <a:cubicBezTo>
                      <a:pt x="2670" y="935"/>
                      <a:pt x="2036" y="1836"/>
                      <a:pt x="1469" y="2836"/>
                    </a:cubicBezTo>
                    <a:cubicBezTo>
                      <a:pt x="1102" y="3503"/>
                      <a:pt x="701" y="4204"/>
                      <a:pt x="401" y="4904"/>
                    </a:cubicBezTo>
                    <a:cubicBezTo>
                      <a:pt x="1" y="5872"/>
                      <a:pt x="668" y="5638"/>
                      <a:pt x="1469" y="5772"/>
                    </a:cubicBezTo>
                    <a:cubicBezTo>
                      <a:pt x="3837" y="6105"/>
                      <a:pt x="6305" y="6272"/>
                      <a:pt x="8674" y="6305"/>
                    </a:cubicBezTo>
                    <a:cubicBezTo>
                      <a:pt x="8807" y="6139"/>
                      <a:pt x="8907" y="6005"/>
                      <a:pt x="9007" y="5838"/>
                    </a:cubicBezTo>
                    <a:cubicBezTo>
                      <a:pt x="7273" y="5638"/>
                      <a:pt x="5472" y="5271"/>
                      <a:pt x="4171" y="4337"/>
                    </a:cubicBezTo>
                    <a:cubicBezTo>
                      <a:pt x="2469" y="3137"/>
                      <a:pt x="3170" y="1735"/>
                      <a:pt x="3804" y="234"/>
                    </a:cubicBezTo>
                    <a:cubicBezTo>
                      <a:pt x="3637" y="168"/>
                      <a:pt x="3503" y="101"/>
                      <a:pt x="33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4" name="Google Shape;12234;p37"/>
              <p:cNvSpPr/>
              <p:nvPr/>
            </p:nvSpPr>
            <p:spPr>
              <a:xfrm>
                <a:off x="3106550" y="4643775"/>
                <a:ext cx="215175" cy="158575"/>
              </a:xfrm>
              <a:custGeom>
                <a:rect b="b" l="l" r="r" t="t"/>
                <a:pathLst>
                  <a:path extrusionOk="0" h="6343" w="8607">
                    <a:moveTo>
                      <a:pt x="3603" y="0"/>
                    </a:moveTo>
                    <a:cubicBezTo>
                      <a:pt x="2970" y="968"/>
                      <a:pt x="2269" y="1902"/>
                      <a:pt x="1735" y="2936"/>
                    </a:cubicBezTo>
                    <a:cubicBezTo>
                      <a:pt x="1442" y="3555"/>
                      <a:pt x="1" y="6342"/>
                      <a:pt x="1370" y="6342"/>
                    </a:cubicBezTo>
                    <a:cubicBezTo>
                      <a:pt x="1401" y="6342"/>
                      <a:pt x="1434" y="6341"/>
                      <a:pt x="1468" y="6338"/>
                    </a:cubicBezTo>
                    <a:cubicBezTo>
                      <a:pt x="2669" y="6238"/>
                      <a:pt x="3870" y="6071"/>
                      <a:pt x="5004" y="5771"/>
                    </a:cubicBezTo>
                    <a:cubicBezTo>
                      <a:pt x="6072" y="5471"/>
                      <a:pt x="7106" y="4970"/>
                      <a:pt x="8207" y="4770"/>
                    </a:cubicBezTo>
                    <a:cubicBezTo>
                      <a:pt x="8307" y="4503"/>
                      <a:pt x="8473" y="4203"/>
                      <a:pt x="8607" y="3936"/>
                    </a:cubicBezTo>
                    <a:lnTo>
                      <a:pt x="8607" y="3936"/>
                    </a:lnTo>
                    <a:cubicBezTo>
                      <a:pt x="7849" y="4182"/>
                      <a:pt x="7052" y="4340"/>
                      <a:pt x="6280" y="4340"/>
                    </a:cubicBezTo>
                    <a:cubicBezTo>
                      <a:pt x="5796" y="4340"/>
                      <a:pt x="5321" y="4278"/>
                      <a:pt x="4871" y="4136"/>
                    </a:cubicBezTo>
                    <a:cubicBezTo>
                      <a:pt x="3170" y="3569"/>
                      <a:pt x="3203" y="1501"/>
                      <a:pt x="37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5" name="Google Shape;12235;p37"/>
              <p:cNvSpPr/>
              <p:nvPr/>
            </p:nvSpPr>
            <p:spPr>
              <a:xfrm>
                <a:off x="3007325" y="4361900"/>
                <a:ext cx="185150" cy="105925"/>
              </a:xfrm>
              <a:custGeom>
                <a:rect b="b" l="l" r="r" t="t"/>
                <a:pathLst>
                  <a:path extrusionOk="0" h="4237" w="7406">
                    <a:moveTo>
                      <a:pt x="4303" y="0"/>
                    </a:moveTo>
                    <a:cubicBezTo>
                      <a:pt x="2702" y="1201"/>
                      <a:pt x="934" y="2402"/>
                      <a:pt x="0" y="4237"/>
                    </a:cubicBezTo>
                    <a:cubicBezTo>
                      <a:pt x="34" y="4170"/>
                      <a:pt x="3703" y="4237"/>
                      <a:pt x="4237" y="4137"/>
                    </a:cubicBezTo>
                    <a:cubicBezTo>
                      <a:pt x="5304" y="3937"/>
                      <a:pt x="6338" y="3536"/>
                      <a:pt x="7406" y="3369"/>
                    </a:cubicBezTo>
                    <a:cubicBezTo>
                      <a:pt x="6939" y="3069"/>
                      <a:pt x="6472" y="2769"/>
                      <a:pt x="6071" y="2435"/>
                    </a:cubicBezTo>
                    <a:cubicBezTo>
                      <a:pt x="5604" y="2069"/>
                      <a:pt x="5638" y="1235"/>
                      <a:pt x="6171" y="1001"/>
                    </a:cubicBezTo>
                    <a:cubicBezTo>
                      <a:pt x="6371" y="901"/>
                      <a:pt x="6538" y="834"/>
                      <a:pt x="6738" y="734"/>
                    </a:cubicBezTo>
                    <a:cubicBezTo>
                      <a:pt x="5904" y="567"/>
                      <a:pt x="5071" y="301"/>
                      <a:pt x="43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6" name="Google Shape;12236;p37"/>
              <p:cNvSpPr/>
              <p:nvPr/>
            </p:nvSpPr>
            <p:spPr>
              <a:xfrm>
                <a:off x="2962275" y="4489500"/>
                <a:ext cx="208525" cy="121775"/>
              </a:xfrm>
              <a:custGeom>
                <a:rect b="b" l="l" r="r" t="t"/>
                <a:pathLst>
                  <a:path extrusionOk="0" h="4871" w="8341">
                    <a:moveTo>
                      <a:pt x="8340" y="0"/>
                    </a:moveTo>
                    <a:lnTo>
                      <a:pt x="8340" y="0"/>
                    </a:lnTo>
                    <a:cubicBezTo>
                      <a:pt x="6906" y="500"/>
                      <a:pt x="5305" y="634"/>
                      <a:pt x="3837" y="701"/>
                    </a:cubicBezTo>
                    <a:cubicBezTo>
                      <a:pt x="3526" y="701"/>
                      <a:pt x="3111" y="730"/>
                      <a:pt x="2681" y="730"/>
                    </a:cubicBezTo>
                    <a:cubicBezTo>
                      <a:pt x="2466" y="730"/>
                      <a:pt x="2247" y="723"/>
                      <a:pt x="2036" y="701"/>
                    </a:cubicBezTo>
                    <a:cubicBezTo>
                      <a:pt x="1802" y="1301"/>
                      <a:pt x="1469" y="1868"/>
                      <a:pt x="1168" y="2435"/>
                    </a:cubicBezTo>
                    <a:cubicBezTo>
                      <a:pt x="968" y="2769"/>
                      <a:pt x="1" y="4003"/>
                      <a:pt x="1035" y="4236"/>
                    </a:cubicBezTo>
                    <a:cubicBezTo>
                      <a:pt x="1435" y="4370"/>
                      <a:pt x="1836" y="4437"/>
                      <a:pt x="2236" y="4537"/>
                    </a:cubicBezTo>
                    <a:cubicBezTo>
                      <a:pt x="3437" y="4770"/>
                      <a:pt x="4638" y="4804"/>
                      <a:pt x="5838" y="4870"/>
                    </a:cubicBezTo>
                    <a:cubicBezTo>
                      <a:pt x="5605" y="3936"/>
                      <a:pt x="6539" y="2669"/>
                      <a:pt x="6906" y="2035"/>
                    </a:cubicBezTo>
                    <a:cubicBezTo>
                      <a:pt x="7340" y="1301"/>
                      <a:pt x="7840" y="634"/>
                      <a:pt x="83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7" name="Google Shape;12237;p37"/>
              <p:cNvSpPr/>
              <p:nvPr/>
            </p:nvSpPr>
            <p:spPr>
              <a:xfrm>
                <a:off x="2773825" y="4681300"/>
                <a:ext cx="156800" cy="113425"/>
              </a:xfrm>
              <a:custGeom>
                <a:rect b="b" l="l" r="r" t="t"/>
                <a:pathLst>
                  <a:path extrusionOk="0" h="4537" w="6272">
                    <a:moveTo>
                      <a:pt x="4770" y="0"/>
                    </a:moveTo>
                    <a:cubicBezTo>
                      <a:pt x="3603" y="167"/>
                      <a:pt x="2435" y="167"/>
                      <a:pt x="1301" y="167"/>
                    </a:cubicBezTo>
                    <a:cubicBezTo>
                      <a:pt x="868" y="1601"/>
                      <a:pt x="267" y="2936"/>
                      <a:pt x="0" y="4437"/>
                    </a:cubicBezTo>
                    <a:cubicBezTo>
                      <a:pt x="667" y="4537"/>
                      <a:pt x="1301" y="4537"/>
                      <a:pt x="1968" y="4537"/>
                    </a:cubicBezTo>
                    <a:cubicBezTo>
                      <a:pt x="2269" y="4437"/>
                      <a:pt x="2569" y="4370"/>
                      <a:pt x="2836" y="4303"/>
                    </a:cubicBezTo>
                    <a:cubicBezTo>
                      <a:pt x="3136" y="4203"/>
                      <a:pt x="3469" y="4036"/>
                      <a:pt x="3803" y="3936"/>
                    </a:cubicBezTo>
                    <a:cubicBezTo>
                      <a:pt x="3803" y="3903"/>
                      <a:pt x="3803" y="3903"/>
                      <a:pt x="3803" y="3870"/>
                    </a:cubicBezTo>
                    <a:cubicBezTo>
                      <a:pt x="4437" y="2502"/>
                      <a:pt x="5237" y="1168"/>
                      <a:pt x="6271" y="100"/>
                    </a:cubicBezTo>
                    <a:lnTo>
                      <a:pt x="6271" y="100"/>
                    </a:lnTo>
                    <a:cubicBezTo>
                      <a:pt x="6146" y="109"/>
                      <a:pt x="6019" y="113"/>
                      <a:pt x="5891" y="113"/>
                    </a:cubicBezTo>
                    <a:cubicBezTo>
                      <a:pt x="5508" y="113"/>
                      <a:pt x="5121" y="75"/>
                      <a:pt x="47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8" name="Google Shape;12238;p37"/>
              <p:cNvSpPr/>
              <p:nvPr/>
            </p:nvSpPr>
            <p:spPr>
              <a:xfrm>
                <a:off x="3445975" y="4654600"/>
                <a:ext cx="90925" cy="197675"/>
              </a:xfrm>
              <a:custGeom>
                <a:rect b="b" l="l" r="r" t="t"/>
                <a:pathLst>
                  <a:path extrusionOk="0" h="7907" w="3637">
                    <a:moveTo>
                      <a:pt x="3369" y="1"/>
                    </a:moveTo>
                    <a:lnTo>
                      <a:pt x="3369" y="1"/>
                    </a:lnTo>
                    <a:cubicBezTo>
                      <a:pt x="2936" y="635"/>
                      <a:pt x="2368" y="1202"/>
                      <a:pt x="1701" y="1702"/>
                    </a:cubicBezTo>
                    <a:cubicBezTo>
                      <a:pt x="1068" y="3770"/>
                      <a:pt x="400" y="5772"/>
                      <a:pt x="0" y="7906"/>
                    </a:cubicBezTo>
                    <a:cubicBezTo>
                      <a:pt x="1368" y="7006"/>
                      <a:pt x="2602" y="5838"/>
                      <a:pt x="3102" y="4271"/>
                    </a:cubicBezTo>
                    <a:cubicBezTo>
                      <a:pt x="3636" y="2769"/>
                      <a:pt x="3569" y="1435"/>
                      <a:pt x="33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9" name="Google Shape;12239;p37"/>
              <p:cNvSpPr/>
              <p:nvPr/>
            </p:nvSpPr>
            <p:spPr>
              <a:xfrm>
                <a:off x="3543525" y="4476975"/>
                <a:ext cx="461200" cy="239900"/>
              </a:xfrm>
              <a:custGeom>
                <a:rect b="b" l="l" r="r" t="t"/>
                <a:pathLst>
                  <a:path extrusionOk="0" h="9596" w="18448">
                    <a:moveTo>
                      <a:pt x="13944" y="1"/>
                    </a:moveTo>
                    <a:cubicBezTo>
                      <a:pt x="11376" y="201"/>
                      <a:pt x="8607" y="568"/>
                      <a:pt x="6405" y="1835"/>
                    </a:cubicBezTo>
                    <a:cubicBezTo>
                      <a:pt x="6356" y="1868"/>
                      <a:pt x="6299" y="1883"/>
                      <a:pt x="6240" y="1883"/>
                    </a:cubicBezTo>
                    <a:cubicBezTo>
                      <a:pt x="6058" y="1883"/>
                      <a:pt x="5855" y="1745"/>
                      <a:pt x="5805" y="1569"/>
                    </a:cubicBezTo>
                    <a:cubicBezTo>
                      <a:pt x="5638" y="1101"/>
                      <a:pt x="5572" y="868"/>
                      <a:pt x="5505" y="568"/>
                    </a:cubicBezTo>
                    <a:cubicBezTo>
                      <a:pt x="3570" y="634"/>
                      <a:pt x="1902" y="1302"/>
                      <a:pt x="234" y="2236"/>
                    </a:cubicBezTo>
                    <a:cubicBezTo>
                      <a:pt x="435" y="3070"/>
                      <a:pt x="468" y="3937"/>
                      <a:pt x="368" y="4771"/>
                    </a:cubicBezTo>
                    <a:cubicBezTo>
                      <a:pt x="1535" y="4904"/>
                      <a:pt x="2703" y="5004"/>
                      <a:pt x="3870" y="5071"/>
                    </a:cubicBezTo>
                    <a:cubicBezTo>
                      <a:pt x="5238" y="4337"/>
                      <a:pt x="6639" y="3670"/>
                      <a:pt x="8107" y="3203"/>
                    </a:cubicBezTo>
                    <a:cubicBezTo>
                      <a:pt x="8148" y="3189"/>
                      <a:pt x="8188" y="3183"/>
                      <a:pt x="8225" y="3183"/>
                    </a:cubicBezTo>
                    <a:cubicBezTo>
                      <a:pt x="8549" y="3183"/>
                      <a:pt x="8702" y="3654"/>
                      <a:pt x="8374" y="3803"/>
                    </a:cubicBezTo>
                    <a:cubicBezTo>
                      <a:pt x="7440" y="4304"/>
                      <a:pt x="6472" y="4737"/>
                      <a:pt x="5471" y="5104"/>
                    </a:cubicBezTo>
                    <a:cubicBezTo>
                      <a:pt x="6105" y="5104"/>
                      <a:pt x="6739" y="5071"/>
                      <a:pt x="7373" y="4971"/>
                    </a:cubicBezTo>
                    <a:cubicBezTo>
                      <a:pt x="8207" y="4904"/>
                      <a:pt x="8974" y="4737"/>
                      <a:pt x="9741" y="4571"/>
                    </a:cubicBezTo>
                    <a:cubicBezTo>
                      <a:pt x="9775" y="4471"/>
                      <a:pt x="9808" y="4371"/>
                      <a:pt x="9908" y="4304"/>
                    </a:cubicBezTo>
                    <a:cubicBezTo>
                      <a:pt x="10709" y="3770"/>
                      <a:pt x="11409" y="3003"/>
                      <a:pt x="12009" y="2269"/>
                    </a:cubicBezTo>
                    <a:cubicBezTo>
                      <a:pt x="12089" y="2181"/>
                      <a:pt x="12175" y="2144"/>
                      <a:pt x="12256" y="2144"/>
                    </a:cubicBezTo>
                    <a:cubicBezTo>
                      <a:pt x="12481" y="2144"/>
                      <a:pt x="12666" y="2432"/>
                      <a:pt x="12543" y="2703"/>
                    </a:cubicBezTo>
                    <a:cubicBezTo>
                      <a:pt x="12243" y="3270"/>
                      <a:pt x="11876" y="3737"/>
                      <a:pt x="11409" y="4137"/>
                    </a:cubicBezTo>
                    <a:cubicBezTo>
                      <a:pt x="12143" y="3937"/>
                      <a:pt x="12843" y="3770"/>
                      <a:pt x="13577" y="3603"/>
                    </a:cubicBezTo>
                    <a:cubicBezTo>
                      <a:pt x="13606" y="3597"/>
                      <a:pt x="13634" y="3595"/>
                      <a:pt x="13661" y="3595"/>
                    </a:cubicBezTo>
                    <a:cubicBezTo>
                      <a:pt x="14095" y="3595"/>
                      <a:pt x="14221" y="4317"/>
                      <a:pt x="13844" y="4537"/>
                    </a:cubicBezTo>
                    <a:cubicBezTo>
                      <a:pt x="12076" y="5505"/>
                      <a:pt x="9908" y="6038"/>
                      <a:pt x="7706" y="6205"/>
                    </a:cubicBezTo>
                    <a:cubicBezTo>
                      <a:pt x="7973" y="6372"/>
                      <a:pt x="8273" y="6505"/>
                      <a:pt x="8540" y="6706"/>
                    </a:cubicBezTo>
                    <a:cubicBezTo>
                      <a:pt x="8808" y="6914"/>
                      <a:pt x="8651" y="7360"/>
                      <a:pt x="8354" y="7360"/>
                    </a:cubicBezTo>
                    <a:cubicBezTo>
                      <a:pt x="8318" y="7360"/>
                      <a:pt x="8280" y="7354"/>
                      <a:pt x="8240" y="7339"/>
                    </a:cubicBezTo>
                    <a:cubicBezTo>
                      <a:pt x="7673" y="7173"/>
                      <a:pt x="7173" y="6906"/>
                      <a:pt x="6672" y="6605"/>
                    </a:cubicBezTo>
                    <a:cubicBezTo>
                      <a:pt x="6506" y="6505"/>
                      <a:pt x="6305" y="6372"/>
                      <a:pt x="6105" y="6239"/>
                    </a:cubicBezTo>
                    <a:cubicBezTo>
                      <a:pt x="4070" y="6239"/>
                      <a:pt x="2036" y="5905"/>
                      <a:pt x="268" y="5305"/>
                    </a:cubicBezTo>
                    <a:cubicBezTo>
                      <a:pt x="201" y="5571"/>
                      <a:pt x="101" y="5872"/>
                      <a:pt x="1" y="6138"/>
                    </a:cubicBezTo>
                    <a:cubicBezTo>
                      <a:pt x="201" y="6372"/>
                      <a:pt x="401" y="6605"/>
                      <a:pt x="535" y="6839"/>
                    </a:cubicBezTo>
                    <a:cubicBezTo>
                      <a:pt x="568" y="6839"/>
                      <a:pt x="635" y="6839"/>
                      <a:pt x="668" y="6872"/>
                    </a:cubicBezTo>
                    <a:cubicBezTo>
                      <a:pt x="2736" y="7706"/>
                      <a:pt x="4337" y="9041"/>
                      <a:pt x="6672" y="9407"/>
                    </a:cubicBezTo>
                    <a:cubicBezTo>
                      <a:pt x="7430" y="9536"/>
                      <a:pt x="8172" y="9595"/>
                      <a:pt x="8910" y="9595"/>
                    </a:cubicBezTo>
                    <a:cubicBezTo>
                      <a:pt x="9699" y="9595"/>
                      <a:pt x="10483" y="9528"/>
                      <a:pt x="11276" y="9407"/>
                    </a:cubicBezTo>
                    <a:cubicBezTo>
                      <a:pt x="11042" y="9207"/>
                      <a:pt x="10842" y="8974"/>
                      <a:pt x="10642" y="8740"/>
                    </a:cubicBezTo>
                    <a:cubicBezTo>
                      <a:pt x="10442" y="8674"/>
                      <a:pt x="10275" y="8473"/>
                      <a:pt x="10242" y="8240"/>
                    </a:cubicBezTo>
                    <a:cubicBezTo>
                      <a:pt x="10208" y="8207"/>
                      <a:pt x="10208" y="8207"/>
                      <a:pt x="10175" y="8173"/>
                    </a:cubicBezTo>
                    <a:cubicBezTo>
                      <a:pt x="10041" y="8006"/>
                      <a:pt x="10141" y="7740"/>
                      <a:pt x="10308" y="7706"/>
                    </a:cubicBezTo>
                    <a:cubicBezTo>
                      <a:pt x="10375" y="7640"/>
                      <a:pt x="10442" y="7573"/>
                      <a:pt x="10542" y="7539"/>
                    </a:cubicBezTo>
                    <a:cubicBezTo>
                      <a:pt x="13978" y="6272"/>
                      <a:pt x="17213" y="3904"/>
                      <a:pt x="18447" y="368"/>
                    </a:cubicBezTo>
                    <a:lnTo>
                      <a:pt x="18447" y="368"/>
                    </a:lnTo>
                    <a:cubicBezTo>
                      <a:pt x="17113" y="968"/>
                      <a:pt x="15745" y="1402"/>
                      <a:pt x="14311" y="1769"/>
                    </a:cubicBezTo>
                    <a:cubicBezTo>
                      <a:pt x="14265" y="1781"/>
                      <a:pt x="14220" y="1787"/>
                      <a:pt x="14177" y="1787"/>
                    </a:cubicBezTo>
                    <a:cubicBezTo>
                      <a:pt x="13759" y="1787"/>
                      <a:pt x="13523" y="1234"/>
                      <a:pt x="13644" y="901"/>
                    </a:cubicBezTo>
                    <a:cubicBezTo>
                      <a:pt x="13744" y="601"/>
                      <a:pt x="13844" y="301"/>
                      <a:pt x="139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0" name="Google Shape;12240;p37"/>
              <p:cNvSpPr/>
              <p:nvPr/>
            </p:nvSpPr>
            <p:spPr>
              <a:xfrm>
                <a:off x="3182450" y="4180925"/>
                <a:ext cx="60050" cy="85100"/>
              </a:xfrm>
              <a:custGeom>
                <a:rect b="b" l="l" r="r" t="t"/>
                <a:pathLst>
                  <a:path extrusionOk="0" h="3404" w="2402">
                    <a:moveTo>
                      <a:pt x="0" y="1"/>
                    </a:moveTo>
                    <a:cubicBezTo>
                      <a:pt x="0" y="468"/>
                      <a:pt x="200" y="1302"/>
                      <a:pt x="200" y="1502"/>
                    </a:cubicBezTo>
                    <a:cubicBezTo>
                      <a:pt x="300" y="2169"/>
                      <a:pt x="401" y="2736"/>
                      <a:pt x="634" y="3337"/>
                    </a:cubicBezTo>
                    <a:cubicBezTo>
                      <a:pt x="1234" y="3337"/>
                      <a:pt x="1835" y="3337"/>
                      <a:pt x="2402" y="3403"/>
                    </a:cubicBezTo>
                    <a:cubicBezTo>
                      <a:pt x="2035" y="2669"/>
                      <a:pt x="1735" y="1902"/>
                      <a:pt x="1535" y="1068"/>
                    </a:cubicBezTo>
                    <a:cubicBezTo>
                      <a:pt x="1001" y="735"/>
                      <a:pt x="501" y="368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1" name="Google Shape;12241;p37"/>
              <p:cNvSpPr/>
              <p:nvPr/>
            </p:nvSpPr>
            <p:spPr>
              <a:xfrm>
                <a:off x="3255825" y="4024150"/>
                <a:ext cx="131800" cy="282725"/>
              </a:xfrm>
              <a:custGeom>
                <a:rect b="b" l="l" r="r" t="t"/>
                <a:pathLst>
                  <a:path extrusionOk="0" h="11309" w="5272">
                    <a:moveTo>
                      <a:pt x="3937" y="1"/>
                    </a:moveTo>
                    <a:cubicBezTo>
                      <a:pt x="2836" y="1468"/>
                      <a:pt x="1835" y="3036"/>
                      <a:pt x="835" y="4571"/>
                    </a:cubicBezTo>
                    <a:cubicBezTo>
                      <a:pt x="534" y="5405"/>
                      <a:pt x="334" y="6272"/>
                      <a:pt x="1" y="7106"/>
                    </a:cubicBezTo>
                    <a:cubicBezTo>
                      <a:pt x="167" y="7539"/>
                      <a:pt x="368" y="7973"/>
                      <a:pt x="534" y="8407"/>
                    </a:cubicBezTo>
                    <a:cubicBezTo>
                      <a:pt x="1035" y="7006"/>
                      <a:pt x="1769" y="5671"/>
                      <a:pt x="2869" y="4771"/>
                    </a:cubicBezTo>
                    <a:cubicBezTo>
                      <a:pt x="2939" y="4716"/>
                      <a:pt x="3010" y="4692"/>
                      <a:pt x="3079" y="4692"/>
                    </a:cubicBezTo>
                    <a:cubicBezTo>
                      <a:pt x="3342" y="4692"/>
                      <a:pt x="3555" y="5040"/>
                      <a:pt x="3370" y="5305"/>
                    </a:cubicBezTo>
                    <a:cubicBezTo>
                      <a:pt x="2436" y="6639"/>
                      <a:pt x="1535" y="7840"/>
                      <a:pt x="968" y="9341"/>
                    </a:cubicBezTo>
                    <a:cubicBezTo>
                      <a:pt x="1068" y="9574"/>
                      <a:pt x="1135" y="9808"/>
                      <a:pt x="1235" y="10041"/>
                    </a:cubicBezTo>
                    <a:cubicBezTo>
                      <a:pt x="2169" y="10308"/>
                      <a:pt x="3036" y="10708"/>
                      <a:pt x="3803" y="11309"/>
                    </a:cubicBezTo>
                    <a:cubicBezTo>
                      <a:pt x="3903" y="9307"/>
                      <a:pt x="4437" y="7273"/>
                      <a:pt x="5271" y="5405"/>
                    </a:cubicBezTo>
                    <a:cubicBezTo>
                      <a:pt x="5204" y="5338"/>
                      <a:pt x="5171" y="5271"/>
                      <a:pt x="5138" y="5204"/>
                    </a:cubicBezTo>
                    <a:cubicBezTo>
                      <a:pt x="4504" y="3570"/>
                      <a:pt x="4204" y="1769"/>
                      <a:pt x="39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2" name="Google Shape;12242;p37"/>
              <p:cNvSpPr/>
              <p:nvPr/>
            </p:nvSpPr>
            <p:spPr>
              <a:xfrm>
                <a:off x="3539375" y="4148400"/>
                <a:ext cx="72575" cy="71750"/>
              </a:xfrm>
              <a:custGeom>
                <a:rect b="b" l="l" r="r" t="t"/>
                <a:pathLst>
                  <a:path extrusionOk="0" h="2870" w="2903">
                    <a:moveTo>
                      <a:pt x="2802" y="1"/>
                    </a:moveTo>
                    <a:cubicBezTo>
                      <a:pt x="1868" y="501"/>
                      <a:pt x="1001" y="1068"/>
                      <a:pt x="167" y="1702"/>
                    </a:cubicBezTo>
                    <a:cubicBezTo>
                      <a:pt x="100" y="2069"/>
                      <a:pt x="100" y="2436"/>
                      <a:pt x="0" y="2770"/>
                    </a:cubicBezTo>
                    <a:cubicBezTo>
                      <a:pt x="67" y="2803"/>
                      <a:pt x="167" y="2836"/>
                      <a:pt x="234" y="2870"/>
                    </a:cubicBezTo>
                    <a:cubicBezTo>
                      <a:pt x="767" y="2369"/>
                      <a:pt x="1268" y="1902"/>
                      <a:pt x="1801" y="1469"/>
                    </a:cubicBezTo>
                    <a:cubicBezTo>
                      <a:pt x="2168" y="1168"/>
                      <a:pt x="2535" y="868"/>
                      <a:pt x="2902" y="535"/>
                    </a:cubicBezTo>
                    <a:cubicBezTo>
                      <a:pt x="2869" y="368"/>
                      <a:pt x="2835" y="201"/>
                      <a:pt x="28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3" name="Google Shape;12243;p37"/>
              <p:cNvSpPr/>
              <p:nvPr/>
            </p:nvSpPr>
            <p:spPr>
              <a:xfrm>
                <a:off x="3443475" y="4192600"/>
                <a:ext cx="86750" cy="128450"/>
              </a:xfrm>
              <a:custGeom>
                <a:rect b="b" l="l" r="r" t="t"/>
                <a:pathLst>
                  <a:path extrusionOk="0" h="5138" w="3470">
                    <a:moveTo>
                      <a:pt x="1468" y="1"/>
                    </a:moveTo>
                    <a:cubicBezTo>
                      <a:pt x="901" y="768"/>
                      <a:pt x="434" y="1569"/>
                      <a:pt x="0" y="2403"/>
                    </a:cubicBezTo>
                    <a:cubicBezTo>
                      <a:pt x="33" y="2603"/>
                      <a:pt x="33" y="2803"/>
                      <a:pt x="100" y="3003"/>
                    </a:cubicBezTo>
                    <a:cubicBezTo>
                      <a:pt x="267" y="3737"/>
                      <a:pt x="567" y="4437"/>
                      <a:pt x="734" y="5138"/>
                    </a:cubicBezTo>
                    <a:cubicBezTo>
                      <a:pt x="1501" y="3904"/>
                      <a:pt x="2435" y="2770"/>
                      <a:pt x="3469" y="1702"/>
                    </a:cubicBezTo>
                    <a:cubicBezTo>
                      <a:pt x="3102" y="1469"/>
                      <a:pt x="2935" y="1102"/>
                      <a:pt x="3102" y="701"/>
                    </a:cubicBezTo>
                    <a:lnTo>
                      <a:pt x="3102" y="668"/>
                    </a:lnTo>
                    <a:cubicBezTo>
                      <a:pt x="2835" y="935"/>
                      <a:pt x="2569" y="1168"/>
                      <a:pt x="2302" y="1435"/>
                    </a:cubicBezTo>
                    <a:cubicBezTo>
                      <a:pt x="2243" y="1494"/>
                      <a:pt x="2172" y="1519"/>
                      <a:pt x="2101" y="1519"/>
                    </a:cubicBezTo>
                    <a:cubicBezTo>
                      <a:pt x="1968" y="1519"/>
                      <a:pt x="1833" y="1432"/>
                      <a:pt x="1768" y="1302"/>
                    </a:cubicBezTo>
                    <a:cubicBezTo>
                      <a:pt x="1635" y="868"/>
                      <a:pt x="1534" y="435"/>
                      <a:pt x="14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4" name="Google Shape;12244;p37"/>
              <p:cNvSpPr/>
              <p:nvPr/>
            </p:nvSpPr>
            <p:spPr>
              <a:xfrm>
                <a:off x="3446800" y="4115050"/>
                <a:ext cx="358625" cy="332775"/>
              </a:xfrm>
              <a:custGeom>
                <a:rect b="b" l="l" r="r" t="t"/>
                <a:pathLst>
                  <a:path extrusionOk="0" h="13311" w="14345">
                    <a:moveTo>
                      <a:pt x="11675" y="1"/>
                    </a:moveTo>
                    <a:cubicBezTo>
                      <a:pt x="10508" y="701"/>
                      <a:pt x="9340" y="1335"/>
                      <a:pt x="8206" y="2035"/>
                    </a:cubicBezTo>
                    <a:cubicBezTo>
                      <a:pt x="8873" y="2169"/>
                      <a:pt x="9541" y="2302"/>
                      <a:pt x="10174" y="2536"/>
                    </a:cubicBezTo>
                    <a:cubicBezTo>
                      <a:pt x="10425" y="2598"/>
                      <a:pt x="10352" y="3042"/>
                      <a:pt x="10122" y="3042"/>
                    </a:cubicBezTo>
                    <a:cubicBezTo>
                      <a:pt x="10107" y="3042"/>
                      <a:pt x="10091" y="3040"/>
                      <a:pt x="10074" y="3036"/>
                    </a:cubicBezTo>
                    <a:cubicBezTo>
                      <a:pt x="9240" y="2903"/>
                      <a:pt x="8440" y="2669"/>
                      <a:pt x="7639" y="2436"/>
                    </a:cubicBezTo>
                    <a:cubicBezTo>
                      <a:pt x="6905" y="2903"/>
                      <a:pt x="6205" y="3436"/>
                      <a:pt x="5538" y="4004"/>
                    </a:cubicBezTo>
                    <a:cubicBezTo>
                      <a:pt x="5404" y="4137"/>
                      <a:pt x="5271" y="4270"/>
                      <a:pt x="5137" y="4370"/>
                    </a:cubicBezTo>
                    <a:cubicBezTo>
                      <a:pt x="5538" y="4404"/>
                      <a:pt x="5938" y="4437"/>
                      <a:pt x="6105" y="4471"/>
                    </a:cubicBezTo>
                    <a:cubicBezTo>
                      <a:pt x="6839" y="4604"/>
                      <a:pt x="7606" y="4704"/>
                      <a:pt x="8340" y="4938"/>
                    </a:cubicBezTo>
                    <a:cubicBezTo>
                      <a:pt x="8773" y="5071"/>
                      <a:pt x="8773" y="5771"/>
                      <a:pt x="8240" y="5771"/>
                    </a:cubicBezTo>
                    <a:cubicBezTo>
                      <a:pt x="7773" y="5738"/>
                      <a:pt x="5671" y="5671"/>
                      <a:pt x="4237" y="5238"/>
                    </a:cubicBezTo>
                    <a:cubicBezTo>
                      <a:pt x="3236" y="6238"/>
                      <a:pt x="2302" y="7306"/>
                      <a:pt x="1368" y="8373"/>
                    </a:cubicBezTo>
                    <a:cubicBezTo>
                      <a:pt x="2135" y="8440"/>
                      <a:pt x="2869" y="8440"/>
                      <a:pt x="3636" y="8440"/>
                    </a:cubicBezTo>
                    <a:cubicBezTo>
                      <a:pt x="4003" y="8440"/>
                      <a:pt x="4103" y="9007"/>
                      <a:pt x="3736" y="9040"/>
                    </a:cubicBezTo>
                    <a:cubicBezTo>
                      <a:pt x="3347" y="9105"/>
                      <a:pt x="2967" y="9135"/>
                      <a:pt x="2593" y="9135"/>
                    </a:cubicBezTo>
                    <a:cubicBezTo>
                      <a:pt x="2008" y="9135"/>
                      <a:pt x="1438" y="9063"/>
                      <a:pt x="868" y="8940"/>
                    </a:cubicBezTo>
                    <a:cubicBezTo>
                      <a:pt x="568" y="9274"/>
                      <a:pt x="267" y="9608"/>
                      <a:pt x="0" y="9941"/>
                    </a:cubicBezTo>
                    <a:cubicBezTo>
                      <a:pt x="1201" y="10708"/>
                      <a:pt x="2169" y="11876"/>
                      <a:pt x="2335" y="13243"/>
                    </a:cubicBezTo>
                    <a:cubicBezTo>
                      <a:pt x="2335" y="13277"/>
                      <a:pt x="2335" y="13277"/>
                      <a:pt x="2335" y="13310"/>
                    </a:cubicBezTo>
                    <a:cubicBezTo>
                      <a:pt x="4871" y="10575"/>
                      <a:pt x="8006" y="8807"/>
                      <a:pt x="11442" y="7573"/>
                    </a:cubicBezTo>
                    <a:cubicBezTo>
                      <a:pt x="11275" y="7506"/>
                      <a:pt x="11142" y="7473"/>
                      <a:pt x="11008" y="7406"/>
                    </a:cubicBezTo>
                    <a:cubicBezTo>
                      <a:pt x="10541" y="7206"/>
                      <a:pt x="10408" y="6505"/>
                      <a:pt x="10808" y="6172"/>
                    </a:cubicBezTo>
                    <a:cubicBezTo>
                      <a:pt x="12142" y="5104"/>
                      <a:pt x="13310" y="3870"/>
                      <a:pt x="14344" y="2536"/>
                    </a:cubicBezTo>
                    <a:lnTo>
                      <a:pt x="14344" y="2536"/>
                    </a:lnTo>
                    <a:cubicBezTo>
                      <a:pt x="14244" y="2569"/>
                      <a:pt x="14144" y="2603"/>
                      <a:pt x="14044" y="2636"/>
                    </a:cubicBezTo>
                    <a:cubicBezTo>
                      <a:pt x="13993" y="2651"/>
                      <a:pt x="13943" y="2657"/>
                      <a:pt x="13895" y="2657"/>
                    </a:cubicBezTo>
                    <a:cubicBezTo>
                      <a:pt x="13726" y="2657"/>
                      <a:pt x="13581" y="2573"/>
                      <a:pt x="13477" y="2469"/>
                    </a:cubicBezTo>
                    <a:cubicBezTo>
                      <a:pt x="12743" y="2402"/>
                      <a:pt x="12042" y="2302"/>
                      <a:pt x="11309" y="2269"/>
                    </a:cubicBezTo>
                    <a:cubicBezTo>
                      <a:pt x="11108" y="2269"/>
                      <a:pt x="10942" y="2069"/>
                      <a:pt x="11008" y="1869"/>
                    </a:cubicBezTo>
                    <a:cubicBezTo>
                      <a:pt x="11208" y="1235"/>
                      <a:pt x="11442" y="601"/>
                      <a:pt x="116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5" name="Google Shape;12245;p37"/>
              <p:cNvSpPr/>
              <p:nvPr/>
            </p:nvSpPr>
            <p:spPr>
              <a:xfrm>
                <a:off x="3629425" y="4123400"/>
                <a:ext cx="33375" cy="25025"/>
              </a:xfrm>
              <a:custGeom>
                <a:rect b="b" l="l" r="r" t="t"/>
                <a:pathLst>
                  <a:path extrusionOk="0" h="1001" w="1335">
                    <a:moveTo>
                      <a:pt x="1335" y="0"/>
                    </a:moveTo>
                    <a:lnTo>
                      <a:pt x="1335" y="0"/>
                    </a:lnTo>
                    <a:cubicBezTo>
                      <a:pt x="901" y="200"/>
                      <a:pt x="434" y="401"/>
                      <a:pt x="1" y="601"/>
                    </a:cubicBezTo>
                    <a:cubicBezTo>
                      <a:pt x="1" y="734"/>
                      <a:pt x="1" y="868"/>
                      <a:pt x="1" y="1001"/>
                    </a:cubicBezTo>
                    <a:cubicBezTo>
                      <a:pt x="434" y="667"/>
                      <a:pt x="901" y="334"/>
                      <a:pt x="1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6" name="Google Shape;12246;p37"/>
              <p:cNvSpPr/>
              <p:nvPr/>
            </p:nvSpPr>
            <p:spPr>
              <a:xfrm>
                <a:off x="3404275" y="4275175"/>
                <a:ext cx="49225" cy="84250"/>
              </a:xfrm>
              <a:custGeom>
                <a:rect b="b" l="l" r="r" t="t"/>
                <a:pathLst>
                  <a:path extrusionOk="0" h="3370" w="1969">
                    <a:moveTo>
                      <a:pt x="1101" y="0"/>
                    </a:moveTo>
                    <a:cubicBezTo>
                      <a:pt x="701" y="901"/>
                      <a:pt x="334" y="1802"/>
                      <a:pt x="0" y="2769"/>
                    </a:cubicBezTo>
                    <a:cubicBezTo>
                      <a:pt x="501" y="2902"/>
                      <a:pt x="968" y="3102"/>
                      <a:pt x="1435" y="3369"/>
                    </a:cubicBezTo>
                    <a:cubicBezTo>
                      <a:pt x="1601" y="3036"/>
                      <a:pt x="1768" y="2702"/>
                      <a:pt x="1968" y="2402"/>
                    </a:cubicBezTo>
                    <a:cubicBezTo>
                      <a:pt x="1935" y="2402"/>
                      <a:pt x="1902" y="2369"/>
                      <a:pt x="1868" y="2369"/>
                    </a:cubicBezTo>
                    <a:cubicBezTo>
                      <a:pt x="1701" y="2335"/>
                      <a:pt x="1635" y="2102"/>
                      <a:pt x="1701" y="1968"/>
                    </a:cubicBezTo>
                    <a:cubicBezTo>
                      <a:pt x="1368" y="1401"/>
                      <a:pt x="1201" y="734"/>
                      <a:pt x="11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7" name="Google Shape;12247;p37"/>
              <p:cNvSpPr/>
              <p:nvPr/>
            </p:nvSpPr>
            <p:spPr>
              <a:xfrm>
                <a:off x="3543525" y="4476975"/>
                <a:ext cx="461200" cy="239900"/>
              </a:xfrm>
              <a:custGeom>
                <a:rect b="b" l="l" r="r" t="t"/>
                <a:pathLst>
                  <a:path extrusionOk="0" h="9596" w="18448">
                    <a:moveTo>
                      <a:pt x="13944" y="1"/>
                    </a:moveTo>
                    <a:cubicBezTo>
                      <a:pt x="11376" y="201"/>
                      <a:pt x="8607" y="568"/>
                      <a:pt x="6405" y="1835"/>
                    </a:cubicBezTo>
                    <a:cubicBezTo>
                      <a:pt x="6356" y="1868"/>
                      <a:pt x="6299" y="1883"/>
                      <a:pt x="6240" y="1883"/>
                    </a:cubicBezTo>
                    <a:cubicBezTo>
                      <a:pt x="6058" y="1883"/>
                      <a:pt x="5855" y="1745"/>
                      <a:pt x="5805" y="1569"/>
                    </a:cubicBezTo>
                    <a:cubicBezTo>
                      <a:pt x="5638" y="1101"/>
                      <a:pt x="5572" y="868"/>
                      <a:pt x="5505" y="568"/>
                    </a:cubicBezTo>
                    <a:cubicBezTo>
                      <a:pt x="3570" y="634"/>
                      <a:pt x="1902" y="1302"/>
                      <a:pt x="234" y="2236"/>
                    </a:cubicBezTo>
                    <a:cubicBezTo>
                      <a:pt x="435" y="3070"/>
                      <a:pt x="468" y="3937"/>
                      <a:pt x="368" y="4771"/>
                    </a:cubicBezTo>
                    <a:cubicBezTo>
                      <a:pt x="1535" y="4904"/>
                      <a:pt x="2703" y="5004"/>
                      <a:pt x="3870" y="5071"/>
                    </a:cubicBezTo>
                    <a:cubicBezTo>
                      <a:pt x="5238" y="4337"/>
                      <a:pt x="6639" y="3670"/>
                      <a:pt x="8107" y="3203"/>
                    </a:cubicBezTo>
                    <a:cubicBezTo>
                      <a:pt x="8148" y="3189"/>
                      <a:pt x="8188" y="3183"/>
                      <a:pt x="8225" y="3183"/>
                    </a:cubicBezTo>
                    <a:cubicBezTo>
                      <a:pt x="8549" y="3183"/>
                      <a:pt x="8702" y="3654"/>
                      <a:pt x="8374" y="3803"/>
                    </a:cubicBezTo>
                    <a:cubicBezTo>
                      <a:pt x="7440" y="4304"/>
                      <a:pt x="6472" y="4737"/>
                      <a:pt x="5471" y="5104"/>
                    </a:cubicBezTo>
                    <a:cubicBezTo>
                      <a:pt x="6105" y="5104"/>
                      <a:pt x="6739" y="5071"/>
                      <a:pt x="7373" y="4971"/>
                    </a:cubicBezTo>
                    <a:cubicBezTo>
                      <a:pt x="8207" y="4904"/>
                      <a:pt x="8974" y="4737"/>
                      <a:pt x="9741" y="4571"/>
                    </a:cubicBezTo>
                    <a:cubicBezTo>
                      <a:pt x="9775" y="4471"/>
                      <a:pt x="9808" y="4371"/>
                      <a:pt x="9908" y="4304"/>
                    </a:cubicBezTo>
                    <a:cubicBezTo>
                      <a:pt x="10709" y="3770"/>
                      <a:pt x="11409" y="3003"/>
                      <a:pt x="12009" y="2269"/>
                    </a:cubicBezTo>
                    <a:cubicBezTo>
                      <a:pt x="12089" y="2181"/>
                      <a:pt x="12175" y="2144"/>
                      <a:pt x="12256" y="2144"/>
                    </a:cubicBezTo>
                    <a:cubicBezTo>
                      <a:pt x="12481" y="2144"/>
                      <a:pt x="12666" y="2432"/>
                      <a:pt x="12543" y="2703"/>
                    </a:cubicBezTo>
                    <a:cubicBezTo>
                      <a:pt x="12243" y="3270"/>
                      <a:pt x="11876" y="3737"/>
                      <a:pt x="11409" y="4137"/>
                    </a:cubicBezTo>
                    <a:cubicBezTo>
                      <a:pt x="12143" y="3937"/>
                      <a:pt x="12843" y="3770"/>
                      <a:pt x="13577" y="3603"/>
                    </a:cubicBezTo>
                    <a:cubicBezTo>
                      <a:pt x="13606" y="3597"/>
                      <a:pt x="13634" y="3595"/>
                      <a:pt x="13661" y="3595"/>
                    </a:cubicBezTo>
                    <a:cubicBezTo>
                      <a:pt x="14095" y="3595"/>
                      <a:pt x="14221" y="4317"/>
                      <a:pt x="13844" y="4537"/>
                    </a:cubicBezTo>
                    <a:cubicBezTo>
                      <a:pt x="12076" y="5505"/>
                      <a:pt x="9908" y="6038"/>
                      <a:pt x="7706" y="6205"/>
                    </a:cubicBezTo>
                    <a:cubicBezTo>
                      <a:pt x="7973" y="6372"/>
                      <a:pt x="8273" y="6505"/>
                      <a:pt x="8540" y="6706"/>
                    </a:cubicBezTo>
                    <a:cubicBezTo>
                      <a:pt x="8808" y="6914"/>
                      <a:pt x="8651" y="7360"/>
                      <a:pt x="8354" y="7360"/>
                    </a:cubicBezTo>
                    <a:cubicBezTo>
                      <a:pt x="8318" y="7360"/>
                      <a:pt x="8280" y="7354"/>
                      <a:pt x="8240" y="7339"/>
                    </a:cubicBezTo>
                    <a:cubicBezTo>
                      <a:pt x="7673" y="7173"/>
                      <a:pt x="7173" y="6906"/>
                      <a:pt x="6672" y="6605"/>
                    </a:cubicBezTo>
                    <a:cubicBezTo>
                      <a:pt x="6506" y="6505"/>
                      <a:pt x="6305" y="6372"/>
                      <a:pt x="6105" y="6239"/>
                    </a:cubicBezTo>
                    <a:cubicBezTo>
                      <a:pt x="4070" y="6239"/>
                      <a:pt x="2036" y="5905"/>
                      <a:pt x="268" y="5305"/>
                    </a:cubicBezTo>
                    <a:cubicBezTo>
                      <a:pt x="201" y="5571"/>
                      <a:pt x="101" y="5872"/>
                      <a:pt x="1" y="6138"/>
                    </a:cubicBezTo>
                    <a:cubicBezTo>
                      <a:pt x="201" y="6372"/>
                      <a:pt x="401" y="6605"/>
                      <a:pt x="535" y="6839"/>
                    </a:cubicBezTo>
                    <a:cubicBezTo>
                      <a:pt x="568" y="6839"/>
                      <a:pt x="635" y="6839"/>
                      <a:pt x="668" y="6872"/>
                    </a:cubicBezTo>
                    <a:cubicBezTo>
                      <a:pt x="2736" y="7706"/>
                      <a:pt x="4337" y="9041"/>
                      <a:pt x="6672" y="9407"/>
                    </a:cubicBezTo>
                    <a:cubicBezTo>
                      <a:pt x="7430" y="9536"/>
                      <a:pt x="8172" y="9595"/>
                      <a:pt x="8910" y="9595"/>
                    </a:cubicBezTo>
                    <a:cubicBezTo>
                      <a:pt x="9699" y="9595"/>
                      <a:pt x="10483" y="9528"/>
                      <a:pt x="11276" y="9407"/>
                    </a:cubicBezTo>
                    <a:cubicBezTo>
                      <a:pt x="11042" y="9207"/>
                      <a:pt x="10842" y="8974"/>
                      <a:pt x="10642" y="8740"/>
                    </a:cubicBezTo>
                    <a:cubicBezTo>
                      <a:pt x="10442" y="8674"/>
                      <a:pt x="10275" y="8473"/>
                      <a:pt x="10242" y="8240"/>
                    </a:cubicBezTo>
                    <a:cubicBezTo>
                      <a:pt x="10208" y="8207"/>
                      <a:pt x="10208" y="8207"/>
                      <a:pt x="10175" y="8173"/>
                    </a:cubicBezTo>
                    <a:cubicBezTo>
                      <a:pt x="10041" y="8006"/>
                      <a:pt x="10141" y="7740"/>
                      <a:pt x="10308" y="7706"/>
                    </a:cubicBezTo>
                    <a:cubicBezTo>
                      <a:pt x="10375" y="7640"/>
                      <a:pt x="10442" y="7573"/>
                      <a:pt x="10542" y="7539"/>
                    </a:cubicBezTo>
                    <a:cubicBezTo>
                      <a:pt x="13978" y="6272"/>
                      <a:pt x="17213" y="3904"/>
                      <a:pt x="18447" y="368"/>
                    </a:cubicBezTo>
                    <a:lnTo>
                      <a:pt x="18447" y="368"/>
                    </a:lnTo>
                    <a:cubicBezTo>
                      <a:pt x="17113" y="968"/>
                      <a:pt x="15745" y="1402"/>
                      <a:pt x="14311" y="1769"/>
                    </a:cubicBezTo>
                    <a:cubicBezTo>
                      <a:pt x="14265" y="1781"/>
                      <a:pt x="14220" y="1787"/>
                      <a:pt x="14177" y="1787"/>
                    </a:cubicBezTo>
                    <a:cubicBezTo>
                      <a:pt x="13759" y="1787"/>
                      <a:pt x="13523" y="1234"/>
                      <a:pt x="13644" y="901"/>
                    </a:cubicBezTo>
                    <a:cubicBezTo>
                      <a:pt x="13744" y="601"/>
                      <a:pt x="13844" y="301"/>
                      <a:pt x="139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8" name="Google Shape;12248;p37"/>
              <p:cNvSpPr/>
              <p:nvPr/>
            </p:nvSpPr>
            <p:spPr>
              <a:xfrm>
                <a:off x="3322550" y="4721325"/>
                <a:ext cx="125950" cy="110925"/>
              </a:xfrm>
              <a:custGeom>
                <a:rect b="b" l="l" r="r" t="t"/>
                <a:pathLst>
                  <a:path extrusionOk="0" h="4437" w="5038">
                    <a:moveTo>
                      <a:pt x="5037" y="0"/>
                    </a:moveTo>
                    <a:lnTo>
                      <a:pt x="5037" y="0"/>
                    </a:lnTo>
                    <a:cubicBezTo>
                      <a:pt x="3877" y="550"/>
                      <a:pt x="2632" y="876"/>
                      <a:pt x="1458" y="876"/>
                    </a:cubicBezTo>
                    <a:cubicBezTo>
                      <a:pt x="1349" y="876"/>
                      <a:pt x="1242" y="873"/>
                      <a:pt x="1134" y="868"/>
                    </a:cubicBezTo>
                    <a:cubicBezTo>
                      <a:pt x="801" y="2069"/>
                      <a:pt x="334" y="3236"/>
                      <a:pt x="0" y="4437"/>
                    </a:cubicBezTo>
                    <a:cubicBezTo>
                      <a:pt x="734" y="4404"/>
                      <a:pt x="1468" y="4337"/>
                      <a:pt x="2202" y="4303"/>
                    </a:cubicBezTo>
                    <a:cubicBezTo>
                      <a:pt x="2702" y="4303"/>
                      <a:pt x="3169" y="4303"/>
                      <a:pt x="3603" y="4437"/>
                    </a:cubicBezTo>
                    <a:cubicBezTo>
                      <a:pt x="3936" y="2936"/>
                      <a:pt x="4403" y="1401"/>
                      <a:pt x="50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9" name="Google Shape;12249;p37"/>
              <p:cNvSpPr/>
              <p:nvPr/>
            </p:nvSpPr>
            <p:spPr>
              <a:xfrm>
                <a:off x="3204125" y="4855575"/>
                <a:ext cx="201825" cy="98450"/>
              </a:xfrm>
              <a:custGeom>
                <a:rect b="b" l="l" r="r" t="t"/>
                <a:pathLst>
                  <a:path extrusionOk="0" h="3938" w="8073">
                    <a:moveTo>
                      <a:pt x="3169" y="1"/>
                    </a:moveTo>
                    <a:cubicBezTo>
                      <a:pt x="2569" y="568"/>
                      <a:pt x="1935" y="1135"/>
                      <a:pt x="1435" y="1802"/>
                    </a:cubicBezTo>
                    <a:cubicBezTo>
                      <a:pt x="901" y="2503"/>
                      <a:pt x="401" y="3203"/>
                      <a:pt x="1" y="3937"/>
                    </a:cubicBezTo>
                    <a:cubicBezTo>
                      <a:pt x="1168" y="3670"/>
                      <a:pt x="2336" y="3337"/>
                      <a:pt x="3470" y="2836"/>
                    </a:cubicBezTo>
                    <a:cubicBezTo>
                      <a:pt x="4971" y="2202"/>
                      <a:pt x="6305" y="1168"/>
                      <a:pt x="7773" y="535"/>
                    </a:cubicBezTo>
                    <a:cubicBezTo>
                      <a:pt x="7873" y="501"/>
                      <a:pt x="7940" y="501"/>
                      <a:pt x="8006" y="501"/>
                    </a:cubicBezTo>
                    <a:cubicBezTo>
                      <a:pt x="8040" y="435"/>
                      <a:pt x="8040" y="334"/>
                      <a:pt x="8073" y="268"/>
                    </a:cubicBezTo>
                    <a:lnTo>
                      <a:pt x="8073" y="268"/>
                    </a:lnTo>
                    <a:cubicBezTo>
                      <a:pt x="7673" y="401"/>
                      <a:pt x="7206" y="435"/>
                      <a:pt x="6772" y="468"/>
                    </a:cubicBezTo>
                    <a:cubicBezTo>
                      <a:pt x="5838" y="535"/>
                      <a:pt x="4871" y="601"/>
                      <a:pt x="3937" y="635"/>
                    </a:cubicBezTo>
                    <a:cubicBezTo>
                      <a:pt x="3503" y="635"/>
                      <a:pt x="3203" y="368"/>
                      <a:pt x="31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0" name="Google Shape;12250;p37"/>
              <p:cNvSpPr/>
              <p:nvPr/>
            </p:nvSpPr>
            <p:spPr>
              <a:xfrm>
                <a:off x="2828025" y="4817225"/>
                <a:ext cx="222675" cy="109825"/>
              </a:xfrm>
              <a:custGeom>
                <a:rect b="b" l="l" r="r" t="t"/>
                <a:pathLst>
                  <a:path extrusionOk="0" h="4393" w="8907">
                    <a:moveTo>
                      <a:pt x="3570" y="0"/>
                    </a:moveTo>
                    <a:cubicBezTo>
                      <a:pt x="3036" y="801"/>
                      <a:pt x="2102" y="1502"/>
                      <a:pt x="1468" y="2202"/>
                    </a:cubicBezTo>
                    <a:cubicBezTo>
                      <a:pt x="1035" y="2669"/>
                      <a:pt x="634" y="3169"/>
                      <a:pt x="267" y="3736"/>
                    </a:cubicBezTo>
                    <a:cubicBezTo>
                      <a:pt x="167" y="3870"/>
                      <a:pt x="67" y="4003"/>
                      <a:pt x="0" y="4103"/>
                    </a:cubicBezTo>
                    <a:cubicBezTo>
                      <a:pt x="267" y="4203"/>
                      <a:pt x="534" y="4304"/>
                      <a:pt x="801" y="4370"/>
                    </a:cubicBezTo>
                    <a:cubicBezTo>
                      <a:pt x="1119" y="4384"/>
                      <a:pt x="1431" y="4392"/>
                      <a:pt x="1742" y="4392"/>
                    </a:cubicBezTo>
                    <a:cubicBezTo>
                      <a:pt x="2182" y="4392"/>
                      <a:pt x="2620" y="4376"/>
                      <a:pt x="3069" y="4337"/>
                    </a:cubicBezTo>
                    <a:cubicBezTo>
                      <a:pt x="3803" y="4304"/>
                      <a:pt x="4570" y="4137"/>
                      <a:pt x="5338" y="4103"/>
                    </a:cubicBezTo>
                    <a:cubicBezTo>
                      <a:pt x="6172" y="2869"/>
                      <a:pt x="7439" y="1335"/>
                      <a:pt x="8907" y="701"/>
                    </a:cubicBezTo>
                    <a:lnTo>
                      <a:pt x="8907" y="701"/>
                    </a:lnTo>
                    <a:cubicBezTo>
                      <a:pt x="8618" y="729"/>
                      <a:pt x="8323" y="742"/>
                      <a:pt x="8025" y="742"/>
                    </a:cubicBezTo>
                    <a:cubicBezTo>
                      <a:pt x="6535" y="742"/>
                      <a:pt x="4960" y="417"/>
                      <a:pt x="35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1" name="Google Shape;12251;p37"/>
              <p:cNvSpPr/>
              <p:nvPr/>
            </p:nvSpPr>
            <p:spPr>
              <a:xfrm>
                <a:off x="2809675" y="4512000"/>
                <a:ext cx="193500" cy="139300"/>
              </a:xfrm>
              <a:custGeom>
                <a:rect b="b" l="l" r="r" t="t"/>
                <a:pathLst>
                  <a:path extrusionOk="0" h="5572" w="7740">
                    <a:moveTo>
                      <a:pt x="7172" y="1"/>
                    </a:moveTo>
                    <a:lnTo>
                      <a:pt x="7172" y="1"/>
                    </a:lnTo>
                    <a:cubicBezTo>
                      <a:pt x="6665" y="64"/>
                      <a:pt x="6130" y="87"/>
                      <a:pt x="5595" y="87"/>
                    </a:cubicBezTo>
                    <a:cubicBezTo>
                      <a:pt x="5286" y="87"/>
                      <a:pt x="4976" y="80"/>
                      <a:pt x="4671" y="67"/>
                    </a:cubicBezTo>
                    <a:cubicBezTo>
                      <a:pt x="4003" y="1001"/>
                      <a:pt x="2936" y="1702"/>
                      <a:pt x="2169" y="2536"/>
                    </a:cubicBezTo>
                    <a:cubicBezTo>
                      <a:pt x="1335" y="3470"/>
                      <a:pt x="634" y="4504"/>
                      <a:pt x="1" y="5571"/>
                    </a:cubicBezTo>
                    <a:cubicBezTo>
                      <a:pt x="534" y="5571"/>
                      <a:pt x="1068" y="5538"/>
                      <a:pt x="1602" y="5538"/>
                    </a:cubicBezTo>
                    <a:cubicBezTo>
                      <a:pt x="2002" y="5371"/>
                      <a:pt x="2469" y="5338"/>
                      <a:pt x="2940" y="5338"/>
                    </a:cubicBezTo>
                    <a:cubicBezTo>
                      <a:pt x="3254" y="5338"/>
                      <a:pt x="3570" y="5353"/>
                      <a:pt x="3870" y="5353"/>
                    </a:cubicBezTo>
                    <a:cubicBezTo>
                      <a:pt x="4019" y="5353"/>
                      <a:pt x="4165" y="5349"/>
                      <a:pt x="4304" y="5338"/>
                    </a:cubicBezTo>
                    <a:cubicBezTo>
                      <a:pt x="5238" y="5309"/>
                      <a:pt x="6198" y="4947"/>
                      <a:pt x="7117" y="4947"/>
                    </a:cubicBezTo>
                    <a:cubicBezTo>
                      <a:pt x="7248" y="4947"/>
                      <a:pt x="7377" y="4954"/>
                      <a:pt x="7506" y="4971"/>
                    </a:cubicBezTo>
                    <a:cubicBezTo>
                      <a:pt x="7539" y="4971"/>
                      <a:pt x="7573" y="5004"/>
                      <a:pt x="7573" y="5004"/>
                    </a:cubicBezTo>
                    <a:cubicBezTo>
                      <a:pt x="7639" y="4971"/>
                      <a:pt x="7673" y="4971"/>
                      <a:pt x="7739" y="4938"/>
                    </a:cubicBezTo>
                    <a:cubicBezTo>
                      <a:pt x="6906" y="4804"/>
                      <a:pt x="6038" y="4571"/>
                      <a:pt x="5638" y="4104"/>
                    </a:cubicBezTo>
                    <a:cubicBezTo>
                      <a:pt x="4604" y="2903"/>
                      <a:pt x="5972" y="1102"/>
                      <a:pt x="71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2" name="Google Shape;12252;p37"/>
              <p:cNvSpPr/>
              <p:nvPr/>
            </p:nvSpPr>
            <p:spPr>
              <a:xfrm>
                <a:off x="3010650" y="4810550"/>
                <a:ext cx="283575" cy="113600"/>
              </a:xfrm>
              <a:custGeom>
                <a:rect b="b" l="l" r="r" t="t"/>
                <a:pathLst>
                  <a:path extrusionOk="0" h="4544" w="11343">
                    <a:moveTo>
                      <a:pt x="11342" y="1"/>
                    </a:moveTo>
                    <a:lnTo>
                      <a:pt x="11342" y="1"/>
                    </a:lnTo>
                    <a:cubicBezTo>
                      <a:pt x="10075" y="634"/>
                      <a:pt x="8607" y="968"/>
                      <a:pt x="7373" y="1168"/>
                    </a:cubicBezTo>
                    <a:cubicBezTo>
                      <a:pt x="6685" y="1288"/>
                      <a:pt x="5804" y="1515"/>
                      <a:pt x="4992" y="1515"/>
                    </a:cubicBezTo>
                    <a:cubicBezTo>
                      <a:pt x="4227" y="1515"/>
                      <a:pt x="3524" y="1314"/>
                      <a:pt x="3103" y="634"/>
                    </a:cubicBezTo>
                    <a:cubicBezTo>
                      <a:pt x="3070" y="634"/>
                      <a:pt x="3036" y="634"/>
                      <a:pt x="3003" y="668"/>
                    </a:cubicBezTo>
                    <a:cubicBezTo>
                      <a:pt x="3103" y="701"/>
                      <a:pt x="3170" y="868"/>
                      <a:pt x="3103" y="968"/>
                    </a:cubicBezTo>
                    <a:cubicBezTo>
                      <a:pt x="2236" y="2269"/>
                      <a:pt x="1001" y="3203"/>
                      <a:pt x="1" y="4404"/>
                    </a:cubicBezTo>
                    <a:cubicBezTo>
                      <a:pt x="959" y="4505"/>
                      <a:pt x="1904" y="4544"/>
                      <a:pt x="2851" y="4544"/>
                    </a:cubicBezTo>
                    <a:cubicBezTo>
                      <a:pt x="4080" y="4544"/>
                      <a:pt x="5310" y="4479"/>
                      <a:pt x="6572" y="4404"/>
                    </a:cubicBezTo>
                    <a:cubicBezTo>
                      <a:pt x="7706" y="2569"/>
                      <a:pt x="9307" y="835"/>
                      <a:pt x="11242" y="267"/>
                    </a:cubicBezTo>
                    <a:cubicBezTo>
                      <a:pt x="11275" y="167"/>
                      <a:pt x="11309" y="101"/>
                      <a:pt x="113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3" name="Google Shape;12253;p37"/>
              <p:cNvSpPr/>
              <p:nvPr/>
            </p:nvSpPr>
            <p:spPr>
              <a:xfrm>
                <a:off x="2749625" y="4819725"/>
                <a:ext cx="118450" cy="89250"/>
              </a:xfrm>
              <a:custGeom>
                <a:rect b="b" l="l" r="r" t="t"/>
                <a:pathLst>
                  <a:path extrusionOk="0" h="3570" w="4738">
                    <a:moveTo>
                      <a:pt x="4738" y="1"/>
                    </a:moveTo>
                    <a:lnTo>
                      <a:pt x="4738" y="1"/>
                    </a:lnTo>
                    <a:cubicBezTo>
                      <a:pt x="4371" y="134"/>
                      <a:pt x="3970" y="167"/>
                      <a:pt x="3637" y="167"/>
                    </a:cubicBezTo>
                    <a:cubicBezTo>
                      <a:pt x="3587" y="184"/>
                      <a:pt x="3528" y="192"/>
                      <a:pt x="3470" y="192"/>
                    </a:cubicBezTo>
                    <a:cubicBezTo>
                      <a:pt x="3412" y="192"/>
                      <a:pt x="3353" y="184"/>
                      <a:pt x="3303" y="167"/>
                    </a:cubicBezTo>
                    <a:cubicBezTo>
                      <a:pt x="2797" y="305"/>
                      <a:pt x="2306" y="380"/>
                      <a:pt x="1809" y="380"/>
                    </a:cubicBezTo>
                    <a:cubicBezTo>
                      <a:pt x="1586" y="380"/>
                      <a:pt x="1362" y="365"/>
                      <a:pt x="1135" y="334"/>
                    </a:cubicBezTo>
                    <a:cubicBezTo>
                      <a:pt x="801" y="1468"/>
                      <a:pt x="1" y="2969"/>
                      <a:pt x="1035" y="3303"/>
                    </a:cubicBezTo>
                    <a:cubicBezTo>
                      <a:pt x="1268" y="3403"/>
                      <a:pt x="1535" y="3470"/>
                      <a:pt x="1802" y="3570"/>
                    </a:cubicBezTo>
                    <a:cubicBezTo>
                      <a:pt x="1936" y="2602"/>
                      <a:pt x="3136" y="1535"/>
                      <a:pt x="3737" y="935"/>
                    </a:cubicBezTo>
                    <a:cubicBezTo>
                      <a:pt x="4037" y="668"/>
                      <a:pt x="4371" y="334"/>
                      <a:pt x="4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4" name="Google Shape;12254;p37"/>
              <p:cNvSpPr/>
              <p:nvPr/>
            </p:nvSpPr>
            <p:spPr>
              <a:xfrm>
                <a:off x="2717100" y="3870000"/>
                <a:ext cx="1327100" cy="1136925"/>
              </a:xfrm>
              <a:custGeom>
                <a:rect b="b" l="l" r="r" t="t"/>
                <a:pathLst>
                  <a:path extrusionOk="0" h="45477" w="53084">
                    <a:moveTo>
                      <a:pt x="21149" y="1864"/>
                    </a:moveTo>
                    <a:cubicBezTo>
                      <a:pt x="21683" y="3098"/>
                      <a:pt x="22217" y="4299"/>
                      <a:pt x="22851" y="5466"/>
                    </a:cubicBezTo>
                    <a:cubicBezTo>
                      <a:pt x="22936" y="5637"/>
                      <a:pt x="23083" y="5729"/>
                      <a:pt x="23228" y="5729"/>
                    </a:cubicBezTo>
                    <a:cubicBezTo>
                      <a:pt x="23366" y="5729"/>
                      <a:pt x="23503" y="5645"/>
                      <a:pt x="23584" y="5466"/>
                    </a:cubicBezTo>
                    <a:cubicBezTo>
                      <a:pt x="23985" y="4566"/>
                      <a:pt x="24452" y="3932"/>
                      <a:pt x="25052" y="3231"/>
                    </a:cubicBezTo>
                    <a:cubicBezTo>
                      <a:pt x="25486" y="5933"/>
                      <a:pt x="25719" y="8802"/>
                      <a:pt x="26687" y="11370"/>
                    </a:cubicBezTo>
                    <a:cubicBezTo>
                      <a:pt x="26720" y="11437"/>
                      <a:pt x="26753" y="11504"/>
                      <a:pt x="26820" y="11571"/>
                    </a:cubicBezTo>
                    <a:cubicBezTo>
                      <a:pt x="25986" y="13439"/>
                      <a:pt x="25452" y="15473"/>
                      <a:pt x="25352" y="17475"/>
                    </a:cubicBezTo>
                    <a:cubicBezTo>
                      <a:pt x="24585" y="16874"/>
                      <a:pt x="23718" y="16474"/>
                      <a:pt x="22784" y="16207"/>
                    </a:cubicBezTo>
                    <a:cubicBezTo>
                      <a:pt x="22684" y="15974"/>
                      <a:pt x="22617" y="15740"/>
                      <a:pt x="22517" y="15507"/>
                    </a:cubicBezTo>
                    <a:cubicBezTo>
                      <a:pt x="23084" y="14006"/>
                      <a:pt x="23985" y="12805"/>
                      <a:pt x="24919" y="11471"/>
                    </a:cubicBezTo>
                    <a:cubicBezTo>
                      <a:pt x="25104" y="11206"/>
                      <a:pt x="24891" y="10858"/>
                      <a:pt x="24628" y="10858"/>
                    </a:cubicBezTo>
                    <a:cubicBezTo>
                      <a:pt x="24559" y="10858"/>
                      <a:pt x="24488" y="10882"/>
                      <a:pt x="24418" y="10937"/>
                    </a:cubicBezTo>
                    <a:cubicBezTo>
                      <a:pt x="23318" y="11837"/>
                      <a:pt x="22584" y="13172"/>
                      <a:pt x="22083" y="14573"/>
                    </a:cubicBezTo>
                    <a:cubicBezTo>
                      <a:pt x="21917" y="14139"/>
                      <a:pt x="21716" y="13705"/>
                      <a:pt x="21550" y="13272"/>
                    </a:cubicBezTo>
                    <a:cubicBezTo>
                      <a:pt x="21883" y="12438"/>
                      <a:pt x="22083" y="11571"/>
                      <a:pt x="22384" y="10703"/>
                    </a:cubicBezTo>
                    <a:cubicBezTo>
                      <a:pt x="22751" y="9636"/>
                      <a:pt x="23184" y="8568"/>
                      <a:pt x="23618" y="7534"/>
                    </a:cubicBezTo>
                    <a:cubicBezTo>
                      <a:pt x="23689" y="7368"/>
                      <a:pt x="23557" y="7219"/>
                      <a:pt x="23415" y="7219"/>
                    </a:cubicBezTo>
                    <a:cubicBezTo>
                      <a:pt x="23358" y="7219"/>
                      <a:pt x="23299" y="7243"/>
                      <a:pt x="23251" y="7301"/>
                    </a:cubicBezTo>
                    <a:cubicBezTo>
                      <a:pt x="22350" y="8535"/>
                      <a:pt x="21450" y="10070"/>
                      <a:pt x="21016" y="11637"/>
                    </a:cubicBezTo>
                    <a:cubicBezTo>
                      <a:pt x="20983" y="11571"/>
                      <a:pt x="20949" y="11504"/>
                      <a:pt x="20949" y="11471"/>
                    </a:cubicBezTo>
                    <a:cubicBezTo>
                      <a:pt x="20382" y="9302"/>
                      <a:pt x="20416" y="7067"/>
                      <a:pt x="20682" y="4866"/>
                    </a:cubicBezTo>
                    <a:cubicBezTo>
                      <a:pt x="20682" y="4783"/>
                      <a:pt x="20606" y="4726"/>
                      <a:pt x="20540" y="4726"/>
                    </a:cubicBezTo>
                    <a:cubicBezTo>
                      <a:pt x="20499" y="4726"/>
                      <a:pt x="20462" y="4748"/>
                      <a:pt x="20449" y="4799"/>
                    </a:cubicBezTo>
                    <a:cubicBezTo>
                      <a:pt x="19748" y="7001"/>
                      <a:pt x="19482" y="9703"/>
                      <a:pt x="19882" y="12204"/>
                    </a:cubicBezTo>
                    <a:cubicBezTo>
                      <a:pt x="19482" y="11971"/>
                      <a:pt x="19048" y="11737"/>
                      <a:pt x="18648" y="11504"/>
                    </a:cubicBezTo>
                    <a:cubicBezTo>
                      <a:pt x="17947" y="11137"/>
                      <a:pt x="17247" y="10737"/>
                      <a:pt x="16479" y="10537"/>
                    </a:cubicBezTo>
                    <a:cubicBezTo>
                      <a:pt x="16461" y="10529"/>
                      <a:pt x="16445" y="10526"/>
                      <a:pt x="16430" y="10526"/>
                    </a:cubicBezTo>
                    <a:cubicBezTo>
                      <a:pt x="16313" y="10526"/>
                      <a:pt x="16320" y="10744"/>
                      <a:pt x="16379" y="10803"/>
                    </a:cubicBezTo>
                    <a:cubicBezTo>
                      <a:pt x="16946" y="11370"/>
                      <a:pt x="17647" y="11771"/>
                      <a:pt x="18281" y="12204"/>
                    </a:cubicBezTo>
                    <a:cubicBezTo>
                      <a:pt x="18881" y="12605"/>
                      <a:pt x="19448" y="12972"/>
                      <a:pt x="20082" y="13272"/>
                    </a:cubicBezTo>
                    <a:cubicBezTo>
                      <a:pt x="20282" y="14172"/>
                      <a:pt x="20616" y="15040"/>
                      <a:pt x="21016" y="15840"/>
                    </a:cubicBezTo>
                    <a:cubicBezTo>
                      <a:pt x="20487" y="15785"/>
                      <a:pt x="19946" y="15758"/>
                      <a:pt x="19399" y="15758"/>
                    </a:cubicBezTo>
                    <a:cubicBezTo>
                      <a:pt x="18634" y="15758"/>
                      <a:pt x="17857" y="15810"/>
                      <a:pt x="17080" y="15907"/>
                    </a:cubicBezTo>
                    <a:cubicBezTo>
                      <a:pt x="15645" y="13472"/>
                      <a:pt x="14645" y="11270"/>
                      <a:pt x="14778" y="8468"/>
                    </a:cubicBezTo>
                    <a:lnTo>
                      <a:pt x="14778" y="8468"/>
                    </a:lnTo>
                    <a:cubicBezTo>
                      <a:pt x="15279" y="8835"/>
                      <a:pt x="15812" y="9202"/>
                      <a:pt x="16313" y="9569"/>
                    </a:cubicBezTo>
                    <a:cubicBezTo>
                      <a:pt x="16441" y="9651"/>
                      <a:pt x="16582" y="9692"/>
                      <a:pt x="16716" y="9692"/>
                    </a:cubicBezTo>
                    <a:cubicBezTo>
                      <a:pt x="16966" y="9692"/>
                      <a:pt x="17193" y="9551"/>
                      <a:pt x="17280" y="9269"/>
                    </a:cubicBezTo>
                    <a:cubicBezTo>
                      <a:pt x="18147" y="6534"/>
                      <a:pt x="19448" y="4132"/>
                      <a:pt x="21149" y="1864"/>
                    </a:cubicBezTo>
                    <a:close/>
                    <a:moveTo>
                      <a:pt x="19337" y="17362"/>
                    </a:moveTo>
                    <a:cubicBezTo>
                      <a:pt x="21228" y="17362"/>
                      <a:pt x="23080" y="17703"/>
                      <a:pt x="24919" y="18642"/>
                    </a:cubicBezTo>
                    <a:cubicBezTo>
                      <a:pt x="23584" y="18642"/>
                      <a:pt x="22284" y="18943"/>
                      <a:pt x="21016" y="19343"/>
                    </a:cubicBezTo>
                    <a:cubicBezTo>
                      <a:pt x="19848" y="18976"/>
                      <a:pt x="18614" y="18809"/>
                      <a:pt x="17447" y="18442"/>
                    </a:cubicBezTo>
                    <a:cubicBezTo>
                      <a:pt x="16780" y="18242"/>
                      <a:pt x="16112" y="18009"/>
                      <a:pt x="15479" y="17742"/>
                    </a:cubicBezTo>
                    <a:cubicBezTo>
                      <a:pt x="16789" y="17514"/>
                      <a:pt x="18072" y="17362"/>
                      <a:pt x="19337" y="17362"/>
                    </a:cubicBezTo>
                    <a:close/>
                    <a:moveTo>
                      <a:pt x="45900" y="5533"/>
                    </a:moveTo>
                    <a:cubicBezTo>
                      <a:pt x="44800" y="7468"/>
                      <a:pt x="43966" y="9469"/>
                      <a:pt x="42531" y="11270"/>
                    </a:cubicBezTo>
                    <a:cubicBezTo>
                      <a:pt x="42229" y="11663"/>
                      <a:pt x="42529" y="12466"/>
                      <a:pt x="43058" y="12466"/>
                    </a:cubicBezTo>
                    <a:cubicBezTo>
                      <a:pt x="43114" y="12466"/>
                      <a:pt x="43172" y="12457"/>
                      <a:pt x="43232" y="12438"/>
                    </a:cubicBezTo>
                    <a:cubicBezTo>
                      <a:pt x="43332" y="12405"/>
                      <a:pt x="43432" y="12371"/>
                      <a:pt x="43565" y="12338"/>
                    </a:cubicBezTo>
                    <a:lnTo>
                      <a:pt x="43565" y="12338"/>
                    </a:lnTo>
                    <a:cubicBezTo>
                      <a:pt x="42498" y="13705"/>
                      <a:pt x="41330" y="14906"/>
                      <a:pt x="39996" y="16007"/>
                    </a:cubicBezTo>
                    <a:cubicBezTo>
                      <a:pt x="39596" y="16307"/>
                      <a:pt x="39729" y="17041"/>
                      <a:pt x="40196" y="17208"/>
                    </a:cubicBezTo>
                    <a:cubicBezTo>
                      <a:pt x="40330" y="17275"/>
                      <a:pt x="40463" y="17341"/>
                      <a:pt x="40630" y="17375"/>
                    </a:cubicBezTo>
                    <a:cubicBezTo>
                      <a:pt x="37194" y="18642"/>
                      <a:pt x="34059" y="20410"/>
                      <a:pt x="31523" y="23112"/>
                    </a:cubicBezTo>
                    <a:cubicBezTo>
                      <a:pt x="31523" y="23112"/>
                      <a:pt x="31523" y="23079"/>
                      <a:pt x="31523" y="23079"/>
                    </a:cubicBezTo>
                    <a:cubicBezTo>
                      <a:pt x="31357" y="21678"/>
                      <a:pt x="30389" y="20544"/>
                      <a:pt x="29188" y="19743"/>
                    </a:cubicBezTo>
                    <a:cubicBezTo>
                      <a:pt x="29455" y="19443"/>
                      <a:pt x="29756" y="19109"/>
                      <a:pt x="30056" y="18776"/>
                    </a:cubicBezTo>
                    <a:cubicBezTo>
                      <a:pt x="30616" y="18896"/>
                      <a:pt x="31177" y="18956"/>
                      <a:pt x="31751" y="18956"/>
                    </a:cubicBezTo>
                    <a:cubicBezTo>
                      <a:pt x="32135" y="18956"/>
                      <a:pt x="32524" y="18929"/>
                      <a:pt x="32924" y="18876"/>
                    </a:cubicBezTo>
                    <a:cubicBezTo>
                      <a:pt x="33291" y="18809"/>
                      <a:pt x="33191" y="18242"/>
                      <a:pt x="32824" y="18242"/>
                    </a:cubicBezTo>
                    <a:cubicBezTo>
                      <a:pt x="32600" y="18252"/>
                      <a:pt x="32378" y="18256"/>
                      <a:pt x="32157" y="18256"/>
                    </a:cubicBezTo>
                    <a:cubicBezTo>
                      <a:pt x="31624" y="18256"/>
                      <a:pt x="31099" y="18232"/>
                      <a:pt x="30556" y="18209"/>
                    </a:cubicBezTo>
                    <a:cubicBezTo>
                      <a:pt x="31490" y="17108"/>
                      <a:pt x="32424" y="16074"/>
                      <a:pt x="33425" y="15040"/>
                    </a:cubicBezTo>
                    <a:cubicBezTo>
                      <a:pt x="34859" y="15507"/>
                      <a:pt x="36961" y="15573"/>
                      <a:pt x="37428" y="15573"/>
                    </a:cubicBezTo>
                    <a:cubicBezTo>
                      <a:pt x="37440" y="15574"/>
                      <a:pt x="37451" y="15575"/>
                      <a:pt x="37462" y="15575"/>
                    </a:cubicBezTo>
                    <a:cubicBezTo>
                      <a:pt x="37961" y="15575"/>
                      <a:pt x="37952" y="14870"/>
                      <a:pt x="37528" y="14740"/>
                    </a:cubicBezTo>
                    <a:cubicBezTo>
                      <a:pt x="36794" y="14539"/>
                      <a:pt x="36027" y="14406"/>
                      <a:pt x="35293" y="14273"/>
                    </a:cubicBezTo>
                    <a:cubicBezTo>
                      <a:pt x="35126" y="14239"/>
                      <a:pt x="34726" y="14239"/>
                      <a:pt x="34325" y="14206"/>
                    </a:cubicBezTo>
                    <a:cubicBezTo>
                      <a:pt x="34459" y="14072"/>
                      <a:pt x="34592" y="13939"/>
                      <a:pt x="34726" y="13839"/>
                    </a:cubicBezTo>
                    <a:cubicBezTo>
                      <a:pt x="35393" y="13238"/>
                      <a:pt x="36093" y="12738"/>
                      <a:pt x="36827" y="12238"/>
                    </a:cubicBezTo>
                    <a:cubicBezTo>
                      <a:pt x="37628" y="12505"/>
                      <a:pt x="38428" y="12738"/>
                      <a:pt x="39262" y="12872"/>
                    </a:cubicBezTo>
                    <a:cubicBezTo>
                      <a:pt x="39273" y="12873"/>
                      <a:pt x="39283" y="12873"/>
                      <a:pt x="39292" y="12873"/>
                    </a:cubicBezTo>
                    <a:cubicBezTo>
                      <a:pt x="39567" y="12873"/>
                      <a:pt x="39620" y="12434"/>
                      <a:pt x="39362" y="12338"/>
                    </a:cubicBezTo>
                    <a:cubicBezTo>
                      <a:pt x="38729" y="12138"/>
                      <a:pt x="38061" y="12004"/>
                      <a:pt x="37394" y="11871"/>
                    </a:cubicBezTo>
                    <a:cubicBezTo>
                      <a:pt x="39062" y="10837"/>
                      <a:pt x="40797" y="9936"/>
                      <a:pt x="42431" y="8835"/>
                    </a:cubicBezTo>
                    <a:cubicBezTo>
                      <a:pt x="42706" y="8622"/>
                      <a:pt x="42673" y="8018"/>
                      <a:pt x="42309" y="8018"/>
                    </a:cubicBezTo>
                    <a:cubicBezTo>
                      <a:pt x="42275" y="8018"/>
                      <a:pt x="42238" y="8023"/>
                      <a:pt x="42198" y="8035"/>
                    </a:cubicBezTo>
                    <a:cubicBezTo>
                      <a:pt x="40163" y="8568"/>
                      <a:pt x="38228" y="9803"/>
                      <a:pt x="36494" y="11170"/>
                    </a:cubicBezTo>
                    <a:cubicBezTo>
                      <a:pt x="36494" y="10870"/>
                      <a:pt x="36460" y="10603"/>
                      <a:pt x="36494" y="10336"/>
                    </a:cubicBezTo>
                    <a:cubicBezTo>
                      <a:pt x="36494" y="9869"/>
                      <a:pt x="36527" y="9402"/>
                      <a:pt x="36560" y="8935"/>
                    </a:cubicBezTo>
                    <a:cubicBezTo>
                      <a:pt x="36583" y="8799"/>
                      <a:pt x="36452" y="8663"/>
                      <a:pt x="36334" y="8663"/>
                    </a:cubicBezTo>
                    <a:cubicBezTo>
                      <a:pt x="36278" y="8663"/>
                      <a:pt x="36226" y="8694"/>
                      <a:pt x="36193" y="8769"/>
                    </a:cubicBezTo>
                    <a:cubicBezTo>
                      <a:pt x="35760" y="9603"/>
                      <a:pt x="35526" y="10770"/>
                      <a:pt x="35793" y="11704"/>
                    </a:cubicBezTo>
                    <a:cubicBezTo>
                      <a:pt x="35426" y="12004"/>
                      <a:pt x="35059" y="12304"/>
                      <a:pt x="34692" y="12605"/>
                    </a:cubicBezTo>
                    <a:cubicBezTo>
                      <a:pt x="34159" y="13072"/>
                      <a:pt x="33658" y="13539"/>
                      <a:pt x="33125" y="14039"/>
                    </a:cubicBezTo>
                    <a:cubicBezTo>
                      <a:pt x="33058" y="14006"/>
                      <a:pt x="32958" y="13972"/>
                      <a:pt x="32891" y="13939"/>
                    </a:cubicBezTo>
                    <a:cubicBezTo>
                      <a:pt x="33025" y="13439"/>
                      <a:pt x="33025" y="12905"/>
                      <a:pt x="33091" y="12405"/>
                    </a:cubicBezTo>
                    <a:cubicBezTo>
                      <a:pt x="33225" y="11637"/>
                      <a:pt x="33425" y="10903"/>
                      <a:pt x="33592" y="10170"/>
                    </a:cubicBezTo>
                    <a:cubicBezTo>
                      <a:pt x="33613" y="10040"/>
                      <a:pt x="33523" y="9952"/>
                      <a:pt x="33429" y="9952"/>
                    </a:cubicBezTo>
                    <a:cubicBezTo>
                      <a:pt x="33378" y="9952"/>
                      <a:pt x="33327" y="9978"/>
                      <a:pt x="33291" y="10036"/>
                    </a:cubicBezTo>
                    <a:cubicBezTo>
                      <a:pt x="32658" y="10937"/>
                      <a:pt x="32124" y="12405"/>
                      <a:pt x="32157" y="13605"/>
                    </a:cubicBezTo>
                    <a:cubicBezTo>
                      <a:pt x="31990" y="14039"/>
                      <a:pt x="32157" y="14373"/>
                      <a:pt x="32524" y="14639"/>
                    </a:cubicBezTo>
                    <a:cubicBezTo>
                      <a:pt x="31490" y="15707"/>
                      <a:pt x="30556" y="16841"/>
                      <a:pt x="29789" y="18075"/>
                    </a:cubicBezTo>
                    <a:cubicBezTo>
                      <a:pt x="29622" y="17341"/>
                      <a:pt x="29322" y="16674"/>
                      <a:pt x="29155" y="15940"/>
                    </a:cubicBezTo>
                    <a:cubicBezTo>
                      <a:pt x="28955" y="15073"/>
                      <a:pt x="28955" y="14172"/>
                      <a:pt x="29055" y="13305"/>
                    </a:cubicBezTo>
                    <a:cubicBezTo>
                      <a:pt x="29075" y="13206"/>
                      <a:pt x="29000" y="13142"/>
                      <a:pt x="28929" y="13142"/>
                    </a:cubicBezTo>
                    <a:cubicBezTo>
                      <a:pt x="28881" y="13142"/>
                      <a:pt x="28835" y="13171"/>
                      <a:pt x="28822" y="13238"/>
                    </a:cubicBezTo>
                    <a:cubicBezTo>
                      <a:pt x="28488" y="14673"/>
                      <a:pt x="28355" y="16841"/>
                      <a:pt x="29188" y="18175"/>
                    </a:cubicBezTo>
                    <a:cubicBezTo>
                      <a:pt x="29122" y="18309"/>
                      <a:pt x="29188" y="18542"/>
                      <a:pt x="29355" y="18609"/>
                    </a:cubicBezTo>
                    <a:lnTo>
                      <a:pt x="29455" y="18609"/>
                    </a:lnTo>
                    <a:cubicBezTo>
                      <a:pt x="29255" y="18943"/>
                      <a:pt x="29088" y="19276"/>
                      <a:pt x="28922" y="19610"/>
                    </a:cubicBezTo>
                    <a:cubicBezTo>
                      <a:pt x="28355" y="19276"/>
                      <a:pt x="27754" y="19009"/>
                      <a:pt x="27154" y="18876"/>
                    </a:cubicBezTo>
                    <a:cubicBezTo>
                      <a:pt x="26987" y="18842"/>
                      <a:pt x="26820" y="18809"/>
                      <a:pt x="26653" y="18776"/>
                    </a:cubicBezTo>
                    <a:cubicBezTo>
                      <a:pt x="26653" y="18709"/>
                      <a:pt x="26620" y="18642"/>
                      <a:pt x="26553" y="18609"/>
                    </a:cubicBezTo>
                    <a:cubicBezTo>
                      <a:pt x="26420" y="18409"/>
                      <a:pt x="26253" y="18242"/>
                      <a:pt x="26086" y="18075"/>
                    </a:cubicBezTo>
                    <a:cubicBezTo>
                      <a:pt x="27154" y="14639"/>
                      <a:pt x="28288" y="11504"/>
                      <a:pt x="30223" y="8502"/>
                    </a:cubicBezTo>
                    <a:cubicBezTo>
                      <a:pt x="30289" y="8902"/>
                      <a:pt x="30389" y="9336"/>
                      <a:pt x="30489" y="9736"/>
                    </a:cubicBezTo>
                    <a:cubicBezTo>
                      <a:pt x="30531" y="9966"/>
                      <a:pt x="30718" y="10131"/>
                      <a:pt x="30917" y="10131"/>
                    </a:cubicBezTo>
                    <a:cubicBezTo>
                      <a:pt x="31035" y="10131"/>
                      <a:pt x="31157" y="10073"/>
                      <a:pt x="31257" y="9936"/>
                    </a:cubicBezTo>
                    <a:cubicBezTo>
                      <a:pt x="31957" y="8902"/>
                      <a:pt x="32658" y="7901"/>
                      <a:pt x="33425" y="6901"/>
                    </a:cubicBezTo>
                    <a:cubicBezTo>
                      <a:pt x="33525" y="7301"/>
                      <a:pt x="33625" y="7634"/>
                      <a:pt x="33758" y="8035"/>
                    </a:cubicBezTo>
                    <a:cubicBezTo>
                      <a:pt x="33823" y="8229"/>
                      <a:pt x="34013" y="8339"/>
                      <a:pt x="34202" y="8339"/>
                    </a:cubicBezTo>
                    <a:cubicBezTo>
                      <a:pt x="34306" y="8339"/>
                      <a:pt x="34410" y="8306"/>
                      <a:pt x="34492" y="8235"/>
                    </a:cubicBezTo>
                    <a:cubicBezTo>
                      <a:pt x="35560" y="7301"/>
                      <a:pt x="36861" y="6434"/>
                      <a:pt x="38128" y="5733"/>
                    </a:cubicBezTo>
                    <a:cubicBezTo>
                      <a:pt x="38128" y="6200"/>
                      <a:pt x="38128" y="6667"/>
                      <a:pt x="38128" y="7134"/>
                    </a:cubicBezTo>
                    <a:cubicBezTo>
                      <a:pt x="38128" y="7523"/>
                      <a:pt x="38359" y="7842"/>
                      <a:pt x="38725" y="7842"/>
                    </a:cubicBezTo>
                    <a:cubicBezTo>
                      <a:pt x="38799" y="7842"/>
                      <a:pt x="38878" y="7829"/>
                      <a:pt x="38962" y="7801"/>
                    </a:cubicBezTo>
                    <a:cubicBezTo>
                      <a:pt x="41264" y="7001"/>
                      <a:pt x="43599" y="6300"/>
                      <a:pt x="45900" y="5533"/>
                    </a:cubicBezTo>
                    <a:close/>
                    <a:moveTo>
                      <a:pt x="25523" y="20338"/>
                    </a:moveTo>
                    <a:cubicBezTo>
                      <a:pt x="27475" y="20338"/>
                      <a:pt x="29309" y="21007"/>
                      <a:pt x="30923" y="22879"/>
                    </a:cubicBezTo>
                    <a:cubicBezTo>
                      <a:pt x="29324" y="23349"/>
                      <a:pt x="27752" y="23614"/>
                      <a:pt x="26224" y="23614"/>
                    </a:cubicBezTo>
                    <a:cubicBezTo>
                      <a:pt x="23960" y="23614"/>
                      <a:pt x="21794" y="23032"/>
                      <a:pt x="19782" y="21678"/>
                    </a:cubicBezTo>
                    <a:cubicBezTo>
                      <a:pt x="21741" y="20933"/>
                      <a:pt x="23684" y="20338"/>
                      <a:pt x="25523" y="20338"/>
                    </a:cubicBezTo>
                    <a:close/>
                    <a:moveTo>
                      <a:pt x="15912" y="19676"/>
                    </a:moveTo>
                    <a:cubicBezTo>
                      <a:pt x="16680" y="19977"/>
                      <a:pt x="17513" y="20243"/>
                      <a:pt x="18347" y="20410"/>
                    </a:cubicBezTo>
                    <a:cubicBezTo>
                      <a:pt x="18147" y="20510"/>
                      <a:pt x="17980" y="20577"/>
                      <a:pt x="17780" y="20677"/>
                    </a:cubicBezTo>
                    <a:cubicBezTo>
                      <a:pt x="17247" y="20911"/>
                      <a:pt x="17213" y="21745"/>
                      <a:pt x="17680" y="22111"/>
                    </a:cubicBezTo>
                    <a:cubicBezTo>
                      <a:pt x="18081" y="22445"/>
                      <a:pt x="18548" y="22745"/>
                      <a:pt x="19015" y="23045"/>
                    </a:cubicBezTo>
                    <a:cubicBezTo>
                      <a:pt x="17947" y="23212"/>
                      <a:pt x="16913" y="23613"/>
                      <a:pt x="15846" y="23813"/>
                    </a:cubicBezTo>
                    <a:cubicBezTo>
                      <a:pt x="15312" y="23913"/>
                      <a:pt x="11643" y="23846"/>
                      <a:pt x="11609" y="23913"/>
                    </a:cubicBezTo>
                    <a:cubicBezTo>
                      <a:pt x="12543" y="22078"/>
                      <a:pt x="14311" y="20877"/>
                      <a:pt x="15912" y="19676"/>
                    </a:cubicBezTo>
                    <a:close/>
                    <a:moveTo>
                      <a:pt x="13911" y="18809"/>
                    </a:moveTo>
                    <a:cubicBezTo>
                      <a:pt x="14144" y="18943"/>
                      <a:pt x="14411" y="19043"/>
                      <a:pt x="14645" y="19143"/>
                    </a:cubicBezTo>
                    <a:cubicBezTo>
                      <a:pt x="13777" y="19610"/>
                      <a:pt x="12977" y="20210"/>
                      <a:pt x="12243" y="20877"/>
                    </a:cubicBezTo>
                    <a:cubicBezTo>
                      <a:pt x="11442" y="21578"/>
                      <a:pt x="9775" y="23212"/>
                      <a:pt x="10208" y="24446"/>
                    </a:cubicBezTo>
                    <a:cubicBezTo>
                      <a:pt x="9408" y="24380"/>
                      <a:pt x="8574" y="24380"/>
                      <a:pt x="7740" y="24380"/>
                    </a:cubicBezTo>
                    <a:cubicBezTo>
                      <a:pt x="8507" y="23346"/>
                      <a:pt x="9274" y="22345"/>
                      <a:pt x="10242" y="21444"/>
                    </a:cubicBezTo>
                    <a:cubicBezTo>
                      <a:pt x="11342" y="20410"/>
                      <a:pt x="12777" y="19743"/>
                      <a:pt x="13911" y="18809"/>
                    </a:cubicBezTo>
                    <a:close/>
                    <a:moveTo>
                      <a:pt x="18147" y="24780"/>
                    </a:moveTo>
                    <a:lnTo>
                      <a:pt x="18147" y="24780"/>
                    </a:lnTo>
                    <a:cubicBezTo>
                      <a:pt x="17647" y="25414"/>
                      <a:pt x="17147" y="26081"/>
                      <a:pt x="16713" y="26815"/>
                    </a:cubicBezTo>
                    <a:cubicBezTo>
                      <a:pt x="16346" y="27449"/>
                      <a:pt x="15412" y="28716"/>
                      <a:pt x="15645" y="29650"/>
                    </a:cubicBezTo>
                    <a:cubicBezTo>
                      <a:pt x="14445" y="29584"/>
                      <a:pt x="13244" y="29550"/>
                      <a:pt x="12043" y="29317"/>
                    </a:cubicBezTo>
                    <a:cubicBezTo>
                      <a:pt x="11643" y="29217"/>
                      <a:pt x="11242" y="29117"/>
                      <a:pt x="10842" y="29016"/>
                    </a:cubicBezTo>
                    <a:cubicBezTo>
                      <a:pt x="9808" y="28783"/>
                      <a:pt x="10775" y="27549"/>
                      <a:pt x="10975" y="27215"/>
                    </a:cubicBezTo>
                    <a:cubicBezTo>
                      <a:pt x="11276" y="26648"/>
                      <a:pt x="11609" y="26081"/>
                      <a:pt x="11843" y="25481"/>
                    </a:cubicBezTo>
                    <a:cubicBezTo>
                      <a:pt x="12054" y="25503"/>
                      <a:pt x="12273" y="25510"/>
                      <a:pt x="12488" y="25510"/>
                    </a:cubicBezTo>
                    <a:cubicBezTo>
                      <a:pt x="12918" y="25510"/>
                      <a:pt x="13333" y="25481"/>
                      <a:pt x="13644" y="25481"/>
                    </a:cubicBezTo>
                    <a:cubicBezTo>
                      <a:pt x="15112" y="25414"/>
                      <a:pt x="16713" y="25280"/>
                      <a:pt x="18147" y="24780"/>
                    </a:cubicBezTo>
                    <a:close/>
                    <a:moveTo>
                      <a:pt x="20149" y="23646"/>
                    </a:moveTo>
                    <a:cubicBezTo>
                      <a:pt x="22114" y="24617"/>
                      <a:pt x="24308" y="25191"/>
                      <a:pt x="26483" y="25191"/>
                    </a:cubicBezTo>
                    <a:cubicBezTo>
                      <a:pt x="27520" y="25191"/>
                      <a:pt x="28554" y="25060"/>
                      <a:pt x="29555" y="24780"/>
                    </a:cubicBezTo>
                    <a:lnTo>
                      <a:pt x="29555" y="24780"/>
                    </a:lnTo>
                    <a:cubicBezTo>
                      <a:pt x="28154" y="25914"/>
                      <a:pt x="27054" y="27582"/>
                      <a:pt x="26153" y="28983"/>
                    </a:cubicBezTo>
                    <a:cubicBezTo>
                      <a:pt x="25953" y="29250"/>
                      <a:pt x="25719" y="29584"/>
                      <a:pt x="25486" y="29950"/>
                    </a:cubicBezTo>
                    <a:cubicBezTo>
                      <a:pt x="23117" y="29917"/>
                      <a:pt x="20649" y="29750"/>
                      <a:pt x="18281" y="29417"/>
                    </a:cubicBezTo>
                    <a:cubicBezTo>
                      <a:pt x="17480" y="29283"/>
                      <a:pt x="16813" y="29517"/>
                      <a:pt x="17213" y="28549"/>
                    </a:cubicBezTo>
                    <a:cubicBezTo>
                      <a:pt x="17513" y="27849"/>
                      <a:pt x="17914" y="27148"/>
                      <a:pt x="18281" y="26481"/>
                    </a:cubicBezTo>
                    <a:cubicBezTo>
                      <a:pt x="18848" y="25481"/>
                      <a:pt x="19482" y="24580"/>
                      <a:pt x="20149" y="23646"/>
                    </a:cubicBezTo>
                    <a:close/>
                    <a:moveTo>
                      <a:pt x="10875" y="25681"/>
                    </a:moveTo>
                    <a:cubicBezTo>
                      <a:pt x="9675" y="26782"/>
                      <a:pt x="8307" y="28583"/>
                      <a:pt x="9341" y="29784"/>
                    </a:cubicBezTo>
                    <a:cubicBezTo>
                      <a:pt x="9741" y="30251"/>
                      <a:pt x="10609" y="30484"/>
                      <a:pt x="11442" y="30618"/>
                    </a:cubicBezTo>
                    <a:cubicBezTo>
                      <a:pt x="11376" y="30651"/>
                      <a:pt x="11342" y="30651"/>
                      <a:pt x="11276" y="30684"/>
                    </a:cubicBezTo>
                    <a:cubicBezTo>
                      <a:pt x="11276" y="30684"/>
                      <a:pt x="11242" y="30651"/>
                      <a:pt x="11209" y="30651"/>
                    </a:cubicBezTo>
                    <a:cubicBezTo>
                      <a:pt x="11080" y="30634"/>
                      <a:pt x="10951" y="30627"/>
                      <a:pt x="10820" y="30627"/>
                    </a:cubicBezTo>
                    <a:cubicBezTo>
                      <a:pt x="9901" y="30627"/>
                      <a:pt x="8941" y="30989"/>
                      <a:pt x="8007" y="31018"/>
                    </a:cubicBezTo>
                    <a:cubicBezTo>
                      <a:pt x="7868" y="31029"/>
                      <a:pt x="7722" y="31033"/>
                      <a:pt x="7573" y="31033"/>
                    </a:cubicBezTo>
                    <a:cubicBezTo>
                      <a:pt x="7273" y="31033"/>
                      <a:pt x="6957" y="31018"/>
                      <a:pt x="6643" y="31018"/>
                    </a:cubicBezTo>
                    <a:cubicBezTo>
                      <a:pt x="6172" y="31018"/>
                      <a:pt x="5705" y="31051"/>
                      <a:pt x="5305" y="31218"/>
                    </a:cubicBezTo>
                    <a:cubicBezTo>
                      <a:pt x="4771" y="31218"/>
                      <a:pt x="4237" y="31251"/>
                      <a:pt x="3704" y="31251"/>
                    </a:cubicBezTo>
                    <a:cubicBezTo>
                      <a:pt x="4337" y="30184"/>
                      <a:pt x="5038" y="29150"/>
                      <a:pt x="5872" y="28216"/>
                    </a:cubicBezTo>
                    <a:cubicBezTo>
                      <a:pt x="6639" y="27382"/>
                      <a:pt x="7706" y="26681"/>
                      <a:pt x="8374" y="25747"/>
                    </a:cubicBezTo>
                    <a:cubicBezTo>
                      <a:pt x="8691" y="25760"/>
                      <a:pt x="9004" y="25767"/>
                      <a:pt x="9313" y="25767"/>
                    </a:cubicBezTo>
                    <a:cubicBezTo>
                      <a:pt x="9847" y="25767"/>
                      <a:pt x="10368" y="25744"/>
                      <a:pt x="10875" y="25681"/>
                    </a:cubicBezTo>
                    <a:close/>
                    <a:moveTo>
                      <a:pt x="31290" y="24913"/>
                    </a:moveTo>
                    <a:cubicBezTo>
                      <a:pt x="31757" y="26448"/>
                      <a:pt x="32157" y="27882"/>
                      <a:pt x="31657" y="29617"/>
                    </a:cubicBezTo>
                    <a:cubicBezTo>
                      <a:pt x="30956" y="32119"/>
                      <a:pt x="27854" y="32719"/>
                      <a:pt x="25686" y="33086"/>
                    </a:cubicBezTo>
                    <a:cubicBezTo>
                      <a:pt x="25686" y="33086"/>
                      <a:pt x="27454" y="29450"/>
                      <a:pt x="27921" y="28750"/>
                    </a:cubicBezTo>
                    <a:cubicBezTo>
                      <a:pt x="28888" y="27349"/>
                      <a:pt x="30256" y="26248"/>
                      <a:pt x="31290" y="24913"/>
                    </a:cubicBezTo>
                    <a:close/>
                    <a:moveTo>
                      <a:pt x="47001" y="24280"/>
                    </a:moveTo>
                    <a:cubicBezTo>
                      <a:pt x="46901" y="24580"/>
                      <a:pt x="46801" y="24880"/>
                      <a:pt x="46701" y="25180"/>
                    </a:cubicBezTo>
                    <a:cubicBezTo>
                      <a:pt x="46610" y="25513"/>
                      <a:pt x="46821" y="26066"/>
                      <a:pt x="47235" y="26066"/>
                    </a:cubicBezTo>
                    <a:cubicBezTo>
                      <a:pt x="47277" y="26066"/>
                      <a:pt x="47322" y="26060"/>
                      <a:pt x="47368" y="26048"/>
                    </a:cubicBezTo>
                    <a:cubicBezTo>
                      <a:pt x="48802" y="25681"/>
                      <a:pt x="50170" y="25247"/>
                      <a:pt x="51504" y="24680"/>
                    </a:cubicBezTo>
                    <a:lnTo>
                      <a:pt x="51504" y="24680"/>
                    </a:lnTo>
                    <a:cubicBezTo>
                      <a:pt x="50270" y="28183"/>
                      <a:pt x="47035" y="30551"/>
                      <a:pt x="43599" y="31818"/>
                    </a:cubicBezTo>
                    <a:cubicBezTo>
                      <a:pt x="43499" y="31852"/>
                      <a:pt x="43432" y="31919"/>
                      <a:pt x="43365" y="31985"/>
                    </a:cubicBezTo>
                    <a:cubicBezTo>
                      <a:pt x="43198" y="32019"/>
                      <a:pt x="43098" y="32285"/>
                      <a:pt x="43232" y="32452"/>
                    </a:cubicBezTo>
                    <a:cubicBezTo>
                      <a:pt x="43265" y="32486"/>
                      <a:pt x="43265" y="32486"/>
                      <a:pt x="43299" y="32519"/>
                    </a:cubicBezTo>
                    <a:cubicBezTo>
                      <a:pt x="43332" y="32752"/>
                      <a:pt x="43499" y="32953"/>
                      <a:pt x="43699" y="33019"/>
                    </a:cubicBezTo>
                    <a:cubicBezTo>
                      <a:pt x="43899" y="33253"/>
                      <a:pt x="44132" y="33486"/>
                      <a:pt x="44333" y="33686"/>
                    </a:cubicBezTo>
                    <a:cubicBezTo>
                      <a:pt x="43540" y="33807"/>
                      <a:pt x="42756" y="33874"/>
                      <a:pt x="41967" y="33874"/>
                    </a:cubicBezTo>
                    <a:cubicBezTo>
                      <a:pt x="41229" y="33874"/>
                      <a:pt x="40487" y="33815"/>
                      <a:pt x="39729" y="33686"/>
                    </a:cubicBezTo>
                    <a:cubicBezTo>
                      <a:pt x="37394" y="33320"/>
                      <a:pt x="35793" y="31985"/>
                      <a:pt x="33725" y="31151"/>
                    </a:cubicBezTo>
                    <a:cubicBezTo>
                      <a:pt x="33692" y="31118"/>
                      <a:pt x="33625" y="31118"/>
                      <a:pt x="33592" y="31118"/>
                    </a:cubicBezTo>
                    <a:cubicBezTo>
                      <a:pt x="33458" y="30884"/>
                      <a:pt x="33258" y="30651"/>
                      <a:pt x="33058" y="30417"/>
                    </a:cubicBezTo>
                    <a:cubicBezTo>
                      <a:pt x="33158" y="30151"/>
                      <a:pt x="33258" y="29850"/>
                      <a:pt x="33325" y="29584"/>
                    </a:cubicBezTo>
                    <a:cubicBezTo>
                      <a:pt x="35093" y="30184"/>
                      <a:pt x="37127" y="30518"/>
                      <a:pt x="39162" y="30551"/>
                    </a:cubicBezTo>
                    <a:cubicBezTo>
                      <a:pt x="39362" y="30651"/>
                      <a:pt x="39563" y="30784"/>
                      <a:pt x="39729" y="30884"/>
                    </a:cubicBezTo>
                    <a:cubicBezTo>
                      <a:pt x="40230" y="31185"/>
                      <a:pt x="40730" y="31452"/>
                      <a:pt x="41297" y="31618"/>
                    </a:cubicBezTo>
                    <a:cubicBezTo>
                      <a:pt x="41337" y="31633"/>
                      <a:pt x="41375" y="31639"/>
                      <a:pt x="41411" y="31639"/>
                    </a:cubicBezTo>
                    <a:cubicBezTo>
                      <a:pt x="41708" y="31639"/>
                      <a:pt x="41865" y="31193"/>
                      <a:pt x="41597" y="30985"/>
                    </a:cubicBezTo>
                    <a:cubicBezTo>
                      <a:pt x="41330" y="30818"/>
                      <a:pt x="41030" y="30651"/>
                      <a:pt x="40763" y="30484"/>
                    </a:cubicBezTo>
                    <a:cubicBezTo>
                      <a:pt x="42965" y="30317"/>
                      <a:pt x="45133" y="29784"/>
                      <a:pt x="46901" y="28816"/>
                    </a:cubicBezTo>
                    <a:cubicBezTo>
                      <a:pt x="47278" y="28596"/>
                      <a:pt x="47152" y="27874"/>
                      <a:pt x="46718" y="27874"/>
                    </a:cubicBezTo>
                    <a:cubicBezTo>
                      <a:pt x="46691" y="27874"/>
                      <a:pt x="46663" y="27876"/>
                      <a:pt x="46634" y="27882"/>
                    </a:cubicBezTo>
                    <a:cubicBezTo>
                      <a:pt x="45900" y="28049"/>
                      <a:pt x="45200" y="28216"/>
                      <a:pt x="44466" y="28416"/>
                    </a:cubicBezTo>
                    <a:cubicBezTo>
                      <a:pt x="44933" y="28016"/>
                      <a:pt x="45300" y="27549"/>
                      <a:pt x="45600" y="26982"/>
                    </a:cubicBezTo>
                    <a:cubicBezTo>
                      <a:pt x="45723" y="26711"/>
                      <a:pt x="45538" y="26423"/>
                      <a:pt x="45313" y="26423"/>
                    </a:cubicBezTo>
                    <a:cubicBezTo>
                      <a:pt x="45232" y="26423"/>
                      <a:pt x="45146" y="26460"/>
                      <a:pt x="45066" y="26548"/>
                    </a:cubicBezTo>
                    <a:cubicBezTo>
                      <a:pt x="44466" y="27282"/>
                      <a:pt x="43766" y="28049"/>
                      <a:pt x="42965" y="28583"/>
                    </a:cubicBezTo>
                    <a:cubicBezTo>
                      <a:pt x="42865" y="28650"/>
                      <a:pt x="42832" y="28750"/>
                      <a:pt x="42798" y="28850"/>
                    </a:cubicBezTo>
                    <a:cubicBezTo>
                      <a:pt x="42031" y="29016"/>
                      <a:pt x="41264" y="29183"/>
                      <a:pt x="40430" y="29250"/>
                    </a:cubicBezTo>
                    <a:cubicBezTo>
                      <a:pt x="39796" y="29350"/>
                      <a:pt x="39162" y="29383"/>
                      <a:pt x="38528" y="29383"/>
                    </a:cubicBezTo>
                    <a:cubicBezTo>
                      <a:pt x="39529" y="29016"/>
                      <a:pt x="40497" y="28583"/>
                      <a:pt x="41431" y="28082"/>
                    </a:cubicBezTo>
                    <a:cubicBezTo>
                      <a:pt x="41759" y="27933"/>
                      <a:pt x="41606" y="27462"/>
                      <a:pt x="41282" y="27462"/>
                    </a:cubicBezTo>
                    <a:cubicBezTo>
                      <a:pt x="41245" y="27462"/>
                      <a:pt x="41205" y="27468"/>
                      <a:pt x="41164" y="27482"/>
                    </a:cubicBezTo>
                    <a:cubicBezTo>
                      <a:pt x="39696" y="27982"/>
                      <a:pt x="38295" y="28616"/>
                      <a:pt x="36927" y="29350"/>
                    </a:cubicBezTo>
                    <a:cubicBezTo>
                      <a:pt x="35760" y="29283"/>
                      <a:pt x="34592" y="29183"/>
                      <a:pt x="33425" y="29050"/>
                    </a:cubicBezTo>
                    <a:cubicBezTo>
                      <a:pt x="33525" y="28216"/>
                      <a:pt x="33492" y="27349"/>
                      <a:pt x="33291" y="26515"/>
                    </a:cubicBezTo>
                    <a:cubicBezTo>
                      <a:pt x="34959" y="25581"/>
                      <a:pt x="36627" y="24913"/>
                      <a:pt x="38562" y="24847"/>
                    </a:cubicBezTo>
                    <a:cubicBezTo>
                      <a:pt x="38629" y="25147"/>
                      <a:pt x="38695" y="25380"/>
                      <a:pt x="38862" y="25848"/>
                    </a:cubicBezTo>
                    <a:cubicBezTo>
                      <a:pt x="38912" y="26024"/>
                      <a:pt x="39115" y="26162"/>
                      <a:pt x="39311" y="26162"/>
                    </a:cubicBezTo>
                    <a:cubicBezTo>
                      <a:pt x="39375" y="26162"/>
                      <a:pt x="39438" y="26147"/>
                      <a:pt x="39496" y="26114"/>
                    </a:cubicBezTo>
                    <a:cubicBezTo>
                      <a:pt x="41664" y="24847"/>
                      <a:pt x="44433" y="24480"/>
                      <a:pt x="47001" y="24280"/>
                    </a:cubicBezTo>
                    <a:close/>
                    <a:moveTo>
                      <a:pt x="12443" y="30751"/>
                    </a:moveTo>
                    <a:cubicBezTo>
                      <a:pt x="12710" y="30784"/>
                      <a:pt x="12910" y="30818"/>
                      <a:pt x="13110" y="30851"/>
                    </a:cubicBezTo>
                    <a:cubicBezTo>
                      <a:pt x="14074" y="30992"/>
                      <a:pt x="15122" y="31120"/>
                      <a:pt x="16146" y="31120"/>
                    </a:cubicBezTo>
                    <a:cubicBezTo>
                      <a:pt x="16823" y="31120"/>
                      <a:pt x="17490" y="31064"/>
                      <a:pt x="18114" y="30918"/>
                    </a:cubicBezTo>
                    <a:cubicBezTo>
                      <a:pt x="18181" y="30918"/>
                      <a:pt x="18214" y="30884"/>
                      <a:pt x="18281" y="30884"/>
                    </a:cubicBezTo>
                    <a:lnTo>
                      <a:pt x="18347" y="30884"/>
                    </a:lnTo>
                    <a:cubicBezTo>
                      <a:pt x="17180" y="31585"/>
                      <a:pt x="16313" y="32719"/>
                      <a:pt x="15645" y="33887"/>
                    </a:cubicBezTo>
                    <a:cubicBezTo>
                      <a:pt x="15245" y="34654"/>
                      <a:pt x="14678" y="35821"/>
                      <a:pt x="14578" y="36889"/>
                    </a:cubicBezTo>
                    <a:cubicBezTo>
                      <a:pt x="14367" y="36875"/>
                      <a:pt x="14155" y="36869"/>
                      <a:pt x="13944" y="36869"/>
                    </a:cubicBezTo>
                    <a:cubicBezTo>
                      <a:pt x="13366" y="36869"/>
                      <a:pt x="12788" y="36908"/>
                      <a:pt x="12210" y="36908"/>
                    </a:cubicBezTo>
                    <a:cubicBezTo>
                      <a:pt x="11999" y="36908"/>
                      <a:pt x="11787" y="36903"/>
                      <a:pt x="11576" y="36889"/>
                    </a:cubicBezTo>
                    <a:cubicBezTo>
                      <a:pt x="10308" y="36822"/>
                      <a:pt x="9074" y="36555"/>
                      <a:pt x="7873" y="36155"/>
                    </a:cubicBezTo>
                    <a:cubicBezTo>
                      <a:pt x="9041" y="34053"/>
                      <a:pt x="10742" y="32419"/>
                      <a:pt x="12443" y="30751"/>
                    </a:cubicBezTo>
                    <a:close/>
                    <a:moveTo>
                      <a:pt x="7039" y="32452"/>
                    </a:moveTo>
                    <a:cubicBezTo>
                      <a:pt x="7390" y="32527"/>
                      <a:pt x="7777" y="32565"/>
                      <a:pt x="8160" y="32565"/>
                    </a:cubicBezTo>
                    <a:cubicBezTo>
                      <a:pt x="8288" y="32565"/>
                      <a:pt x="8415" y="32561"/>
                      <a:pt x="8540" y="32552"/>
                    </a:cubicBezTo>
                    <a:lnTo>
                      <a:pt x="8540" y="32552"/>
                    </a:lnTo>
                    <a:cubicBezTo>
                      <a:pt x="7506" y="33620"/>
                      <a:pt x="6706" y="34954"/>
                      <a:pt x="6072" y="36322"/>
                    </a:cubicBezTo>
                    <a:cubicBezTo>
                      <a:pt x="6072" y="36355"/>
                      <a:pt x="6072" y="36355"/>
                      <a:pt x="6072" y="36388"/>
                    </a:cubicBezTo>
                    <a:cubicBezTo>
                      <a:pt x="5738" y="36488"/>
                      <a:pt x="5405" y="36655"/>
                      <a:pt x="5105" y="36755"/>
                    </a:cubicBezTo>
                    <a:cubicBezTo>
                      <a:pt x="4838" y="36822"/>
                      <a:pt x="4538" y="36889"/>
                      <a:pt x="4237" y="36989"/>
                    </a:cubicBezTo>
                    <a:cubicBezTo>
                      <a:pt x="3570" y="36989"/>
                      <a:pt x="2936" y="36989"/>
                      <a:pt x="2269" y="36889"/>
                    </a:cubicBezTo>
                    <a:cubicBezTo>
                      <a:pt x="2536" y="35388"/>
                      <a:pt x="3137" y="34053"/>
                      <a:pt x="3570" y="32619"/>
                    </a:cubicBezTo>
                    <a:cubicBezTo>
                      <a:pt x="4704" y="32619"/>
                      <a:pt x="5872" y="32619"/>
                      <a:pt x="7039" y="32452"/>
                    </a:cubicBezTo>
                    <a:close/>
                    <a:moveTo>
                      <a:pt x="25019" y="30718"/>
                    </a:moveTo>
                    <a:lnTo>
                      <a:pt x="25019" y="30718"/>
                    </a:lnTo>
                    <a:cubicBezTo>
                      <a:pt x="24318" y="31952"/>
                      <a:pt x="23718" y="33353"/>
                      <a:pt x="24085" y="34354"/>
                    </a:cubicBezTo>
                    <a:cubicBezTo>
                      <a:pt x="24118" y="34487"/>
                      <a:pt x="24218" y="34587"/>
                      <a:pt x="24318" y="34687"/>
                    </a:cubicBezTo>
                    <a:cubicBezTo>
                      <a:pt x="24118" y="35021"/>
                      <a:pt x="23951" y="35354"/>
                      <a:pt x="23785" y="35721"/>
                    </a:cubicBezTo>
                    <a:cubicBezTo>
                      <a:pt x="22684" y="35921"/>
                      <a:pt x="21650" y="36422"/>
                      <a:pt x="20582" y="36722"/>
                    </a:cubicBezTo>
                    <a:cubicBezTo>
                      <a:pt x="19448" y="37022"/>
                      <a:pt x="18247" y="37189"/>
                      <a:pt x="17046" y="37289"/>
                    </a:cubicBezTo>
                    <a:cubicBezTo>
                      <a:pt x="17012" y="37292"/>
                      <a:pt x="16979" y="37293"/>
                      <a:pt x="16948" y="37293"/>
                    </a:cubicBezTo>
                    <a:cubicBezTo>
                      <a:pt x="15579" y="37293"/>
                      <a:pt x="17020" y="34506"/>
                      <a:pt x="17313" y="33887"/>
                    </a:cubicBezTo>
                    <a:cubicBezTo>
                      <a:pt x="17847" y="32853"/>
                      <a:pt x="18548" y="31919"/>
                      <a:pt x="19181" y="30951"/>
                    </a:cubicBezTo>
                    <a:lnTo>
                      <a:pt x="19515" y="30951"/>
                    </a:lnTo>
                    <a:cubicBezTo>
                      <a:pt x="20183" y="31032"/>
                      <a:pt x="20827" y="31069"/>
                      <a:pt x="21460" y="31069"/>
                    </a:cubicBezTo>
                    <a:cubicBezTo>
                      <a:pt x="22659" y="31069"/>
                      <a:pt x="23818" y="30936"/>
                      <a:pt x="25019" y="30718"/>
                    </a:cubicBezTo>
                    <a:close/>
                    <a:moveTo>
                      <a:pt x="29255" y="34053"/>
                    </a:moveTo>
                    <a:lnTo>
                      <a:pt x="29255" y="34053"/>
                    </a:lnTo>
                    <a:cubicBezTo>
                      <a:pt x="28621" y="35454"/>
                      <a:pt x="28154" y="36989"/>
                      <a:pt x="27821" y="38490"/>
                    </a:cubicBezTo>
                    <a:cubicBezTo>
                      <a:pt x="27387" y="38356"/>
                      <a:pt x="26920" y="38356"/>
                      <a:pt x="26420" y="38356"/>
                    </a:cubicBezTo>
                    <a:cubicBezTo>
                      <a:pt x="25686" y="38390"/>
                      <a:pt x="24952" y="38457"/>
                      <a:pt x="24218" y="38490"/>
                    </a:cubicBezTo>
                    <a:cubicBezTo>
                      <a:pt x="24552" y="37289"/>
                      <a:pt x="25019" y="36122"/>
                      <a:pt x="25352" y="34921"/>
                    </a:cubicBezTo>
                    <a:cubicBezTo>
                      <a:pt x="25460" y="34926"/>
                      <a:pt x="25567" y="34929"/>
                      <a:pt x="25676" y="34929"/>
                    </a:cubicBezTo>
                    <a:cubicBezTo>
                      <a:pt x="26850" y="34929"/>
                      <a:pt x="28095" y="34603"/>
                      <a:pt x="29255" y="34053"/>
                    </a:cubicBezTo>
                    <a:close/>
                    <a:moveTo>
                      <a:pt x="32524" y="31385"/>
                    </a:moveTo>
                    <a:lnTo>
                      <a:pt x="32524" y="31385"/>
                    </a:lnTo>
                    <a:cubicBezTo>
                      <a:pt x="32724" y="32819"/>
                      <a:pt x="32791" y="34153"/>
                      <a:pt x="32257" y="35655"/>
                    </a:cubicBezTo>
                    <a:cubicBezTo>
                      <a:pt x="31757" y="37222"/>
                      <a:pt x="30523" y="38390"/>
                      <a:pt x="29155" y="39290"/>
                    </a:cubicBezTo>
                    <a:cubicBezTo>
                      <a:pt x="29555" y="37156"/>
                      <a:pt x="30223" y="35154"/>
                      <a:pt x="30856" y="33086"/>
                    </a:cubicBezTo>
                    <a:cubicBezTo>
                      <a:pt x="31523" y="32586"/>
                      <a:pt x="32091" y="32019"/>
                      <a:pt x="32524" y="31385"/>
                    </a:cubicBezTo>
                    <a:close/>
                    <a:moveTo>
                      <a:pt x="6039" y="37990"/>
                    </a:moveTo>
                    <a:lnTo>
                      <a:pt x="6039" y="37990"/>
                    </a:lnTo>
                    <a:cubicBezTo>
                      <a:pt x="5672" y="38323"/>
                      <a:pt x="5338" y="38657"/>
                      <a:pt x="5038" y="38924"/>
                    </a:cubicBezTo>
                    <a:cubicBezTo>
                      <a:pt x="4437" y="39524"/>
                      <a:pt x="3237" y="40591"/>
                      <a:pt x="3103" y="41559"/>
                    </a:cubicBezTo>
                    <a:cubicBezTo>
                      <a:pt x="2836" y="41492"/>
                      <a:pt x="2569" y="41392"/>
                      <a:pt x="2336" y="41292"/>
                    </a:cubicBezTo>
                    <a:cubicBezTo>
                      <a:pt x="1302" y="40958"/>
                      <a:pt x="2102" y="39457"/>
                      <a:pt x="2436" y="38323"/>
                    </a:cubicBezTo>
                    <a:cubicBezTo>
                      <a:pt x="2689" y="38358"/>
                      <a:pt x="2939" y="38376"/>
                      <a:pt x="3187" y="38376"/>
                    </a:cubicBezTo>
                    <a:cubicBezTo>
                      <a:pt x="3657" y="38376"/>
                      <a:pt x="4124" y="38309"/>
                      <a:pt x="4604" y="38156"/>
                    </a:cubicBezTo>
                    <a:cubicBezTo>
                      <a:pt x="4654" y="38173"/>
                      <a:pt x="4713" y="38181"/>
                      <a:pt x="4771" y="38181"/>
                    </a:cubicBezTo>
                    <a:cubicBezTo>
                      <a:pt x="4829" y="38181"/>
                      <a:pt x="4888" y="38173"/>
                      <a:pt x="4938" y="38156"/>
                    </a:cubicBezTo>
                    <a:cubicBezTo>
                      <a:pt x="5271" y="38156"/>
                      <a:pt x="5672" y="38123"/>
                      <a:pt x="6039" y="37990"/>
                    </a:cubicBezTo>
                    <a:close/>
                    <a:moveTo>
                      <a:pt x="23084" y="37623"/>
                    </a:moveTo>
                    <a:lnTo>
                      <a:pt x="23084" y="37623"/>
                    </a:lnTo>
                    <a:cubicBezTo>
                      <a:pt x="23051" y="37723"/>
                      <a:pt x="23017" y="37789"/>
                      <a:pt x="22984" y="37889"/>
                    </a:cubicBezTo>
                    <a:cubicBezTo>
                      <a:pt x="21049" y="38457"/>
                      <a:pt x="19448" y="40191"/>
                      <a:pt x="18314" y="42026"/>
                    </a:cubicBezTo>
                    <a:cubicBezTo>
                      <a:pt x="17052" y="42101"/>
                      <a:pt x="15822" y="42166"/>
                      <a:pt x="14593" y="42166"/>
                    </a:cubicBezTo>
                    <a:cubicBezTo>
                      <a:pt x="13646" y="42166"/>
                      <a:pt x="12701" y="42127"/>
                      <a:pt x="11743" y="42026"/>
                    </a:cubicBezTo>
                    <a:cubicBezTo>
                      <a:pt x="12743" y="40825"/>
                      <a:pt x="13978" y="39891"/>
                      <a:pt x="14845" y="38590"/>
                    </a:cubicBezTo>
                    <a:cubicBezTo>
                      <a:pt x="14912" y="38490"/>
                      <a:pt x="14845" y="38323"/>
                      <a:pt x="14745" y="38290"/>
                    </a:cubicBezTo>
                    <a:cubicBezTo>
                      <a:pt x="14778" y="38256"/>
                      <a:pt x="14812" y="38256"/>
                      <a:pt x="14845" y="38256"/>
                    </a:cubicBezTo>
                    <a:cubicBezTo>
                      <a:pt x="15266" y="38936"/>
                      <a:pt x="15969" y="39137"/>
                      <a:pt x="16734" y="39137"/>
                    </a:cubicBezTo>
                    <a:cubicBezTo>
                      <a:pt x="17546" y="39137"/>
                      <a:pt x="18427" y="38910"/>
                      <a:pt x="19115" y="38790"/>
                    </a:cubicBezTo>
                    <a:cubicBezTo>
                      <a:pt x="20349" y="38590"/>
                      <a:pt x="21817" y="38256"/>
                      <a:pt x="23084" y="37623"/>
                    </a:cubicBezTo>
                    <a:close/>
                    <a:moveTo>
                      <a:pt x="8007" y="37889"/>
                    </a:moveTo>
                    <a:cubicBezTo>
                      <a:pt x="9397" y="38306"/>
                      <a:pt x="10972" y="38631"/>
                      <a:pt x="12462" y="38631"/>
                    </a:cubicBezTo>
                    <a:cubicBezTo>
                      <a:pt x="12760" y="38631"/>
                      <a:pt x="13055" y="38618"/>
                      <a:pt x="13344" y="38590"/>
                    </a:cubicBezTo>
                    <a:lnTo>
                      <a:pt x="13344" y="38590"/>
                    </a:lnTo>
                    <a:cubicBezTo>
                      <a:pt x="11876" y="39224"/>
                      <a:pt x="10609" y="40758"/>
                      <a:pt x="9775" y="41992"/>
                    </a:cubicBezTo>
                    <a:cubicBezTo>
                      <a:pt x="9007" y="42026"/>
                      <a:pt x="8240" y="42193"/>
                      <a:pt x="7506" y="42226"/>
                    </a:cubicBezTo>
                    <a:cubicBezTo>
                      <a:pt x="7057" y="42265"/>
                      <a:pt x="6619" y="42281"/>
                      <a:pt x="6179" y="42281"/>
                    </a:cubicBezTo>
                    <a:cubicBezTo>
                      <a:pt x="5868" y="42281"/>
                      <a:pt x="5556" y="42273"/>
                      <a:pt x="5238" y="42259"/>
                    </a:cubicBezTo>
                    <a:cubicBezTo>
                      <a:pt x="4971" y="42193"/>
                      <a:pt x="4704" y="42092"/>
                      <a:pt x="4437" y="41992"/>
                    </a:cubicBezTo>
                    <a:cubicBezTo>
                      <a:pt x="4504" y="41892"/>
                      <a:pt x="4604" y="41759"/>
                      <a:pt x="4704" y="41625"/>
                    </a:cubicBezTo>
                    <a:cubicBezTo>
                      <a:pt x="5071" y="41058"/>
                      <a:pt x="5472" y="40558"/>
                      <a:pt x="5905" y="40091"/>
                    </a:cubicBezTo>
                    <a:cubicBezTo>
                      <a:pt x="6539" y="39391"/>
                      <a:pt x="7473" y="38690"/>
                      <a:pt x="8007" y="37889"/>
                    </a:cubicBezTo>
                    <a:close/>
                    <a:moveTo>
                      <a:pt x="22650" y="39424"/>
                    </a:moveTo>
                    <a:cubicBezTo>
                      <a:pt x="22684" y="39791"/>
                      <a:pt x="22984" y="40058"/>
                      <a:pt x="23418" y="40058"/>
                    </a:cubicBezTo>
                    <a:cubicBezTo>
                      <a:pt x="24352" y="40024"/>
                      <a:pt x="25319" y="39958"/>
                      <a:pt x="26253" y="39891"/>
                    </a:cubicBezTo>
                    <a:cubicBezTo>
                      <a:pt x="26687" y="39858"/>
                      <a:pt x="27154" y="39824"/>
                      <a:pt x="27554" y="39691"/>
                    </a:cubicBezTo>
                    <a:lnTo>
                      <a:pt x="27554" y="39691"/>
                    </a:lnTo>
                    <a:cubicBezTo>
                      <a:pt x="27521" y="39757"/>
                      <a:pt x="27521" y="39858"/>
                      <a:pt x="27487" y="39924"/>
                    </a:cubicBezTo>
                    <a:cubicBezTo>
                      <a:pt x="27421" y="39924"/>
                      <a:pt x="27354" y="39924"/>
                      <a:pt x="27254" y="39958"/>
                    </a:cubicBezTo>
                    <a:cubicBezTo>
                      <a:pt x="25786" y="40591"/>
                      <a:pt x="24452" y="41625"/>
                      <a:pt x="22951" y="42259"/>
                    </a:cubicBezTo>
                    <a:cubicBezTo>
                      <a:pt x="21817" y="42760"/>
                      <a:pt x="20649" y="43093"/>
                      <a:pt x="19482" y="43360"/>
                    </a:cubicBezTo>
                    <a:cubicBezTo>
                      <a:pt x="19882" y="42626"/>
                      <a:pt x="20382" y="41926"/>
                      <a:pt x="20916" y="41225"/>
                    </a:cubicBezTo>
                    <a:cubicBezTo>
                      <a:pt x="21416" y="40558"/>
                      <a:pt x="22050" y="39991"/>
                      <a:pt x="22650" y="39424"/>
                    </a:cubicBezTo>
                    <a:close/>
                    <a:moveTo>
                      <a:pt x="21224" y="1"/>
                    </a:moveTo>
                    <a:cubicBezTo>
                      <a:pt x="21097" y="1"/>
                      <a:pt x="20974" y="48"/>
                      <a:pt x="20883" y="162"/>
                    </a:cubicBezTo>
                    <a:cubicBezTo>
                      <a:pt x="18881" y="2464"/>
                      <a:pt x="17380" y="5099"/>
                      <a:pt x="16379" y="8001"/>
                    </a:cubicBezTo>
                    <a:cubicBezTo>
                      <a:pt x="15779" y="7601"/>
                      <a:pt x="15212" y="7167"/>
                      <a:pt x="14611" y="6801"/>
                    </a:cubicBezTo>
                    <a:cubicBezTo>
                      <a:pt x="14490" y="6709"/>
                      <a:pt x="14358" y="6667"/>
                      <a:pt x="14233" y="6667"/>
                    </a:cubicBezTo>
                    <a:cubicBezTo>
                      <a:pt x="13947" y="6667"/>
                      <a:pt x="13690" y="6886"/>
                      <a:pt x="13644" y="7234"/>
                    </a:cubicBezTo>
                    <a:cubicBezTo>
                      <a:pt x="13310" y="10236"/>
                      <a:pt x="13978" y="13839"/>
                      <a:pt x="16213" y="16007"/>
                    </a:cubicBezTo>
                    <a:cubicBezTo>
                      <a:pt x="15012" y="16207"/>
                      <a:pt x="13844" y="16441"/>
                      <a:pt x="12743" y="16674"/>
                    </a:cubicBezTo>
                    <a:cubicBezTo>
                      <a:pt x="12010" y="16841"/>
                      <a:pt x="11976" y="17808"/>
                      <a:pt x="12577" y="18175"/>
                    </a:cubicBezTo>
                    <a:cubicBezTo>
                      <a:pt x="11543" y="18642"/>
                      <a:pt x="10609" y="19376"/>
                      <a:pt x="9775" y="20010"/>
                    </a:cubicBezTo>
                    <a:cubicBezTo>
                      <a:pt x="8173" y="21244"/>
                      <a:pt x="6672" y="22945"/>
                      <a:pt x="5838" y="24813"/>
                    </a:cubicBezTo>
                    <a:cubicBezTo>
                      <a:pt x="5645" y="25266"/>
                      <a:pt x="6045" y="25749"/>
                      <a:pt x="6495" y="25749"/>
                    </a:cubicBezTo>
                    <a:cubicBezTo>
                      <a:pt x="6509" y="25749"/>
                      <a:pt x="6524" y="25748"/>
                      <a:pt x="6539" y="25747"/>
                    </a:cubicBezTo>
                    <a:lnTo>
                      <a:pt x="6873" y="25747"/>
                    </a:lnTo>
                    <a:cubicBezTo>
                      <a:pt x="6105" y="26248"/>
                      <a:pt x="5405" y="26982"/>
                      <a:pt x="4838" y="27549"/>
                    </a:cubicBezTo>
                    <a:cubicBezTo>
                      <a:pt x="3670" y="28750"/>
                      <a:pt x="2803" y="30184"/>
                      <a:pt x="2069" y="31718"/>
                    </a:cubicBezTo>
                    <a:cubicBezTo>
                      <a:pt x="1902" y="32119"/>
                      <a:pt x="2203" y="32486"/>
                      <a:pt x="2569" y="32586"/>
                    </a:cubicBezTo>
                    <a:cubicBezTo>
                      <a:pt x="1535" y="33920"/>
                      <a:pt x="1102" y="35788"/>
                      <a:pt x="902" y="37389"/>
                    </a:cubicBezTo>
                    <a:cubicBezTo>
                      <a:pt x="835" y="37756"/>
                      <a:pt x="1135" y="38090"/>
                      <a:pt x="1469" y="38156"/>
                    </a:cubicBezTo>
                    <a:cubicBezTo>
                      <a:pt x="1502" y="38156"/>
                      <a:pt x="1502" y="38190"/>
                      <a:pt x="1535" y="38190"/>
                    </a:cubicBezTo>
                    <a:cubicBezTo>
                      <a:pt x="768" y="39357"/>
                      <a:pt x="1" y="40591"/>
                      <a:pt x="902" y="41959"/>
                    </a:cubicBezTo>
                    <a:cubicBezTo>
                      <a:pt x="1302" y="42626"/>
                      <a:pt x="2436" y="42826"/>
                      <a:pt x="3103" y="43026"/>
                    </a:cubicBezTo>
                    <a:cubicBezTo>
                      <a:pt x="4237" y="43327"/>
                      <a:pt x="5338" y="43493"/>
                      <a:pt x="6506" y="43560"/>
                    </a:cubicBezTo>
                    <a:cubicBezTo>
                      <a:pt x="6990" y="43627"/>
                      <a:pt x="7479" y="43662"/>
                      <a:pt x="7959" y="43662"/>
                    </a:cubicBezTo>
                    <a:cubicBezTo>
                      <a:pt x="8669" y="43662"/>
                      <a:pt x="9358" y="43586"/>
                      <a:pt x="9975" y="43427"/>
                    </a:cubicBezTo>
                    <a:cubicBezTo>
                      <a:pt x="10041" y="43460"/>
                      <a:pt x="10108" y="43493"/>
                      <a:pt x="10208" y="43493"/>
                    </a:cubicBezTo>
                    <a:cubicBezTo>
                      <a:pt x="11313" y="43680"/>
                      <a:pt x="12468" y="43787"/>
                      <a:pt x="13630" y="43787"/>
                    </a:cubicBezTo>
                    <a:cubicBezTo>
                      <a:pt x="14960" y="43787"/>
                      <a:pt x="16299" y="43647"/>
                      <a:pt x="17580" y="43327"/>
                    </a:cubicBezTo>
                    <a:lnTo>
                      <a:pt x="17580" y="43327"/>
                    </a:lnTo>
                    <a:cubicBezTo>
                      <a:pt x="17413" y="43660"/>
                      <a:pt x="17280" y="43960"/>
                      <a:pt x="17147" y="44227"/>
                    </a:cubicBezTo>
                    <a:cubicBezTo>
                      <a:pt x="16900" y="44781"/>
                      <a:pt x="17335" y="45477"/>
                      <a:pt x="17902" y="45477"/>
                    </a:cubicBezTo>
                    <a:cubicBezTo>
                      <a:pt x="17949" y="45477"/>
                      <a:pt x="17998" y="45472"/>
                      <a:pt x="18047" y="45462"/>
                    </a:cubicBezTo>
                    <a:cubicBezTo>
                      <a:pt x="21149" y="44894"/>
                      <a:pt x="25186" y="43560"/>
                      <a:pt x="27387" y="41058"/>
                    </a:cubicBezTo>
                    <a:cubicBezTo>
                      <a:pt x="27466" y="41398"/>
                      <a:pt x="27809" y="41655"/>
                      <a:pt x="28163" y="41655"/>
                    </a:cubicBezTo>
                    <a:cubicBezTo>
                      <a:pt x="28261" y="41655"/>
                      <a:pt x="28360" y="41636"/>
                      <a:pt x="28455" y="41592"/>
                    </a:cubicBezTo>
                    <a:cubicBezTo>
                      <a:pt x="31390" y="40291"/>
                      <a:pt x="34726" y="36455"/>
                      <a:pt x="34292" y="33019"/>
                    </a:cubicBezTo>
                    <a:lnTo>
                      <a:pt x="34292" y="33019"/>
                    </a:lnTo>
                    <a:cubicBezTo>
                      <a:pt x="36243" y="34598"/>
                      <a:pt x="39146" y="35283"/>
                      <a:pt x="41863" y="35283"/>
                    </a:cubicBezTo>
                    <a:cubicBezTo>
                      <a:pt x="43280" y="35283"/>
                      <a:pt x="44646" y="35097"/>
                      <a:pt x="45800" y="34754"/>
                    </a:cubicBezTo>
                    <a:cubicBezTo>
                      <a:pt x="46301" y="34620"/>
                      <a:pt x="46501" y="33920"/>
                      <a:pt x="46034" y="33586"/>
                    </a:cubicBezTo>
                    <a:cubicBezTo>
                      <a:pt x="45667" y="33320"/>
                      <a:pt x="45333" y="33053"/>
                      <a:pt x="44966" y="32819"/>
                    </a:cubicBezTo>
                    <a:cubicBezTo>
                      <a:pt x="49169" y="31652"/>
                      <a:pt x="51938" y="27916"/>
                      <a:pt x="52972" y="23779"/>
                    </a:cubicBezTo>
                    <a:cubicBezTo>
                      <a:pt x="53084" y="23389"/>
                      <a:pt x="52822" y="22882"/>
                      <a:pt x="52422" y="22882"/>
                    </a:cubicBezTo>
                    <a:cubicBezTo>
                      <a:pt x="52343" y="22882"/>
                      <a:pt x="52259" y="22902"/>
                      <a:pt x="52172" y="22945"/>
                    </a:cubicBezTo>
                    <a:cubicBezTo>
                      <a:pt x="50904" y="23579"/>
                      <a:pt x="49603" y="24113"/>
                      <a:pt x="48269" y="24513"/>
                    </a:cubicBezTo>
                    <a:cubicBezTo>
                      <a:pt x="48335" y="24246"/>
                      <a:pt x="48436" y="24013"/>
                      <a:pt x="48536" y="23779"/>
                    </a:cubicBezTo>
                    <a:cubicBezTo>
                      <a:pt x="48662" y="23338"/>
                      <a:pt x="48370" y="22807"/>
                      <a:pt x="47915" y="22807"/>
                    </a:cubicBezTo>
                    <a:cubicBezTo>
                      <a:pt x="47889" y="22807"/>
                      <a:pt x="47862" y="22808"/>
                      <a:pt x="47835" y="22812"/>
                    </a:cubicBezTo>
                    <a:cubicBezTo>
                      <a:pt x="45100" y="23312"/>
                      <a:pt x="42531" y="24380"/>
                      <a:pt x="39863" y="24980"/>
                    </a:cubicBezTo>
                    <a:cubicBezTo>
                      <a:pt x="39863" y="24713"/>
                      <a:pt x="39863" y="24446"/>
                      <a:pt x="39829" y="23979"/>
                    </a:cubicBezTo>
                    <a:cubicBezTo>
                      <a:pt x="39829" y="23546"/>
                      <a:pt x="39396" y="23312"/>
                      <a:pt x="39062" y="23312"/>
                    </a:cubicBezTo>
                    <a:cubicBezTo>
                      <a:pt x="36794" y="23479"/>
                      <a:pt x="34626" y="24246"/>
                      <a:pt x="33091" y="25848"/>
                    </a:cubicBezTo>
                    <a:cubicBezTo>
                      <a:pt x="32924" y="25347"/>
                      <a:pt x="32691" y="24880"/>
                      <a:pt x="32424" y="24413"/>
                    </a:cubicBezTo>
                    <a:cubicBezTo>
                      <a:pt x="35326" y="21578"/>
                      <a:pt x="38595" y="19143"/>
                      <a:pt x="42531" y="17942"/>
                    </a:cubicBezTo>
                    <a:cubicBezTo>
                      <a:pt x="43065" y="17808"/>
                      <a:pt x="43098" y="17108"/>
                      <a:pt x="42631" y="16841"/>
                    </a:cubicBezTo>
                    <a:cubicBezTo>
                      <a:pt x="42331" y="16674"/>
                      <a:pt x="42031" y="16507"/>
                      <a:pt x="41731" y="16374"/>
                    </a:cubicBezTo>
                    <a:cubicBezTo>
                      <a:pt x="43332" y="14940"/>
                      <a:pt x="44733" y="13339"/>
                      <a:pt x="45900" y="11471"/>
                    </a:cubicBezTo>
                    <a:cubicBezTo>
                      <a:pt x="46142" y="11078"/>
                      <a:pt x="45919" y="10275"/>
                      <a:pt x="45379" y="10275"/>
                    </a:cubicBezTo>
                    <a:cubicBezTo>
                      <a:pt x="45323" y="10275"/>
                      <a:pt x="45263" y="10284"/>
                      <a:pt x="45200" y="10303"/>
                    </a:cubicBezTo>
                    <a:cubicBezTo>
                      <a:pt x="45133" y="10336"/>
                      <a:pt x="45033" y="10336"/>
                      <a:pt x="44966" y="10370"/>
                    </a:cubicBezTo>
                    <a:cubicBezTo>
                      <a:pt x="46034" y="8769"/>
                      <a:pt x="46901" y="6934"/>
                      <a:pt x="47035" y="5066"/>
                    </a:cubicBezTo>
                    <a:cubicBezTo>
                      <a:pt x="47339" y="4731"/>
                      <a:pt x="47087" y="3977"/>
                      <a:pt x="46609" y="3977"/>
                    </a:cubicBezTo>
                    <a:cubicBezTo>
                      <a:pt x="46563" y="3977"/>
                      <a:pt x="46516" y="3984"/>
                      <a:pt x="46467" y="3999"/>
                    </a:cubicBezTo>
                    <a:cubicBezTo>
                      <a:pt x="44066" y="4732"/>
                      <a:pt x="41697" y="5566"/>
                      <a:pt x="39296" y="6367"/>
                    </a:cubicBezTo>
                    <a:cubicBezTo>
                      <a:pt x="39296" y="5833"/>
                      <a:pt x="39262" y="5299"/>
                      <a:pt x="39162" y="4766"/>
                    </a:cubicBezTo>
                    <a:cubicBezTo>
                      <a:pt x="39139" y="4509"/>
                      <a:pt x="38919" y="4317"/>
                      <a:pt x="38686" y="4317"/>
                    </a:cubicBezTo>
                    <a:cubicBezTo>
                      <a:pt x="38587" y="4317"/>
                      <a:pt x="38485" y="4352"/>
                      <a:pt x="38395" y="4432"/>
                    </a:cubicBezTo>
                    <a:cubicBezTo>
                      <a:pt x="37228" y="5366"/>
                      <a:pt x="35927" y="6334"/>
                      <a:pt x="34559" y="7067"/>
                    </a:cubicBezTo>
                    <a:cubicBezTo>
                      <a:pt x="34459" y="6534"/>
                      <a:pt x="34325" y="6033"/>
                      <a:pt x="34159" y="5533"/>
                    </a:cubicBezTo>
                    <a:cubicBezTo>
                      <a:pt x="34101" y="5322"/>
                      <a:pt x="33901" y="5210"/>
                      <a:pt x="33709" y="5210"/>
                    </a:cubicBezTo>
                    <a:cubicBezTo>
                      <a:pt x="33567" y="5210"/>
                      <a:pt x="33429" y="5272"/>
                      <a:pt x="33358" y="5400"/>
                    </a:cubicBezTo>
                    <a:cubicBezTo>
                      <a:pt x="32691" y="6467"/>
                      <a:pt x="31990" y="7434"/>
                      <a:pt x="31290" y="8435"/>
                    </a:cubicBezTo>
                    <a:cubicBezTo>
                      <a:pt x="31257" y="7868"/>
                      <a:pt x="31223" y="7301"/>
                      <a:pt x="31190" y="6700"/>
                    </a:cubicBezTo>
                    <a:cubicBezTo>
                      <a:pt x="31170" y="6324"/>
                      <a:pt x="30892" y="6136"/>
                      <a:pt x="30592" y="6136"/>
                    </a:cubicBezTo>
                    <a:cubicBezTo>
                      <a:pt x="30387" y="6136"/>
                      <a:pt x="30171" y="6224"/>
                      <a:pt x="30022" y="6400"/>
                    </a:cubicBezTo>
                    <a:cubicBezTo>
                      <a:pt x="29088" y="7501"/>
                      <a:pt x="28254" y="8735"/>
                      <a:pt x="27521" y="10070"/>
                    </a:cubicBezTo>
                    <a:cubicBezTo>
                      <a:pt x="27187" y="7501"/>
                      <a:pt x="26186" y="4933"/>
                      <a:pt x="25553" y="2431"/>
                    </a:cubicBezTo>
                    <a:cubicBezTo>
                      <a:pt x="25526" y="2299"/>
                      <a:pt x="25395" y="2124"/>
                      <a:pt x="25225" y="2124"/>
                    </a:cubicBezTo>
                    <a:cubicBezTo>
                      <a:pt x="25181" y="2124"/>
                      <a:pt x="25134" y="2136"/>
                      <a:pt x="25086" y="2164"/>
                    </a:cubicBezTo>
                    <a:cubicBezTo>
                      <a:pt x="24252" y="2731"/>
                      <a:pt x="23718" y="3365"/>
                      <a:pt x="23284" y="4199"/>
                    </a:cubicBezTo>
                    <a:cubicBezTo>
                      <a:pt x="22817" y="2898"/>
                      <a:pt x="22317" y="1664"/>
                      <a:pt x="21817" y="396"/>
                    </a:cubicBezTo>
                    <a:cubicBezTo>
                      <a:pt x="21729" y="177"/>
                      <a:pt x="21468" y="1"/>
                      <a:pt x="212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55" name="Google Shape;12255;p37"/>
            <p:cNvGrpSpPr/>
            <p:nvPr/>
          </p:nvGrpSpPr>
          <p:grpSpPr>
            <a:xfrm rot="-4922709">
              <a:off x="335758" y="2824828"/>
              <a:ext cx="1000172" cy="856846"/>
              <a:chOff x="2717100" y="3870000"/>
              <a:chExt cx="1327100" cy="1136925"/>
            </a:xfrm>
          </p:grpSpPr>
          <p:sp>
            <p:nvSpPr>
              <p:cNvPr id="12256" name="Google Shape;12256;p37"/>
              <p:cNvSpPr/>
              <p:nvPr/>
            </p:nvSpPr>
            <p:spPr>
              <a:xfrm>
                <a:off x="3211625" y="4378425"/>
                <a:ext cx="278575" cy="81925"/>
              </a:xfrm>
              <a:custGeom>
                <a:rect b="b" l="l" r="r" t="t"/>
                <a:pathLst>
                  <a:path extrusionOk="0" h="3277" w="11143">
                    <a:moveTo>
                      <a:pt x="5742" y="1"/>
                    </a:moveTo>
                    <a:cubicBezTo>
                      <a:pt x="3903" y="1"/>
                      <a:pt x="1960" y="596"/>
                      <a:pt x="1" y="1341"/>
                    </a:cubicBezTo>
                    <a:cubicBezTo>
                      <a:pt x="2013" y="2695"/>
                      <a:pt x="4179" y="3277"/>
                      <a:pt x="6443" y="3277"/>
                    </a:cubicBezTo>
                    <a:cubicBezTo>
                      <a:pt x="7971" y="3277"/>
                      <a:pt x="9543" y="3012"/>
                      <a:pt x="11142" y="2542"/>
                    </a:cubicBezTo>
                    <a:cubicBezTo>
                      <a:pt x="9528" y="670"/>
                      <a:pt x="7694" y="1"/>
                      <a:pt x="5742" y="1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7" name="Google Shape;12257;p37"/>
              <p:cNvSpPr/>
              <p:nvPr/>
            </p:nvSpPr>
            <p:spPr>
              <a:xfrm>
                <a:off x="3359225" y="4492825"/>
                <a:ext cx="161825" cy="204325"/>
              </a:xfrm>
              <a:custGeom>
                <a:rect b="b" l="l" r="r" t="t"/>
                <a:pathLst>
                  <a:path extrusionOk="0" h="8173" w="6473">
                    <a:moveTo>
                      <a:pt x="5605" y="0"/>
                    </a:moveTo>
                    <a:cubicBezTo>
                      <a:pt x="4571" y="1335"/>
                      <a:pt x="3203" y="2436"/>
                      <a:pt x="2236" y="3837"/>
                    </a:cubicBezTo>
                    <a:cubicBezTo>
                      <a:pt x="1769" y="4537"/>
                      <a:pt x="1" y="8173"/>
                      <a:pt x="1" y="8173"/>
                    </a:cubicBezTo>
                    <a:cubicBezTo>
                      <a:pt x="2169" y="7806"/>
                      <a:pt x="5271" y="7206"/>
                      <a:pt x="5972" y="4704"/>
                    </a:cubicBezTo>
                    <a:cubicBezTo>
                      <a:pt x="6472" y="2969"/>
                      <a:pt x="6072" y="1535"/>
                      <a:pt x="5605" y="0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8" name="Google Shape;12258;p37"/>
              <p:cNvSpPr/>
              <p:nvPr/>
            </p:nvSpPr>
            <p:spPr>
              <a:xfrm>
                <a:off x="3104050" y="4304275"/>
                <a:ext cx="236025" cy="49300"/>
              </a:xfrm>
              <a:custGeom>
                <a:rect b="b" l="l" r="r" t="t"/>
                <a:pathLst>
                  <a:path extrusionOk="0" h="1972" w="9441">
                    <a:moveTo>
                      <a:pt x="3805" y="1"/>
                    </a:moveTo>
                    <a:cubicBezTo>
                      <a:pt x="2557" y="1"/>
                      <a:pt x="1292" y="147"/>
                      <a:pt x="1" y="371"/>
                    </a:cubicBezTo>
                    <a:cubicBezTo>
                      <a:pt x="634" y="638"/>
                      <a:pt x="1302" y="871"/>
                      <a:pt x="1969" y="1071"/>
                    </a:cubicBezTo>
                    <a:cubicBezTo>
                      <a:pt x="3136" y="1438"/>
                      <a:pt x="4370" y="1605"/>
                      <a:pt x="5538" y="1972"/>
                    </a:cubicBezTo>
                    <a:cubicBezTo>
                      <a:pt x="6806" y="1572"/>
                      <a:pt x="8106" y="1271"/>
                      <a:pt x="9441" y="1271"/>
                    </a:cubicBezTo>
                    <a:cubicBezTo>
                      <a:pt x="7584" y="343"/>
                      <a:pt x="5715" y="1"/>
                      <a:pt x="3805" y="1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9" name="Google Shape;12259;p37"/>
              <p:cNvSpPr/>
              <p:nvPr/>
            </p:nvSpPr>
            <p:spPr>
              <a:xfrm>
                <a:off x="3083200" y="3916575"/>
                <a:ext cx="304425" cy="390300"/>
              </a:xfrm>
              <a:custGeom>
                <a:rect b="b" l="l" r="r" t="t"/>
                <a:pathLst>
                  <a:path extrusionOk="0" h="15612" w="12177">
                    <a:moveTo>
                      <a:pt x="6505" y="1"/>
                    </a:moveTo>
                    <a:cubicBezTo>
                      <a:pt x="4804" y="2269"/>
                      <a:pt x="3503" y="4671"/>
                      <a:pt x="2636" y="7406"/>
                    </a:cubicBezTo>
                    <a:cubicBezTo>
                      <a:pt x="2549" y="7688"/>
                      <a:pt x="2322" y="7829"/>
                      <a:pt x="2072" y="7829"/>
                    </a:cubicBezTo>
                    <a:cubicBezTo>
                      <a:pt x="1938" y="7829"/>
                      <a:pt x="1797" y="7788"/>
                      <a:pt x="1669" y="7706"/>
                    </a:cubicBezTo>
                    <a:cubicBezTo>
                      <a:pt x="1168" y="7339"/>
                      <a:pt x="635" y="6972"/>
                      <a:pt x="134" y="6605"/>
                    </a:cubicBezTo>
                    <a:lnTo>
                      <a:pt x="134" y="6605"/>
                    </a:lnTo>
                    <a:cubicBezTo>
                      <a:pt x="1" y="9407"/>
                      <a:pt x="1001" y="11609"/>
                      <a:pt x="2436" y="14044"/>
                    </a:cubicBezTo>
                    <a:cubicBezTo>
                      <a:pt x="3213" y="13947"/>
                      <a:pt x="3990" y="13895"/>
                      <a:pt x="4755" y="13895"/>
                    </a:cubicBezTo>
                    <a:cubicBezTo>
                      <a:pt x="5302" y="13895"/>
                      <a:pt x="5843" y="13922"/>
                      <a:pt x="6372" y="13977"/>
                    </a:cubicBezTo>
                    <a:cubicBezTo>
                      <a:pt x="5972" y="13177"/>
                      <a:pt x="5638" y="12309"/>
                      <a:pt x="5438" y="11409"/>
                    </a:cubicBezTo>
                    <a:cubicBezTo>
                      <a:pt x="4804" y="11109"/>
                      <a:pt x="4237" y="10742"/>
                      <a:pt x="3637" y="10341"/>
                    </a:cubicBezTo>
                    <a:cubicBezTo>
                      <a:pt x="3003" y="9908"/>
                      <a:pt x="2302" y="9507"/>
                      <a:pt x="1735" y="8940"/>
                    </a:cubicBezTo>
                    <a:cubicBezTo>
                      <a:pt x="1676" y="8881"/>
                      <a:pt x="1669" y="8663"/>
                      <a:pt x="1786" y="8663"/>
                    </a:cubicBezTo>
                    <a:cubicBezTo>
                      <a:pt x="1801" y="8663"/>
                      <a:pt x="1817" y="8666"/>
                      <a:pt x="1835" y="8674"/>
                    </a:cubicBezTo>
                    <a:cubicBezTo>
                      <a:pt x="2603" y="8874"/>
                      <a:pt x="3303" y="9274"/>
                      <a:pt x="4004" y="9641"/>
                    </a:cubicBezTo>
                    <a:cubicBezTo>
                      <a:pt x="4404" y="9874"/>
                      <a:pt x="4838" y="10108"/>
                      <a:pt x="5238" y="10341"/>
                    </a:cubicBezTo>
                    <a:cubicBezTo>
                      <a:pt x="4838" y="7840"/>
                      <a:pt x="5104" y="5138"/>
                      <a:pt x="5805" y="2936"/>
                    </a:cubicBezTo>
                    <a:cubicBezTo>
                      <a:pt x="5818" y="2885"/>
                      <a:pt x="5855" y="2863"/>
                      <a:pt x="5896" y="2863"/>
                    </a:cubicBezTo>
                    <a:cubicBezTo>
                      <a:pt x="5962" y="2863"/>
                      <a:pt x="6038" y="2920"/>
                      <a:pt x="6038" y="3003"/>
                    </a:cubicBezTo>
                    <a:cubicBezTo>
                      <a:pt x="5772" y="5204"/>
                      <a:pt x="5738" y="7439"/>
                      <a:pt x="6305" y="9608"/>
                    </a:cubicBezTo>
                    <a:cubicBezTo>
                      <a:pt x="6305" y="9641"/>
                      <a:pt x="6339" y="9708"/>
                      <a:pt x="6372" y="9774"/>
                    </a:cubicBezTo>
                    <a:cubicBezTo>
                      <a:pt x="6806" y="8207"/>
                      <a:pt x="7706" y="6672"/>
                      <a:pt x="8607" y="5438"/>
                    </a:cubicBezTo>
                    <a:cubicBezTo>
                      <a:pt x="8655" y="5380"/>
                      <a:pt x="8714" y="5356"/>
                      <a:pt x="8771" y="5356"/>
                    </a:cubicBezTo>
                    <a:cubicBezTo>
                      <a:pt x="8913" y="5356"/>
                      <a:pt x="9045" y="5505"/>
                      <a:pt x="8974" y="5671"/>
                    </a:cubicBezTo>
                    <a:cubicBezTo>
                      <a:pt x="8540" y="6705"/>
                      <a:pt x="8107" y="7773"/>
                      <a:pt x="7740" y="8840"/>
                    </a:cubicBezTo>
                    <a:cubicBezTo>
                      <a:pt x="7439" y="9708"/>
                      <a:pt x="7239" y="10575"/>
                      <a:pt x="6906" y="11409"/>
                    </a:cubicBezTo>
                    <a:cubicBezTo>
                      <a:pt x="7072" y="11842"/>
                      <a:pt x="7273" y="12276"/>
                      <a:pt x="7439" y="12710"/>
                    </a:cubicBezTo>
                    <a:cubicBezTo>
                      <a:pt x="7940" y="11309"/>
                      <a:pt x="8674" y="9974"/>
                      <a:pt x="9774" y="9074"/>
                    </a:cubicBezTo>
                    <a:cubicBezTo>
                      <a:pt x="9844" y="9019"/>
                      <a:pt x="9915" y="8995"/>
                      <a:pt x="9984" y="8995"/>
                    </a:cubicBezTo>
                    <a:cubicBezTo>
                      <a:pt x="10247" y="8995"/>
                      <a:pt x="10460" y="9343"/>
                      <a:pt x="10275" y="9608"/>
                    </a:cubicBezTo>
                    <a:cubicBezTo>
                      <a:pt x="9341" y="10942"/>
                      <a:pt x="8440" y="12143"/>
                      <a:pt x="7873" y="13644"/>
                    </a:cubicBezTo>
                    <a:cubicBezTo>
                      <a:pt x="7973" y="13877"/>
                      <a:pt x="8040" y="14111"/>
                      <a:pt x="8140" y="14344"/>
                    </a:cubicBezTo>
                    <a:cubicBezTo>
                      <a:pt x="9074" y="14611"/>
                      <a:pt x="9941" y="15011"/>
                      <a:pt x="10708" y="15612"/>
                    </a:cubicBezTo>
                    <a:cubicBezTo>
                      <a:pt x="10808" y="13610"/>
                      <a:pt x="11342" y="11576"/>
                      <a:pt x="12176" y="9708"/>
                    </a:cubicBezTo>
                    <a:cubicBezTo>
                      <a:pt x="12109" y="9641"/>
                      <a:pt x="12076" y="9574"/>
                      <a:pt x="12043" y="9507"/>
                    </a:cubicBezTo>
                    <a:cubicBezTo>
                      <a:pt x="11075" y="6939"/>
                      <a:pt x="10842" y="4070"/>
                      <a:pt x="10408" y="1368"/>
                    </a:cubicBezTo>
                    <a:cubicBezTo>
                      <a:pt x="9808" y="2069"/>
                      <a:pt x="9341" y="2703"/>
                      <a:pt x="8940" y="3603"/>
                    </a:cubicBezTo>
                    <a:cubicBezTo>
                      <a:pt x="8859" y="3782"/>
                      <a:pt x="8722" y="3866"/>
                      <a:pt x="8584" y="3866"/>
                    </a:cubicBezTo>
                    <a:cubicBezTo>
                      <a:pt x="8439" y="3866"/>
                      <a:pt x="8292" y="3774"/>
                      <a:pt x="8207" y="3603"/>
                    </a:cubicBezTo>
                    <a:cubicBezTo>
                      <a:pt x="7573" y="2436"/>
                      <a:pt x="7039" y="1235"/>
                      <a:pt x="6505" y="1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0" name="Google Shape;12260;p37"/>
              <p:cNvSpPr/>
              <p:nvPr/>
            </p:nvSpPr>
            <p:spPr>
              <a:xfrm>
                <a:off x="2910575" y="4340225"/>
                <a:ext cx="172650" cy="140950"/>
              </a:xfrm>
              <a:custGeom>
                <a:rect b="b" l="l" r="r" t="t"/>
                <a:pathLst>
                  <a:path extrusionOk="0" h="5638" w="6906">
                    <a:moveTo>
                      <a:pt x="6172" y="0"/>
                    </a:moveTo>
                    <a:cubicBezTo>
                      <a:pt x="5038" y="934"/>
                      <a:pt x="3603" y="1601"/>
                      <a:pt x="2503" y="2635"/>
                    </a:cubicBezTo>
                    <a:cubicBezTo>
                      <a:pt x="1535" y="3536"/>
                      <a:pt x="768" y="4537"/>
                      <a:pt x="1" y="5571"/>
                    </a:cubicBezTo>
                    <a:cubicBezTo>
                      <a:pt x="835" y="5571"/>
                      <a:pt x="1669" y="5571"/>
                      <a:pt x="2469" y="5637"/>
                    </a:cubicBezTo>
                    <a:cubicBezTo>
                      <a:pt x="2036" y="4403"/>
                      <a:pt x="3703" y="2769"/>
                      <a:pt x="4504" y="2068"/>
                    </a:cubicBezTo>
                    <a:cubicBezTo>
                      <a:pt x="5238" y="1401"/>
                      <a:pt x="6038" y="801"/>
                      <a:pt x="6906" y="334"/>
                    </a:cubicBezTo>
                    <a:cubicBezTo>
                      <a:pt x="6672" y="234"/>
                      <a:pt x="6405" y="134"/>
                      <a:pt x="6172" y="0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1" name="Google Shape;12261;p37"/>
              <p:cNvSpPr/>
              <p:nvPr/>
            </p:nvSpPr>
            <p:spPr>
              <a:xfrm>
                <a:off x="3137400" y="4461125"/>
                <a:ext cx="318600" cy="157650"/>
              </a:xfrm>
              <a:custGeom>
                <a:rect b="b" l="l" r="r" t="t"/>
                <a:pathLst>
                  <a:path extrusionOk="0" h="6306" w="12744">
                    <a:moveTo>
                      <a:pt x="3337" y="1"/>
                    </a:moveTo>
                    <a:cubicBezTo>
                      <a:pt x="2670" y="935"/>
                      <a:pt x="2036" y="1836"/>
                      <a:pt x="1469" y="2836"/>
                    </a:cubicBezTo>
                    <a:cubicBezTo>
                      <a:pt x="1102" y="3503"/>
                      <a:pt x="701" y="4204"/>
                      <a:pt x="401" y="4904"/>
                    </a:cubicBezTo>
                    <a:cubicBezTo>
                      <a:pt x="1" y="5872"/>
                      <a:pt x="668" y="5638"/>
                      <a:pt x="1469" y="5772"/>
                    </a:cubicBezTo>
                    <a:cubicBezTo>
                      <a:pt x="3837" y="6105"/>
                      <a:pt x="6305" y="6272"/>
                      <a:pt x="8674" y="6305"/>
                    </a:cubicBezTo>
                    <a:cubicBezTo>
                      <a:pt x="8907" y="5939"/>
                      <a:pt x="9141" y="5605"/>
                      <a:pt x="9341" y="5338"/>
                    </a:cubicBezTo>
                    <a:cubicBezTo>
                      <a:pt x="10242" y="3937"/>
                      <a:pt x="11342" y="2269"/>
                      <a:pt x="12743" y="1135"/>
                    </a:cubicBezTo>
                    <a:lnTo>
                      <a:pt x="12743" y="1135"/>
                    </a:lnTo>
                    <a:cubicBezTo>
                      <a:pt x="11742" y="1415"/>
                      <a:pt x="10708" y="1546"/>
                      <a:pt x="9671" y="1546"/>
                    </a:cubicBezTo>
                    <a:cubicBezTo>
                      <a:pt x="7496" y="1546"/>
                      <a:pt x="5302" y="972"/>
                      <a:pt x="3337" y="1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2" name="Google Shape;12262;p37"/>
              <p:cNvSpPr/>
              <p:nvPr/>
            </p:nvSpPr>
            <p:spPr>
              <a:xfrm>
                <a:off x="2913925" y="4638775"/>
                <a:ext cx="261875" cy="153925"/>
              </a:xfrm>
              <a:custGeom>
                <a:rect b="b" l="l" r="r" t="t"/>
                <a:pathLst>
                  <a:path extrusionOk="0" h="6157" w="10475">
                    <a:moveTo>
                      <a:pt x="4570" y="0"/>
                    </a:moveTo>
                    <a:cubicBezTo>
                      <a:pt x="2869" y="1668"/>
                      <a:pt x="1168" y="3302"/>
                      <a:pt x="0" y="5404"/>
                    </a:cubicBezTo>
                    <a:cubicBezTo>
                      <a:pt x="1201" y="5804"/>
                      <a:pt x="2435" y="6071"/>
                      <a:pt x="3703" y="6138"/>
                    </a:cubicBezTo>
                    <a:cubicBezTo>
                      <a:pt x="3914" y="6152"/>
                      <a:pt x="4126" y="6157"/>
                      <a:pt x="4337" y="6157"/>
                    </a:cubicBezTo>
                    <a:cubicBezTo>
                      <a:pt x="4915" y="6157"/>
                      <a:pt x="5493" y="6118"/>
                      <a:pt x="6071" y="6118"/>
                    </a:cubicBezTo>
                    <a:cubicBezTo>
                      <a:pt x="6282" y="6118"/>
                      <a:pt x="6494" y="6124"/>
                      <a:pt x="6705" y="6138"/>
                    </a:cubicBezTo>
                    <a:cubicBezTo>
                      <a:pt x="6805" y="5070"/>
                      <a:pt x="7372" y="3903"/>
                      <a:pt x="7772" y="3136"/>
                    </a:cubicBezTo>
                    <a:cubicBezTo>
                      <a:pt x="8440" y="1968"/>
                      <a:pt x="9307" y="834"/>
                      <a:pt x="10474" y="133"/>
                    </a:cubicBezTo>
                    <a:lnTo>
                      <a:pt x="10408" y="133"/>
                    </a:lnTo>
                    <a:cubicBezTo>
                      <a:pt x="10341" y="133"/>
                      <a:pt x="10308" y="167"/>
                      <a:pt x="10274" y="167"/>
                    </a:cubicBezTo>
                    <a:cubicBezTo>
                      <a:pt x="9637" y="313"/>
                      <a:pt x="8962" y="369"/>
                      <a:pt x="8280" y="369"/>
                    </a:cubicBezTo>
                    <a:cubicBezTo>
                      <a:pt x="7249" y="369"/>
                      <a:pt x="6201" y="241"/>
                      <a:pt x="5237" y="100"/>
                    </a:cubicBezTo>
                    <a:cubicBezTo>
                      <a:pt x="5037" y="67"/>
                      <a:pt x="4837" y="33"/>
                      <a:pt x="4570" y="0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3" name="Google Shape;12263;p37"/>
              <p:cNvSpPr/>
              <p:nvPr/>
            </p:nvSpPr>
            <p:spPr>
              <a:xfrm>
                <a:off x="3369250" y="4008300"/>
                <a:ext cx="495375" cy="439525"/>
              </a:xfrm>
              <a:custGeom>
                <a:rect b="b" l="l" r="r" t="t"/>
                <a:pathLst>
                  <a:path extrusionOk="0" h="17581" w="19815">
                    <a:moveTo>
                      <a:pt x="19814" y="1"/>
                    </a:moveTo>
                    <a:lnTo>
                      <a:pt x="19814" y="1"/>
                    </a:lnTo>
                    <a:cubicBezTo>
                      <a:pt x="17513" y="768"/>
                      <a:pt x="15178" y="1469"/>
                      <a:pt x="12876" y="2269"/>
                    </a:cubicBezTo>
                    <a:cubicBezTo>
                      <a:pt x="12792" y="2297"/>
                      <a:pt x="12713" y="2310"/>
                      <a:pt x="12639" y="2310"/>
                    </a:cubicBezTo>
                    <a:cubicBezTo>
                      <a:pt x="12273" y="2310"/>
                      <a:pt x="12042" y="1991"/>
                      <a:pt x="12042" y="1602"/>
                    </a:cubicBezTo>
                    <a:cubicBezTo>
                      <a:pt x="12042" y="1135"/>
                      <a:pt x="12042" y="668"/>
                      <a:pt x="12042" y="201"/>
                    </a:cubicBezTo>
                    <a:cubicBezTo>
                      <a:pt x="10775" y="902"/>
                      <a:pt x="9474" y="1769"/>
                      <a:pt x="8406" y="2703"/>
                    </a:cubicBezTo>
                    <a:cubicBezTo>
                      <a:pt x="8324" y="2774"/>
                      <a:pt x="8220" y="2807"/>
                      <a:pt x="8116" y="2807"/>
                    </a:cubicBezTo>
                    <a:cubicBezTo>
                      <a:pt x="7927" y="2807"/>
                      <a:pt x="7737" y="2697"/>
                      <a:pt x="7672" y="2503"/>
                    </a:cubicBezTo>
                    <a:cubicBezTo>
                      <a:pt x="7539" y="2102"/>
                      <a:pt x="7439" y="1769"/>
                      <a:pt x="7339" y="1369"/>
                    </a:cubicBezTo>
                    <a:cubicBezTo>
                      <a:pt x="6572" y="2369"/>
                      <a:pt x="5871" y="3370"/>
                      <a:pt x="5171" y="4404"/>
                    </a:cubicBezTo>
                    <a:cubicBezTo>
                      <a:pt x="5071" y="4541"/>
                      <a:pt x="4949" y="4599"/>
                      <a:pt x="4831" y="4599"/>
                    </a:cubicBezTo>
                    <a:cubicBezTo>
                      <a:pt x="4632" y="4599"/>
                      <a:pt x="4445" y="4434"/>
                      <a:pt x="4403" y="4204"/>
                    </a:cubicBezTo>
                    <a:cubicBezTo>
                      <a:pt x="4303" y="3804"/>
                      <a:pt x="4203" y="3370"/>
                      <a:pt x="4137" y="2970"/>
                    </a:cubicBezTo>
                    <a:cubicBezTo>
                      <a:pt x="2202" y="5972"/>
                      <a:pt x="1068" y="9107"/>
                      <a:pt x="0" y="12543"/>
                    </a:cubicBezTo>
                    <a:cubicBezTo>
                      <a:pt x="167" y="12710"/>
                      <a:pt x="334" y="12877"/>
                      <a:pt x="467" y="13077"/>
                    </a:cubicBezTo>
                    <a:cubicBezTo>
                      <a:pt x="534" y="13110"/>
                      <a:pt x="567" y="13177"/>
                      <a:pt x="567" y="13244"/>
                    </a:cubicBezTo>
                    <a:cubicBezTo>
                      <a:pt x="734" y="13277"/>
                      <a:pt x="901" y="13310"/>
                      <a:pt x="1068" y="13344"/>
                    </a:cubicBezTo>
                    <a:cubicBezTo>
                      <a:pt x="1668" y="13477"/>
                      <a:pt x="2269" y="13744"/>
                      <a:pt x="2836" y="14078"/>
                    </a:cubicBezTo>
                    <a:cubicBezTo>
                      <a:pt x="3002" y="13744"/>
                      <a:pt x="3169" y="13411"/>
                      <a:pt x="3369" y="13077"/>
                    </a:cubicBezTo>
                    <a:lnTo>
                      <a:pt x="3269" y="13077"/>
                    </a:lnTo>
                    <a:cubicBezTo>
                      <a:pt x="3102" y="13010"/>
                      <a:pt x="3036" y="12777"/>
                      <a:pt x="3102" y="12643"/>
                    </a:cubicBezTo>
                    <a:cubicBezTo>
                      <a:pt x="2269" y="11309"/>
                      <a:pt x="2402" y="9141"/>
                      <a:pt x="2736" y="7706"/>
                    </a:cubicBezTo>
                    <a:cubicBezTo>
                      <a:pt x="2749" y="7639"/>
                      <a:pt x="2795" y="7610"/>
                      <a:pt x="2843" y="7610"/>
                    </a:cubicBezTo>
                    <a:cubicBezTo>
                      <a:pt x="2914" y="7610"/>
                      <a:pt x="2989" y="7674"/>
                      <a:pt x="2969" y="7773"/>
                    </a:cubicBezTo>
                    <a:cubicBezTo>
                      <a:pt x="2869" y="8640"/>
                      <a:pt x="2869" y="9541"/>
                      <a:pt x="3069" y="10408"/>
                    </a:cubicBezTo>
                    <a:cubicBezTo>
                      <a:pt x="3236" y="11142"/>
                      <a:pt x="3536" y="11809"/>
                      <a:pt x="3703" y="12543"/>
                    </a:cubicBezTo>
                    <a:cubicBezTo>
                      <a:pt x="4470" y="11309"/>
                      <a:pt x="5404" y="10175"/>
                      <a:pt x="6438" y="9107"/>
                    </a:cubicBezTo>
                    <a:cubicBezTo>
                      <a:pt x="6071" y="8841"/>
                      <a:pt x="5904" y="8507"/>
                      <a:pt x="6071" y="8073"/>
                    </a:cubicBezTo>
                    <a:cubicBezTo>
                      <a:pt x="6038" y="6873"/>
                      <a:pt x="6572" y="5405"/>
                      <a:pt x="7205" y="4504"/>
                    </a:cubicBezTo>
                    <a:cubicBezTo>
                      <a:pt x="7241" y="4446"/>
                      <a:pt x="7292" y="4420"/>
                      <a:pt x="7343" y="4420"/>
                    </a:cubicBezTo>
                    <a:cubicBezTo>
                      <a:pt x="7437" y="4420"/>
                      <a:pt x="7527" y="4508"/>
                      <a:pt x="7506" y="4638"/>
                    </a:cubicBezTo>
                    <a:cubicBezTo>
                      <a:pt x="7339" y="5371"/>
                      <a:pt x="7139" y="6105"/>
                      <a:pt x="7005" y="6873"/>
                    </a:cubicBezTo>
                    <a:cubicBezTo>
                      <a:pt x="6939" y="7373"/>
                      <a:pt x="6939" y="7907"/>
                      <a:pt x="6805" y="8407"/>
                    </a:cubicBezTo>
                    <a:cubicBezTo>
                      <a:pt x="6872" y="8440"/>
                      <a:pt x="6972" y="8474"/>
                      <a:pt x="7039" y="8507"/>
                    </a:cubicBezTo>
                    <a:cubicBezTo>
                      <a:pt x="7572" y="8007"/>
                      <a:pt x="8073" y="7540"/>
                      <a:pt x="8606" y="7073"/>
                    </a:cubicBezTo>
                    <a:cubicBezTo>
                      <a:pt x="8973" y="6772"/>
                      <a:pt x="9340" y="6472"/>
                      <a:pt x="9707" y="6172"/>
                    </a:cubicBezTo>
                    <a:cubicBezTo>
                      <a:pt x="9440" y="5238"/>
                      <a:pt x="9674" y="4071"/>
                      <a:pt x="10107" y="3237"/>
                    </a:cubicBezTo>
                    <a:cubicBezTo>
                      <a:pt x="10140" y="3162"/>
                      <a:pt x="10192" y="3131"/>
                      <a:pt x="10248" y="3131"/>
                    </a:cubicBezTo>
                    <a:cubicBezTo>
                      <a:pt x="10366" y="3131"/>
                      <a:pt x="10497" y="3267"/>
                      <a:pt x="10474" y="3403"/>
                    </a:cubicBezTo>
                    <a:cubicBezTo>
                      <a:pt x="10441" y="3870"/>
                      <a:pt x="10408" y="4337"/>
                      <a:pt x="10408" y="4804"/>
                    </a:cubicBezTo>
                    <a:cubicBezTo>
                      <a:pt x="10374" y="5071"/>
                      <a:pt x="10408" y="5371"/>
                      <a:pt x="10408" y="5638"/>
                    </a:cubicBezTo>
                    <a:cubicBezTo>
                      <a:pt x="12142" y="4271"/>
                      <a:pt x="14077" y="3036"/>
                      <a:pt x="16112" y="2503"/>
                    </a:cubicBezTo>
                    <a:cubicBezTo>
                      <a:pt x="16152" y="2491"/>
                      <a:pt x="16189" y="2486"/>
                      <a:pt x="16223" y="2486"/>
                    </a:cubicBezTo>
                    <a:cubicBezTo>
                      <a:pt x="16587" y="2486"/>
                      <a:pt x="16620" y="3090"/>
                      <a:pt x="16345" y="3303"/>
                    </a:cubicBezTo>
                    <a:cubicBezTo>
                      <a:pt x="14711" y="4404"/>
                      <a:pt x="12976" y="5305"/>
                      <a:pt x="11308" y="6339"/>
                    </a:cubicBezTo>
                    <a:cubicBezTo>
                      <a:pt x="11975" y="6472"/>
                      <a:pt x="12643" y="6606"/>
                      <a:pt x="13276" y="6806"/>
                    </a:cubicBezTo>
                    <a:cubicBezTo>
                      <a:pt x="13534" y="6902"/>
                      <a:pt x="13450" y="7341"/>
                      <a:pt x="13203" y="7341"/>
                    </a:cubicBezTo>
                    <a:cubicBezTo>
                      <a:pt x="13194" y="7341"/>
                      <a:pt x="13185" y="7341"/>
                      <a:pt x="13176" y="7340"/>
                    </a:cubicBezTo>
                    <a:cubicBezTo>
                      <a:pt x="12342" y="7206"/>
                      <a:pt x="11542" y="6973"/>
                      <a:pt x="10741" y="6706"/>
                    </a:cubicBezTo>
                    <a:cubicBezTo>
                      <a:pt x="10007" y="7206"/>
                      <a:pt x="9307" y="7706"/>
                      <a:pt x="8640" y="8307"/>
                    </a:cubicBezTo>
                    <a:cubicBezTo>
                      <a:pt x="8506" y="8407"/>
                      <a:pt x="8373" y="8540"/>
                      <a:pt x="8239" y="8674"/>
                    </a:cubicBezTo>
                    <a:cubicBezTo>
                      <a:pt x="8640" y="8707"/>
                      <a:pt x="9040" y="8707"/>
                      <a:pt x="9207" y="8741"/>
                    </a:cubicBezTo>
                    <a:cubicBezTo>
                      <a:pt x="9941" y="8874"/>
                      <a:pt x="10708" y="9007"/>
                      <a:pt x="11442" y="9208"/>
                    </a:cubicBezTo>
                    <a:cubicBezTo>
                      <a:pt x="11866" y="9338"/>
                      <a:pt x="11875" y="10043"/>
                      <a:pt x="11376" y="10043"/>
                    </a:cubicBezTo>
                    <a:cubicBezTo>
                      <a:pt x="11365" y="10043"/>
                      <a:pt x="11354" y="10042"/>
                      <a:pt x="11342" y="10041"/>
                    </a:cubicBezTo>
                    <a:cubicBezTo>
                      <a:pt x="10875" y="10041"/>
                      <a:pt x="8773" y="9975"/>
                      <a:pt x="7339" y="9508"/>
                    </a:cubicBezTo>
                    <a:cubicBezTo>
                      <a:pt x="6338" y="10542"/>
                      <a:pt x="5404" y="11576"/>
                      <a:pt x="4470" y="12677"/>
                    </a:cubicBezTo>
                    <a:cubicBezTo>
                      <a:pt x="5013" y="12700"/>
                      <a:pt x="5538" y="12724"/>
                      <a:pt x="6071" y="12724"/>
                    </a:cubicBezTo>
                    <a:cubicBezTo>
                      <a:pt x="6292" y="12724"/>
                      <a:pt x="6514" y="12720"/>
                      <a:pt x="6738" y="12710"/>
                    </a:cubicBezTo>
                    <a:cubicBezTo>
                      <a:pt x="7105" y="12710"/>
                      <a:pt x="7205" y="13277"/>
                      <a:pt x="6838" y="13344"/>
                    </a:cubicBezTo>
                    <a:cubicBezTo>
                      <a:pt x="6438" y="13397"/>
                      <a:pt x="6049" y="13424"/>
                      <a:pt x="5665" y="13424"/>
                    </a:cubicBezTo>
                    <a:cubicBezTo>
                      <a:pt x="5091" y="13424"/>
                      <a:pt x="4530" y="13364"/>
                      <a:pt x="3970" y="13244"/>
                    </a:cubicBezTo>
                    <a:cubicBezTo>
                      <a:pt x="3670" y="13577"/>
                      <a:pt x="3369" y="13911"/>
                      <a:pt x="3102" y="14211"/>
                    </a:cubicBezTo>
                    <a:cubicBezTo>
                      <a:pt x="4303" y="15012"/>
                      <a:pt x="5271" y="16146"/>
                      <a:pt x="5437" y="17547"/>
                    </a:cubicBezTo>
                    <a:cubicBezTo>
                      <a:pt x="5437" y="17547"/>
                      <a:pt x="5437" y="17580"/>
                      <a:pt x="5437" y="17580"/>
                    </a:cubicBezTo>
                    <a:cubicBezTo>
                      <a:pt x="7973" y="14878"/>
                      <a:pt x="11108" y="13110"/>
                      <a:pt x="14544" y="11843"/>
                    </a:cubicBezTo>
                    <a:cubicBezTo>
                      <a:pt x="14377" y="11809"/>
                      <a:pt x="14244" y="11743"/>
                      <a:pt x="14110" y="11676"/>
                    </a:cubicBezTo>
                    <a:cubicBezTo>
                      <a:pt x="13643" y="11509"/>
                      <a:pt x="13510" y="10775"/>
                      <a:pt x="13910" y="10475"/>
                    </a:cubicBezTo>
                    <a:cubicBezTo>
                      <a:pt x="15244" y="9374"/>
                      <a:pt x="16412" y="8173"/>
                      <a:pt x="17446" y="6806"/>
                    </a:cubicBezTo>
                    <a:lnTo>
                      <a:pt x="17446" y="6806"/>
                    </a:lnTo>
                    <a:cubicBezTo>
                      <a:pt x="17346" y="6839"/>
                      <a:pt x="17246" y="6873"/>
                      <a:pt x="17146" y="6906"/>
                    </a:cubicBezTo>
                    <a:cubicBezTo>
                      <a:pt x="17086" y="6925"/>
                      <a:pt x="17028" y="6934"/>
                      <a:pt x="16972" y="6934"/>
                    </a:cubicBezTo>
                    <a:cubicBezTo>
                      <a:pt x="16443" y="6934"/>
                      <a:pt x="16143" y="6131"/>
                      <a:pt x="16445" y="5738"/>
                    </a:cubicBezTo>
                    <a:cubicBezTo>
                      <a:pt x="17880" y="3937"/>
                      <a:pt x="18714" y="1936"/>
                      <a:pt x="19814" y="1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4" name="Google Shape;12264;p37"/>
              <p:cNvSpPr/>
              <p:nvPr/>
            </p:nvSpPr>
            <p:spPr>
              <a:xfrm>
                <a:off x="3106550" y="4637925"/>
                <a:ext cx="236025" cy="164425"/>
              </a:xfrm>
              <a:custGeom>
                <a:rect b="b" l="l" r="r" t="t"/>
                <a:pathLst>
                  <a:path extrusionOk="0" h="6577" w="9441">
                    <a:moveTo>
                      <a:pt x="9441" y="1"/>
                    </a:moveTo>
                    <a:lnTo>
                      <a:pt x="9441" y="1"/>
                    </a:lnTo>
                    <a:cubicBezTo>
                      <a:pt x="8240" y="219"/>
                      <a:pt x="7081" y="352"/>
                      <a:pt x="5882" y="352"/>
                    </a:cubicBezTo>
                    <a:cubicBezTo>
                      <a:pt x="5249" y="352"/>
                      <a:pt x="4605" y="315"/>
                      <a:pt x="3937" y="234"/>
                    </a:cubicBezTo>
                    <a:lnTo>
                      <a:pt x="3603" y="234"/>
                    </a:lnTo>
                    <a:cubicBezTo>
                      <a:pt x="2970" y="1202"/>
                      <a:pt x="2269" y="2136"/>
                      <a:pt x="1735" y="3170"/>
                    </a:cubicBezTo>
                    <a:cubicBezTo>
                      <a:pt x="1442" y="3789"/>
                      <a:pt x="1" y="6576"/>
                      <a:pt x="1370" y="6576"/>
                    </a:cubicBezTo>
                    <a:cubicBezTo>
                      <a:pt x="1401" y="6576"/>
                      <a:pt x="1434" y="6575"/>
                      <a:pt x="1468" y="6572"/>
                    </a:cubicBezTo>
                    <a:cubicBezTo>
                      <a:pt x="2669" y="6472"/>
                      <a:pt x="3870" y="6305"/>
                      <a:pt x="5004" y="6005"/>
                    </a:cubicBezTo>
                    <a:cubicBezTo>
                      <a:pt x="6072" y="5705"/>
                      <a:pt x="7106" y="5204"/>
                      <a:pt x="8207" y="5004"/>
                    </a:cubicBezTo>
                    <a:cubicBezTo>
                      <a:pt x="8340" y="4637"/>
                      <a:pt x="8540" y="4304"/>
                      <a:pt x="8740" y="3970"/>
                    </a:cubicBezTo>
                    <a:cubicBezTo>
                      <a:pt x="8640" y="3870"/>
                      <a:pt x="8540" y="3770"/>
                      <a:pt x="8507" y="3637"/>
                    </a:cubicBezTo>
                    <a:cubicBezTo>
                      <a:pt x="8140" y="2636"/>
                      <a:pt x="8740" y="1235"/>
                      <a:pt x="9441" y="1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5" name="Google Shape;12265;p37"/>
              <p:cNvSpPr/>
              <p:nvPr/>
            </p:nvSpPr>
            <p:spPr>
              <a:xfrm>
                <a:off x="3137400" y="4461125"/>
                <a:ext cx="225200" cy="157650"/>
              </a:xfrm>
              <a:custGeom>
                <a:rect b="b" l="l" r="r" t="t"/>
                <a:pathLst>
                  <a:path extrusionOk="0" h="6306" w="9008">
                    <a:moveTo>
                      <a:pt x="3337" y="1"/>
                    </a:moveTo>
                    <a:cubicBezTo>
                      <a:pt x="2670" y="935"/>
                      <a:pt x="2036" y="1836"/>
                      <a:pt x="1469" y="2836"/>
                    </a:cubicBezTo>
                    <a:cubicBezTo>
                      <a:pt x="1102" y="3503"/>
                      <a:pt x="701" y="4204"/>
                      <a:pt x="401" y="4904"/>
                    </a:cubicBezTo>
                    <a:cubicBezTo>
                      <a:pt x="1" y="5872"/>
                      <a:pt x="668" y="5638"/>
                      <a:pt x="1469" y="5772"/>
                    </a:cubicBezTo>
                    <a:cubicBezTo>
                      <a:pt x="3837" y="6105"/>
                      <a:pt x="6305" y="6272"/>
                      <a:pt x="8674" y="6305"/>
                    </a:cubicBezTo>
                    <a:cubicBezTo>
                      <a:pt x="8807" y="6139"/>
                      <a:pt x="8907" y="6005"/>
                      <a:pt x="9007" y="5838"/>
                    </a:cubicBezTo>
                    <a:cubicBezTo>
                      <a:pt x="7273" y="5638"/>
                      <a:pt x="5472" y="5271"/>
                      <a:pt x="4171" y="4337"/>
                    </a:cubicBezTo>
                    <a:cubicBezTo>
                      <a:pt x="2469" y="3137"/>
                      <a:pt x="3170" y="1735"/>
                      <a:pt x="3804" y="234"/>
                    </a:cubicBezTo>
                    <a:cubicBezTo>
                      <a:pt x="3637" y="168"/>
                      <a:pt x="3503" y="101"/>
                      <a:pt x="3337" y="1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6" name="Google Shape;12266;p37"/>
              <p:cNvSpPr/>
              <p:nvPr/>
            </p:nvSpPr>
            <p:spPr>
              <a:xfrm>
                <a:off x="3106550" y="4643775"/>
                <a:ext cx="215175" cy="158575"/>
              </a:xfrm>
              <a:custGeom>
                <a:rect b="b" l="l" r="r" t="t"/>
                <a:pathLst>
                  <a:path extrusionOk="0" h="6343" w="8607">
                    <a:moveTo>
                      <a:pt x="3603" y="0"/>
                    </a:moveTo>
                    <a:cubicBezTo>
                      <a:pt x="2970" y="968"/>
                      <a:pt x="2269" y="1902"/>
                      <a:pt x="1735" y="2936"/>
                    </a:cubicBezTo>
                    <a:cubicBezTo>
                      <a:pt x="1442" y="3555"/>
                      <a:pt x="1" y="6342"/>
                      <a:pt x="1370" y="6342"/>
                    </a:cubicBezTo>
                    <a:cubicBezTo>
                      <a:pt x="1401" y="6342"/>
                      <a:pt x="1434" y="6341"/>
                      <a:pt x="1468" y="6338"/>
                    </a:cubicBezTo>
                    <a:cubicBezTo>
                      <a:pt x="2669" y="6238"/>
                      <a:pt x="3870" y="6071"/>
                      <a:pt x="5004" y="5771"/>
                    </a:cubicBezTo>
                    <a:cubicBezTo>
                      <a:pt x="6072" y="5471"/>
                      <a:pt x="7106" y="4970"/>
                      <a:pt x="8207" y="4770"/>
                    </a:cubicBezTo>
                    <a:cubicBezTo>
                      <a:pt x="8307" y="4503"/>
                      <a:pt x="8473" y="4203"/>
                      <a:pt x="8607" y="3936"/>
                    </a:cubicBezTo>
                    <a:lnTo>
                      <a:pt x="8607" y="3936"/>
                    </a:lnTo>
                    <a:cubicBezTo>
                      <a:pt x="7849" y="4182"/>
                      <a:pt x="7052" y="4340"/>
                      <a:pt x="6280" y="4340"/>
                    </a:cubicBezTo>
                    <a:cubicBezTo>
                      <a:pt x="5796" y="4340"/>
                      <a:pt x="5321" y="4278"/>
                      <a:pt x="4871" y="4136"/>
                    </a:cubicBezTo>
                    <a:cubicBezTo>
                      <a:pt x="3170" y="3569"/>
                      <a:pt x="3203" y="1501"/>
                      <a:pt x="3703" y="0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7" name="Google Shape;12267;p37"/>
              <p:cNvSpPr/>
              <p:nvPr/>
            </p:nvSpPr>
            <p:spPr>
              <a:xfrm>
                <a:off x="3007325" y="4361900"/>
                <a:ext cx="185150" cy="105925"/>
              </a:xfrm>
              <a:custGeom>
                <a:rect b="b" l="l" r="r" t="t"/>
                <a:pathLst>
                  <a:path extrusionOk="0" h="4237" w="7406">
                    <a:moveTo>
                      <a:pt x="4303" y="0"/>
                    </a:moveTo>
                    <a:cubicBezTo>
                      <a:pt x="2702" y="1201"/>
                      <a:pt x="934" y="2402"/>
                      <a:pt x="0" y="4237"/>
                    </a:cubicBezTo>
                    <a:cubicBezTo>
                      <a:pt x="34" y="4170"/>
                      <a:pt x="3703" y="4237"/>
                      <a:pt x="4237" y="4137"/>
                    </a:cubicBezTo>
                    <a:cubicBezTo>
                      <a:pt x="5304" y="3937"/>
                      <a:pt x="6338" y="3536"/>
                      <a:pt x="7406" y="3369"/>
                    </a:cubicBezTo>
                    <a:cubicBezTo>
                      <a:pt x="6939" y="3069"/>
                      <a:pt x="6472" y="2769"/>
                      <a:pt x="6071" y="2435"/>
                    </a:cubicBezTo>
                    <a:cubicBezTo>
                      <a:pt x="5604" y="2069"/>
                      <a:pt x="5638" y="1235"/>
                      <a:pt x="6171" y="1001"/>
                    </a:cubicBezTo>
                    <a:cubicBezTo>
                      <a:pt x="6371" y="901"/>
                      <a:pt x="6538" y="834"/>
                      <a:pt x="6738" y="734"/>
                    </a:cubicBezTo>
                    <a:cubicBezTo>
                      <a:pt x="5904" y="567"/>
                      <a:pt x="5071" y="301"/>
                      <a:pt x="4303" y="0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8" name="Google Shape;12268;p37"/>
              <p:cNvSpPr/>
              <p:nvPr/>
            </p:nvSpPr>
            <p:spPr>
              <a:xfrm>
                <a:off x="2962275" y="4489500"/>
                <a:ext cx="208525" cy="121775"/>
              </a:xfrm>
              <a:custGeom>
                <a:rect b="b" l="l" r="r" t="t"/>
                <a:pathLst>
                  <a:path extrusionOk="0" h="4871" w="8341">
                    <a:moveTo>
                      <a:pt x="8340" y="0"/>
                    </a:moveTo>
                    <a:lnTo>
                      <a:pt x="8340" y="0"/>
                    </a:lnTo>
                    <a:cubicBezTo>
                      <a:pt x="6906" y="500"/>
                      <a:pt x="5305" y="634"/>
                      <a:pt x="3837" y="701"/>
                    </a:cubicBezTo>
                    <a:cubicBezTo>
                      <a:pt x="3526" y="701"/>
                      <a:pt x="3111" y="730"/>
                      <a:pt x="2681" y="730"/>
                    </a:cubicBezTo>
                    <a:cubicBezTo>
                      <a:pt x="2466" y="730"/>
                      <a:pt x="2247" y="723"/>
                      <a:pt x="2036" y="701"/>
                    </a:cubicBezTo>
                    <a:cubicBezTo>
                      <a:pt x="1802" y="1301"/>
                      <a:pt x="1469" y="1868"/>
                      <a:pt x="1168" y="2435"/>
                    </a:cubicBezTo>
                    <a:cubicBezTo>
                      <a:pt x="968" y="2769"/>
                      <a:pt x="1" y="4003"/>
                      <a:pt x="1035" y="4236"/>
                    </a:cubicBezTo>
                    <a:cubicBezTo>
                      <a:pt x="1435" y="4370"/>
                      <a:pt x="1836" y="4437"/>
                      <a:pt x="2236" y="4537"/>
                    </a:cubicBezTo>
                    <a:cubicBezTo>
                      <a:pt x="3437" y="4770"/>
                      <a:pt x="4638" y="4804"/>
                      <a:pt x="5838" y="4870"/>
                    </a:cubicBezTo>
                    <a:cubicBezTo>
                      <a:pt x="5605" y="3936"/>
                      <a:pt x="6539" y="2669"/>
                      <a:pt x="6906" y="2035"/>
                    </a:cubicBezTo>
                    <a:cubicBezTo>
                      <a:pt x="7340" y="1301"/>
                      <a:pt x="7840" y="634"/>
                      <a:pt x="8340" y="0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9" name="Google Shape;12269;p37"/>
              <p:cNvSpPr/>
              <p:nvPr/>
            </p:nvSpPr>
            <p:spPr>
              <a:xfrm>
                <a:off x="2773825" y="4681300"/>
                <a:ext cx="156800" cy="113425"/>
              </a:xfrm>
              <a:custGeom>
                <a:rect b="b" l="l" r="r" t="t"/>
                <a:pathLst>
                  <a:path extrusionOk="0" h="4537" w="6272">
                    <a:moveTo>
                      <a:pt x="4770" y="0"/>
                    </a:moveTo>
                    <a:cubicBezTo>
                      <a:pt x="3603" y="167"/>
                      <a:pt x="2435" y="167"/>
                      <a:pt x="1301" y="167"/>
                    </a:cubicBezTo>
                    <a:cubicBezTo>
                      <a:pt x="868" y="1601"/>
                      <a:pt x="267" y="2936"/>
                      <a:pt x="0" y="4437"/>
                    </a:cubicBezTo>
                    <a:cubicBezTo>
                      <a:pt x="667" y="4537"/>
                      <a:pt x="1301" y="4537"/>
                      <a:pt x="1968" y="4537"/>
                    </a:cubicBezTo>
                    <a:cubicBezTo>
                      <a:pt x="2269" y="4437"/>
                      <a:pt x="2569" y="4370"/>
                      <a:pt x="2836" y="4303"/>
                    </a:cubicBezTo>
                    <a:cubicBezTo>
                      <a:pt x="3136" y="4203"/>
                      <a:pt x="3469" y="4036"/>
                      <a:pt x="3803" y="3936"/>
                    </a:cubicBezTo>
                    <a:cubicBezTo>
                      <a:pt x="3803" y="3903"/>
                      <a:pt x="3803" y="3903"/>
                      <a:pt x="3803" y="3870"/>
                    </a:cubicBezTo>
                    <a:cubicBezTo>
                      <a:pt x="4437" y="2502"/>
                      <a:pt x="5237" y="1168"/>
                      <a:pt x="6271" y="100"/>
                    </a:cubicBezTo>
                    <a:lnTo>
                      <a:pt x="6271" y="100"/>
                    </a:lnTo>
                    <a:cubicBezTo>
                      <a:pt x="6146" y="109"/>
                      <a:pt x="6019" y="113"/>
                      <a:pt x="5891" y="113"/>
                    </a:cubicBezTo>
                    <a:cubicBezTo>
                      <a:pt x="5508" y="113"/>
                      <a:pt x="5121" y="75"/>
                      <a:pt x="4770" y="0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0" name="Google Shape;12270;p37"/>
              <p:cNvSpPr/>
              <p:nvPr/>
            </p:nvSpPr>
            <p:spPr>
              <a:xfrm>
                <a:off x="3445975" y="4654600"/>
                <a:ext cx="90925" cy="197675"/>
              </a:xfrm>
              <a:custGeom>
                <a:rect b="b" l="l" r="r" t="t"/>
                <a:pathLst>
                  <a:path extrusionOk="0" h="7907" w="3637">
                    <a:moveTo>
                      <a:pt x="3369" y="1"/>
                    </a:moveTo>
                    <a:lnTo>
                      <a:pt x="3369" y="1"/>
                    </a:lnTo>
                    <a:cubicBezTo>
                      <a:pt x="2936" y="635"/>
                      <a:pt x="2368" y="1202"/>
                      <a:pt x="1701" y="1702"/>
                    </a:cubicBezTo>
                    <a:cubicBezTo>
                      <a:pt x="1068" y="3770"/>
                      <a:pt x="400" y="5772"/>
                      <a:pt x="0" y="7906"/>
                    </a:cubicBezTo>
                    <a:cubicBezTo>
                      <a:pt x="1368" y="7006"/>
                      <a:pt x="2602" y="5838"/>
                      <a:pt x="3102" y="4271"/>
                    </a:cubicBezTo>
                    <a:cubicBezTo>
                      <a:pt x="3636" y="2769"/>
                      <a:pt x="3569" y="1435"/>
                      <a:pt x="3369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1" name="Google Shape;12271;p37"/>
              <p:cNvSpPr/>
              <p:nvPr/>
            </p:nvSpPr>
            <p:spPr>
              <a:xfrm>
                <a:off x="3543525" y="4476975"/>
                <a:ext cx="461200" cy="239900"/>
              </a:xfrm>
              <a:custGeom>
                <a:rect b="b" l="l" r="r" t="t"/>
                <a:pathLst>
                  <a:path extrusionOk="0" h="9596" w="18448">
                    <a:moveTo>
                      <a:pt x="13944" y="1"/>
                    </a:moveTo>
                    <a:cubicBezTo>
                      <a:pt x="11376" y="201"/>
                      <a:pt x="8607" y="568"/>
                      <a:pt x="6405" y="1835"/>
                    </a:cubicBezTo>
                    <a:cubicBezTo>
                      <a:pt x="6356" y="1868"/>
                      <a:pt x="6299" y="1883"/>
                      <a:pt x="6240" y="1883"/>
                    </a:cubicBezTo>
                    <a:cubicBezTo>
                      <a:pt x="6058" y="1883"/>
                      <a:pt x="5855" y="1745"/>
                      <a:pt x="5805" y="1569"/>
                    </a:cubicBezTo>
                    <a:cubicBezTo>
                      <a:pt x="5638" y="1101"/>
                      <a:pt x="5572" y="868"/>
                      <a:pt x="5505" y="568"/>
                    </a:cubicBezTo>
                    <a:cubicBezTo>
                      <a:pt x="3570" y="634"/>
                      <a:pt x="1902" y="1302"/>
                      <a:pt x="234" y="2236"/>
                    </a:cubicBezTo>
                    <a:cubicBezTo>
                      <a:pt x="435" y="3070"/>
                      <a:pt x="468" y="3937"/>
                      <a:pt x="368" y="4771"/>
                    </a:cubicBezTo>
                    <a:cubicBezTo>
                      <a:pt x="1535" y="4904"/>
                      <a:pt x="2703" y="5004"/>
                      <a:pt x="3870" y="5071"/>
                    </a:cubicBezTo>
                    <a:cubicBezTo>
                      <a:pt x="5238" y="4337"/>
                      <a:pt x="6639" y="3670"/>
                      <a:pt x="8107" y="3203"/>
                    </a:cubicBezTo>
                    <a:cubicBezTo>
                      <a:pt x="8148" y="3189"/>
                      <a:pt x="8188" y="3183"/>
                      <a:pt x="8225" y="3183"/>
                    </a:cubicBezTo>
                    <a:cubicBezTo>
                      <a:pt x="8549" y="3183"/>
                      <a:pt x="8702" y="3654"/>
                      <a:pt x="8374" y="3803"/>
                    </a:cubicBezTo>
                    <a:cubicBezTo>
                      <a:pt x="7440" y="4304"/>
                      <a:pt x="6472" y="4737"/>
                      <a:pt x="5471" y="5104"/>
                    </a:cubicBezTo>
                    <a:cubicBezTo>
                      <a:pt x="6105" y="5104"/>
                      <a:pt x="6739" y="5071"/>
                      <a:pt x="7373" y="4971"/>
                    </a:cubicBezTo>
                    <a:cubicBezTo>
                      <a:pt x="8207" y="4904"/>
                      <a:pt x="8974" y="4737"/>
                      <a:pt x="9741" y="4571"/>
                    </a:cubicBezTo>
                    <a:cubicBezTo>
                      <a:pt x="9775" y="4471"/>
                      <a:pt x="9808" y="4371"/>
                      <a:pt x="9908" y="4304"/>
                    </a:cubicBezTo>
                    <a:cubicBezTo>
                      <a:pt x="10709" y="3770"/>
                      <a:pt x="11409" y="3003"/>
                      <a:pt x="12009" y="2269"/>
                    </a:cubicBezTo>
                    <a:cubicBezTo>
                      <a:pt x="12089" y="2181"/>
                      <a:pt x="12175" y="2144"/>
                      <a:pt x="12256" y="2144"/>
                    </a:cubicBezTo>
                    <a:cubicBezTo>
                      <a:pt x="12481" y="2144"/>
                      <a:pt x="12666" y="2432"/>
                      <a:pt x="12543" y="2703"/>
                    </a:cubicBezTo>
                    <a:cubicBezTo>
                      <a:pt x="12243" y="3270"/>
                      <a:pt x="11876" y="3737"/>
                      <a:pt x="11409" y="4137"/>
                    </a:cubicBezTo>
                    <a:cubicBezTo>
                      <a:pt x="12143" y="3937"/>
                      <a:pt x="12843" y="3770"/>
                      <a:pt x="13577" y="3603"/>
                    </a:cubicBezTo>
                    <a:cubicBezTo>
                      <a:pt x="13606" y="3597"/>
                      <a:pt x="13634" y="3595"/>
                      <a:pt x="13661" y="3595"/>
                    </a:cubicBezTo>
                    <a:cubicBezTo>
                      <a:pt x="14095" y="3595"/>
                      <a:pt x="14221" y="4317"/>
                      <a:pt x="13844" y="4537"/>
                    </a:cubicBezTo>
                    <a:cubicBezTo>
                      <a:pt x="12076" y="5505"/>
                      <a:pt x="9908" y="6038"/>
                      <a:pt x="7706" y="6205"/>
                    </a:cubicBezTo>
                    <a:cubicBezTo>
                      <a:pt x="7973" y="6372"/>
                      <a:pt x="8273" y="6505"/>
                      <a:pt x="8540" y="6706"/>
                    </a:cubicBezTo>
                    <a:cubicBezTo>
                      <a:pt x="8808" y="6914"/>
                      <a:pt x="8651" y="7360"/>
                      <a:pt x="8354" y="7360"/>
                    </a:cubicBezTo>
                    <a:cubicBezTo>
                      <a:pt x="8318" y="7360"/>
                      <a:pt x="8280" y="7354"/>
                      <a:pt x="8240" y="7339"/>
                    </a:cubicBezTo>
                    <a:cubicBezTo>
                      <a:pt x="7673" y="7173"/>
                      <a:pt x="7173" y="6906"/>
                      <a:pt x="6672" y="6605"/>
                    </a:cubicBezTo>
                    <a:cubicBezTo>
                      <a:pt x="6506" y="6505"/>
                      <a:pt x="6305" y="6372"/>
                      <a:pt x="6105" y="6239"/>
                    </a:cubicBezTo>
                    <a:cubicBezTo>
                      <a:pt x="4070" y="6239"/>
                      <a:pt x="2036" y="5905"/>
                      <a:pt x="268" y="5305"/>
                    </a:cubicBezTo>
                    <a:cubicBezTo>
                      <a:pt x="201" y="5571"/>
                      <a:pt x="101" y="5872"/>
                      <a:pt x="1" y="6138"/>
                    </a:cubicBezTo>
                    <a:cubicBezTo>
                      <a:pt x="201" y="6372"/>
                      <a:pt x="401" y="6605"/>
                      <a:pt x="535" y="6839"/>
                    </a:cubicBezTo>
                    <a:cubicBezTo>
                      <a:pt x="568" y="6839"/>
                      <a:pt x="635" y="6839"/>
                      <a:pt x="668" y="6872"/>
                    </a:cubicBezTo>
                    <a:cubicBezTo>
                      <a:pt x="2736" y="7706"/>
                      <a:pt x="4337" y="9041"/>
                      <a:pt x="6672" y="9407"/>
                    </a:cubicBezTo>
                    <a:cubicBezTo>
                      <a:pt x="7430" y="9536"/>
                      <a:pt x="8172" y="9595"/>
                      <a:pt x="8910" y="9595"/>
                    </a:cubicBezTo>
                    <a:cubicBezTo>
                      <a:pt x="9699" y="9595"/>
                      <a:pt x="10483" y="9528"/>
                      <a:pt x="11276" y="9407"/>
                    </a:cubicBezTo>
                    <a:cubicBezTo>
                      <a:pt x="11042" y="9207"/>
                      <a:pt x="10842" y="8974"/>
                      <a:pt x="10642" y="8740"/>
                    </a:cubicBezTo>
                    <a:cubicBezTo>
                      <a:pt x="10442" y="8674"/>
                      <a:pt x="10275" y="8473"/>
                      <a:pt x="10242" y="8240"/>
                    </a:cubicBezTo>
                    <a:cubicBezTo>
                      <a:pt x="10208" y="8207"/>
                      <a:pt x="10208" y="8207"/>
                      <a:pt x="10175" y="8173"/>
                    </a:cubicBezTo>
                    <a:cubicBezTo>
                      <a:pt x="10041" y="8006"/>
                      <a:pt x="10141" y="7740"/>
                      <a:pt x="10308" y="7706"/>
                    </a:cubicBezTo>
                    <a:cubicBezTo>
                      <a:pt x="10375" y="7640"/>
                      <a:pt x="10442" y="7573"/>
                      <a:pt x="10542" y="7539"/>
                    </a:cubicBezTo>
                    <a:cubicBezTo>
                      <a:pt x="13978" y="6272"/>
                      <a:pt x="17213" y="3904"/>
                      <a:pt x="18447" y="368"/>
                    </a:cubicBezTo>
                    <a:lnTo>
                      <a:pt x="18447" y="368"/>
                    </a:lnTo>
                    <a:cubicBezTo>
                      <a:pt x="17113" y="968"/>
                      <a:pt x="15745" y="1402"/>
                      <a:pt x="14311" y="1769"/>
                    </a:cubicBezTo>
                    <a:cubicBezTo>
                      <a:pt x="14265" y="1781"/>
                      <a:pt x="14220" y="1787"/>
                      <a:pt x="14177" y="1787"/>
                    </a:cubicBezTo>
                    <a:cubicBezTo>
                      <a:pt x="13759" y="1787"/>
                      <a:pt x="13523" y="1234"/>
                      <a:pt x="13644" y="901"/>
                    </a:cubicBezTo>
                    <a:cubicBezTo>
                      <a:pt x="13744" y="601"/>
                      <a:pt x="13844" y="301"/>
                      <a:pt x="13944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2" name="Google Shape;12272;p37"/>
              <p:cNvSpPr/>
              <p:nvPr/>
            </p:nvSpPr>
            <p:spPr>
              <a:xfrm>
                <a:off x="3182450" y="4180925"/>
                <a:ext cx="60050" cy="85100"/>
              </a:xfrm>
              <a:custGeom>
                <a:rect b="b" l="l" r="r" t="t"/>
                <a:pathLst>
                  <a:path extrusionOk="0" h="3404" w="2402">
                    <a:moveTo>
                      <a:pt x="0" y="1"/>
                    </a:moveTo>
                    <a:cubicBezTo>
                      <a:pt x="0" y="468"/>
                      <a:pt x="200" y="1302"/>
                      <a:pt x="200" y="1502"/>
                    </a:cubicBezTo>
                    <a:cubicBezTo>
                      <a:pt x="300" y="2169"/>
                      <a:pt x="401" y="2736"/>
                      <a:pt x="634" y="3337"/>
                    </a:cubicBezTo>
                    <a:cubicBezTo>
                      <a:pt x="1234" y="3337"/>
                      <a:pt x="1835" y="3337"/>
                      <a:pt x="2402" y="3403"/>
                    </a:cubicBezTo>
                    <a:cubicBezTo>
                      <a:pt x="2035" y="2669"/>
                      <a:pt x="1735" y="1902"/>
                      <a:pt x="1535" y="1068"/>
                    </a:cubicBezTo>
                    <a:cubicBezTo>
                      <a:pt x="1001" y="735"/>
                      <a:pt x="501" y="368"/>
                      <a:pt x="0" y="1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3" name="Google Shape;12273;p37"/>
              <p:cNvSpPr/>
              <p:nvPr/>
            </p:nvSpPr>
            <p:spPr>
              <a:xfrm>
                <a:off x="3255825" y="4024150"/>
                <a:ext cx="131800" cy="282725"/>
              </a:xfrm>
              <a:custGeom>
                <a:rect b="b" l="l" r="r" t="t"/>
                <a:pathLst>
                  <a:path extrusionOk="0" h="11309" w="5272">
                    <a:moveTo>
                      <a:pt x="3937" y="1"/>
                    </a:moveTo>
                    <a:cubicBezTo>
                      <a:pt x="2836" y="1468"/>
                      <a:pt x="1835" y="3036"/>
                      <a:pt x="835" y="4571"/>
                    </a:cubicBezTo>
                    <a:cubicBezTo>
                      <a:pt x="534" y="5405"/>
                      <a:pt x="334" y="6272"/>
                      <a:pt x="1" y="7106"/>
                    </a:cubicBezTo>
                    <a:cubicBezTo>
                      <a:pt x="167" y="7539"/>
                      <a:pt x="368" y="7973"/>
                      <a:pt x="534" y="8407"/>
                    </a:cubicBezTo>
                    <a:cubicBezTo>
                      <a:pt x="1035" y="7006"/>
                      <a:pt x="1769" y="5671"/>
                      <a:pt x="2869" y="4771"/>
                    </a:cubicBezTo>
                    <a:cubicBezTo>
                      <a:pt x="2939" y="4716"/>
                      <a:pt x="3010" y="4692"/>
                      <a:pt x="3079" y="4692"/>
                    </a:cubicBezTo>
                    <a:cubicBezTo>
                      <a:pt x="3342" y="4692"/>
                      <a:pt x="3555" y="5040"/>
                      <a:pt x="3370" y="5305"/>
                    </a:cubicBezTo>
                    <a:cubicBezTo>
                      <a:pt x="2436" y="6639"/>
                      <a:pt x="1535" y="7840"/>
                      <a:pt x="968" y="9341"/>
                    </a:cubicBezTo>
                    <a:cubicBezTo>
                      <a:pt x="1068" y="9574"/>
                      <a:pt x="1135" y="9808"/>
                      <a:pt x="1235" y="10041"/>
                    </a:cubicBezTo>
                    <a:cubicBezTo>
                      <a:pt x="2169" y="10308"/>
                      <a:pt x="3036" y="10708"/>
                      <a:pt x="3803" y="11309"/>
                    </a:cubicBezTo>
                    <a:cubicBezTo>
                      <a:pt x="3903" y="9307"/>
                      <a:pt x="4437" y="7273"/>
                      <a:pt x="5271" y="5405"/>
                    </a:cubicBezTo>
                    <a:cubicBezTo>
                      <a:pt x="5204" y="5338"/>
                      <a:pt x="5171" y="5271"/>
                      <a:pt x="5138" y="5204"/>
                    </a:cubicBezTo>
                    <a:cubicBezTo>
                      <a:pt x="4504" y="3570"/>
                      <a:pt x="4204" y="1769"/>
                      <a:pt x="3937" y="1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4" name="Google Shape;12274;p37"/>
              <p:cNvSpPr/>
              <p:nvPr/>
            </p:nvSpPr>
            <p:spPr>
              <a:xfrm>
                <a:off x="3539375" y="4148400"/>
                <a:ext cx="72575" cy="71750"/>
              </a:xfrm>
              <a:custGeom>
                <a:rect b="b" l="l" r="r" t="t"/>
                <a:pathLst>
                  <a:path extrusionOk="0" h="2870" w="2903">
                    <a:moveTo>
                      <a:pt x="2802" y="1"/>
                    </a:moveTo>
                    <a:cubicBezTo>
                      <a:pt x="1868" y="501"/>
                      <a:pt x="1001" y="1068"/>
                      <a:pt x="167" y="1702"/>
                    </a:cubicBezTo>
                    <a:cubicBezTo>
                      <a:pt x="100" y="2069"/>
                      <a:pt x="100" y="2436"/>
                      <a:pt x="0" y="2770"/>
                    </a:cubicBezTo>
                    <a:cubicBezTo>
                      <a:pt x="67" y="2803"/>
                      <a:pt x="167" y="2836"/>
                      <a:pt x="234" y="2870"/>
                    </a:cubicBezTo>
                    <a:cubicBezTo>
                      <a:pt x="767" y="2369"/>
                      <a:pt x="1268" y="1902"/>
                      <a:pt x="1801" y="1469"/>
                    </a:cubicBezTo>
                    <a:cubicBezTo>
                      <a:pt x="2168" y="1168"/>
                      <a:pt x="2535" y="868"/>
                      <a:pt x="2902" y="535"/>
                    </a:cubicBezTo>
                    <a:cubicBezTo>
                      <a:pt x="2869" y="368"/>
                      <a:pt x="2835" y="201"/>
                      <a:pt x="2802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5" name="Google Shape;12275;p37"/>
              <p:cNvSpPr/>
              <p:nvPr/>
            </p:nvSpPr>
            <p:spPr>
              <a:xfrm>
                <a:off x="3443475" y="4192600"/>
                <a:ext cx="86750" cy="128450"/>
              </a:xfrm>
              <a:custGeom>
                <a:rect b="b" l="l" r="r" t="t"/>
                <a:pathLst>
                  <a:path extrusionOk="0" h="5138" w="3470">
                    <a:moveTo>
                      <a:pt x="1468" y="1"/>
                    </a:moveTo>
                    <a:cubicBezTo>
                      <a:pt x="901" y="768"/>
                      <a:pt x="434" y="1569"/>
                      <a:pt x="0" y="2403"/>
                    </a:cubicBezTo>
                    <a:cubicBezTo>
                      <a:pt x="33" y="2603"/>
                      <a:pt x="33" y="2803"/>
                      <a:pt x="100" y="3003"/>
                    </a:cubicBezTo>
                    <a:cubicBezTo>
                      <a:pt x="267" y="3737"/>
                      <a:pt x="567" y="4437"/>
                      <a:pt x="734" y="5138"/>
                    </a:cubicBezTo>
                    <a:cubicBezTo>
                      <a:pt x="1501" y="3904"/>
                      <a:pt x="2435" y="2770"/>
                      <a:pt x="3469" y="1702"/>
                    </a:cubicBezTo>
                    <a:cubicBezTo>
                      <a:pt x="3102" y="1469"/>
                      <a:pt x="2935" y="1102"/>
                      <a:pt x="3102" y="701"/>
                    </a:cubicBezTo>
                    <a:lnTo>
                      <a:pt x="3102" y="668"/>
                    </a:lnTo>
                    <a:cubicBezTo>
                      <a:pt x="2835" y="935"/>
                      <a:pt x="2569" y="1168"/>
                      <a:pt x="2302" y="1435"/>
                    </a:cubicBezTo>
                    <a:cubicBezTo>
                      <a:pt x="2243" y="1494"/>
                      <a:pt x="2172" y="1519"/>
                      <a:pt x="2101" y="1519"/>
                    </a:cubicBezTo>
                    <a:cubicBezTo>
                      <a:pt x="1968" y="1519"/>
                      <a:pt x="1833" y="1432"/>
                      <a:pt x="1768" y="1302"/>
                    </a:cubicBezTo>
                    <a:cubicBezTo>
                      <a:pt x="1635" y="868"/>
                      <a:pt x="1534" y="435"/>
                      <a:pt x="1468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6" name="Google Shape;12276;p37"/>
              <p:cNvSpPr/>
              <p:nvPr/>
            </p:nvSpPr>
            <p:spPr>
              <a:xfrm>
                <a:off x="3446800" y="4115050"/>
                <a:ext cx="358625" cy="332775"/>
              </a:xfrm>
              <a:custGeom>
                <a:rect b="b" l="l" r="r" t="t"/>
                <a:pathLst>
                  <a:path extrusionOk="0" h="13311" w="14345">
                    <a:moveTo>
                      <a:pt x="11675" y="1"/>
                    </a:moveTo>
                    <a:cubicBezTo>
                      <a:pt x="10508" y="701"/>
                      <a:pt x="9340" y="1335"/>
                      <a:pt x="8206" y="2035"/>
                    </a:cubicBezTo>
                    <a:cubicBezTo>
                      <a:pt x="8873" y="2169"/>
                      <a:pt x="9541" y="2302"/>
                      <a:pt x="10174" y="2536"/>
                    </a:cubicBezTo>
                    <a:cubicBezTo>
                      <a:pt x="10425" y="2598"/>
                      <a:pt x="10352" y="3042"/>
                      <a:pt x="10122" y="3042"/>
                    </a:cubicBezTo>
                    <a:cubicBezTo>
                      <a:pt x="10107" y="3042"/>
                      <a:pt x="10091" y="3040"/>
                      <a:pt x="10074" y="3036"/>
                    </a:cubicBezTo>
                    <a:cubicBezTo>
                      <a:pt x="9240" y="2903"/>
                      <a:pt x="8440" y="2669"/>
                      <a:pt x="7639" y="2436"/>
                    </a:cubicBezTo>
                    <a:cubicBezTo>
                      <a:pt x="6905" y="2903"/>
                      <a:pt x="6205" y="3436"/>
                      <a:pt x="5538" y="4004"/>
                    </a:cubicBezTo>
                    <a:cubicBezTo>
                      <a:pt x="5404" y="4137"/>
                      <a:pt x="5271" y="4270"/>
                      <a:pt x="5137" y="4370"/>
                    </a:cubicBezTo>
                    <a:cubicBezTo>
                      <a:pt x="5538" y="4404"/>
                      <a:pt x="5938" y="4437"/>
                      <a:pt x="6105" y="4471"/>
                    </a:cubicBezTo>
                    <a:cubicBezTo>
                      <a:pt x="6839" y="4604"/>
                      <a:pt x="7606" y="4704"/>
                      <a:pt x="8340" y="4938"/>
                    </a:cubicBezTo>
                    <a:cubicBezTo>
                      <a:pt x="8773" y="5071"/>
                      <a:pt x="8773" y="5771"/>
                      <a:pt x="8240" y="5771"/>
                    </a:cubicBezTo>
                    <a:cubicBezTo>
                      <a:pt x="7773" y="5738"/>
                      <a:pt x="5671" y="5671"/>
                      <a:pt x="4237" y="5238"/>
                    </a:cubicBezTo>
                    <a:cubicBezTo>
                      <a:pt x="3236" y="6238"/>
                      <a:pt x="2302" y="7306"/>
                      <a:pt x="1368" y="8373"/>
                    </a:cubicBezTo>
                    <a:cubicBezTo>
                      <a:pt x="2135" y="8440"/>
                      <a:pt x="2869" y="8440"/>
                      <a:pt x="3636" y="8440"/>
                    </a:cubicBezTo>
                    <a:cubicBezTo>
                      <a:pt x="4003" y="8440"/>
                      <a:pt x="4103" y="9007"/>
                      <a:pt x="3736" y="9040"/>
                    </a:cubicBezTo>
                    <a:cubicBezTo>
                      <a:pt x="3347" y="9105"/>
                      <a:pt x="2967" y="9135"/>
                      <a:pt x="2593" y="9135"/>
                    </a:cubicBezTo>
                    <a:cubicBezTo>
                      <a:pt x="2008" y="9135"/>
                      <a:pt x="1438" y="9063"/>
                      <a:pt x="868" y="8940"/>
                    </a:cubicBezTo>
                    <a:cubicBezTo>
                      <a:pt x="568" y="9274"/>
                      <a:pt x="267" y="9608"/>
                      <a:pt x="0" y="9941"/>
                    </a:cubicBezTo>
                    <a:cubicBezTo>
                      <a:pt x="1201" y="10708"/>
                      <a:pt x="2169" y="11876"/>
                      <a:pt x="2335" y="13243"/>
                    </a:cubicBezTo>
                    <a:cubicBezTo>
                      <a:pt x="2335" y="13277"/>
                      <a:pt x="2335" y="13277"/>
                      <a:pt x="2335" y="13310"/>
                    </a:cubicBezTo>
                    <a:cubicBezTo>
                      <a:pt x="4871" y="10575"/>
                      <a:pt x="8006" y="8807"/>
                      <a:pt x="11442" y="7573"/>
                    </a:cubicBezTo>
                    <a:cubicBezTo>
                      <a:pt x="11275" y="7506"/>
                      <a:pt x="11142" y="7473"/>
                      <a:pt x="11008" y="7406"/>
                    </a:cubicBezTo>
                    <a:cubicBezTo>
                      <a:pt x="10541" y="7206"/>
                      <a:pt x="10408" y="6505"/>
                      <a:pt x="10808" y="6172"/>
                    </a:cubicBezTo>
                    <a:cubicBezTo>
                      <a:pt x="12142" y="5104"/>
                      <a:pt x="13310" y="3870"/>
                      <a:pt x="14344" y="2536"/>
                    </a:cubicBezTo>
                    <a:lnTo>
                      <a:pt x="14344" y="2536"/>
                    </a:lnTo>
                    <a:cubicBezTo>
                      <a:pt x="14244" y="2569"/>
                      <a:pt x="14144" y="2603"/>
                      <a:pt x="14044" y="2636"/>
                    </a:cubicBezTo>
                    <a:cubicBezTo>
                      <a:pt x="13993" y="2651"/>
                      <a:pt x="13943" y="2657"/>
                      <a:pt x="13895" y="2657"/>
                    </a:cubicBezTo>
                    <a:cubicBezTo>
                      <a:pt x="13726" y="2657"/>
                      <a:pt x="13581" y="2573"/>
                      <a:pt x="13477" y="2469"/>
                    </a:cubicBezTo>
                    <a:cubicBezTo>
                      <a:pt x="12743" y="2402"/>
                      <a:pt x="12042" y="2302"/>
                      <a:pt x="11309" y="2269"/>
                    </a:cubicBezTo>
                    <a:cubicBezTo>
                      <a:pt x="11108" y="2269"/>
                      <a:pt x="10942" y="2069"/>
                      <a:pt x="11008" y="1869"/>
                    </a:cubicBezTo>
                    <a:cubicBezTo>
                      <a:pt x="11208" y="1235"/>
                      <a:pt x="11442" y="601"/>
                      <a:pt x="11675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7" name="Google Shape;12277;p37"/>
              <p:cNvSpPr/>
              <p:nvPr/>
            </p:nvSpPr>
            <p:spPr>
              <a:xfrm>
                <a:off x="3629425" y="4123400"/>
                <a:ext cx="33375" cy="25025"/>
              </a:xfrm>
              <a:custGeom>
                <a:rect b="b" l="l" r="r" t="t"/>
                <a:pathLst>
                  <a:path extrusionOk="0" h="1001" w="1335">
                    <a:moveTo>
                      <a:pt x="1335" y="0"/>
                    </a:moveTo>
                    <a:lnTo>
                      <a:pt x="1335" y="0"/>
                    </a:lnTo>
                    <a:cubicBezTo>
                      <a:pt x="901" y="200"/>
                      <a:pt x="434" y="401"/>
                      <a:pt x="1" y="601"/>
                    </a:cubicBezTo>
                    <a:cubicBezTo>
                      <a:pt x="1" y="734"/>
                      <a:pt x="1" y="868"/>
                      <a:pt x="1" y="1001"/>
                    </a:cubicBezTo>
                    <a:cubicBezTo>
                      <a:pt x="434" y="667"/>
                      <a:pt x="901" y="334"/>
                      <a:pt x="1335" y="0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8" name="Google Shape;12278;p37"/>
              <p:cNvSpPr/>
              <p:nvPr/>
            </p:nvSpPr>
            <p:spPr>
              <a:xfrm>
                <a:off x="3404275" y="4275175"/>
                <a:ext cx="49225" cy="84250"/>
              </a:xfrm>
              <a:custGeom>
                <a:rect b="b" l="l" r="r" t="t"/>
                <a:pathLst>
                  <a:path extrusionOk="0" h="3370" w="1969">
                    <a:moveTo>
                      <a:pt x="1101" y="0"/>
                    </a:moveTo>
                    <a:cubicBezTo>
                      <a:pt x="701" y="901"/>
                      <a:pt x="334" y="1802"/>
                      <a:pt x="0" y="2769"/>
                    </a:cubicBezTo>
                    <a:cubicBezTo>
                      <a:pt x="501" y="2902"/>
                      <a:pt x="968" y="3102"/>
                      <a:pt x="1435" y="3369"/>
                    </a:cubicBezTo>
                    <a:cubicBezTo>
                      <a:pt x="1601" y="3036"/>
                      <a:pt x="1768" y="2702"/>
                      <a:pt x="1968" y="2402"/>
                    </a:cubicBezTo>
                    <a:cubicBezTo>
                      <a:pt x="1935" y="2402"/>
                      <a:pt x="1902" y="2369"/>
                      <a:pt x="1868" y="2369"/>
                    </a:cubicBezTo>
                    <a:cubicBezTo>
                      <a:pt x="1701" y="2335"/>
                      <a:pt x="1635" y="2102"/>
                      <a:pt x="1701" y="1968"/>
                    </a:cubicBezTo>
                    <a:cubicBezTo>
                      <a:pt x="1368" y="1401"/>
                      <a:pt x="1201" y="734"/>
                      <a:pt x="1101" y="0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9" name="Google Shape;12279;p37"/>
              <p:cNvSpPr/>
              <p:nvPr/>
            </p:nvSpPr>
            <p:spPr>
              <a:xfrm>
                <a:off x="3543525" y="4476975"/>
                <a:ext cx="461200" cy="239900"/>
              </a:xfrm>
              <a:custGeom>
                <a:rect b="b" l="l" r="r" t="t"/>
                <a:pathLst>
                  <a:path extrusionOk="0" h="9596" w="18448">
                    <a:moveTo>
                      <a:pt x="13944" y="1"/>
                    </a:moveTo>
                    <a:cubicBezTo>
                      <a:pt x="11376" y="201"/>
                      <a:pt x="8607" y="568"/>
                      <a:pt x="6405" y="1835"/>
                    </a:cubicBezTo>
                    <a:cubicBezTo>
                      <a:pt x="6356" y="1868"/>
                      <a:pt x="6299" y="1883"/>
                      <a:pt x="6240" y="1883"/>
                    </a:cubicBezTo>
                    <a:cubicBezTo>
                      <a:pt x="6058" y="1883"/>
                      <a:pt x="5855" y="1745"/>
                      <a:pt x="5805" y="1569"/>
                    </a:cubicBezTo>
                    <a:cubicBezTo>
                      <a:pt x="5638" y="1101"/>
                      <a:pt x="5572" y="868"/>
                      <a:pt x="5505" y="568"/>
                    </a:cubicBezTo>
                    <a:cubicBezTo>
                      <a:pt x="3570" y="634"/>
                      <a:pt x="1902" y="1302"/>
                      <a:pt x="234" y="2236"/>
                    </a:cubicBezTo>
                    <a:cubicBezTo>
                      <a:pt x="435" y="3070"/>
                      <a:pt x="468" y="3937"/>
                      <a:pt x="368" y="4771"/>
                    </a:cubicBezTo>
                    <a:cubicBezTo>
                      <a:pt x="1535" y="4904"/>
                      <a:pt x="2703" y="5004"/>
                      <a:pt x="3870" y="5071"/>
                    </a:cubicBezTo>
                    <a:cubicBezTo>
                      <a:pt x="5238" y="4337"/>
                      <a:pt x="6639" y="3670"/>
                      <a:pt x="8107" y="3203"/>
                    </a:cubicBezTo>
                    <a:cubicBezTo>
                      <a:pt x="8148" y="3189"/>
                      <a:pt x="8188" y="3183"/>
                      <a:pt x="8225" y="3183"/>
                    </a:cubicBezTo>
                    <a:cubicBezTo>
                      <a:pt x="8549" y="3183"/>
                      <a:pt x="8702" y="3654"/>
                      <a:pt x="8374" y="3803"/>
                    </a:cubicBezTo>
                    <a:cubicBezTo>
                      <a:pt x="7440" y="4304"/>
                      <a:pt x="6472" y="4737"/>
                      <a:pt x="5471" y="5104"/>
                    </a:cubicBezTo>
                    <a:cubicBezTo>
                      <a:pt x="6105" y="5104"/>
                      <a:pt x="6739" y="5071"/>
                      <a:pt x="7373" y="4971"/>
                    </a:cubicBezTo>
                    <a:cubicBezTo>
                      <a:pt x="8207" y="4904"/>
                      <a:pt x="8974" y="4737"/>
                      <a:pt x="9741" y="4571"/>
                    </a:cubicBezTo>
                    <a:cubicBezTo>
                      <a:pt x="9775" y="4471"/>
                      <a:pt x="9808" y="4371"/>
                      <a:pt x="9908" y="4304"/>
                    </a:cubicBezTo>
                    <a:cubicBezTo>
                      <a:pt x="10709" y="3770"/>
                      <a:pt x="11409" y="3003"/>
                      <a:pt x="12009" y="2269"/>
                    </a:cubicBezTo>
                    <a:cubicBezTo>
                      <a:pt x="12089" y="2181"/>
                      <a:pt x="12175" y="2144"/>
                      <a:pt x="12256" y="2144"/>
                    </a:cubicBezTo>
                    <a:cubicBezTo>
                      <a:pt x="12481" y="2144"/>
                      <a:pt x="12666" y="2432"/>
                      <a:pt x="12543" y="2703"/>
                    </a:cubicBezTo>
                    <a:cubicBezTo>
                      <a:pt x="12243" y="3270"/>
                      <a:pt x="11876" y="3737"/>
                      <a:pt x="11409" y="4137"/>
                    </a:cubicBezTo>
                    <a:cubicBezTo>
                      <a:pt x="12143" y="3937"/>
                      <a:pt x="12843" y="3770"/>
                      <a:pt x="13577" y="3603"/>
                    </a:cubicBezTo>
                    <a:cubicBezTo>
                      <a:pt x="13606" y="3597"/>
                      <a:pt x="13634" y="3595"/>
                      <a:pt x="13661" y="3595"/>
                    </a:cubicBezTo>
                    <a:cubicBezTo>
                      <a:pt x="14095" y="3595"/>
                      <a:pt x="14221" y="4317"/>
                      <a:pt x="13844" y="4537"/>
                    </a:cubicBezTo>
                    <a:cubicBezTo>
                      <a:pt x="12076" y="5505"/>
                      <a:pt x="9908" y="6038"/>
                      <a:pt x="7706" y="6205"/>
                    </a:cubicBezTo>
                    <a:cubicBezTo>
                      <a:pt x="7973" y="6372"/>
                      <a:pt x="8273" y="6505"/>
                      <a:pt x="8540" y="6706"/>
                    </a:cubicBezTo>
                    <a:cubicBezTo>
                      <a:pt x="8808" y="6914"/>
                      <a:pt x="8651" y="7360"/>
                      <a:pt x="8354" y="7360"/>
                    </a:cubicBezTo>
                    <a:cubicBezTo>
                      <a:pt x="8318" y="7360"/>
                      <a:pt x="8280" y="7354"/>
                      <a:pt x="8240" y="7339"/>
                    </a:cubicBezTo>
                    <a:cubicBezTo>
                      <a:pt x="7673" y="7173"/>
                      <a:pt x="7173" y="6906"/>
                      <a:pt x="6672" y="6605"/>
                    </a:cubicBezTo>
                    <a:cubicBezTo>
                      <a:pt x="6506" y="6505"/>
                      <a:pt x="6305" y="6372"/>
                      <a:pt x="6105" y="6239"/>
                    </a:cubicBezTo>
                    <a:cubicBezTo>
                      <a:pt x="4070" y="6239"/>
                      <a:pt x="2036" y="5905"/>
                      <a:pt x="268" y="5305"/>
                    </a:cubicBezTo>
                    <a:cubicBezTo>
                      <a:pt x="201" y="5571"/>
                      <a:pt x="101" y="5872"/>
                      <a:pt x="1" y="6138"/>
                    </a:cubicBezTo>
                    <a:cubicBezTo>
                      <a:pt x="201" y="6372"/>
                      <a:pt x="401" y="6605"/>
                      <a:pt x="535" y="6839"/>
                    </a:cubicBezTo>
                    <a:cubicBezTo>
                      <a:pt x="568" y="6839"/>
                      <a:pt x="635" y="6839"/>
                      <a:pt x="668" y="6872"/>
                    </a:cubicBezTo>
                    <a:cubicBezTo>
                      <a:pt x="2736" y="7706"/>
                      <a:pt x="4337" y="9041"/>
                      <a:pt x="6672" y="9407"/>
                    </a:cubicBezTo>
                    <a:cubicBezTo>
                      <a:pt x="7430" y="9536"/>
                      <a:pt x="8172" y="9595"/>
                      <a:pt x="8910" y="9595"/>
                    </a:cubicBezTo>
                    <a:cubicBezTo>
                      <a:pt x="9699" y="9595"/>
                      <a:pt x="10483" y="9528"/>
                      <a:pt x="11276" y="9407"/>
                    </a:cubicBezTo>
                    <a:cubicBezTo>
                      <a:pt x="11042" y="9207"/>
                      <a:pt x="10842" y="8974"/>
                      <a:pt x="10642" y="8740"/>
                    </a:cubicBezTo>
                    <a:cubicBezTo>
                      <a:pt x="10442" y="8674"/>
                      <a:pt x="10275" y="8473"/>
                      <a:pt x="10242" y="8240"/>
                    </a:cubicBezTo>
                    <a:cubicBezTo>
                      <a:pt x="10208" y="8207"/>
                      <a:pt x="10208" y="8207"/>
                      <a:pt x="10175" y="8173"/>
                    </a:cubicBezTo>
                    <a:cubicBezTo>
                      <a:pt x="10041" y="8006"/>
                      <a:pt x="10141" y="7740"/>
                      <a:pt x="10308" y="7706"/>
                    </a:cubicBezTo>
                    <a:cubicBezTo>
                      <a:pt x="10375" y="7640"/>
                      <a:pt x="10442" y="7573"/>
                      <a:pt x="10542" y="7539"/>
                    </a:cubicBezTo>
                    <a:cubicBezTo>
                      <a:pt x="13978" y="6272"/>
                      <a:pt x="17213" y="3904"/>
                      <a:pt x="18447" y="368"/>
                    </a:cubicBezTo>
                    <a:lnTo>
                      <a:pt x="18447" y="368"/>
                    </a:lnTo>
                    <a:cubicBezTo>
                      <a:pt x="17113" y="968"/>
                      <a:pt x="15745" y="1402"/>
                      <a:pt x="14311" y="1769"/>
                    </a:cubicBezTo>
                    <a:cubicBezTo>
                      <a:pt x="14265" y="1781"/>
                      <a:pt x="14220" y="1787"/>
                      <a:pt x="14177" y="1787"/>
                    </a:cubicBezTo>
                    <a:cubicBezTo>
                      <a:pt x="13759" y="1787"/>
                      <a:pt x="13523" y="1234"/>
                      <a:pt x="13644" y="901"/>
                    </a:cubicBezTo>
                    <a:cubicBezTo>
                      <a:pt x="13744" y="601"/>
                      <a:pt x="13844" y="301"/>
                      <a:pt x="13944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0" name="Google Shape;12280;p37"/>
              <p:cNvSpPr/>
              <p:nvPr/>
            </p:nvSpPr>
            <p:spPr>
              <a:xfrm>
                <a:off x="3322550" y="4721325"/>
                <a:ext cx="125950" cy="110925"/>
              </a:xfrm>
              <a:custGeom>
                <a:rect b="b" l="l" r="r" t="t"/>
                <a:pathLst>
                  <a:path extrusionOk="0" h="4437" w="5038">
                    <a:moveTo>
                      <a:pt x="5037" y="0"/>
                    </a:moveTo>
                    <a:lnTo>
                      <a:pt x="5037" y="0"/>
                    </a:lnTo>
                    <a:cubicBezTo>
                      <a:pt x="3877" y="550"/>
                      <a:pt x="2632" y="876"/>
                      <a:pt x="1458" y="876"/>
                    </a:cubicBezTo>
                    <a:cubicBezTo>
                      <a:pt x="1349" y="876"/>
                      <a:pt x="1242" y="873"/>
                      <a:pt x="1134" y="868"/>
                    </a:cubicBezTo>
                    <a:cubicBezTo>
                      <a:pt x="801" y="2069"/>
                      <a:pt x="334" y="3236"/>
                      <a:pt x="0" y="4437"/>
                    </a:cubicBezTo>
                    <a:cubicBezTo>
                      <a:pt x="734" y="4404"/>
                      <a:pt x="1468" y="4337"/>
                      <a:pt x="2202" y="4303"/>
                    </a:cubicBezTo>
                    <a:cubicBezTo>
                      <a:pt x="2702" y="4303"/>
                      <a:pt x="3169" y="4303"/>
                      <a:pt x="3603" y="4437"/>
                    </a:cubicBezTo>
                    <a:cubicBezTo>
                      <a:pt x="3936" y="2936"/>
                      <a:pt x="4403" y="1401"/>
                      <a:pt x="5037" y="0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1" name="Google Shape;12281;p37"/>
              <p:cNvSpPr/>
              <p:nvPr/>
            </p:nvSpPr>
            <p:spPr>
              <a:xfrm>
                <a:off x="3204125" y="4855575"/>
                <a:ext cx="201825" cy="98450"/>
              </a:xfrm>
              <a:custGeom>
                <a:rect b="b" l="l" r="r" t="t"/>
                <a:pathLst>
                  <a:path extrusionOk="0" h="3938" w="8073">
                    <a:moveTo>
                      <a:pt x="3169" y="1"/>
                    </a:moveTo>
                    <a:cubicBezTo>
                      <a:pt x="2569" y="568"/>
                      <a:pt x="1935" y="1135"/>
                      <a:pt x="1435" y="1802"/>
                    </a:cubicBezTo>
                    <a:cubicBezTo>
                      <a:pt x="901" y="2503"/>
                      <a:pt x="401" y="3203"/>
                      <a:pt x="1" y="3937"/>
                    </a:cubicBezTo>
                    <a:cubicBezTo>
                      <a:pt x="1168" y="3670"/>
                      <a:pt x="2336" y="3337"/>
                      <a:pt x="3470" y="2836"/>
                    </a:cubicBezTo>
                    <a:cubicBezTo>
                      <a:pt x="4971" y="2202"/>
                      <a:pt x="6305" y="1168"/>
                      <a:pt x="7773" y="535"/>
                    </a:cubicBezTo>
                    <a:cubicBezTo>
                      <a:pt x="7873" y="501"/>
                      <a:pt x="7940" y="501"/>
                      <a:pt x="8006" y="501"/>
                    </a:cubicBezTo>
                    <a:cubicBezTo>
                      <a:pt x="8040" y="435"/>
                      <a:pt x="8040" y="334"/>
                      <a:pt x="8073" y="268"/>
                    </a:cubicBezTo>
                    <a:lnTo>
                      <a:pt x="8073" y="268"/>
                    </a:lnTo>
                    <a:cubicBezTo>
                      <a:pt x="7673" y="401"/>
                      <a:pt x="7206" y="435"/>
                      <a:pt x="6772" y="468"/>
                    </a:cubicBezTo>
                    <a:cubicBezTo>
                      <a:pt x="5838" y="535"/>
                      <a:pt x="4871" y="601"/>
                      <a:pt x="3937" y="635"/>
                    </a:cubicBezTo>
                    <a:cubicBezTo>
                      <a:pt x="3503" y="635"/>
                      <a:pt x="3203" y="368"/>
                      <a:pt x="3169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2" name="Google Shape;12282;p37"/>
              <p:cNvSpPr/>
              <p:nvPr/>
            </p:nvSpPr>
            <p:spPr>
              <a:xfrm>
                <a:off x="2828025" y="4817225"/>
                <a:ext cx="222675" cy="109825"/>
              </a:xfrm>
              <a:custGeom>
                <a:rect b="b" l="l" r="r" t="t"/>
                <a:pathLst>
                  <a:path extrusionOk="0" h="4393" w="8907">
                    <a:moveTo>
                      <a:pt x="3570" y="0"/>
                    </a:moveTo>
                    <a:cubicBezTo>
                      <a:pt x="3036" y="801"/>
                      <a:pt x="2102" y="1502"/>
                      <a:pt x="1468" y="2202"/>
                    </a:cubicBezTo>
                    <a:cubicBezTo>
                      <a:pt x="1035" y="2669"/>
                      <a:pt x="634" y="3169"/>
                      <a:pt x="267" y="3736"/>
                    </a:cubicBezTo>
                    <a:cubicBezTo>
                      <a:pt x="167" y="3870"/>
                      <a:pt x="67" y="4003"/>
                      <a:pt x="0" y="4103"/>
                    </a:cubicBezTo>
                    <a:cubicBezTo>
                      <a:pt x="267" y="4203"/>
                      <a:pt x="534" y="4304"/>
                      <a:pt x="801" y="4370"/>
                    </a:cubicBezTo>
                    <a:cubicBezTo>
                      <a:pt x="1119" y="4384"/>
                      <a:pt x="1431" y="4392"/>
                      <a:pt x="1742" y="4392"/>
                    </a:cubicBezTo>
                    <a:cubicBezTo>
                      <a:pt x="2182" y="4392"/>
                      <a:pt x="2620" y="4376"/>
                      <a:pt x="3069" y="4337"/>
                    </a:cubicBezTo>
                    <a:cubicBezTo>
                      <a:pt x="3803" y="4304"/>
                      <a:pt x="4570" y="4137"/>
                      <a:pt x="5338" y="4103"/>
                    </a:cubicBezTo>
                    <a:cubicBezTo>
                      <a:pt x="6172" y="2869"/>
                      <a:pt x="7439" y="1335"/>
                      <a:pt x="8907" y="701"/>
                    </a:cubicBezTo>
                    <a:lnTo>
                      <a:pt x="8907" y="701"/>
                    </a:lnTo>
                    <a:cubicBezTo>
                      <a:pt x="8618" y="729"/>
                      <a:pt x="8323" y="742"/>
                      <a:pt x="8025" y="742"/>
                    </a:cubicBezTo>
                    <a:cubicBezTo>
                      <a:pt x="6535" y="742"/>
                      <a:pt x="4960" y="417"/>
                      <a:pt x="3570" y="0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3" name="Google Shape;12283;p37"/>
              <p:cNvSpPr/>
              <p:nvPr/>
            </p:nvSpPr>
            <p:spPr>
              <a:xfrm>
                <a:off x="2809675" y="4512000"/>
                <a:ext cx="193500" cy="139300"/>
              </a:xfrm>
              <a:custGeom>
                <a:rect b="b" l="l" r="r" t="t"/>
                <a:pathLst>
                  <a:path extrusionOk="0" h="5572" w="7740">
                    <a:moveTo>
                      <a:pt x="7172" y="1"/>
                    </a:moveTo>
                    <a:lnTo>
                      <a:pt x="7172" y="1"/>
                    </a:lnTo>
                    <a:cubicBezTo>
                      <a:pt x="6665" y="64"/>
                      <a:pt x="6130" y="87"/>
                      <a:pt x="5595" y="87"/>
                    </a:cubicBezTo>
                    <a:cubicBezTo>
                      <a:pt x="5286" y="87"/>
                      <a:pt x="4976" y="80"/>
                      <a:pt x="4671" y="67"/>
                    </a:cubicBezTo>
                    <a:cubicBezTo>
                      <a:pt x="4003" y="1001"/>
                      <a:pt x="2936" y="1702"/>
                      <a:pt x="2169" y="2536"/>
                    </a:cubicBezTo>
                    <a:cubicBezTo>
                      <a:pt x="1335" y="3470"/>
                      <a:pt x="634" y="4504"/>
                      <a:pt x="1" y="5571"/>
                    </a:cubicBezTo>
                    <a:cubicBezTo>
                      <a:pt x="534" y="5571"/>
                      <a:pt x="1068" y="5538"/>
                      <a:pt x="1602" y="5538"/>
                    </a:cubicBezTo>
                    <a:cubicBezTo>
                      <a:pt x="2002" y="5371"/>
                      <a:pt x="2469" y="5338"/>
                      <a:pt x="2940" y="5338"/>
                    </a:cubicBezTo>
                    <a:cubicBezTo>
                      <a:pt x="3254" y="5338"/>
                      <a:pt x="3570" y="5353"/>
                      <a:pt x="3870" y="5353"/>
                    </a:cubicBezTo>
                    <a:cubicBezTo>
                      <a:pt x="4019" y="5353"/>
                      <a:pt x="4165" y="5349"/>
                      <a:pt x="4304" y="5338"/>
                    </a:cubicBezTo>
                    <a:cubicBezTo>
                      <a:pt x="5238" y="5309"/>
                      <a:pt x="6198" y="4947"/>
                      <a:pt x="7117" y="4947"/>
                    </a:cubicBezTo>
                    <a:cubicBezTo>
                      <a:pt x="7248" y="4947"/>
                      <a:pt x="7377" y="4954"/>
                      <a:pt x="7506" y="4971"/>
                    </a:cubicBezTo>
                    <a:cubicBezTo>
                      <a:pt x="7539" y="4971"/>
                      <a:pt x="7573" y="5004"/>
                      <a:pt x="7573" y="5004"/>
                    </a:cubicBezTo>
                    <a:cubicBezTo>
                      <a:pt x="7639" y="4971"/>
                      <a:pt x="7673" y="4971"/>
                      <a:pt x="7739" y="4938"/>
                    </a:cubicBezTo>
                    <a:cubicBezTo>
                      <a:pt x="6906" y="4804"/>
                      <a:pt x="6038" y="4571"/>
                      <a:pt x="5638" y="4104"/>
                    </a:cubicBezTo>
                    <a:cubicBezTo>
                      <a:pt x="4604" y="2903"/>
                      <a:pt x="5972" y="1102"/>
                      <a:pt x="7172" y="1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4" name="Google Shape;12284;p37"/>
              <p:cNvSpPr/>
              <p:nvPr/>
            </p:nvSpPr>
            <p:spPr>
              <a:xfrm>
                <a:off x="3010650" y="4810550"/>
                <a:ext cx="283575" cy="113600"/>
              </a:xfrm>
              <a:custGeom>
                <a:rect b="b" l="l" r="r" t="t"/>
                <a:pathLst>
                  <a:path extrusionOk="0" h="4544" w="11343">
                    <a:moveTo>
                      <a:pt x="11342" y="1"/>
                    </a:moveTo>
                    <a:lnTo>
                      <a:pt x="11342" y="1"/>
                    </a:lnTo>
                    <a:cubicBezTo>
                      <a:pt x="10075" y="634"/>
                      <a:pt x="8607" y="968"/>
                      <a:pt x="7373" y="1168"/>
                    </a:cubicBezTo>
                    <a:cubicBezTo>
                      <a:pt x="6685" y="1288"/>
                      <a:pt x="5804" y="1515"/>
                      <a:pt x="4992" y="1515"/>
                    </a:cubicBezTo>
                    <a:cubicBezTo>
                      <a:pt x="4227" y="1515"/>
                      <a:pt x="3524" y="1314"/>
                      <a:pt x="3103" y="634"/>
                    </a:cubicBezTo>
                    <a:cubicBezTo>
                      <a:pt x="3070" y="634"/>
                      <a:pt x="3036" y="634"/>
                      <a:pt x="3003" y="668"/>
                    </a:cubicBezTo>
                    <a:cubicBezTo>
                      <a:pt x="3103" y="701"/>
                      <a:pt x="3170" y="868"/>
                      <a:pt x="3103" y="968"/>
                    </a:cubicBezTo>
                    <a:cubicBezTo>
                      <a:pt x="2236" y="2269"/>
                      <a:pt x="1001" y="3203"/>
                      <a:pt x="1" y="4404"/>
                    </a:cubicBezTo>
                    <a:cubicBezTo>
                      <a:pt x="959" y="4505"/>
                      <a:pt x="1904" y="4544"/>
                      <a:pt x="2851" y="4544"/>
                    </a:cubicBezTo>
                    <a:cubicBezTo>
                      <a:pt x="4080" y="4544"/>
                      <a:pt x="5310" y="4479"/>
                      <a:pt x="6572" y="4404"/>
                    </a:cubicBezTo>
                    <a:cubicBezTo>
                      <a:pt x="7706" y="2569"/>
                      <a:pt x="9307" y="835"/>
                      <a:pt x="11242" y="267"/>
                    </a:cubicBezTo>
                    <a:cubicBezTo>
                      <a:pt x="11275" y="167"/>
                      <a:pt x="11309" y="101"/>
                      <a:pt x="11342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5" name="Google Shape;12285;p37"/>
              <p:cNvSpPr/>
              <p:nvPr/>
            </p:nvSpPr>
            <p:spPr>
              <a:xfrm>
                <a:off x="2749625" y="4819725"/>
                <a:ext cx="118450" cy="89250"/>
              </a:xfrm>
              <a:custGeom>
                <a:rect b="b" l="l" r="r" t="t"/>
                <a:pathLst>
                  <a:path extrusionOk="0" h="3570" w="4738">
                    <a:moveTo>
                      <a:pt x="4738" y="1"/>
                    </a:moveTo>
                    <a:lnTo>
                      <a:pt x="4738" y="1"/>
                    </a:lnTo>
                    <a:cubicBezTo>
                      <a:pt x="4371" y="134"/>
                      <a:pt x="3970" y="167"/>
                      <a:pt x="3637" y="167"/>
                    </a:cubicBezTo>
                    <a:cubicBezTo>
                      <a:pt x="3587" y="184"/>
                      <a:pt x="3528" y="192"/>
                      <a:pt x="3470" y="192"/>
                    </a:cubicBezTo>
                    <a:cubicBezTo>
                      <a:pt x="3412" y="192"/>
                      <a:pt x="3353" y="184"/>
                      <a:pt x="3303" y="167"/>
                    </a:cubicBezTo>
                    <a:cubicBezTo>
                      <a:pt x="2797" y="305"/>
                      <a:pt x="2306" y="380"/>
                      <a:pt x="1809" y="380"/>
                    </a:cubicBezTo>
                    <a:cubicBezTo>
                      <a:pt x="1586" y="380"/>
                      <a:pt x="1362" y="365"/>
                      <a:pt x="1135" y="334"/>
                    </a:cubicBezTo>
                    <a:cubicBezTo>
                      <a:pt x="801" y="1468"/>
                      <a:pt x="1" y="2969"/>
                      <a:pt x="1035" y="3303"/>
                    </a:cubicBezTo>
                    <a:cubicBezTo>
                      <a:pt x="1268" y="3403"/>
                      <a:pt x="1535" y="3470"/>
                      <a:pt x="1802" y="3570"/>
                    </a:cubicBezTo>
                    <a:cubicBezTo>
                      <a:pt x="1936" y="2602"/>
                      <a:pt x="3136" y="1535"/>
                      <a:pt x="3737" y="935"/>
                    </a:cubicBezTo>
                    <a:cubicBezTo>
                      <a:pt x="4037" y="668"/>
                      <a:pt x="4371" y="334"/>
                      <a:pt x="4738" y="1"/>
                    </a:cubicBezTo>
                    <a:close/>
                  </a:path>
                </a:pathLst>
              </a:custGeom>
              <a:solidFill>
                <a:srgbClr val="C16A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6" name="Google Shape;12286;p37"/>
              <p:cNvSpPr/>
              <p:nvPr/>
            </p:nvSpPr>
            <p:spPr>
              <a:xfrm>
                <a:off x="2717100" y="3870000"/>
                <a:ext cx="1327100" cy="1136925"/>
              </a:xfrm>
              <a:custGeom>
                <a:rect b="b" l="l" r="r" t="t"/>
                <a:pathLst>
                  <a:path extrusionOk="0" h="45477" w="53084">
                    <a:moveTo>
                      <a:pt x="21149" y="1864"/>
                    </a:moveTo>
                    <a:cubicBezTo>
                      <a:pt x="21683" y="3098"/>
                      <a:pt x="22217" y="4299"/>
                      <a:pt x="22851" y="5466"/>
                    </a:cubicBezTo>
                    <a:cubicBezTo>
                      <a:pt x="22936" y="5637"/>
                      <a:pt x="23083" y="5729"/>
                      <a:pt x="23228" y="5729"/>
                    </a:cubicBezTo>
                    <a:cubicBezTo>
                      <a:pt x="23366" y="5729"/>
                      <a:pt x="23503" y="5645"/>
                      <a:pt x="23584" y="5466"/>
                    </a:cubicBezTo>
                    <a:cubicBezTo>
                      <a:pt x="23985" y="4566"/>
                      <a:pt x="24452" y="3932"/>
                      <a:pt x="25052" y="3231"/>
                    </a:cubicBezTo>
                    <a:cubicBezTo>
                      <a:pt x="25486" y="5933"/>
                      <a:pt x="25719" y="8802"/>
                      <a:pt x="26687" y="11370"/>
                    </a:cubicBezTo>
                    <a:cubicBezTo>
                      <a:pt x="26720" y="11437"/>
                      <a:pt x="26753" y="11504"/>
                      <a:pt x="26820" y="11571"/>
                    </a:cubicBezTo>
                    <a:cubicBezTo>
                      <a:pt x="25986" y="13439"/>
                      <a:pt x="25452" y="15473"/>
                      <a:pt x="25352" y="17475"/>
                    </a:cubicBezTo>
                    <a:cubicBezTo>
                      <a:pt x="24585" y="16874"/>
                      <a:pt x="23718" y="16474"/>
                      <a:pt x="22784" y="16207"/>
                    </a:cubicBezTo>
                    <a:cubicBezTo>
                      <a:pt x="22684" y="15974"/>
                      <a:pt x="22617" y="15740"/>
                      <a:pt x="22517" y="15507"/>
                    </a:cubicBezTo>
                    <a:cubicBezTo>
                      <a:pt x="23084" y="14006"/>
                      <a:pt x="23985" y="12805"/>
                      <a:pt x="24919" y="11471"/>
                    </a:cubicBezTo>
                    <a:cubicBezTo>
                      <a:pt x="25104" y="11206"/>
                      <a:pt x="24891" y="10858"/>
                      <a:pt x="24628" y="10858"/>
                    </a:cubicBezTo>
                    <a:cubicBezTo>
                      <a:pt x="24559" y="10858"/>
                      <a:pt x="24488" y="10882"/>
                      <a:pt x="24418" y="10937"/>
                    </a:cubicBezTo>
                    <a:cubicBezTo>
                      <a:pt x="23318" y="11837"/>
                      <a:pt x="22584" y="13172"/>
                      <a:pt x="22083" y="14573"/>
                    </a:cubicBezTo>
                    <a:cubicBezTo>
                      <a:pt x="21917" y="14139"/>
                      <a:pt x="21716" y="13705"/>
                      <a:pt x="21550" y="13272"/>
                    </a:cubicBezTo>
                    <a:cubicBezTo>
                      <a:pt x="21883" y="12438"/>
                      <a:pt x="22083" y="11571"/>
                      <a:pt x="22384" y="10703"/>
                    </a:cubicBezTo>
                    <a:cubicBezTo>
                      <a:pt x="22751" y="9636"/>
                      <a:pt x="23184" y="8568"/>
                      <a:pt x="23618" y="7534"/>
                    </a:cubicBezTo>
                    <a:cubicBezTo>
                      <a:pt x="23689" y="7368"/>
                      <a:pt x="23557" y="7219"/>
                      <a:pt x="23415" y="7219"/>
                    </a:cubicBezTo>
                    <a:cubicBezTo>
                      <a:pt x="23358" y="7219"/>
                      <a:pt x="23299" y="7243"/>
                      <a:pt x="23251" y="7301"/>
                    </a:cubicBezTo>
                    <a:cubicBezTo>
                      <a:pt x="22350" y="8535"/>
                      <a:pt x="21450" y="10070"/>
                      <a:pt x="21016" y="11637"/>
                    </a:cubicBezTo>
                    <a:cubicBezTo>
                      <a:pt x="20983" y="11571"/>
                      <a:pt x="20949" y="11504"/>
                      <a:pt x="20949" y="11471"/>
                    </a:cubicBezTo>
                    <a:cubicBezTo>
                      <a:pt x="20382" y="9302"/>
                      <a:pt x="20416" y="7067"/>
                      <a:pt x="20682" y="4866"/>
                    </a:cubicBezTo>
                    <a:cubicBezTo>
                      <a:pt x="20682" y="4783"/>
                      <a:pt x="20606" y="4726"/>
                      <a:pt x="20540" y="4726"/>
                    </a:cubicBezTo>
                    <a:cubicBezTo>
                      <a:pt x="20499" y="4726"/>
                      <a:pt x="20462" y="4748"/>
                      <a:pt x="20449" y="4799"/>
                    </a:cubicBezTo>
                    <a:cubicBezTo>
                      <a:pt x="19748" y="7001"/>
                      <a:pt x="19482" y="9703"/>
                      <a:pt x="19882" y="12204"/>
                    </a:cubicBezTo>
                    <a:cubicBezTo>
                      <a:pt x="19482" y="11971"/>
                      <a:pt x="19048" y="11737"/>
                      <a:pt x="18648" y="11504"/>
                    </a:cubicBezTo>
                    <a:cubicBezTo>
                      <a:pt x="17947" y="11137"/>
                      <a:pt x="17247" y="10737"/>
                      <a:pt x="16479" y="10537"/>
                    </a:cubicBezTo>
                    <a:cubicBezTo>
                      <a:pt x="16461" y="10529"/>
                      <a:pt x="16445" y="10526"/>
                      <a:pt x="16430" y="10526"/>
                    </a:cubicBezTo>
                    <a:cubicBezTo>
                      <a:pt x="16313" y="10526"/>
                      <a:pt x="16320" y="10744"/>
                      <a:pt x="16379" y="10803"/>
                    </a:cubicBezTo>
                    <a:cubicBezTo>
                      <a:pt x="16946" y="11370"/>
                      <a:pt x="17647" y="11771"/>
                      <a:pt x="18281" y="12204"/>
                    </a:cubicBezTo>
                    <a:cubicBezTo>
                      <a:pt x="18881" y="12605"/>
                      <a:pt x="19448" y="12972"/>
                      <a:pt x="20082" y="13272"/>
                    </a:cubicBezTo>
                    <a:cubicBezTo>
                      <a:pt x="20282" y="14172"/>
                      <a:pt x="20616" y="15040"/>
                      <a:pt x="21016" y="15840"/>
                    </a:cubicBezTo>
                    <a:cubicBezTo>
                      <a:pt x="20487" y="15785"/>
                      <a:pt x="19946" y="15758"/>
                      <a:pt x="19399" y="15758"/>
                    </a:cubicBezTo>
                    <a:cubicBezTo>
                      <a:pt x="18634" y="15758"/>
                      <a:pt x="17857" y="15810"/>
                      <a:pt x="17080" y="15907"/>
                    </a:cubicBezTo>
                    <a:cubicBezTo>
                      <a:pt x="15645" y="13472"/>
                      <a:pt x="14645" y="11270"/>
                      <a:pt x="14778" y="8468"/>
                    </a:cubicBezTo>
                    <a:lnTo>
                      <a:pt x="14778" y="8468"/>
                    </a:lnTo>
                    <a:cubicBezTo>
                      <a:pt x="15279" y="8835"/>
                      <a:pt x="15812" y="9202"/>
                      <a:pt x="16313" y="9569"/>
                    </a:cubicBezTo>
                    <a:cubicBezTo>
                      <a:pt x="16441" y="9651"/>
                      <a:pt x="16582" y="9692"/>
                      <a:pt x="16716" y="9692"/>
                    </a:cubicBezTo>
                    <a:cubicBezTo>
                      <a:pt x="16966" y="9692"/>
                      <a:pt x="17193" y="9551"/>
                      <a:pt x="17280" y="9269"/>
                    </a:cubicBezTo>
                    <a:cubicBezTo>
                      <a:pt x="18147" y="6534"/>
                      <a:pt x="19448" y="4132"/>
                      <a:pt x="21149" y="1864"/>
                    </a:cubicBezTo>
                    <a:close/>
                    <a:moveTo>
                      <a:pt x="19337" y="17362"/>
                    </a:moveTo>
                    <a:cubicBezTo>
                      <a:pt x="21228" y="17362"/>
                      <a:pt x="23080" y="17703"/>
                      <a:pt x="24919" y="18642"/>
                    </a:cubicBezTo>
                    <a:cubicBezTo>
                      <a:pt x="23584" y="18642"/>
                      <a:pt x="22284" y="18943"/>
                      <a:pt x="21016" y="19343"/>
                    </a:cubicBezTo>
                    <a:cubicBezTo>
                      <a:pt x="19848" y="18976"/>
                      <a:pt x="18614" y="18809"/>
                      <a:pt x="17447" y="18442"/>
                    </a:cubicBezTo>
                    <a:cubicBezTo>
                      <a:pt x="16780" y="18242"/>
                      <a:pt x="16112" y="18009"/>
                      <a:pt x="15479" y="17742"/>
                    </a:cubicBezTo>
                    <a:cubicBezTo>
                      <a:pt x="16789" y="17514"/>
                      <a:pt x="18072" y="17362"/>
                      <a:pt x="19337" y="17362"/>
                    </a:cubicBezTo>
                    <a:close/>
                    <a:moveTo>
                      <a:pt x="45900" y="5533"/>
                    </a:moveTo>
                    <a:cubicBezTo>
                      <a:pt x="44800" y="7468"/>
                      <a:pt x="43966" y="9469"/>
                      <a:pt x="42531" y="11270"/>
                    </a:cubicBezTo>
                    <a:cubicBezTo>
                      <a:pt x="42229" y="11663"/>
                      <a:pt x="42529" y="12466"/>
                      <a:pt x="43058" y="12466"/>
                    </a:cubicBezTo>
                    <a:cubicBezTo>
                      <a:pt x="43114" y="12466"/>
                      <a:pt x="43172" y="12457"/>
                      <a:pt x="43232" y="12438"/>
                    </a:cubicBezTo>
                    <a:cubicBezTo>
                      <a:pt x="43332" y="12405"/>
                      <a:pt x="43432" y="12371"/>
                      <a:pt x="43565" y="12338"/>
                    </a:cubicBezTo>
                    <a:lnTo>
                      <a:pt x="43565" y="12338"/>
                    </a:lnTo>
                    <a:cubicBezTo>
                      <a:pt x="42498" y="13705"/>
                      <a:pt x="41330" y="14906"/>
                      <a:pt x="39996" y="16007"/>
                    </a:cubicBezTo>
                    <a:cubicBezTo>
                      <a:pt x="39596" y="16307"/>
                      <a:pt x="39729" y="17041"/>
                      <a:pt x="40196" y="17208"/>
                    </a:cubicBezTo>
                    <a:cubicBezTo>
                      <a:pt x="40330" y="17275"/>
                      <a:pt x="40463" y="17341"/>
                      <a:pt x="40630" y="17375"/>
                    </a:cubicBezTo>
                    <a:cubicBezTo>
                      <a:pt x="37194" y="18642"/>
                      <a:pt x="34059" y="20410"/>
                      <a:pt x="31523" y="23112"/>
                    </a:cubicBezTo>
                    <a:cubicBezTo>
                      <a:pt x="31523" y="23112"/>
                      <a:pt x="31523" y="23079"/>
                      <a:pt x="31523" y="23079"/>
                    </a:cubicBezTo>
                    <a:cubicBezTo>
                      <a:pt x="31357" y="21678"/>
                      <a:pt x="30389" y="20544"/>
                      <a:pt x="29188" y="19743"/>
                    </a:cubicBezTo>
                    <a:cubicBezTo>
                      <a:pt x="29455" y="19443"/>
                      <a:pt x="29756" y="19109"/>
                      <a:pt x="30056" y="18776"/>
                    </a:cubicBezTo>
                    <a:cubicBezTo>
                      <a:pt x="30616" y="18896"/>
                      <a:pt x="31177" y="18956"/>
                      <a:pt x="31751" y="18956"/>
                    </a:cubicBezTo>
                    <a:cubicBezTo>
                      <a:pt x="32135" y="18956"/>
                      <a:pt x="32524" y="18929"/>
                      <a:pt x="32924" y="18876"/>
                    </a:cubicBezTo>
                    <a:cubicBezTo>
                      <a:pt x="33291" y="18809"/>
                      <a:pt x="33191" y="18242"/>
                      <a:pt x="32824" y="18242"/>
                    </a:cubicBezTo>
                    <a:cubicBezTo>
                      <a:pt x="32600" y="18252"/>
                      <a:pt x="32378" y="18256"/>
                      <a:pt x="32157" y="18256"/>
                    </a:cubicBezTo>
                    <a:cubicBezTo>
                      <a:pt x="31624" y="18256"/>
                      <a:pt x="31099" y="18232"/>
                      <a:pt x="30556" y="18209"/>
                    </a:cubicBezTo>
                    <a:cubicBezTo>
                      <a:pt x="31490" y="17108"/>
                      <a:pt x="32424" y="16074"/>
                      <a:pt x="33425" y="15040"/>
                    </a:cubicBezTo>
                    <a:cubicBezTo>
                      <a:pt x="34859" y="15507"/>
                      <a:pt x="36961" y="15573"/>
                      <a:pt x="37428" y="15573"/>
                    </a:cubicBezTo>
                    <a:cubicBezTo>
                      <a:pt x="37440" y="15574"/>
                      <a:pt x="37451" y="15575"/>
                      <a:pt x="37462" y="15575"/>
                    </a:cubicBezTo>
                    <a:cubicBezTo>
                      <a:pt x="37961" y="15575"/>
                      <a:pt x="37952" y="14870"/>
                      <a:pt x="37528" y="14740"/>
                    </a:cubicBezTo>
                    <a:cubicBezTo>
                      <a:pt x="36794" y="14539"/>
                      <a:pt x="36027" y="14406"/>
                      <a:pt x="35293" y="14273"/>
                    </a:cubicBezTo>
                    <a:cubicBezTo>
                      <a:pt x="35126" y="14239"/>
                      <a:pt x="34726" y="14239"/>
                      <a:pt x="34325" y="14206"/>
                    </a:cubicBezTo>
                    <a:cubicBezTo>
                      <a:pt x="34459" y="14072"/>
                      <a:pt x="34592" y="13939"/>
                      <a:pt x="34726" y="13839"/>
                    </a:cubicBezTo>
                    <a:cubicBezTo>
                      <a:pt x="35393" y="13238"/>
                      <a:pt x="36093" y="12738"/>
                      <a:pt x="36827" y="12238"/>
                    </a:cubicBezTo>
                    <a:cubicBezTo>
                      <a:pt x="37628" y="12505"/>
                      <a:pt x="38428" y="12738"/>
                      <a:pt x="39262" y="12872"/>
                    </a:cubicBezTo>
                    <a:cubicBezTo>
                      <a:pt x="39273" y="12873"/>
                      <a:pt x="39283" y="12873"/>
                      <a:pt x="39292" y="12873"/>
                    </a:cubicBezTo>
                    <a:cubicBezTo>
                      <a:pt x="39567" y="12873"/>
                      <a:pt x="39620" y="12434"/>
                      <a:pt x="39362" y="12338"/>
                    </a:cubicBezTo>
                    <a:cubicBezTo>
                      <a:pt x="38729" y="12138"/>
                      <a:pt x="38061" y="12004"/>
                      <a:pt x="37394" y="11871"/>
                    </a:cubicBezTo>
                    <a:cubicBezTo>
                      <a:pt x="39062" y="10837"/>
                      <a:pt x="40797" y="9936"/>
                      <a:pt x="42431" y="8835"/>
                    </a:cubicBezTo>
                    <a:cubicBezTo>
                      <a:pt x="42706" y="8622"/>
                      <a:pt x="42673" y="8018"/>
                      <a:pt x="42309" y="8018"/>
                    </a:cubicBezTo>
                    <a:cubicBezTo>
                      <a:pt x="42275" y="8018"/>
                      <a:pt x="42238" y="8023"/>
                      <a:pt x="42198" y="8035"/>
                    </a:cubicBezTo>
                    <a:cubicBezTo>
                      <a:pt x="40163" y="8568"/>
                      <a:pt x="38228" y="9803"/>
                      <a:pt x="36494" y="11170"/>
                    </a:cubicBezTo>
                    <a:cubicBezTo>
                      <a:pt x="36494" y="10870"/>
                      <a:pt x="36460" y="10603"/>
                      <a:pt x="36494" y="10336"/>
                    </a:cubicBezTo>
                    <a:cubicBezTo>
                      <a:pt x="36494" y="9869"/>
                      <a:pt x="36527" y="9402"/>
                      <a:pt x="36560" y="8935"/>
                    </a:cubicBezTo>
                    <a:cubicBezTo>
                      <a:pt x="36583" y="8799"/>
                      <a:pt x="36452" y="8663"/>
                      <a:pt x="36334" y="8663"/>
                    </a:cubicBezTo>
                    <a:cubicBezTo>
                      <a:pt x="36278" y="8663"/>
                      <a:pt x="36226" y="8694"/>
                      <a:pt x="36193" y="8769"/>
                    </a:cubicBezTo>
                    <a:cubicBezTo>
                      <a:pt x="35760" y="9603"/>
                      <a:pt x="35526" y="10770"/>
                      <a:pt x="35793" y="11704"/>
                    </a:cubicBezTo>
                    <a:cubicBezTo>
                      <a:pt x="35426" y="12004"/>
                      <a:pt x="35059" y="12304"/>
                      <a:pt x="34692" y="12605"/>
                    </a:cubicBezTo>
                    <a:cubicBezTo>
                      <a:pt x="34159" y="13072"/>
                      <a:pt x="33658" y="13539"/>
                      <a:pt x="33125" y="14039"/>
                    </a:cubicBezTo>
                    <a:cubicBezTo>
                      <a:pt x="33058" y="14006"/>
                      <a:pt x="32958" y="13972"/>
                      <a:pt x="32891" y="13939"/>
                    </a:cubicBezTo>
                    <a:cubicBezTo>
                      <a:pt x="33025" y="13439"/>
                      <a:pt x="33025" y="12905"/>
                      <a:pt x="33091" y="12405"/>
                    </a:cubicBezTo>
                    <a:cubicBezTo>
                      <a:pt x="33225" y="11637"/>
                      <a:pt x="33425" y="10903"/>
                      <a:pt x="33592" y="10170"/>
                    </a:cubicBezTo>
                    <a:cubicBezTo>
                      <a:pt x="33613" y="10040"/>
                      <a:pt x="33523" y="9952"/>
                      <a:pt x="33429" y="9952"/>
                    </a:cubicBezTo>
                    <a:cubicBezTo>
                      <a:pt x="33378" y="9952"/>
                      <a:pt x="33327" y="9978"/>
                      <a:pt x="33291" y="10036"/>
                    </a:cubicBezTo>
                    <a:cubicBezTo>
                      <a:pt x="32658" y="10937"/>
                      <a:pt x="32124" y="12405"/>
                      <a:pt x="32157" y="13605"/>
                    </a:cubicBezTo>
                    <a:cubicBezTo>
                      <a:pt x="31990" y="14039"/>
                      <a:pt x="32157" y="14373"/>
                      <a:pt x="32524" y="14639"/>
                    </a:cubicBezTo>
                    <a:cubicBezTo>
                      <a:pt x="31490" y="15707"/>
                      <a:pt x="30556" y="16841"/>
                      <a:pt x="29789" y="18075"/>
                    </a:cubicBezTo>
                    <a:cubicBezTo>
                      <a:pt x="29622" y="17341"/>
                      <a:pt x="29322" y="16674"/>
                      <a:pt x="29155" y="15940"/>
                    </a:cubicBezTo>
                    <a:cubicBezTo>
                      <a:pt x="28955" y="15073"/>
                      <a:pt x="28955" y="14172"/>
                      <a:pt x="29055" y="13305"/>
                    </a:cubicBezTo>
                    <a:cubicBezTo>
                      <a:pt x="29075" y="13206"/>
                      <a:pt x="29000" y="13142"/>
                      <a:pt x="28929" y="13142"/>
                    </a:cubicBezTo>
                    <a:cubicBezTo>
                      <a:pt x="28881" y="13142"/>
                      <a:pt x="28835" y="13171"/>
                      <a:pt x="28822" y="13238"/>
                    </a:cubicBezTo>
                    <a:cubicBezTo>
                      <a:pt x="28488" y="14673"/>
                      <a:pt x="28355" y="16841"/>
                      <a:pt x="29188" y="18175"/>
                    </a:cubicBezTo>
                    <a:cubicBezTo>
                      <a:pt x="29122" y="18309"/>
                      <a:pt x="29188" y="18542"/>
                      <a:pt x="29355" y="18609"/>
                    </a:cubicBezTo>
                    <a:lnTo>
                      <a:pt x="29455" y="18609"/>
                    </a:lnTo>
                    <a:cubicBezTo>
                      <a:pt x="29255" y="18943"/>
                      <a:pt x="29088" y="19276"/>
                      <a:pt x="28922" y="19610"/>
                    </a:cubicBezTo>
                    <a:cubicBezTo>
                      <a:pt x="28355" y="19276"/>
                      <a:pt x="27754" y="19009"/>
                      <a:pt x="27154" y="18876"/>
                    </a:cubicBezTo>
                    <a:cubicBezTo>
                      <a:pt x="26987" y="18842"/>
                      <a:pt x="26820" y="18809"/>
                      <a:pt x="26653" y="18776"/>
                    </a:cubicBezTo>
                    <a:cubicBezTo>
                      <a:pt x="26653" y="18709"/>
                      <a:pt x="26620" y="18642"/>
                      <a:pt x="26553" y="18609"/>
                    </a:cubicBezTo>
                    <a:cubicBezTo>
                      <a:pt x="26420" y="18409"/>
                      <a:pt x="26253" y="18242"/>
                      <a:pt x="26086" y="18075"/>
                    </a:cubicBezTo>
                    <a:cubicBezTo>
                      <a:pt x="27154" y="14639"/>
                      <a:pt x="28288" y="11504"/>
                      <a:pt x="30223" y="8502"/>
                    </a:cubicBezTo>
                    <a:cubicBezTo>
                      <a:pt x="30289" y="8902"/>
                      <a:pt x="30389" y="9336"/>
                      <a:pt x="30489" y="9736"/>
                    </a:cubicBezTo>
                    <a:cubicBezTo>
                      <a:pt x="30531" y="9966"/>
                      <a:pt x="30718" y="10131"/>
                      <a:pt x="30917" y="10131"/>
                    </a:cubicBezTo>
                    <a:cubicBezTo>
                      <a:pt x="31035" y="10131"/>
                      <a:pt x="31157" y="10073"/>
                      <a:pt x="31257" y="9936"/>
                    </a:cubicBezTo>
                    <a:cubicBezTo>
                      <a:pt x="31957" y="8902"/>
                      <a:pt x="32658" y="7901"/>
                      <a:pt x="33425" y="6901"/>
                    </a:cubicBezTo>
                    <a:cubicBezTo>
                      <a:pt x="33525" y="7301"/>
                      <a:pt x="33625" y="7634"/>
                      <a:pt x="33758" y="8035"/>
                    </a:cubicBezTo>
                    <a:cubicBezTo>
                      <a:pt x="33823" y="8229"/>
                      <a:pt x="34013" y="8339"/>
                      <a:pt x="34202" y="8339"/>
                    </a:cubicBezTo>
                    <a:cubicBezTo>
                      <a:pt x="34306" y="8339"/>
                      <a:pt x="34410" y="8306"/>
                      <a:pt x="34492" y="8235"/>
                    </a:cubicBezTo>
                    <a:cubicBezTo>
                      <a:pt x="35560" y="7301"/>
                      <a:pt x="36861" y="6434"/>
                      <a:pt x="38128" y="5733"/>
                    </a:cubicBezTo>
                    <a:cubicBezTo>
                      <a:pt x="38128" y="6200"/>
                      <a:pt x="38128" y="6667"/>
                      <a:pt x="38128" y="7134"/>
                    </a:cubicBezTo>
                    <a:cubicBezTo>
                      <a:pt x="38128" y="7523"/>
                      <a:pt x="38359" y="7842"/>
                      <a:pt x="38725" y="7842"/>
                    </a:cubicBezTo>
                    <a:cubicBezTo>
                      <a:pt x="38799" y="7842"/>
                      <a:pt x="38878" y="7829"/>
                      <a:pt x="38962" y="7801"/>
                    </a:cubicBezTo>
                    <a:cubicBezTo>
                      <a:pt x="41264" y="7001"/>
                      <a:pt x="43599" y="6300"/>
                      <a:pt x="45900" y="5533"/>
                    </a:cubicBezTo>
                    <a:close/>
                    <a:moveTo>
                      <a:pt x="25523" y="20338"/>
                    </a:moveTo>
                    <a:cubicBezTo>
                      <a:pt x="27475" y="20338"/>
                      <a:pt x="29309" y="21007"/>
                      <a:pt x="30923" y="22879"/>
                    </a:cubicBezTo>
                    <a:cubicBezTo>
                      <a:pt x="29324" y="23349"/>
                      <a:pt x="27752" y="23614"/>
                      <a:pt x="26224" y="23614"/>
                    </a:cubicBezTo>
                    <a:cubicBezTo>
                      <a:pt x="23960" y="23614"/>
                      <a:pt x="21794" y="23032"/>
                      <a:pt x="19782" y="21678"/>
                    </a:cubicBezTo>
                    <a:cubicBezTo>
                      <a:pt x="21741" y="20933"/>
                      <a:pt x="23684" y="20338"/>
                      <a:pt x="25523" y="20338"/>
                    </a:cubicBezTo>
                    <a:close/>
                    <a:moveTo>
                      <a:pt x="15912" y="19676"/>
                    </a:moveTo>
                    <a:cubicBezTo>
                      <a:pt x="16680" y="19977"/>
                      <a:pt x="17513" y="20243"/>
                      <a:pt x="18347" y="20410"/>
                    </a:cubicBezTo>
                    <a:cubicBezTo>
                      <a:pt x="18147" y="20510"/>
                      <a:pt x="17980" y="20577"/>
                      <a:pt x="17780" y="20677"/>
                    </a:cubicBezTo>
                    <a:cubicBezTo>
                      <a:pt x="17247" y="20911"/>
                      <a:pt x="17213" y="21745"/>
                      <a:pt x="17680" y="22111"/>
                    </a:cubicBezTo>
                    <a:cubicBezTo>
                      <a:pt x="18081" y="22445"/>
                      <a:pt x="18548" y="22745"/>
                      <a:pt x="19015" y="23045"/>
                    </a:cubicBezTo>
                    <a:cubicBezTo>
                      <a:pt x="17947" y="23212"/>
                      <a:pt x="16913" y="23613"/>
                      <a:pt x="15846" y="23813"/>
                    </a:cubicBezTo>
                    <a:cubicBezTo>
                      <a:pt x="15312" y="23913"/>
                      <a:pt x="11643" y="23846"/>
                      <a:pt x="11609" y="23913"/>
                    </a:cubicBezTo>
                    <a:cubicBezTo>
                      <a:pt x="12543" y="22078"/>
                      <a:pt x="14311" y="20877"/>
                      <a:pt x="15912" y="19676"/>
                    </a:cubicBezTo>
                    <a:close/>
                    <a:moveTo>
                      <a:pt x="13911" y="18809"/>
                    </a:moveTo>
                    <a:cubicBezTo>
                      <a:pt x="14144" y="18943"/>
                      <a:pt x="14411" y="19043"/>
                      <a:pt x="14645" y="19143"/>
                    </a:cubicBezTo>
                    <a:cubicBezTo>
                      <a:pt x="13777" y="19610"/>
                      <a:pt x="12977" y="20210"/>
                      <a:pt x="12243" y="20877"/>
                    </a:cubicBezTo>
                    <a:cubicBezTo>
                      <a:pt x="11442" y="21578"/>
                      <a:pt x="9775" y="23212"/>
                      <a:pt x="10208" y="24446"/>
                    </a:cubicBezTo>
                    <a:cubicBezTo>
                      <a:pt x="9408" y="24380"/>
                      <a:pt x="8574" y="24380"/>
                      <a:pt x="7740" y="24380"/>
                    </a:cubicBezTo>
                    <a:cubicBezTo>
                      <a:pt x="8507" y="23346"/>
                      <a:pt x="9274" y="22345"/>
                      <a:pt x="10242" y="21444"/>
                    </a:cubicBezTo>
                    <a:cubicBezTo>
                      <a:pt x="11342" y="20410"/>
                      <a:pt x="12777" y="19743"/>
                      <a:pt x="13911" y="18809"/>
                    </a:cubicBezTo>
                    <a:close/>
                    <a:moveTo>
                      <a:pt x="18147" y="24780"/>
                    </a:moveTo>
                    <a:lnTo>
                      <a:pt x="18147" y="24780"/>
                    </a:lnTo>
                    <a:cubicBezTo>
                      <a:pt x="17647" y="25414"/>
                      <a:pt x="17147" y="26081"/>
                      <a:pt x="16713" y="26815"/>
                    </a:cubicBezTo>
                    <a:cubicBezTo>
                      <a:pt x="16346" y="27449"/>
                      <a:pt x="15412" y="28716"/>
                      <a:pt x="15645" y="29650"/>
                    </a:cubicBezTo>
                    <a:cubicBezTo>
                      <a:pt x="14445" y="29584"/>
                      <a:pt x="13244" y="29550"/>
                      <a:pt x="12043" y="29317"/>
                    </a:cubicBezTo>
                    <a:cubicBezTo>
                      <a:pt x="11643" y="29217"/>
                      <a:pt x="11242" y="29117"/>
                      <a:pt x="10842" y="29016"/>
                    </a:cubicBezTo>
                    <a:cubicBezTo>
                      <a:pt x="9808" y="28783"/>
                      <a:pt x="10775" y="27549"/>
                      <a:pt x="10975" y="27215"/>
                    </a:cubicBezTo>
                    <a:cubicBezTo>
                      <a:pt x="11276" y="26648"/>
                      <a:pt x="11609" y="26081"/>
                      <a:pt x="11843" y="25481"/>
                    </a:cubicBezTo>
                    <a:cubicBezTo>
                      <a:pt x="12054" y="25503"/>
                      <a:pt x="12273" y="25510"/>
                      <a:pt x="12488" y="25510"/>
                    </a:cubicBezTo>
                    <a:cubicBezTo>
                      <a:pt x="12918" y="25510"/>
                      <a:pt x="13333" y="25481"/>
                      <a:pt x="13644" y="25481"/>
                    </a:cubicBezTo>
                    <a:cubicBezTo>
                      <a:pt x="15112" y="25414"/>
                      <a:pt x="16713" y="25280"/>
                      <a:pt x="18147" y="24780"/>
                    </a:cubicBezTo>
                    <a:close/>
                    <a:moveTo>
                      <a:pt x="20149" y="23646"/>
                    </a:moveTo>
                    <a:cubicBezTo>
                      <a:pt x="22114" y="24617"/>
                      <a:pt x="24308" y="25191"/>
                      <a:pt x="26483" y="25191"/>
                    </a:cubicBezTo>
                    <a:cubicBezTo>
                      <a:pt x="27520" y="25191"/>
                      <a:pt x="28554" y="25060"/>
                      <a:pt x="29555" y="24780"/>
                    </a:cubicBezTo>
                    <a:lnTo>
                      <a:pt x="29555" y="24780"/>
                    </a:lnTo>
                    <a:cubicBezTo>
                      <a:pt x="28154" y="25914"/>
                      <a:pt x="27054" y="27582"/>
                      <a:pt x="26153" y="28983"/>
                    </a:cubicBezTo>
                    <a:cubicBezTo>
                      <a:pt x="25953" y="29250"/>
                      <a:pt x="25719" y="29584"/>
                      <a:pt x="25486" y="29950"/>
                    </a:cubicBezTo>
                    <a:cubicBezTo>
                      <a:pt x="23117" y="29917"/>
                      <a:pt x="20649" y="29750"/>
                      <a:pt x="18281" y="29417"/>
                    </a:cubicBezTo>
                    <a:cubicBezTo>
                      <a:pt x="17480" y="29283"/>
                      <a:pt x="16813" y="29517"/>
                      <a:pt x="17213" y="28549"/>
                    </a:cubicBezTo>
                    <a:cubicBezTo>
                      <a:pt x="17513" y="27849"/>
                      <a:pt x="17914" y="27148"/>
                      <a:pt x="18281" y="26481"/>
                    </a:cubicBezTo>
                    <a:cubicBezTo>
                      <a:pt x="18848" y="25481"/>
                      <a:pt x="19482" y="24580"/>
                      <a:pt x="20149" y="23646"/>
                    </a:cubicBezTo>
                    <a:close/>
                    <a:moveTo>
                      <a:pt x="10875" y="25681"/>
                    </a:moveTo>
                    <a:cubicBezTo>
                      <a:pt x="9675" y="26782"/>
                      <a:pt x="8307" y="28583"/>
                      <a:pt x="9341" y="29784"/>
                    </a:cubicBezTo>
                    <a:cubicBezTo>
                      <a:pt x="9741" y="30251"/>
                      <a:pt x="10609" y="30484"/>
                      <a:pt x="11442" y="30618"/>
                    </a:cubicBezTo>
                    <a:cubicBezTo>
                      <a:pt x="11376" y="30651"/>
                      <a:pt x="11342" y="30651"/>
                      <a:pt x="11276" y="30684"/>
                    </a:cubicBezTo>
                    <a:cubicBezTo>
                      <a:pt x="11276" y="30684"/>
                      <a:pt x="11242" y="30651"/>
                      <a:pt x="11209" y="30651"/>
                    </a:cubicBezTo>
                    <a:cubicBezTo>
                      <a:pt x="11080" y="30634"/>
                      <a:pt x="10951" y="30627"/>
                      <a:pt x="10820" y="30627"/>
                    </a:cubicBezTo>
                    <a:cubicBezTo>
                      <a:pt x="9901" y="30627"/>
                      <a:pt x="8941" y="30989"/>
                      <a:pt x="8007" y="31018"/>
                    </a:cubicBezTo>
                    <a:cubicBezTo>
                      <a:pt x="7868" y="31029"/>
                      <a:pt x="7722" y="31033"/>
                      <a:pt x="7573" y="31033"/>
                    </a:cubicBezTo>
                    <a:cubicBezTo>
                      <a:pt x="7273" y="31033"/>
                      <a:pt x="6957" y="31018"/>
                      <a:pt x="6643" y="31018"/>
                    </a:cubicBezTo>
                    <a:cubicBezTo>
                      <a:pt x="6172" y="31018"/>
                      <a:pt x="5705" y="31051"/>
                      <a:pt x="5305" y="31218"/>
                    </a:cubicBezTo>
                    <a:cubicBezTo>
                      <a:pt x="4771" y="31218"/>
                      <a:pt x="4237" y="31251"/>
                      <a:pt x="3704" y="31251"/>
                    </a:cubicBezTo>
                    <a:cubicBezTo>
                      <a:pt x="4337" y="30184"/>
                      <a:pt x="5038" y="29150"/>
                      <a:pt x="5872" y="28216"/>
                    </a:cubicBezTo>
                    <a:cubicBezTo>
                      <a:pt x="6639" y="27382"/>
                      <a:pt x="7706" y="26681"/>
                      <a:pt x="8374" y="25747"/>
                    </a:cubicBezTo>
                    <a:cubicBezTo>
                      <a:pt x="8691" y="25760"/>
                      <a:pt x="9004" y="25767"/>
                      <a:pt x="9313" y="25767"/>
                    </a:cubicBezTo>
                    <a:cubicBezTo>
                      <a:pt x="9847" y="25767"/>
                      <a:pt x="10368" y="25744"/>
                      <a:pt x="10875" y="25681"/>
                    </a:cubicBezTo>
                    <a:close/>
                    <a:moveTo>
                      <a:pt x="31290" y="24913"/>
                    </a:moveTo>
                    <a:cubicBezTo>
                      <a:pt x="31757" y="26448"/>
                      <a:pt x="32157" y="27882"/>
                      <a:pt x="31657" y="29617"/>
                    </a:cubicBezTo>
                    <a:cubicBezTo>
                      <a:pt x="30956" y="32119"/>
                      <a:pt x="27854" y="32719"/>
                      <a:pt x="25686" y="33086"/>
                    </a:cubicBezTo>
                    <a:cubicBezTo>
                      <a:pt x="25686" y="33086"/>
                      <a:pt x="27454" y="29450"/>
                      <a:pt x="27921" y="28750"/>
                    </a:cubicBezTo>
                    <a:cubicBezTo>
                      <a:pt x="28888" y="27349"/>
                      <a:pt x="30256" y="26248"/>
                      <a:pt x="31290" y="24913"/>
                    </a:cubicBezTo>
                    <a:close/>
                    <a:moveTo>
                      <a:pt x="47001" y="24280"/>
                    </a:moveTo>
                    <a:cubicBezTo>
                      <a:pt x="46901" y="24580"/>
                      <a:pt x="46801" y="24880"/>
                      <a:pt x="46701" y="25180"/>
                    </a:cubicBezTo>
                    <a:cubicBezTo>
                      <a:pt x="46610" y="25513"/>
                      <a:pt x="46821" y="26066"/>
                      <a:pt x="47235" y="26066"/>
                    </a:cubicBezTo>
                    <a:cubicBezTo>
                      <a:pt x="47277" y="26066"/>
                      <a:pt x="47322" y="26060"/>
                      <a:pt x="47368" y="26048"/>
                    </a:cubicBezTo>
                    <a:cubicBezTo>
                      <a:pt x="48802" y="25681"/>
                      <a:pt x="50170" y="25247"/>
                      <a:pt x="51504" y="24680"/>
                    </a:cubicBezTo>
                    <a:lnTo>
                      <a:pt x="51504" y="24680"/>
                    </a:lnTo>
                    <a:cubicBezTo>
                      <a:pt x="50270" y="28183"/>
                      <a:pt x="47035" y="30551"/>
                      <a:pt x="43599" y="31818"/>
                    </a:cubicBezTo>
                    <a:cubicBezTo>
                      <a:pt x="43499" y="31852"/>
                      <a:pt x="43432" y="31919"/>
                      <a:pt x="43365" y="31985"/>
                    </a:cubicBezTo>
                    <a:cubicBezTo>
                      <a:pt x="43198" y="32019"/>
                      <a:pt x="43098" y="32285"/>
                      <a:pt x="43232" y="32452"/>
                    </a:cubicBezTo>
                    <a:cubicBezTo>
                      <a:pt x="43265" y="32486"/>
                      <a:pt x="43265" y="32486"/>
                      <a:pt x="43299" y="32519"/>
                    </a:cubicBezTo>
                    <a:cubicBezTo>
                      <a:pt x="43332" y="32752"/>
                      <a:pt x="43499" y="32953"/>
                      <a:pt x="43699" y="33019"/>
                    </a:cubicBezTo>
                    <a:cubicBezTo>
                      <a:pt x="43899" y="33253"/>
                      <a:pt x="44132" y="33486"/>
                      <a:pt x="44333" y="33686"/>
                    </a:cubicBezTo>
                    <a:cubicBezTo>
                      <a:pt x="43540" y="33807"/>
                      <a:pt x="42756" y="33874"/>
                      <a:pt x="41967" y="33874"/>
                    </a:cubicBezTo>
                    <a:cubicBezTo>
                      <a:pt x="41229" y="33874"/>
                      <a:pt x="40487" y="33815"/>
                      <a:pt x="39729" y="33686"/>
                    </a:cubicBezTo>
                    <a:cubicBezTo>
                      <a:pt x="37394" y="33320"/>
                      <a:pt x="35793" y="31985"/>
                      <a:pt x="33725" y="31151"/>
                    </a:cubicBezTo>
                    <a:cubicBezTo>
                      <a:pt x="33692" y="31118"/>
                      <a:pt x="33625" y="31118"/>
                      <a:pt x="33592" y="31118"/>
                    </a:cubicBezTo>
                    <a:cubicBezTo>
                      <a:pt x="33458" y="30884"/>
                      <a:pt x="33258" y="30651"/>
                      <a:pt x="33058" y="30417"/>
                    </a:cubicBezTo>
                    <a:cubicBezTo>
                      <a:pt x="33158" y="30151"/>
                      <a:pt x="33258" y="29850"/>
                      <a:pt x="33325" y="29584"/>
                    </a:cubicBezTo>
                    <a:cubicBezTo>
                      <a:pt x="35093" y="30184"/>
                      <a:pt x="37127" y="30518"/>
                      <a:pt x="39162" y="30551"/>
                    </a:cubicBezTo>
                    <a:cubicBezTo>
                      <a:pt x="39362" y="30651"/>
                      <a:pt x="39563" y="30784"/>
                      <a:pt x="39729" y="30884"/>
                    </a:cubicBezTo>
                    <a:cubicBezTo>
                      <a:pt x="40230" y="31185"/>
                      <a:pt x="40730" y="31452"/>
                      <a:pt x="41297" y="31618"/>
                    </a:cubicBezTo>
                    <a:cubicBezTo>
                      <a:pt x="41337" y="31633"/>
                      <a:pt x="41375" y="31639"/>
                      <a:pt x="41411" y="31639"/>
                    </a:cubicBezTo>
                    <a:cubicBezTo>
                      <a:pt x="41708" y="31639"/>
                      <a:pt x="41865" y="31193"/>
                      <a:pt x="41597" y="30985"/>
                    </a:cubicBezTo>
                    <a:cubicBezTo>
                      <a:pt x="41330" y="30818"/>
                      <a:pt x="41030" y="30651"/>
                      <a:pt x="40763" y="30484"/>
                    </a:cubicBezTo>
                    <a:cubicBezTo>
                      <a:pt x="42965" y="30317"/>
                      <a:pt x="45133" y="29784"/>
                      <a:pt x="46901" y="28816"/>
                    </a:cubicBezTo>
                    <a:cubicBezTo>
                      <a:pt x="47278" y="28596"/>
                      <a:pt x="47152" y="27874"/>
                      <a:pt x="46718" y="27874"/>
                    </a:cubicBezTo>
                    <a:cubicBezTo>
                      <a:pt x="46691" y="27874"/>
                      <a:pt x="46663" y="27876"/>
                      <a:pt x="46634" y="27882"/>
                    </a:cubicBezTo>
                    <a:cubicBezTo>
                      <a:pt x="45900" y="28049"/>
                      <a:pt x="45200" y="28216"/>
                      <a:pt x="44466" y="28416"/>
                    </a:cubicBezTo>
                    <a:cubicBezTo>
                      <a:pt x="44933" y="28016"/>
                      <a:pt x="45300" y="27549"/>
                      <a:pt x="45600" y="26982"/>
                    </a:cubicBezTo>
                    <a:cubicBezTo>
                      <a:pt x="45723" y="26711"/>
                      <a:pt x="45538" y="26423"/>
                      <a:pt x="45313" y="26423"/>
                    </a:cubicBezTo>
                    <a:cubicBezTo>
                      <a:pt x="45232" y="26423"/>
                      <a:pt x="45146" y="26460"/>
                      <a:pt x="45066" y="26548"/>
                    </a:cubicBezTo>
                    <a:cubicBezTo>
                      <a:pt x="44466" y="27282"/>
                      <a:pt x="43766" y="28049"/>
                      <a:pt x="42965" y="28583"/>
                    </a:cubicBezTo>
                    <a:cubicBezTo>
                      <a:pt x="42865" y="28650"/>
                      <a:pt x="42832" y="28750"/>
                      <a:pt x="42798" y="28850"/>
                    </a:cubicBezTo>
                    <a:cubicBezTo>
                      <a:pt x="42031" y="29016"/>
                      <a:pt x="41264" y="29183"/>
                      <a:pt x="40430" y="29250"/>
                    </a:cubicBezTo>
                    <a:cubicBezTo>
                      <a:pt x="39796" y="29350"/>
                      <a:pt x="39162" y="29383"/>
                      <a:pt x="38528" y="29383"/>
                    </a:cubicBezTo>
                    <a:cubicBezTo>
                      <a:pt x="39529" y="29016"/>
                      <a:pt x="40497" y="28583"/>
                      <a:pt x="41431" y="28082"/>
                    </a:cubicBezTo>
                    <a:cubicBezTo>
                      <a:pt x="41759" y="27933"/>
                      <a:pt x="41606" y="27462"/>
                      <a:pt x="41282" y="27462"/>
                    </a:cubicBezTo>
                    <a:cubicBezTo>
                      <a:pt x="41245" y="27462"/>
                      <a:pt x="41205" y="27468"/>
                      <a:pt x="41164" y="27482"/>
                    </a:cubicBezTo>
                    <a:cubicBezTo>
                      <a:pt x="39696" y="27982"/>
                      <a:pt x="38295" y="28616"/>
                      <a:pt x="36927" y="29350"/>
                    </a:cubicBezTo>
                    <a:cubicBezTo>
                      <a:pt x="35760" y="29283"/>
                      <a:pt x="34592" y="29183"/>
                      <a:pt x="33425" y="29050"/>
                    </a:cubicBezTo>
                    <a:cubicBezTo>
                      <a:pt x="33525" y="28216"/>
                      <a:pt x="33492" y="27349"/>
                      <a:pt x="33291" y="26515"/>
                    </a:cubicBezTo>
                    <a:cubicBezTo>
                      <a:pt x="34959" y="25581"/>
                      <a:pt x="36627" y="24913"/>
                      <a:pt x="38562" y="24847"/>
                    </a:cubicBezTo>
                    <a:cubicBezTo>
                      <a:pt x="38629" y="25147"/>
                      <a:pt x="38695" y="25380"/>
                      <a:pt x="38862" y="25848"/>
                    </a:cubicBezTo>
                    <a:cubicBezTo>
                      <a:pt x="38912" y="26024"/>
                      <a:pt x="39115" y="26162"/>
                      <a:pt x="39311" y="26162"/>
                    </a:cubicBezTo>
                    <a:cubicBezTo>
                      <a:pt x="39375" y="26162"/>
                      <a:pt x="39438" y="26147"/>
                      <a:pt x="39496" y="26114"/>
                    </a:cubicBezTo>
                    <a:cubicBezTo>
                      <a:pt x="41664" y="24847"/>
                      <a:pt x="44433" y="24480"/>
                      <a:pt x="47001" y="24280"/>
                    </a:cubicBezTo>
                    <a:close/>
                    <a:moveTo>
                      <a:pt x="12443" y="30751"/>
                    </a:moveTo>
                    <a:cubicBezTo>
                      <a:pt x="12710" y="30784"/>
                      <a:pt x="12910" y="30818"/>
                      <a:pt x="13110" y="30851"/>
                    </a:cubicBezTo>
                    <a:cubicBezTo>
                      <a:pt x="14074" y="30992"/>
                      <a:pt x="15122" y="31120"/>
                      <a:pt x="16146" y="31120"/>
                    </a:cubicBezTo>
                    <a:cubicBezTo>
                      <a:pt x="16823" y="31120"/>
                      <a:pt x="17490" y="31064"/>
                      <a:pt x="18114" y="30918"/>
                    </a:cubicBezTo>
                    <a:cubicBezTo>
                      <a:pt x="18181" y="30918"/>
                      <a:pt x="18214" y="30884"/>
                      <a:pt x="18281" y="30884"/>
                    </a:cubicBezTo>
                    <a:lnTo>
                      <a:pt x="18347" y="30884"/>
                    </a:lnTo>
                    <a:cubicBezTo>
                      <a:pt x="17180" y="31585"/>
                      <a:pt x="16313" y="32719"/>
                      <a:pt x="15645" y="33887"/>
                    </a:cubicBezTo>
                    <a:cubicBezTo>
                      <a:pt x="15245" y="34654"/>
                      <a:pt x="14678" y="35821"/>
                      <a:pt x="14578" y="36889"/>
                    </a:cubicBezTo>
                    <a:cubicBezTo>
                      <a:pt x="14367" y="36875"/>
                      <a:pt x="14155" y="36869"/>
                      <a:pt x="13944" y="36869"/>
                    </a:cubicBezTo>
                    <a:cubicBezTo>
                      <a:pt x="13366" y="36869"/>
                      <a:pt x="12788" y="36908"/>
                      <a:pt x="12210" y="36908"/>
                    </a:cubicBezTo>
                    <a:cubicBezTo>
                      <a:pt x="11999" y="36908"/>
                      <a:pt x="11787" y="36903"/>
                      <a:pt x="11576" y="36889"/>
                    </a:cubicBezTo>
                    <a:cubicBezTo>
                      <a:pt x="10308" y="36822"/>
                      <a:pt x="9074" y="36555"/>
                      <a:pt x="7873" y="36155"/>
                    </a:cubicBezTo>
                    <a:cubicBezTo>
                      <a:pt x="9041" y="34053"/>
                      <a:pt x="10742" y="32419"/>
                      <a:pt x="12443" y="30751"/>
                    </a:cubicBezTo>
                    <a:close/>
                    <a:moveTo>
                      <a:pt x="7039" y="32452"/>
                    </a:moveTo>
                    <a:cubicBezTo>
                      <a:pt x="7390" y="32527"/>
                      <a:pt x="7777" y="32565"/>
                      <a:pt x="8160" y="32565"/>
                    </a:cubicBezTo>
                    <a:cubicBezTo>
                      <a:pt x="8288" y="32565"/>
                      <a:pt x="8415" y="32561"/>
                      <a:pt x="8540" y="32552"/>
                    </a:cubicBezTo>
                    <a:lnTo>
                      <a:pt x="8540" y="32552"/>
                    </a:lnTo>
                    <a:cubicBezTo>
                      <a:pt x="7506" y="33620"/>
                      <a:pt x="6706" y="34954"/>
                      <a:pt x="6072" y="36322"/>
                    </a:cubicBezTo>
                    <a:cubicBezTo>
                      <a:pt x="6072" y="36355"/>
                      <a:pt x="6072" y="36355"/>
                      <a:pt x="6072" y="36388"/>
                    </a:cubicBezTo>
                    <a:cubicBezTo>
                      <a:pt x="5738" y="36488"/>
                      <a:pt x="5405" y="36655"/>
                      <a:pt x="5105" y="36755"/>
                    </a:cubicBezTo>
                    <a:cubicBezTo>
                      <a:pt x="4838" y="36822"/>
                      <a:pt x="4538" y="36889"/>
                      <a:pt x="4237" y="36989"/>
                    </a:cubicBezTo>
                    <a:cubicBezTo>
                      <a:pt x="3570" y="36989"/>
                      <a:pt x="2936" y="36989"/>
                      <a:pt x="2269" y="36889"/>
                    </a:cubicBezTo>
                    <a:cubicBezTo>
                      <a:pt x="2536" y="35388"/>
                      <a:pt x="3137" y="34053"/>
                      <a:pt x="3570" y="32619"/>
                    </a:cubicBezTo>
                    <a:cubicBezTo>
                      <a:pt x="4704" y="32619"/>
                      <a:pt x="5872" y="32619"/>
                      <a:pt x="7039" y="32452"/>
                    </a:cubicBezTo>
                    <a:close/>
                    <a:moveTo>
                      <a:pt x="25019" y="30718"/>
                    </a:moveTo>
                    <a:lnTo>
                      <a:pt x="25019" y="30718"/>
                    </a:lnTo>
                    <a:cubicBezTo>
                      <a:pt x="24318" y="31952"/>
                      <a:pt x="23718" y="33353"/>
                      <a:pt x="24085" y="34354"/>
                    </a:cubicBezTo>
                    <a:cubicBezTo>
                      <a:pt x="24118" y="34487"/>
                      <a:pt x="24218" y="34587"/>
                      <a:pt x="24318" y="34687"/>
                    </a:cubicBezTo>
                    <a:cubicBezTo>
                      <a:pt x="24118" y="35021"/>
                      <a:pt x="23951" y="35354"/>
                      <a:pt x="23785" y="35721"/>
                    </a:cubicBezTo>
                    <a:cubicBezTo>
                      <a:pt x="22684" y="35921"/>
                      <a:pt x="21650" y="36422"/>
                      <a:pt x="20582" y="36722"/>
                    </a:cubicBezTo>
                    <a:cubicBezTo>
                      <a:pt x="19448" y="37022"/>
                      <a:pt x="18247" y="37189"/>
                      <a:pt x="17046" y="37289"/>
                    </a:cubicBezTo>
                    <a:cubicBezTo>
                      <a:pt x="17012" y="37292"/>
                      <a:pt x="16979" y="37293"/>
                      <a:pt x="16948" y="37293"/>
                    </a:cubicBezTo>
                    <a:cubicBezTo>
                      <a:pt x="15579" y="37293"/>
                      <a:pt x="17020" y="34506"/>
                      <a:pt x="17313" y="33887"/>
                    </a:cubicBezTo>
                    <a:cubicBezTo>
                      <a:pt x="17847" y="32853"/>
                      <a:pt x="18548" y="31919"/>
                      <a:pt x="19181" y="30951"/>
                    </a:cubicBezTo>
                    <a:lnTo>
                      <a:pt x="19515" y="30951"/>
                    </a:lnTo>
                    <a:cubicBezTo>
                      <a:pt x="20183" y="31032"/>
                      <a:pt x="20827" y="31069"/>
                      <a:pt x="21460" y="31069"/>
                    </a:cubicBezTo>
                    <a:cubicBezTo>
                      <a:pt x="22659" y="31069"/>
                      <a:pt x="23818" y="30936"/>
                      <a:pt x="25019" y="30718"/>
                    </a:cubicBezTo>
                    <a:close/>
                    <a:moveTo>
                      <a:pt x="29255" y="34053"/>
                    </a:moveTo>
                    <a:lnTo>
                      <a:pt x="29255" y="34053"/>
                    </a:lnTo>
                    <a:cubicBezTo>
                      <a:pt x="28621" y="35454"/>
                      <a:pt x="28154" y="36989"/>
                      <a:pt x="27821" y="38490"/>
                    </a:cubicBezTo>
                    <a:cubicBezTo>
                      <a:pt x="27387" y="38356"/>
                      <a:pt x="26920" y="38356"/>
                      <a:pt x="26420" y="38356"/>
                    </a:cubicBezTo>
                    <a:cubicBezTo>
                      <a:pt x="25686" y="38390"/>
                      <a:pt x="24952" y="38457"/>
                      <a:pt x="24218" y="38490"/>
                    </a:cubicBezTo>
                    <a:cubicBezTo>
                      <a:pt x="24552" y="37289"/>
                      <a:pt x="25019" y="36122"/>
                      <a:pt x="25352" y="34921"/>
                    </a:cubicBezTo>
                    <a:cubicBezTo>
                      <a:pt x="25460" y="34926"/>
                      <a:pt x="25567" y="34929"/>
                      <a:pt x="25676" y="34929"/>
                    </a:cubicBezTo>
                    <a:cubicBezTo>
                      <a:pt x="26850" y="34929"/>
                      <a:pt x="28095" y="34603"/>
                      <a:pt x="29255" y="34053"/>
                    </a:cubicBezTo>
                    <a:close/>
                    <a:moveTo>
                      <a:pt x="32524" y="31385"/>
                    </a:moveTo>
                    <a:lnTo>
                      <a:pt x="32524" y="31385"/>
                    </a:lnTo>
                    <a:cubicBezTo>
                      <a:pt x="32724" y="32819"/>
                      <a:pt x="32791" y="34153"/>
                      <a:pt x="32257" y="35655"/>
                    </a:cubicBezTo>
                    <a:cubicBezTo>
                      <a:pt x="31757" y="37222"/>
                      <a:pt x="30523" y="38390"/>
                      <a:pt x="29155" y="39290"/>
                    </a:cubicBezTo>
                    <a:cubicBezTo>
                      <a:pt x="29555" y="37156"/>
                      <a:pt x="30223" y="35154"/>
                      <a:pt x="30856" y="33086"/>
                    </a:cubicBezTo>
                    <a:cubicBezTo>
                      <a:pt x="31523" y="32586"/>
                      <a:pt x="32091" y="32019"/>
                      <a:pt x="32524" y="31385"/>
                    </a:cubicBezTo>
                    <a:close/>
                    <a:moveTo>
                      <a:pt x="6039" y="37990"/>
                    </a:moveTo>
                    <a:lnTo>
                      <a:pt x="6039" y="37990"/>
                    </a:lnTo>
                    <a:cubicBezTo>
                      <a:pt x="5672" y="38323"/>
                      <a:pt x="5338" y="38657"/>
                      <a:pt x="5038" y="38924"/>
                    </a:cubicBezTo>
                    <a:cubicBezTo>
                      <a:pt x="4437" y="39524"/>
                      <a:pt x="3237" y="40591"/>
                      <a:pt x="3103" y="41559"/>
                    </a:cubicBezTo>
                    <a:cubicBezTo>
                      <a:pt x="2836" y="41492"/>
                      <a:pt x="2569" y="41392"/>
                      <a:pt x="2336" y="41292"/>
                    </a:cubicBezTo>
                    <a:cubicBezTo>
                      <a:pt x="1302" y="40958"/>
                      <a:pt x="2102" y="39457"/>
                      <a:pt x="2436" y="38323"/>
                    </a:cubicBezTo>
                    <a:cubicBezTo>
                      <a:pt x="2689" y="38358"/>
                      <a:pt x="2939" y="38376"/>
                      <a:pt x="3187" y="38376"/>
                    </a:cubicBezTo>
                    <a:cubicBezTo>
                      <a:pt x="3657" y="38376"/>
                      <a:pt x="4124" y="38309"/>
                      <a:pt x="4604" y="38156"/>
                    </a:cubicBezTo>
                    <a:cubicBezTo>
                      <a:pt x="4654" y="38173"/>
                      <a:pt x="4713" y="38181"/>
                      <a:pt x="4771" y="38181"/>
                    </a:cubicBezTo>
                    <a:cubicBezTo>
                      <a:pt x="4829" y="38181"/>
                      <a:pt x="4888" y="38173"/>
                      <a:pt x="4938" y="38156"/>
                    </a:cubicBezTo>
                    <a:cubicBezTo>
                      <a:pt x="5271" y="38156"/>
                      <a:pt x="5672" y="38123"/>
                      <a:pt x="6039" y="37990"/>
                    </a:cubicBezTo>
                    <a:close/>
                    <a:moveTo>
                      <a:pt x="23084" y="37623"/>
                    </a:moveTo>
                    <a:lnTo>
                      <a:pt x="23084" y="37623"/>
                    </a:lnTo>
                    <a:cubicBezTo>
                      <a:pt x="23051" y="37723"/>
                      <a:pt x="23017" y="37789"/>
                      <a:pt x="22984" y="37889"/>
                    </a:cubicBezTo>
                    <a:cubicBezTo>
                      <a:pt x="21049" y="38457"/>
                      <a:pt x="19448" y="40191"/>
                      <a:pt x="18314" y="42026"/>
                    </a:cubicBezTo>
                    <a:cubicBezTo>
                      <a:pt x="17052" y="42101"/>
                      <a:pt x="15822" y="42166"/>
                      <a:pt x="14593" y="42166"/>
                    </a:cubicBezTo>
                    <a:cubicBezTo>
                      <a:pt x="13646" y="42166"/>
                      <a:pt x="12701" y="42127"/>
                      <a:pt x="11743" y="42026"/>
                    </a:cubicBezTo>
                    <a:cubicBezTo>
                      <a:pt x="12743" y="40825"/>
                      <a:pt x="13978" y="39891"/>
                      <a:pt x="14845" y="38590"/>
                    </a:cubicBezTo>
                    <a:cubicBezTo>
                      <a:pt x="14912" y="38490"/>
                      <a:pt x="14845" y="38323"/>
                      <a:pt x="14745" y="38290"/>
                    </a:cubicBezTo>
                    <a:cubicBezTo>
                      <a:pt x="14778" y="38256"/>
                      <a:pt x="14812" y="38256"/>
                      <a:pt x="14845" y="38256"/>
                    </a:cubicBezTo>
                    <a:cubicBezTo>
                      <a:pt x="15266" y="38936"/>
                      <a:pt x="15969" y="39137"/>
                      <a:pt x="16734" y="39137"/>
                    </a:cubicBezTo>
                    <a:cubicBezTo>
                      <a:pt x="17546" y="39137"/>
                      <a:pt x="18427" y="38910"/>
                      <a:pt x="19115" y="38790"/>
                    </a:cubicBezTo>
                    <a:cubicBezTo>
                      <a:pt x="20349" y="38590"/>
                      <a:pt x="21817" y="38256"/>
                      <a:pt x="23084" y="37623"/>
                    </a:cubicBezTo>
                    <a:close/>
                    <a:moveTo>
                      <a:pt x="8007" y="37889"/>
                    </a:moveTo>
                    <a:cubicBezTo>
                      <a:pt x="9397" y="38306"/>
                      <a:pt x="10972" y="38631"/>
                      <a:pt x="12462" y="38631"/>
                    </a:cubicBezTo>
                    <a:cubicBezTo>
                      <a:pt x="12760" y="38631"/>
                      <a:pt x="13055" y="38618"/>
                      <a:pt x="13344" y="38590"/>
                    </a:cubicBezTo>
                    <a:lnTo>
                      <a:pt x="13344" y="38590"/>
                    </a:lnTo>
                    <a:cubicBezTo>
                      <a:pt x="11876" y="39224"/>
                      <a:pt x="10609" y="40758"/>
                      <a:pt x="9775" y="41992"/>
                    </a:cubicBezTo>
                    <a:cubicBezTo>
                      <a:pt x="9007" y="42026"/>
                      <a:pt x="8240" y="42193"/>
                      <a:pt x="7506" y="42226"/>
                    </a:cubicBezTo>
                    <a:cubicBezTo>
                      <a:pt x="7057" y="42265"/>
                      <a:pt x="6619" y="42281"/>
                      <a:pt x="6179" y="42281"/>
                    </a:cubicBezTo>
                    <a:cubicBezTo>
                      <a:pt x="5868" y="42281"/>
                      <a:pt x="5556" y="42273"/>
                      <a:pt x="5238" y="42259"/>
                    </a:cubicBezTo>
                    <a:cubicBezTo>
                      <a:pt x="4971" y="42193"/>
                      <a:pt x="4704" y="42092"/>
                      <a:pt x="4437" y="41992"/>
                    </a:cubicBezTo>
                    <a:cubicBezTo>
                      <a:pt x="4504" y="41892"/>
                      <a:pt x="4604" y="41759"/>
                      <a:pt x="4704" y="41625"/>
                    </a:cubicBezTo>
                    <a:cubicBezTo>
                      <a:pt x="5071" y="41058"/>
                      <a:pt x="5472" y="40558"/>
                      <a:pt x="5905" y="40091"/>
                    </a:cubicBezTo>
                    <a:cubicBezTo>
                      <a:pt x="6539" y="39391"/>
                      <a:pt x="7473" y="38690"/>
                      <a:pt x="8007" y="37889"/>
                    </a:cubicBezTo>
                    <a:close/>
                    <a:moveTo>
                      <a:pt x="22650" y="39424"/>
                    </a:moveTo>
                    <a:cubicBezTo>
                      <a:pt x="22684" y="39791"/>
                      <a:pt x="22984" y="40058"/>
                      <a:pt x="23418" y="40058"/>
                    </a:cubicBezTo>
                    <a:cubicBezTo>
                      <a:pt x="24352" y="40024"/>
                      <a:pt x="25319" y="39958"/>
                      <a:pt x="26253" y="39891"/>
                    </a:cubicBezTo>
                    <a:cubicBezTo>
                      <a:pt x="26687" y="39858"/>
                      <a:pt x="27154" y="39824"/>
                      <a:pt x="27554" y="39691"/>
                    </a:cubicBezTo>
                    <a:lnTo>
                      <a:pt x="27554" y="39691"/>
                    </a:lnTo>
                    <a:cubicBezTo>
                      <a:pt x="27521" y="39757"/>
                      <a:pt x="27521" y="39858"/>
                      <a:pt x="27487" y="39924"/>
                    </a:cubicBezTo>
                    <a:cubicBezTo>
                      <a:pt x="27421" y="39924"/>
                      <a:pt x="27354" y="39924"/>
                      <a:pt x="27254" y="39958"/>
                    </a:cubicBezTo>
                    <a:cubicBezTo>
                      <a:pt x="25786" y="40591"/>
                      <a:pt x="24452" y="41625"/>
                      <a:pt x="22951" y="42259"/>
                    </a:cubicBezTo>
                    <a:cubicBezTo>
                      <a:pt x="21817" y="42760"/>
                      <a:pt x="20649" y="43093"/>
                      <a:pt x="19482" y="43360"/>
                    </a:cubicBezTo>
                    <a:cubicBezTo>
                      <a:pt x="19882" y="42626"/>
                      <a:pt x="20382" y="41926"/>
                      <a:pt x="20916" y="41225"/>
                    </a:cubicBezTo>
                    <a:cubicBezTo>
                      <a:pt x="21416" y="40558"/>
                      <a:pt x="22050" y="39991"/>
                      <a:pt x="22650" y="39424"/>
                    </a:cubicBezTo>
                    <a:close/>
                    <a:moveTo>
                      <a:pt x="21224" y="1"/>
                    </a:moveTo>
                    <a:cubicBezTo>
                      <a:pt x="21097" y="1"/>
                      <a:pt x="20974" y="48"/>
                      <a:pt x="20883" y="162"/>
                    </a:cubicBezTo>
                    <a:cubicBezTo>
                      <a:pt x="18881" y="2464"/>
                      <a:pt x="17380" y="5099"/>
                      <a:pt x="16379" y="8001"/>
                    </a:cubicBezTo>
                    <a:cubicBezTo>
                      <a:pt x="15779" y="7601"/>
                      <a:pt x="15212" y="7167"/>
                      <a:pt x="14611" y="6801"/>
                    </a:cubicBezTo>
                    <a:cubicBezTo>
                      <a:pt x="14490" y="6709"/>
                      <a:pt x="14358" y="6667"/>
                      <a:pt x="14233" y="6667"/>
                    </a:cubicBezTo>
                    <a:cubicBezTo>
                      <a:pt x="13947" y="6667"/>
                      <a:pt x="13690" y="6886"/>
                      <a:pt x="13644" y="7234"/>
                    </a:cubicBezTo>
                    <a:cubicBezTo>
                      <a:pt x="13310" y="10236"/>
                      <a:pt x="13978" y="13839"/>
                      <a:pt x="16213" y="16007"/>
                    </a:cubicBezTo>
                    <a:cubicBezTo>
                      <a:pt x="15012" y="16207"/>
                      <a:pt x="13844" y="16441"/>
                      <a:pt x="12743" y="16674"/>
                    </a:cubicBezTo>
                    <a:cubicBezTo>
                      <a:pt x="12010" y="16841"/>
                      <a:pt x="11976" y="17808"/>
                      <a:pt x="12577" y="18175"/>
                    </a:cubicBezTo>
                    <a:cubicBezTo>
                      <a:pt x="11543" y="18642"/>
                      <a:pt x="10609" y="19376"/>
                      <a:pt x="9775" y="20010"/>
                    </a:cubicBezTo>
                    <a:cubicBezTo>
                      <a:pt x="8173" y="21244"/>
                      <a:pt x="6672" y="22945"/>
                      <a:pt x="5838" y="24813"/>
                    </a:cubicBezTo>
                    <a:cubicBezTo>
                      <a:pt x="5645" y="25266"/>
                      <a:pt x="6045" y="25749"/>
                      <a:pt x="6495" y="25749"/>
                    </a:cubicBezTo>
                    <a:cubicBezTo>
                      <a:pt x="6509" y="25749"/>
                      <a:pt x="6524" y="25748"/>
                      <a:pt x="6539" y="25747"/>
                    </a:cubicBezTo>
                    <a:lnTo>
                      <a:pt x="6873" y="25747"/>
                    </a:lnTo>
                    <a:cubicBezTo>
                      <a:pt x="6105" y="26248"/>
                      <a:pt x="5405" y="26982"/>
                      <a:pt x="4838" y="27549"/>
                    </a:cubicBezTo>
                    <a:cubicBezTo>
                      <a:pt x="3670" y="28750"/>
                      <a:pt x="2803" y="30184"/>
                      <a:pt x="2069" y="31718"/>
                    </a:cubicBezTo>
                    <a:cubicBezTo>
                      <a:pt x="1902" y="32119"/>
                      <a:pt x="2203" y="32486"/>
                      <a:pt x="2569" y="32586"/>
                    </a:cubicBezTo>
                    <a:cubicBezTo>
                      <a:pt x="1535" y="33920"/>
                      <a:pt x="1102" y="35788"/>
                      <a:pt x="902" y="37389"/>
                    </a:cubicBezTo>
                    <a:cubicBezTo>
                      <a:pt x="835" y="37756"/>
                      <a:pt x="1135" y="38090"/>
                      <a:pt x="1469" y="38156"/>
                    </a:cubicBezTo>
                    <a:cubicBezTo>
                      <a:pt x="1502" y="38156"/>
                      <a:pt x="1502" y="38190"/>
                      <a:pt x="1535" y="38190"/>
                    </a:cubicBezTo>
                    <a:cubicBezTo>
                      <a:pt x="768" y="39357"/>
                      <a:pt x="1" y="40591"/>
                      <a:pt x="902" y="41959"/>
                    </a:cubicBezTo>
                    <a:cubicBezTo>
                      <a:pt x="1302" y="42626"/>
                      <a:pt x="2436" y="42826"/>
                      <a:pt x="3103" y="43026"/>
                    </a:cubicBezTo>
                    <a:cubicBezTo>
                      <a:pt x="4237" y="43327"/>
                      <a:pt x="5338" y="43493"/>
                      <a:pt x="6506" y="43560"/>
                    </a:cubicBezTo>
                    <a:cubicBezTo>
                      <a:pt x="6990" y="43627"/>
                      <a:pt x="7479" y="43662"/>
                      <a:pt x="7959" y="43662"/>
                    </a:cubicBezTo>
                    <a:cubicBezTo>
                      <a:pt x="8669" y="43662"/>
                      <a:pt x="9358" y="43586"/>
                      <a:pt x="9975" y="43427"/>
                    </a:cubicBezTo>
                    <a:cubicBezTo>
                      <a:pt x="10041" y="43460"/>
                      <a:pt x="10108" y="43493"/>
                      <a:pt x="10208" y="43493"/>
                    </a:cubicBezTo>
                    <a:cubicBezTo>
                      <a:pt x="11313" y="43680"/>
                      <a:pt x="12468" y="43787"/>
                      <a:pt x="13630" y="43787"/>
                    </a:cubicBezTo>
                    <a:cubicBezTo>
                      <a:pt x="14960" y="43787"/>
                      <a:pt x="16299" y="43647"/>
                      <a:pt x="17580" y="43327"/>
                    </a:cubicBezTo>
                    <a:lnTo>
                      <a:pt x="17580" y="43327"/>
                    </a:lnTo>
                    <a:cubicBezTo>
                      <a:pt x="17413" y="43660"/>
                      <a:pt x="17280" y="43960"/>
                      <a:pt x="17147" y="44227"/>
                    </a:cubicBezTo>
                    <a:cubicBezTo>
                      <a:pt x="16900" y="44781"/>
                      <a:pt x="17335" y="45477"/>
                      <a:pt x="17902" y="45477"/>
                    </a:cubicBezTo>
                    <a:cubicBezTo>
                      <a:pt x="17949" y="45477"/>
                      <a:pt x="17998" y="45472"/>
                      <a:pt x="18047" y="45462"/>
                    </a:cubicBezTo>
                    <a:cubicBezTo>
                      <a:pt x="21149" y="44894"/>
                      <a:pt x="25186" y="43560"/>
                      <a:pt x="27387" y="41058"/>
                    </a:cubicBezTo>
                    <a:cubicBezTo>
                      <a:pt x="27466" y="41398"/>
                      <a:pt x="27809" y="41655"/>
                      <a:pt x="28163" y="41655"/>
                    </a:cubicBezTo>
                    <a:cubicBezTo>
                      <a:pt x="28261" y="41655"/>
                      <a:pt x="28360" y="41636"/>
                      <a:pt x="28455" y="41592"/>
                    </a:cubicBezTo>
                    <a:cubicBezTo>
                      <a:pt x="31390" y="40291"/>
                      <a:pt x="34726" y="36455"/>
                      <a:pt x="34292" y="33019"/>
                    </a:cubicBezTo>
                    <a:lnTo>
                      <a:pt x="34292" y="33019"/>
                    </a:lnTo>
                    <a:cubicBezTo>
                      <a:pt x="36243" y="34598"/>
                      <a:pt x="39146" y="35283"/>
                      <a:pt x="41863" y="35283"/>
                    </a:cubicBezTo>
                    <a:cubicBezTo>
                      <a:pt x="43280" y="35283"/>
                      <a:pt x="44646" y="35097"/>
                      <a:pt x="45800" y="34754"/>
                    </a:cubicBezTo>
                    <a:cubicBezTo>
                      <a:pt x="46301" y="34620"/>
                      <a:pt x="46501" y="33920"/>
                      <a:pt x="46034" y="33586"/>
                    </a:cubicBezTo>
                    <a:cubicBezTo>
                      <a:pt x="45667" y="33320"/>
                      <a:pt x="45333" y="33053"/>
                      <a:pt x="44966" y="32819"/>
                    </a:cubicBezTo>
                    <a:cubicBezTo>
                      <a:pt x="49169" y="31652"/>
                      <a:pt x="51938" y="27916"/>
                      <a:pt x="52972" y="23779"/>
                    </a:cubicBezTo>
                    <a:cubicBezTo>
                      <a:pt x="53084" y="23389"/>
                      <a:pt x="52822" y="22882"/>
                      <a:pt x="52422" y="22882"/>
                    </a:cubicBezTo>
                    <a:cubicBezTo>
                      <a:pt x="52343" y="22882"/>
                      <a:pt x="52259" y="22902"/>
                      <a:pt x="52172" y="22945"/>
                    </a:cubicBezTo>
                    <a:cubicBezTo>
                      <a:pt x="50904" y="23579"/>
                      <a:pt x="49603" y="24113"/>
                      <a:pt x="48269" y="24513"/>
                    </a:cubicBezTo>
                    <a:cubicBezTo>
                      <a:pt x="48335" y="24246"/>
                      <a:pt x="48436" y="24013"/>
                      <a:pt x="48536" y="23779"/>
                    </a:cubicBezTo>
                    <a:cubicBezTo>
                      <a:pt x="48662" y="23338"/>
                      <a:pt x="48370" y="22807"/>
                      <a:pt x="47915" y="22807"/>
                    </a:cubicBezTo>
                    <a:cubicBezTo>
                      <a:pt x="47889" y="22807"/>
                      <a:pt x="47862" y="22808"/>
                      <a:pt x="47835" y="22812"/>
                    </a:cubicBezTo>
                    <a:cubicBezTo>
                      <a:pt x="45100" y="23312"/>
                      <a:pt x="42531" y="24380"/>
                      <a:pt x="39863" y="24980"/>
                    </a:cubicBezTo>
                    <a:cubicBezTo>
                      <a:pt x="39863" y="24713"/>
                      <a:pt x="39863" y="24446"/>
                      <a:pt x="39829" y="23979"/>
                    </a:cubicBezTo>
                    <a:cubicBezTo>
                      <a:pt x="39829" y="23546"/>
                      <a:pt x="39396" y="23312"/>
                      <a:pt x="39062" y="23312"/>
                    </a:cubicBezTo>
                    <a:cubicBezTo>
                      <a:pt x="36794" y="23479"/>
                      <a:pt x="34626" y="24246"/>
                      <a:pt x="33091" y="25848"/>
                    </a:cubicBezTo>
                    <a:cubicBezTo>
                      <a:pt x="32924" y="25347"/>
                      <a:pt x="32691" y="24880"/>
                      <a:pt x="32424" y="24413"/>
                    </a:cubicBezTo>
                    <a:cubicBezTo>
                      <a:pt x="35326" y="21578"/>
                      <a:pt x="38595" y="19143"/>
                      <a:pt x="42531" y="17942"/>
                    </a:cubicBezTo>
                    <a:cubicBezTo>
                      <a:pt x="43065" y="17808"/>
                      <a:pt x="43098" y="17108"/>
                      <a:pt x="42631" y="16841"/>
                    </a:cubicBezTo>
                    <a:cubicBezTo>
                      <a:pt x="42331" y="16674"/>
                      <a:pt x="42031" y="16507"/>
                      <a:pt x="41731" y="16374"/>
                    </a:cubicBezTo>
                    <a:cubicBezTo>
                      <a:pt x="43332" y="14940"/>
                      <a:pt x="44733" y="13339"/>
                      <a:pt x="45900" y="11471"/>
                    </a:cubicBezTo>
                    <a:cubicBezTo>
                      <a:pt x="46142" y="11078"/>
                      <a:pt x="45919" y="10275"/>
                      <a:pt x="45379" y="10275"/>
                    </a:cubicBezTo>
                    <a:cubicBezTo>
                      <a:pt x="45323" y="10275"/>
                      <a:pt x="45263" y="10284"/>
                      <a:pt x="45200" y="10303"/>
                    </a:cubicBezTo>
                    <a:cubicBezTo>
                      <a:pt x="45133" y="10336"/>
                      <a:pt x="45033" y="10336"/>
                      <a:pt x="44966" y="10370"/>
                    </a:cubicBezTo>
                    <a:cubicBezTo>
                      <a:pt x="46034" y="8769"/>
                      <a:pt x="46901" y="6934"/>
                      <a:pt x="47035" y="5066"/>
                    </a:cubicBezTo>
                    <a:cubicBezTo>
                      <a:pt x="47339" y="4731"/>
                      <a:pt x="47087" y="3977"/>
                      <a:pt x="46609" y="3977"/>
                    </a:cubicBezTo>
                    <a:cubicBezTo>
                      <a:pt x="46563" y="3977"/>
                      <a:pt x="46516" y="3984"/>
                      <a:pt x="46467" y="3999"/>
                    </a:cubicBezTo>
                    <a:cubicBezTo>
                      <a:pt x="44066" y="4732"/>
                      <a:pt x="41697" y="5566"/>
                      <a:pt x="39296" y="6367"/>
                    </a:cubicBezTo>
                    <a:cubicBezTo>
                      <a:pt x="39296" y="5833"/>
                      <a:pt x="39262" y="5299"/>
                      <a:pt x="39162" y="4766"/>
                    </a:cubicBezTo>
                    <a:cubicBezTo>
                      <a:pt x="39139" y="4509"/>
                      <a:pt x="38919" y="4317"/>
                      <a:pt x="38686" y="4317"/>
                    </a:cubicBezTo>
                    <a:cubicBezTo>
                      <a:pt x="38587" y="4317"/>
                      <a:pt x="38485" y="4352"/>
                      <a:pt x="38395" y="4432"/>
                    </a:cubicBezTo>
                    <a:cubicBezTo>
                      <a:pt x="37228" y="5366"/>
                      <a:pt x="35927" y="6334"/>
                      <a:pt x="34559" y="7067"/>
                    </a:cubicBezTo>
                    <a:cubicBezTo>
                      <a:pt x="34459" y="6534"/>
                      <a:pt x="34325" y="6033"/>
                      <a:pt x="34159" y="5533"/>
                    </a:cubicBezTo>
                    <a:cubicBezTo>
                      <a:pt x="34101" y="5322"/>
                      <a:pt x="33901" y="5210"/>
                      <a:pt x="33709" y="5210"/>
                    </a:cubicBezTo>
                    <a:cubicBezTo>
                      <a:pt x="33567" y="5210"/>
                      <a:pt x="33429" y="5272"/>
                      <a:pt x="33358" y="5400"/>
                    </a:cubicBezTo>
                    <a:cubicBezTo>
                      <a:pt x="32691" y="6467"/>
                      <a:pt x="31990" y="7434"/>
                      <a:pt x="31290" y="8435"/>
                    </a:cubicBezTo>
                    <a:cubicBezTo>
                      <a:pt x="31257" y="7868"/>
                      <a:pt x="31223" y="7301"/>
                      <a:pt x="31190" y="6700"/>
                    </a:cubicBezTo>
                    <a:cubicBezTo>
                      <a:pt x="31170" y="6324"/>
                      <a:pt x="30892" y="6136"/>
                      <a:pt x="30592" y="6136"/>
                    </a:cubicBezTo>
                    <a:cubicBezTo>
                      <a:pt x="30387" y="6136"/>
                      <a:pt x="30171" y="6224"/>
                      <a:pt x="30022" y="6400"/>
                    </a:cubicBezTo>
                    <a:cubicBezTo>
                      <a:pt x="29088" y="7501"/>
                      <a:pt x="28254" y="8735"/>
                      <a:pt x="27521" y="10070"/>
                    </a:cubicBezTo>
                    <a:cubicBezTo>
                      <a:pt x="27187" y="7501"/>
                      <a:pt x="26186" y="4933"/>
                      <a:pt x="25553" y="2431"/>
                    </a:cubicBezTo>
                    <a:cubicBezTo>
                      <a:pt x="25526" y="2299"/>
                      <a:pt x="25395" y="2124"/>
                      <a:pt x="25225" y="2124"/>
                    </a:cubicBezTo>
                    <a:cubicBezTo>
                      <a:pt x="25181" y="2124"/>
                      <a:pt x="25134" y="2136"/>
                      <a:pt x="25086" y="2164"/>
                    </a:cubicBezTo>
                    <a:cubicBezTo>
                      <a:pt x="24252" y="2731"/>
                      <a:pt x="23718" y="3365"/>
                      <a:pt x="23284" y="4199"/>
                    </a:cubicBezTo>
                    <a:cubicBezTo>
                      <a:pt x="22817" y="2898"/>
                      <a:pt x="22317" y="1664"/>
                      <a:pt x="21817" y="396"/>
                    </a:cubicBezTo>
                    <a:cubicBezTo>
                      <a:pt x="21729" y="177"/>
                      <a:pt x="21468" y="1"/>
                      <a:pt x="21224" y="1"/>
                    </a:cubicBezTo>
                    <a:close/>
                  </a:path>
                </a:pathLst>
              </a:custGeom>
              <a:solidFill>
                <a:srgbClr val="23140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287" name="Google Shape;12287;p37"/>
          <p:cNvSpPr txBox="1"/>
          <p:nvPr>
            <p:ph idx="1" type="subTitle"/>
          </p:nvPr>
        </p:nvSpPr>
        <p:spPr>
          <a:xfrm>
            <a:off x="2528550" y="4135221"/>
            <a:ext cx="4086900" cy="2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Ben Menke, Connor Dobos, PJ Rossetti</a:t>
            </a:r>
            <a:endParaRPr/>
          </a:p>
        </p:txBody>
      </p:sp>
      <p:grpSp>
        <p:nvGrpSpPr>
          <p:cNvPr id="12288" name="Google Shape;12288;p37"/>
          <p:cNvGrpSpPr/>
          <p:nvPr/>
        </p:nvGrpSpPr>
        <p:grpSpPr>
          <a:xfrm flipH="1">
            <a:off x="1732877" y="2875266"/>
            <a:ext cx="741632" cy="903597"/>
            <a:chOff x="512140" y="916649"/>
            <a:chExt cx="1055404" cy="1285894"/>
          </a:xfrm>
        </p:grpSpPr>
        <p:grpSp>
          <p:nvGrpSpPr>
            <p:cNvPr id="12289" name="Google Shape;12289;p37"/>
            <p:cNvGrpSpPr/>
            <p:nvPr/>
          </p:nvGrpSpPr>
          <p:grpSpPr>
            <a:xfrm flipH="1" rot="-1983738">
              <a:off x="813788" y="939578"/>
              <a:ext cx="452108" cy="1240035"/>
              <a:chOff x="695575" y="2117350"/>
              <a:chExt cx="452150" cy="1240150"/>
            </a:xfrm>
          </p:grpSpPr>
          <p:sp>
            <p:nvSpPr>
              <p:cNvPr id="12290" name="Google Shape;12290;p37"/>
              <p:cNvSpPr/>
              <p:nvPr/>
            </p:nvSpPr>
            <p:spPr>
              <a:xfrm>
                <a:off x="733550" y="2285050"/>
                <a:ext cx="396700" cy="1042900"/>
              </a:xfrm>
              <a:custGeom>
                <a:rect b="b" l="l" r="r" t="t"/>
                <a:pathLst>
                  <a:path extrusionOk="0" h="41716" w="15868">
                    <a:moveTo>
                      <a:pt x="12571" y="1"/>
                    </a:moveTo>
                    <a:cubicBezTo>
                      <a:pt x="12436" y="1"/>
                      <a:pt x="12288" y="24"/>
                      <a:pt x="12129" y="70"/>
                    </a:cubicBezTo>
                    <a:cubicBezTo>
                      <a:pt x="11734" y="192"/>
                      <a:pt x="11278" y="344"/>
                      <a:pt x="10974" y="618"/>
                    </a:cubicBezTo>
                    <a:cubicBezTo>
                      <a:pt x="9424" y="1925"/>
                      <a:pt x="8056" y="3384"/>
                      <a:pt x="7570" y="5450"/>
                    </a:cubicBezTo>
                    <a:cubicBezTo>
                      <a:pt x="7509" y="5694"/>
                      <a:pt x="7418" y="5906"/>
                      <a:pt x="7326" y="6089"/>
                    </a:cubicBezTo>
                    <a:cubicBezTo>
                      <a:pt x="6475" y="5724"/>
                      <a:pt x="5715" y="5359"/>
                      <a:pt x="4895" y="5086"/>
                    </a:cubicBezTo>
                    <a:cubicBezTo>
                      <a:pt x="4734" y="5032"/>
                      <a:pt x="4584" y="5007"/>
                      <a:pt x="4447" y="5007"/>
                    </a:cubicBezTo>
                    <a:cubicBezTo>
                      <a:pt x="3882" y="5007"/>
                      <a:pt x="3533" y="5440"/>
                      <a:pt x="3557" y="6150"/>
                    </a:cubicBezTo>
                    <a:cubicBezTo>
                      <a:pt x="3588" y="6605"/>
                      <a:pt x="3679" y="7061"/>
                      <a:pt x="3740" y="7517"/>
                    </a:cubicBezTo>
                    <a:cubicBezTo>
                      <a:pt x="3861" y="8216"/>
                      <a:pt x="3983" y="8916"/>
                      <a:pt x="4104" y="9615"/>
                    </a:cubicBezTo>
                    <a:cubicBezTo>
                      <a:pt x="2858" y="9888"/>
                      <a:pt x="2585" y="10162"/>
                      <a:pt x="2554" y="11347"/>
                    </a:cubicBezTo>
                    <a:cubicBezTo>
                      <a:pt x="2524" y="11834"/>
                      <a:pt x="2585" y="12320"/>
                      <a:pt x="2615" y="12806"/>
                    </a:cubicBezTo>
                    <a:cubicBezTo>
                      <a:pt x="2676" y="13627"/>
                      <a:pt x="2737" y="14478"/>
                      <a:pt x="2797" y="15299"/>
                    </a:cubicBezTo>
                    <a:cubicBezTo>
                      <a:pt x="1399" y="15724"/>
                      <a:pt x="1095" y="16150"/>
                      <a:pt x="1247" y="17517"/>
                    </a:cubicBezTo>
                    <a:cubicBezTo>
                      <a:pt x="1369" y="18338"/>
                      <a:pt x="1642" y="19159"/>
                      <a:pt x="1825" y="19980"/>
                    </a:cubicBezTo>
                    <a:cubicBezTo>
                      <a:pt x="1916" y="20253"/>
                      <a:pt x="2007" y="20527"/>
                      <a:pt x="2098" y="20800"/>
                    </a:cubicBezTo>
                    <a:cubicBezTo>
                      <a:pt x="396" y="21135"/>
                      <a:pt x="1" y="21712"/>
                      <a:pt x="457" y="23293"/>
                    </a:cubicBezTo>
                    <a:cubicBezTo>
                      <a:pt x="700" y="24174"/>
                      <a:pt x="1095" y="24995"/>
                      <a:pt x="1430" y="25846"/>
                    </a:cubicBezTo>
                    <a:cubicBezTo>
                      <a:pt x="1521" y="26119"/>
                      <a:pt x="1642" y="26393"/>
                      <a:pt x="1764" y="26636"/>
                    </a:cubicBezTo>
                    <a:cubicBezTo>
                      <a:pt x="639" y="27366"/>
                      <a:pt x="457" y="27730"/>
                      <a:pt x="882" y="28916"/>
                    </a:cubicBezTo>
                    <a:cubicBezTo>
                      <a:pt x="1186" y="29737"/>
                      <a:pt x="1642" y="30527"/>
                      <a:pt x="2038" y="31287"/>
                    </a:cubicBezTo>
                    <a:cubicBezTo>
                      <a:pt x="2159" y="31560"/>
                      <a:pt x="2372" y="31803"/>
                      <a:pt x="2554" y="32077"/>
                    </a:cubicBezTo>
                    <a:cubicBezTo>
                      <a:pt x="2250" y="32229"/>
                      <a:pt x="2007" y="32320"/>
                      <a:pt x="1764" y="32442"/>
                    </a:cubicBezTo>
                    <a:cubicBezTo>
                      <a:pt x="943" y="32898"/>
                      <a:pt x="700" y="33354"/>
                      <a:pt x="1004" y="34235"/>
                    </a:cubicBezTo>
                    <a:cubicBezTo>
                      <a:pt x="1186" y="34782"/>
                      <a:pt x="1490" y="35299"/>
                      <a:pt x="1794" y="35755"/>
                    </a:cubicBezTo>
                    <a:cubicBezTo>
                      <a:pt x="2098" y="36211"/>
                      <a:pt x="2493" y="36606"/>
                      <a:pt x="2889" y="37062"/>
                    </a:cubicBezTo>
                    <a:cubicBezTo>
                      <a:pt x="2645" y="37214"/>
                      <a:pt x="2463" y="37335"/>
                      <a:pt x="2250" y="37457"/>
                    </a:cubicBezTo>
                    <a:cubicBezTo>
                      <a:pt x="1217" y="38156"/>
                      <a:pt x="1156" y="39068"/>
                      <a:pt x="2159" y="39797"/>
                    </a:cubicBezTo>
                    <a:cubicBezTo>
                      <a:pt x="2919" y="40345"/>
                      <a:pt x="3709" y="40861"/>
                      <a:pt x="4560" y="41287"/>
                    </a:cubicBezTo>
                    <a:cubicBezTo>
                      <a:pt x="4983" y="41540"/>
                      <a:pt x="5510" y="41716"/>
                      <a:pt x="5997" y="41716"/>
                    </a:cubicBezTo>
                    <a:cubicBezTo>
                      <a:pt x="6035" y="41716"/>
                      <a:pt x="6073" y="41715"/>
                      <a:pt x="6111" y="41712"/>
                    </a:cubicBezTo>
                    <a:cubicBezTo>
                      <a:pt x="7114" y="41682"/>
                      <a:pt x="8086" y="41469"/>
                      <a:pt x="9089" y="41348"/>
                    </a:cubicBezTo>
                    <a:cubicBezTo>
                      <a:pt x="9283" y="41320"/>
                      <a:pt x="9451" y="41192"/>
                      <a:pt x="9640" y="41192"/>
                    </a:cubicBezTo>
                    <a:cubicBezTo>
                      <a:pt x="9659" y="41192"/>
                      <a:pt x="9678" y="41193"/>
                      <a:pt x="9697" y="41196"/>
                    </a:cubicBezTo>
                    <a:cubicBezTo>
                      <a:pt x="9796" y="41205"/>
                      <a:pt x="9893" y="41210"/>
                      <a:pt x="9988" y="41210"/>
                    </a:cubicBezTo>
                    <a:cubicBezTo>
                      <a:pt x="11088" y="41210"/>
                      <a:pt x="11918" y="40583"/>
                      <a:pt x="12646" y="39828"/>
                    </a:cubicBezTo>
                    <a:cubicBezTo>
                      <a:pt x="13892" y="38551"/>
                      <a:pt x="14409" y="36910"/>
                      <a:pt x="14713" y="35147"/>
                    </a:cubicBezTo>
                    <a:cubicBezTo>
                      <a:pt x="14956" y="33658"/>
                      <a:pt x="14713" y="33323"/>
                      <a:pt x="13193" y="33171"/>
                    </a:cubicBezTo>
                    <a:cubicBezTo>
                      <a:pt x="13162" y="32624"/>
                      <a:pt x="13162" y="32047"/>
                      <a:pt x="13102" y="31469"/>
                    </a:cubicBezTo>
                    <a:cubicBezTo>
                      <a:pt x="13041" y="30588"/>
                      <a:pt x="12858" y="29767"/>
                      <a:pt x="11916" y="29433"/>
                    </a:cubicBezTo>
                    <a:cubicBezTo>
                      <a:pt x="11977" y="28703"/>
                      <a:pt x="12098" y="28065"/>
                      <a:pt x="12129" y="27396"/>
                    </a:cubicBezTo>
                    <a:cubicBezTo>
                      <a:pt x="12159" y="26758"/>
                      <a:pt x="12250" y="26089"/>
                      <a:pt x="12038" y="25512"/>
                    </a:cubicBezTo>
                    <a:cubicBezTo>
                      <a:pt x="11764" y="24691"/>
                      <a:pt x="11764" y="23931"/>
                      <a:pt x="11855" y="23110"/>
                    </a:cubicBezTo>
                    <a:cubicBezTo>
                      <a:pt x="11886" y="22746"/>
                      <a:pt x="11886" y="22381"/>
                      <a:pt x="11886" y="22016"/>
                    </a:cubicBezTo>
                    <a:cubicBezTo>
                      <a:pt x="11916" y="21439"/>
                      <a:pt x="11916" y="20861"/>
                      <a:pt x="11582" y="20344"/>
                    </a:cubicBezTo>
                    <a:cubicBezTo>
                      <a:pt x="11491" y="20162"/>
                      <a:pt x="11491" y="19858"/>
                      <a:pt x="11521" y="19645"/>
                    </a:cubicBezTo>
                    <a:cubicBezTo>
                      <a:pt x="11795" y="18521"/>
                      <a:pt x="11734" y="17396"/>
                      <a:pt x="11643" y="16271"/>
                    </a:cubicBezTo>
                    <a:cubicBezTo>
                      <a:pt x="11612" y="15967"/>
                      <a:pt x="11673" y="15603"/>
                      <a:pt x="11855" y="15359"/>
                    </a:cubicBezTo>
                    <a:cubicBezTo>
                      <a:pt x="12980" y="13596"/>
                      <a:pt x="13801" y="11651"/>
                      <a:pt x="15199" y="10071"/>
                    </a:cubicBezTo>
                    <a:cubicBezTo>
                      <a:pt x="15290" y="9979"/>
                      <a:pt x="15351" y="9858"/>
                      <a:pt x="15412" y="9767"/>
                    </a:cubicBezTo>
                    <a:cubicBezTo>
                      <a:pt x="15868" y="8916"/>
                      <a:pt x="15594" y="8277"/>
                      <a:pt x="14621" y="8095"/>
                    </a:cubicBezTo>
                    <a:cubicBezTo>
                      <a:pt x="13892" y="7943"/>
                      <a:pt x="13132" y="7852"/>
                      <a:pt x="12281" y="7700"/>
                    </a:cubicBezTo>
                    <a:cubicBezTo>
                      <a:pt x="12402" y="7396"/>
                      <a:pt x="12494" y="7244"/>
                      <a:pt x="12554" y="7092"/>
                    </a:cubicBezTo>
                    <a:cubicBezTo>
                      <a:pt x="12646" y="6909"/>
                      <a:pt x="12737" y="6697"/>
                      <a:pt x="12858" y="6514"/>
                    </a:cubicBezTo>
                    <a:cubicBezTo>
                      <a:pt x="13770" y="4721"/>
                      <a:pt x="13618" y="2806"/>
                      <a:pt x="13406" y="891"/>
                    </a:cubicBezTo>
                    <a:cubicBezTo>
                      <a:pt x="13358" y="297"/>
                      <a:pt x="13051" y="1"/>
                      <a:pt x="125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1" name="Google Shape;12291;p37"/>
              <p:cNvSpPr/>
              <p:nvPr/>
            </p:nvSpPr>
            <p:spPr>
              <a:xfrm>
                <a:off x="761675" y="2707575"/>
                <a:ext cx="190000" cy="396850"/>
              </a:xfrm>
              <a:custGeom>
                <a:rect b="b" l="l" r="r" t="t"/>
                <a:pathLst>
                  <a:path extrusionOk="0" h="15874" w="7600">
                    <a:moveTo>
                      <a:pt x="973" y="0"/>
                    </a:moveTo>
                    <a:cubicBezTo>
                      <a:pt x="790" y="0"/>
                      <a:pt x="618" y="76"/>
                      <a:pt x="487" y="221"/>
                    </a:cubicBezTo>
                    <a:cubicBezTo>
                      <a:pt x="213" y="525"/>
                      <a:pt x="305" y="920"/>
                      <a:pt x="700" y="1285"/>
                    </a:cubicBezTo>
                    <a:cubicBezTo>
                      <a:pt x="1034" y="1589"/>
                      <a:pt x="1368" y="1923"/>
                      <a:pt x="1733" y="2227"/>
                    </a:cubicBezTo>
                    <a:cubicBezTo>
                      <a:pt x="1034" y="2775"/>
                      <a:pt x="1004" y="3352"/>
                      <a:pt x="1672" y="3595"/>
                    </a:cubicBezTo>
                    <a:cubicBezTo>
                      <a:pt x="2645" y="3930"/>
                      <a:pt x="3131" y="4781"/>
                      <a:pt x="3648" y="5510"/>
                    </a:cubicBezTo>
                    <a:cubicBezTo>
                      <a:pt x="3897" y="5872"/>
                      <a:pt x="4112" y="6066"/>
                      <a:pt x="4457" y="6066"/>
                    </a:cubicBezTo>
                    <a:cubicBezTo>
                      <a:pt x="4575" y="6066"/>
                      <a:pt x="4709" y="6043"/>
                      <a:pt x="4864" y="5997"/>
                    </a:cubicBezTo>
                    <a:lnTo>
                      <a:pt x="4864" y="5997"/>
                    </a:lnTo>
                    <a:cubicBezTo>
                      <a:pt x="4560" y="6574"/>
                      <a:pt x="4317" y="7060"/>
                      <a:pt x="4043" y="7547"/>
                    </a:cubicBezTo>
                    <a:cubicBezTo>
                      <a:pt x="3435" y="7000"/>
                      <a:pt x="2888" y="6483"/>
                      <a:pt x="2341" y="5997"/>
                    </a:cubicBezTo>
                    <a:cubicBezTo>
                      <a:pt x="1976" y="5693"/>
                      <a:pt x="1612" y="5389"/>
                      <a:pt x="1216" y="5145"/>
                    </a:cubicBezTo>
                    <a:cubicBezTo>
                      <a:pt x="1078" y="5057"/>
                      <a:pt x="937" y="5016"/>
                      <a:pt x="805" y="5016"/>
                    </a:cubicBezTo>
                    <a:cubicBezTo>
                      <a:pt x="530" y="5016"/>
                      <a:pt x="296" y="5192"/>
                      <a:pt x="213" y="5480"/>
                    </a:cubicBezTo>
                    <a:cubicBezTo>
                      <a:pt x="122" y="5905"/>
                      <a:pt x="1" y="6361"/>
                      <a:pt x="274" y="6756"/>
                    </a:cubicBezTo>
                    <a:cubicBezTo>
                      <a:pt x="700" y="7395"/>
                      <a:pt x="1095" y="8033"/>
                      <a:pt x="1612" y="8580"/>
                    </a:cubicBezTo>
                    <a:cubicBezTo>
                      <a:pt x="1976" y="8975"/>
                      <a:pt x="2311" y="9370"/>
                      <a:pt x="2523" y="9857"/>
                    </a:cubicBezTo>
                    <a:cubicBezTo>
                      <a:pt x="2675" y="10313"/>
                      <a:pt x="2919" y="10738"/>
                      <a:pt x="3101" y="11194"/>
                    </a:cubicBezTo>
                    <a:cubicBezTo>
                      <a:pt x="2797" y="11042"/>
                      <a:pt x="2584" y="10890"/>
                      <a:pt x="2372" y="10738"/>
                    </a:cubicBezTo>
                    <a:cubicBezTo>
                      <a:pt x="2138" y="10567"/>
                      <a:pt x="1913" y="10484"/>
                      <a:pt x="1716" y="10484"/>
                    </a:cubicBezTo>
                    <a:cubicBezTo>
                      <a:pt x="1528" y="10484"/>
                      <a:pt x="1366" y="10559"/>
                      <a:pt x="1247" y="10708"/>
                    </a:cubicBezTo>
                    <a:cubicBezTo>
                      <a:pt x="973" y="11042"/>
                      <a:pt x="1064" y="11377"/>
                      <a:pt x="1490" y="11772"/>
                    </a:cubicBezTo>
                    <a:cubicBezTo>
                      <a:pt x="1520" y="11802"/>
                      <a:pt x="1520" y="11832"/>
                      <a:pt x="1520" y="11863"/>
                    </a:cubicBezTo>
                    <a:cubicBezTo>
                      <a:pt x="882" y="12319"/>
                      <a:pt x="852" y="12744"/>
                      <a:pt x="1460" y="13261"/>
                    </a:cubicBezTo>
                    <a:cubicBezTo>
                      <a:pt x="2159" y="13869"/>
                      <a:pt x="2858" y="14416"/>
                      <a:pt x="3587" y="14994"/>
                    </a:cubicBezTo>
                    <a:cubicBezTo>
                      <a:pt x="3666" y="15046"/>
                      <a:pt x="3745" y="15121"/>
                      <a:pt x="3824" y="15121"/>
                    </a:cubicBezTo>
                    <a:cubicBezTo>
                      <a:pt x="3836" y="15121"/>
                      <a:pt x="3848" y="15119"/>
                      <a:pt x="3861" y="15115"/>
                    </a:cubicBezTo>
                    <a:cubicBezTo>
                      <a:pt x="3918" y="15104"/>
                      <a:pt x="3970" y="15099"/>
                      <a:pt x="4020" y="15099"/>
                    </a:cubicBezTo>
                    <a:cubicBezTo>
                      <a:pt x="4371" y="15099"/>
                      <a:pt x="4564" y="15358"/>
                      <a:pt x="4803" y="15571"/>
                    </a:cubicBezTo>
                    <a:cubicBezTo>
                      <a:pt x="5054" y="15772"/>
                      <a:pt x="5299" y="15874"/>
                      <a:pt x="5514" y="15874"/>
                    </a:cubicBezTo>
                    <a:cubicBezTo>
                      <a:pt x="5820" y="15874"/>
                      <a:pt x="6064" y="15666"/>
                      <a:pt x="6171" y="15237"/>
                    </a:cubicBezTo>
                    <a:cubicBezTo>
                      <a:pt x="6566" y="13778"/>
                      <a:pt x="6840" y="12319"/>
                      <a:pt x="7113" y="10829"/>
                    </a:cubicBezTo>
                    <a:cubicBezTo>
                      <a:pt x="7144" y="10647"/>
                      <a:pt x="6900" y="10252"/>
                      <a:pt x="6718" y="10161"/>
                    </a:cubicBezTo>
                    <a:cubicBezTo>
                      <a:pt x="6557" y="10088"/>
                      <a:pt x="6400" y="10053"/>
                      <a:pt x="6252" y="10053"/>
                    </a:cubicBezTo>
                    <a:cubicBezTo>
                      <a:pt x="5783" y="10053"/>
                      <a:pt x="5405" y="10397"/>
                      <a:pt x="5289" y="10951"/>
                    </a:cubicBezTo>
                    <a:cubicBezTo>
                      <a:pt x="5168" y="11680"/>
                      <a:pt x="5016" y="12410"/>
                      <a:pt x="4834" y="13200"/>
                    </a:cubicBezTo>
                    <a:cubicBezTo>
                      <a:pt x="4408" y="12714"/>
                      <a:pt x="4074" y="12288"/>
                      <a:pt x="3800" y="11984"/>
                    </a:cubicBezTo>
                    <a:cubicBezTo>
                      <a:pt x="4043" y="11741"/>
                      <a:pt x="4378" y="11559"/>
                      <a:pt x="4438" y="11316"/>
                    </a:cubicBezTo>
                    <a:cubicBezTo>
                      <a:pt x="4530" y="11042"/>
                      <a:pt x="4378" y="10708"/>
                      <a:pt x="4347" y="10465"/>
                    </a:cubicBezTo>
                    <a:cubicBezTo>
                      <a:pt x="4621" y="10161"/>
                      <a:pt x="4925" y="9948"/>
                      <a:pt x="5107" y="9644"/>
                    </a:cubicBezTo>
                    <a:cubicBezTo>
                      <a:pt x="5685" y="8702"/>
                      <a:pt x="6232" y="7729"/>
                      <a:pt x="6748" y="6726"/>
                    </a:cubicBezTo>
                    <a:cubicBezTo>
                      <a:pt x="6870" y="6513"/>
                      <a:pt x="6748" y="6179"/>
                      <a:pt x="6748" y="5905"/>
                    </a:cubicBezTo>
                    <a:cubicBezTo>
                      <a:pt x="6748" y="5753"/>
                      <a:pt x="6657" y="5571"/>
                      <a:pt x="6718" y="5449"/>
                    </a:cubicBezTo>
                    <a:cubicBezTo>
                      <a:pt x="7144" y="4629"/>
                      <a:pt x="7022" y="4325"/>
                      <a:pt x="6171" y="4082"/>
                    </a:cubicBezTo>
                    <a:cubicBezTo>
                      <a:pt x="6505" y="3443"/>
                      <a:pt x="6870" y="2775"/>
                      <a:pt x="7204" y="2136"/>
                    </a:cubicBezTo>
                    <a:cubicBezTo>
                      <a:pt x="7600" y="1407"/>
                      <a:pt x="7569" y="1346"/>
                      <a:pt x="6992" y="799"/>
                    </a:cubicBezTo>
                    <a:cubicBezTo>
                      <a:pt x="6931" y="738"/>
                      <a:pt x="6931" y="677"/>
                      <a:pt x="6870" y="647"/>
                    </a:cubicBezTo>
                    <a:cubicBezTo>
                      <a:pt x="6684" y="359"/>
                      <a:pt x="6460" y="213"/>
                      <a:pt x="6231" y="213"/>
                    </a:cubicBezTo>
                    <a:cubicBezTo>
                      <a:pt x="6047" y="213"/>
                      <a:pt x="5860" y="306"/>
                      <a:pt x="5685" y="495"/>
                    </a:cubicBezTo>
                    <a:cubicBezTo>
                      <a:pt x="5441" y="738"/>
                      <a:pt x="5229" y="1042"/>
                      <a:pt x="5046" y="1316"/>
                    </a:cubicBezTo>
                    <a:cubicBezTo>
                      <a:pt x="4682" y="1832"/>
                      <a:pt x="4378" y="2349"/>
                      <a:pt x="4043" y="2896"/>
                    </a:cubicBezTo>
                    <a:cubicBezTo>
                      <a:pt x="3891" y="2744"/>
                      <a:pt x="3800" y="2623"/>
                      <a:pt x="3679" y="2501"/>
                    </a:cubicBezTo>
                    <a:cubicBezTo>
                      <a:pt x="2979" y="1741"/>
                      <a:pt x="2311" y="981"/>
                      <a:pt x="1581" y="282"/>
                    </a:cubicBezTo>
                    <a:cubicBezTo>
                      <a:pt x="1391" y="91"/>
                      <a:pt x="1175" y="0"/>
                      <a:pt x="9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2" name="Google Shape;12292;p37"/>
              <p:cNvSpPr/>
              <p:nvPr/>
            </p:nvSpPr>
            <p:spPr>
              <a:xfrm>
                <a:off x="799675" y="3075375"/>
                <a:ext cx="194550" cy="209275"/>
              </a:xfrm>
              <a:custGeom>
                <a:rect b="b" l="l" r="r" t="t"/>
                <a:pathLst>
                  <a:path extrusionOk="0" h="8371" w="7782">
                    <a:moveTo>
                      <a:pt x="5879" y="1"/>
                    </a:moveTo>
                    <a:cubicBezTo>
                      <a:pt x="5807" y="1"/>
                      <a:pt x="5731" y="13"/>
                      <a:pt x="5654" y="38"/>
                    </a:cubicBezTo>
                    <a:cubicBezTo>
                      <a:pt x="5289" y="130"/>
                      <a:pt x="5107" y="403"/>
                      <a:pt x="5168" y="768"/>
                    </a:cubicBezTo>
                    <a:cubicBezTo>
                      <a:pt x="5259" y="1376"/>
                      <a:pt x="4925" y="1862"/>
                      <a:pt x="4712" y="2470"/>
                    </a:cubicBezTo>
                    <a:cubicBezTo>
                      <a:pt x="4590" y="2227"/>
                      <a:pt x="4499" y="2075"/>
                      <a:pt x="4408" y="1953"/>
                    </a:cubicBezTo>
                    <a:cubicBezTo>
                      <a:pt x="4261" y="1734"/>
                      <a:pt x="4056" y="1592"/>
                      <a:pt x="3824" y="1592"/>
                    </a:cubicBezTo>
                    <a:cubicBezTo>
                      <a:pt x="3767" y="1592"/>
                      <a:pt x="3708" y="1601"/>
                      <a:pt x="3648" y="1619"/>
                    </a:cubicBezTo>
                    <a:cubicBezTo>
                      <a:pt x="3528" y="1662"/>
                      <a:pt x="3415" y="1681"/>
                      <a:pt x="3309" y="1681"/>
                    </a:cubicBezTo>
                    <a:cubicBezTo>
                      <a:pt x="3036" y="1681"/>
                      <a:pt x="2802" y="1559"/>
                      <a:pt x="2584" y="1406"/>
                    </a:cubicBezTo>
                    <a:cubicBezTo>
                      <a:pt x="2250" y="1209"/>
                      <a:pt x="2075" y="1102"/>
                      <a:pt x="1904" y="1102"/>
                    </a:cubicBezTo>
                    <a:cubicBezTo>
                      <a:pt x="1733" y="1102"/>
                      <a:pt x="1566" y="1209"/>
                      <a:pt x="1247" y="1437"/>
                    </a:cubicBezTo>
                    <a:cubicBezTo>
                      <a:pt x="1216" y="1406"/>
                      <a:pt x="1155" y="1376"/>
                      <a:pt x="1095" y="1345"/>
                    </a:cubicBezTo>
                    <a:cubicBezTo>
                      <a:pt x="954" y="1261"/>
                      <a:pt x="819" y="1215"/>
                      <a:pt x="691" y="1215"/>
                    </a:cubicBezTo>
                    <a:cubicBezTo>
                      <a:pt x="543" y="1215"/>
                      <a:pt x="404" y="1276"/>
                      <a:pt x="274" y="1406"/>
                    </a:cubicBezTo>
                    <a:cubicBezTo>
                      <a:pt x="31" y="1649"/>
                      <a:pt x="0" y="1923"/>
                      <a:pt x="152" y="2197"/>
                    </a:cubicBezTo>
                    <a:cubicBezTo>
                      <a:pt x="213" y="2288"/>
                      <a:pt x="244" y="2409"/>
                      <a:pt x="213" y="2500"/>
                    </a:cubicBezTo>
                    <a:cubicBezTo>
                      <a:pt x="61" y="3017"/>
                      <a:pt x="335" y="3321"/>
                      <a:pt x="730" y="3625"/>
                    </a:cubicBezTo>
                    <a:cubicBezTo>
                      <a:pt x="1520" y="4233"/>
                      <a:pt x="2341" y="4871"/>
                      <a:pt x="3131" y="5479"/>
                    </a:cubicBezTo>
                    <a:cubicBezTo>
                      <a:pt x="3344" y="5662"/>
                      <a:pt x="3526" y="5905"/>
                      <a:pt x="3769" y="5996"/>
                    </a:cubicBezTo>
                    <a:cubicBezTo>
                      <a:pt x="3874" y="6035"/>
                      <a:pt x="3984" y="6046"/>
                      <a:pt x="4101" y="6046"/>
                    </a:cubicBezTo>
                    <a:cubicBezTo>
                      <a:pt x="4258" y="6046"/>
                      <a:pt x="4430" y="6026"/>
                      <a:pt x="4621" y="6026"/>
                    </a:cubicBezTo>
                    <a:cubicBezTo>
                      <a:pt x="4560" y="6300"/>
                      <a:pt x="4499" y="6634"/>
                      <a:pt x="4408" y="6999"/>
                    </a:cubicBezTo>
                    <a:cubicBezTo>
                      <a:pt x="4256" y="6938"/>
                      <a:pt x="4134" y="6877"/>
                      <a:pt x="4013" y="6847"/>
                    </a:cubicBezTo>
                    <a:cubicBezTo>
                      <a:pt x="3222" y="6573"/>
                      <a:pt x="2432" y="6300"/>
                      <a:pt x="1611" y="6087"/>
                    </a:cubicBezTo>
                    <a:cubicBezTo>
                      <a:pt x="1509" y="6059"/>
                      <a:pt x="1407" y="6043"/>
                      <a:pt x="1309" y="6043"/>
                    </a:cubicBezTo>
                    <a:cubicBezTo>
                      <a:pt x="1084" y="6043"/>
                      <a:pt x="878" y="6128"/>
                      <a:pt x="730" y="6361"/>
                    </a:cubicBezTo>
                    <a:cubicBezTo>
                      <a:pt x="244" y="7181"/>
                      <a:pt x="487" y="7820"/>
                      <a:pt x="1368" y="8124"/>
                    </a:cubicBezTo>
                    <a:cubicBezTo>
                      <a:pt x="1520" y="8184"/>
                      <a:pt x="1672" y="8215"/>
                      <a:pt x="1824" y="8245"/>
                    </a:cubicBezTo>
                    <a:cubicBezTo>
                      <a:pt x="2858" y="8276"/>
                      <a:pt x="3891" y="8306"/>
                      <a:pt x="4925" y="8367"/>
                    </a:cubicBezTo>
                    <a:cubicBezTo>
                      <a:pt x="4969" y="8369"/>
                      <a:pt x="5012" y="8371"/>
                      <a:pt x="5054" y="8371"/>
                    </a:cubicBezTo>
                    <a:cubicBezTo>
                      <a:pt x="5534" y="8371"/>
                      <a:pt x="5884" y="8206"/>
                      <a:pt x="6080" y="7759"/>
                    </a:cubicBezTo>
                    <a:cubicBezTo>
                      <a:pt x="6627" y="6513"/>
                      <a:pt x="7143" y="5266"/>
                      <a:pt x="7630" y="4020"/>
                    </a:cubicBezTo>
                    <a:cubicBezTo>
                      <a:pt x="7782" y="3595"/>
                      <a:pt x="7599" y="3230"/>
                      <a:pt x="7265" y="3108"/>
                    </a:cubicBezTo>
                    <a:cubicBezTo>
                      <a:pt x="7180" y="3073"/>
                      <a:pt x="7096" y="3056"/>
                      <a:pt x="7013" y="3056"/>
                    </a:cubicBezTo>
                    <a:cubicBezTo>
                      <a:pt x="6741" y="3056"/>
                      <a:pt x="6493" y="3245"/>
                      <a:pt x="6353" y="3595"/>
                    </a:cubicBezTo>
                    <a:cubicBezTo>
                      <a:pt x="6232" y="3868"/>
                      <a:pt x="6140" y="4172"/>
                      <a:pt x="6019" y="4446"/>
                    </a:cubicBezTo>
                    <a:cubicBezTo>
                      <a:pt x="6171" y="3443"/>
                      <a:pt x="6384" y="2470"/>
                      <a:pt x="6536" y="1497"/>
                    </a:cubicBezTo>
                    <a:cubicBezTo>
                      <a:pt x="6596" y="1163"/>
                      <a:pt x="6566" y="768"/>
                      <a:pt x="6475" y="434"/>
                    </a:cubicBezTo>
                    <a:cubicBezTo>
                      <a:pt x="6379" y="170"/>
                      <a:pt x="6150" y="1"/>
                      <a:pt x="58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3" name="Google Shape;12293;p37"/>
              <p:cNvSpPr/>
              <p:nvPr/>
            </p:nvSpPr>
            <p:spPr>
              <a:xfrm>
                <a:off x="789800" y="2576500"/>
                <a:ext cx="165675" cy="169050"/>
              </a:xfrm>
              <a:custGeom>
                <a:rect b="b" l="l" r="r" t="t"/>
                <a:pathLst>
                  <a:path extrusionOk="0" h="6762" w="6627">
                    <a:moveTo>
                      <a:pt x="657" y="1"/>
                    </a:moveTo>
                    <a:cubicBezTo>
                      <a:pt x="552" y="1"/>
                      <a:pt x="449" y="18"/>
                      <a:pt x="365" y="54"/>
                    </a:cubicBezTo>
                    <a:cubicBezTo>
                      <a:pt x="213" y="115"/>
                      <a:pt x="0" y="479"/>
                      <a:pt x="61" y="601"/>
                    </a:cubicBezTo>
                    <a:cubicBezTo>
                      <a:pt x="304" y="1087"/>
                      <a:pt x="243" y="1543"/>
                      <a:pt x="213" y="2030"/>
                    </a:cubicBezTo>
                    <a:cubicBezTo>
                      <a:pt x="213" y="2090"/>
                      <a:pt x="243" y="2151"/>
                      <a:pt x="274" y="2212"/>
                    </a:cubicBezTo>
                    <a:cubicBezTo>
                      <a:pt x="395" y="2577"/>
                      <a:pt x="487" y="2942"/>
                      <a:pt x="608" y="3306"/>
                    </a:cubicBezTo>
                    <a:cubicBezTo>
                      <a:pt x="1003" y="4279"/>
                      <a:pt x="1429" y="5221"/>
                      <a:pt x="1824" y="6194"/>
                    </a:cubicBezTo>
                    <a:cubicBezTo>
                      <a:pt x="1981" y="6548"/>
                      <a:pt x="2291" y="6762"/>
                      <a:pt x="2565" y="6762"/>
                    </a:cubicBezTo>
                    <a:cubicBezTo>
                      <a:pt x="2714" y="6762"/>
                      <a:pt x="2852" y="6698"/>
                      <a:pt x="2949" y="6559"/>
                    </a:cubicBezTo>
                    <a:cubicBezTo>
                      <a:pt x="3192" y="6194"/>
                      <a:pt x="3465" y="6042"/>
                      <a:pt x="3830" y="5920"/>
                    </a:cubicBezTo>
                    <a:cubicBezTo>
                      <a:pt x="3952" y="5859"/>
                      <a:pt x="4073" y="5738"/>
                      <a:pt x="4164" y="5647"/>
                    </a:cubicBezTo>
                    <a:cubicBezTo>
                      <a:pt x="5137" y="4431"/>
                      <a:pt x="5988" y="3215"/>
                      <a:pt x="6505" y="1756"/>
                    </a:cubicBezTo>
                    <a:cubicBezTo>
                      <a:pt x="6627" y="1391"/>
                      <a:pt x="6627" y="1057"/>
                      <a:pt x="6262" y="875"/>
                    </a:cubicBezTo>
                    <a:cubicBezTo>
                      <a:pt x="6146" y="801"/>
                      <a:pt x="6031" y="768"/>
                      <a:pt x="5919" y="768"/>
                    </a:cubicBezTo>
                    <a:cubicBezTo>
                      <a:pt x="5707" y="768"/>
                      <a:pt x="5509" y="888"/>
                      <a:pt x="5350" y="1087"/>
                    </a:cubicBezTo>
                    <a:cubicBezTo>
                      <a:pt x="5228" y="1209"/>
                      <a:pt x="5107" y="1361"/>
                      <a:pt x="5016" y="1513"/>
                    </a:cubicBezTo>
                    <a:cubicBezTo>
                      <a:pt x="4499" y="2212"/>
                      <a:pt x="4013" y="2911"/>
                      <a:pt x="3496" y="3580"/>
                    </a:cubicBezTo>
                    <a:cubicBezTo>
                      <a:pt x="2888" y="2638"/>
                      <a:pt x="2310" y="1695"/>
                      <a:pt x="1702" y="783"/>
                    </a:cubicBezTo>
                    <a:cubicBezTo>
                      <a:pt x="1550" y="540"/>
                      <a:pt x="1368" y="236"/>
                      <a:pt x="1095" y="115"/>
                    </a:cubicBezTo>
                    <a:cubicBezTo>
                      <a:pt x="984" y="41"/>
                      <a:pt x="818" y="1"/>
                      <a:pt x="6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4" name="Google Shape;12294;p37"/>
              <p:cNvSpPr/>
              <p:nvPr/>
            </p:nvSpPr>
            <p:spPr>
              <a:xfrm>
                <a:off x="826275" y="2437375"/>
                <a:ext cx="159600" cy="177750"/>
              </a:xfrm>
              <a:custGeom>
                <a:rect b="b" l="l" r="r" t="t"/>
                <a:pathLst>
                  <a:path extrusionOk="0" h="7110" w="6384">
                    <a:moveTo>
                      <a:pt x="820" y="0"/>
                    </a:moveTo>
                    <a:cubicBezTo>
                      <a:pt x="729" y="0"/>
                      <a:pt x="636" y="19"/>
                      <a:pt x="547" y="57"/>
                    </a:cubicBezTo>
                    <a:cubicBezTo>
                      <a:pt x="183" y="209"/>
                      <a:pt x="91" y="573"/>
                      <a:pt x="243" y="1060"/>
                    </a:cubicBezTo>
                    <a:cubicBezTo>
                      <a:pt x="426" y="1546"/>
                      <a:pt x="547" y="2002"/>
                      <a:pt x="730" y="2519"/>
                    </a:cubicBezTo>
                    <a:cubicBezTo>
                      <a:pt x="122" y="2792"/>
                      <a:pt x="0" y="3005"/>
                      <a:pt x="122" y="3582"/>
                    </a:cubicBezTo>
                    <a:cubicBezTo>
                      <a:pt x="274" y="4342"/>
                      <a:pt x="487" y="5072"/>
                      <a:pt x="669" y="5801"/>
                    </a:cubicBezTo>
                    <a:cubicBezTo>
                      <a:pt x="821" y="6470"/>
                      <a:pt x="973" y="7108"/>
                      <a:pt x="1946" y="7108"/>
                    </a:cubicBezTo>
                    <a:cubicBezTo>
                      <a:pt x="2025" y="7108"/>
                      <a:pt x="2101" y="7110"/>
                      <a:pt x="2176" y="7110"/>
                    </a:cubicBezTo>
                    <a:cubicBezTo>
                      <a:pt x="2474" y="7110"/>
                      <a:pt x="2742" y="7090"/>
                      <a:pt x="3009" y="6896"/>
                    </a:cubicBezTo>
                    <a:cubicBezTo>
                      <a:pt x="3769" y="6288"/>
                      <a:pt x="4499" y="5680"/>
                      <a:pt x="5259" y="5102"/>
                    </a:cubicBezTo>
                    <a:cubicBezTo>
                      <a:pt x="5897" y="4646"/>
                      <a:pt x="6383" y="4099"/>
                      <a:pt x="6171" y="3218"/>
                    </a:cubicBezTo>
                    <a:cubicBezTo>
                      <a:pt x="6140" y="3005"/>
                      <a:pt x="6049" y="2701"/>
                      <a:pt x="5897" y="2610"/>
                    </a:cubicBezTo>
                    <a:cubicBezTo>
                      <a:pt x="5830" y="2576"/>
                      <a:pt x="5747" y="2563"/>
                      <a:pt x="5656" y="2563"/>
                    </a:cubicBezTo>
                    <a:cubicBezTo>
                      <a:pt x="5499" y="2563"/>
                      <a:pt x="5321" y="2602"/>
                      <a:pt x="5168" y="2640"/>
                    </a:cubicBezTo>
                    <a:cubicBezTo>
                      <a:pt x="5046" y="2640"/>
                      <a:pt x="4955" y="2792"/>
                      <a:pt x="4864" y="2883"/>
                    </a:cubicBezTo>
                    <a:cubicBezTo>
                      <a:pt x="4164" y="3461"/>
                      <a:pt x="3465" y="4038"/>
                      <a:pt x="2766" y="4677"/>
                    </a:cubicBezTo>
                    <a:cubicBezTo>
                      <a:pt x="2705" y="4464"/>
                      <a:pt x="2645" y="4312"/>
                      <a:pt x="2614" y="4160"/>
                    </a:cubicBezTo>
                    <a:cubicBezTo>
                      <a:pt x="2250" y="2944"/>
                      <a:pt x="1885" y="1759"/>
                      <a:pt x="1490" y="573"/>
                    </a:cubicBezTo>
                    <a:cubicBezTo>
                      <a:pt x="1375" y="183"/>
                      <a:pt x="1104" y="0"/>
                      <a:pt x="8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5" name="Google Shape;12295;p37"/>
              <p:cNvSpPr/>
              <p:nvPr/>
            </p:nvSpPr>
            <p:spPr>
              <a:xfrm>
                <a:off x="913650" y="2352225"/>
                <a:ext cx="95025" cy="136125"/>
              </a:xfrm>
              <a:custGeom>
                <a:rect b="b" l="l" r="r" t="t"/>
                <a:pathLst>
                  <a:path extrusionOk="0" h="5445" w="3801">
                    <a:moveTo>
                      <a:pt x="1900" y="1"/>
                    </a:moveTo>
                    <a:cubicBezTo>
                      <a:pt x="1629" y="1"/>
                      <a:pt x="1361" y="183"/>
                      <a:pt x="1125" y="545"/>
                    </a:cubicBezTo>
                    <a:cubicBezTo>
                      <a:pt x="1095" y="605"/>
                      <a:pt x="1034" y="666"/>
                      <a:pt x="1034" y="727"/>
                    </a:cubicBezTo>
                    <a:cubicBezTo>
                      <a:pt x="700" y="2064"/>
                      <a:pt x="335" y="3402"/>
                      <a:pt x="31" y="4739"/>
                    </a:cubicBezTo>
                    <a:cubicBezTo>
                      <a:pt x="1" y="4922"/>
                      <a:pt x="244" y="5317"/>
                      <a:pt x="426" y="5408"/>
                    </a:cubicBezTo>
                    <a:cubicBezTo>
                      <a:pt x="495" y="5434"/>
                      <a:pt x="572" y="5445"/>
                      <a:pt x="651" y="5445"/>
                    </a:cubicBezTo>
                    <a:cubicBezTo>
                      <a:pt x="852" y="5445"/>
                      <a:pt x="1073" y="5373"/>
                      <a:pt x="1247" y="5286"/>
                    </a:cubicBezTo>
                    <a:cubicBezTo>
                      <a:pt x="1429" y="5225"/>
                      <a:pt x="1521" y="4982"/>
                      <a:pt x="1642" y="4800"/>
                    </a:cubicBezTo>
                    <a:cubicBezTo>
                      <a:pt x="2220" y="3766"/>
                      <a:pt x="2828" y="2733"/>
                      <a:pt x="3405" y="1700"/>
                    </a:cubicBezTo>
                    <a:cubicBezTo>
                      <a:pt x="3587" y="1365"/>
                      <a:pt x="3800" y="1092"/>
                      <a:pt x="3557" y="727"/>
                    </a:cubicBezTo>
                    <a:cubicBezTo>
                      <a:pt x="3423" y="498"/>
                      <a:pt x="3229" y="424"/>
                      <a:pt x="3021" y="424"/>
                    </a:cubicBezTo>
                    <a:cubicBezTo>
                      <a:pt x="2898" y="424"/>
                      <a:pt x="2769" y="450"/>
                      <a:pt x="2645" y="484"/>
                    </a:cubicBezTo>
                    <a:cubicBezTo>
                      <a:pt x="2410" y="161"/>
                      <a:pt x="2154" y="1"/>
                      <a:pt x="19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6" name="Google Shape;12296;p37"/>
              <p:cNvSpPr/>
              <p:nvPr/>
            </p:nvSpPr>
            <p:spPr>
              <a:xfrm>
                <a:off x="702400" y="2117350"/>
                <a:ext cx="445325" cy="1240150"/>
              </a:xfrm>
              <a:custGeom>
                <a:rect b="b" l="l" r="r" t="t"/>
                <a:pathLst>
                  <a:path extrusionOk="0" h="49606" w="17813">
                    <a:moveTo>
                      <a:pt x="10305" y="8116"/>
                    </a:moveTo>
                    <a:cubicBezTo>
                      <a:pt x="9819" y="9544"/>
                      <a:pt x="9363" y="10791"/>
                      <a:pt x="8937" y="12067"/>
                    </a:cubicBezTo>
                    <a:cubicBezTo>
                      <a:pt x="8998" y="10669"/>
                      <a:pt x="8816" y="9210"/>
                      <a:pt x="10305" y="8116"/>
                    </a:cubicBezTo>
                    <a:close/>
                    <a:moveTo>
                      <a:pt x="8360" y="11520"/>
                    </a:moveTo>
                    <a:lnTo>
                      <a:pt x="8360" y="13101"/>
                    </a:lnTo>
                    <a:cubicBezTo>
                      <a:pt x="7782" y="12493"/>
                      <a:pt x="8025" y="12006"/>
                      <a:pt x="8360" y="11520"/>
                    </a:cubicBezTo>
                    <a:close/>
                    <a:moveTo>
                      <a:pt x="12828" y="6292"/>
                    </a:moveTo>
                    <a:cubicBezTo>
                      <a:pt x="13223" y="7174"/>
                      <a:pt x="13193" y="7933"/>
                      <a:pt x="12767" y="8724"/>
                    </a:cubicBezTo>
                    <a:cubicBezTo>
                      <a:pt x="11977" y="10061"/>
                      <a:pt x="11278" y="11429"/>
                      <a:pt x="10548" y="12766"/>
                    </a:cubicBezTo>
                    <a:cubicBezTo>
                      <a:pt x="10366" y="13070"/>
                      <a:pt x="10153" y="13313"/>
                      <a:pt x="9849" y="13526"/>
                    </a:cubicBezTo>
                    <a:cubicBezTo>
                      <a:pt x="9940" y="13283"/>
                      <a:pt x="10001" y="13040"/>
                      <a:pt x="10123" y="12827"/>
                    </a:cubicBezTo>
                    <a:cubicBezTo>
                      <a:pt x="10578" y="11915"/>
                      <a:pt x="11065" y="11003"/>
                      <a:pt x="11551" y="10092"/>
                    </a:cubicBezTo>
                    <a:cubicBezTo>
                      <a:pt x="11916" y="9392"/>
                      <a:pt x="11916" y="9392"/>
                      <a:pt x="11794" y="8724"/>
                    </a:cubicBezTo>
                    <a:lnTo>
                      <a:pt x="11794" y="8724"/>
                    </a:lnTo>
                    <a:cubicBezTo>
                      <a:pt x="11156" y="9727"/>
                      <a:pt x="10457" y="10851"/>
                      <a:pt x="9758" y="11946"/>
                    </a:cubicBezTo>
                    <a:cubicBezTo>
                      <a:pt x="9727" y="11946"/>
                      <a:pt x="9697" y="11915"/>
                      <a:pt x="9667" y="11915"/>
                    </a:cubicBezTo>
                    <a:cubicBezTo>
                      <a:pt x="9697" y="11703"/>
                      <a:pt x="9667" y="11490"/>
                      <a:pt x="9758" y="11307"/>
                    </a:cubicBezTo>
                    <a:cubicBezTo>
                      <a:pt x="10214" y="10061"/>
                      <a:pt x="10670" y="8815"/>
                      <a:pt x="11156" y="7569"/>
                    </a:cubicBezTo>
                    <a:cubicBezTo>
                      <a:pt x="11460" y="6839"/>
                      <a:pt x="12159" y="6626"/>
                      <a:pt x="12828" y="6292"/>
                    </a:cubicBezTo>
                    <a:close/>
                    <a:moveTo>
                      <a:pt x="13223" y="8997"/>
                    </a:moveTo>
                    <a:lnTo>
                      <a:pt x="13223" y="8997"/>
                    </a:lnTo>
                    <a:cubicBezTo>
                      <a:pt x="13618" y="11368"/>
                      <a:pt x="12250" y="13739"/>
                      <a:pt x="10335" y="14013"/>
                    </a:cubicBezTo>
                    <a:cubicBezTo>
                      <a:pt x="11308" y="12310"/>
                      <a:pt x="12281" y="10669"/>
                      <a:pt x="13223" y="8997"/>
                    </a:cubicBezTo>
                    <a:close/>
                    <a:moveTo>
                      <a:pt x="3922" y="11216"/>
                    </a:moveTo>
                    <a:cubicBezTo>
                      <a:pt x="4925" y="11307"/>
                      <a:pt x="5837" y="11551"/>
                      <a:pt x="6627" y="12128"/>
                    </a:cubicBezTo>
                    <a:cubicBezTo>
                      <a:pt x="7022" y="12462"/>
                      <a:pt x="7417" y="12888"/>
                      <a:pt x="7721" y="13313"/>
                    </a:cubicBezTo>
                    <a:cubicBezTo>
                      <a:pt x="8542" y="14377"/>
                      <a:pt x="8542" y="15472"/>
                      <a:pt x="7752" y="16627"/>
                    </a:cubicBezTo>
                    <a:cubicBezTo>
                      <a:pt x="7235" y="15532"/>
                      <a:pt x="6688" y="14469"/>
                      <a:pt x="6171" y="13405"/>
                    </a:cubicBezTo>
                    <a:cubicBezTo>
                      <a:pt x="6110" y="13435"/>
                      <a:pt x="6080" y="13465"/>
                      <a:pt x="6019" y="13465"/>
                    </a:cubicBezTo>
                    <a:cubicBezTo>
                      <a:pt x="6384" y="14317"/>
                      <a:pt x="6749" y="15198"/>
                      <a:pt x="7144" y="16019"/>
                    </a:cubicBezTo>
                    <a:cubicBezTo>
                      <a:pt x="7600" y="16961"/>
                      <a:pt x="7721" y="17873"/>
                      <a:pt x="7174" y="18876"/>
                    </a:cubicBezTo>
                    <a:cubicBezTo>
                      <a:pt x="7053" y="18693"/>
                      <a:pt x="6961" y="18511"/>
                      <a:pt x="6870" y="18359"/>
                    </a:cubicBezTo>
                    <a:cubicBezTo>
                      <a:pt x="6475" y="17538"/>
                      <a:pt x="5928" y="16870"/>
                      <a:pt x="5168" y="16383"/>
                    </a:cubicBezTo>
                    <a:cubicBezTo>
                      <a:pt x="4712" y="16079"/>
                      <a:pt x="4408" y="15684"/>
                      <a:pt x="4287" y="15168"/>
                    </a:cubicBezTo>
                    <a:cubicBezTo>
                      <a:pt x="3952" y="14013"/>
                      <a:pt x="3557" y="12888"/>
                      <a:pt x="3800" y="11672"/>
                    </a:cubicBezTo>
                    <a:cubicBezTo>
                      <a:pt x="3831" y="11551"/>
                      <a:pt x="3861" y="11459"/>
                      <a:pt x="3922" y="11216"/>
                    </a:cubicBezTo>
                    <a:close/>
                    <a:moveTo>
                      <a:pt x="12285" y="14375"/>
                    </a:moveTo>
                    <a:cubicBezTo>
                      <a:pt x="13172" y="14375"/>
                      <a:pt x="14066" y="14586"/>
                      <a:pt x="14986" y="14924"/>
                    </a:cubicBezTo>
                    <a:cubicBezTo>
                      <a:pt x="14803" y="16110"/>
                      <a:pt x="13983" y="16809"/>
                      <a:pt x="13375" y="17721"/>
                    </a:cubicBezTo>
                    <a:cubicBezTo>
                      <a:pt x="12627" y="17347"/>
                      <a:pt x="11923" y="17160"/>
                      <a:pt x="11260" y="17160"/>
                    </a:cubicBezTo>
                    <a:cubicBezTo>
                      <a:pt x="10090" y="17160"/>
                      <a:pt x="9048" y="17742"/>
                      <a:pt x="8116" y="18906"/>
                    </a:cubicBezTo>
                    <a:cubicBezTo>
                      <a:pt x="7964" y="18390"/>
                      <a:pt x="8147" y="18116"/>
                      <a:pt x="8451" y="17903"/>
                    </a:cubicBezTo>
                    <a:cubicBezTo>
                      <a:pt x="9059" y="17508"/>
                      <a:pt x="9667" y="17113"/>
                      <a:pt x="10275" y="16718"/>
                    </a:cubicBezTo>
                    <a:cubicBezTo>
                      <a:pt x="10578" y="16535"/>
                      <a:pt x="10882" y="16383"/>
                      <a:pt x="11156" y="16201"/>
                    </a:cubicBezTo>
                    <a:cubicBezTo>
                      <a:pt x="11126" y="16140"/>
                      <a:pt x="11095" y="16079"/>
                      <a:pt x="11065" y="16019"/>
                    </a:cubicBezTo>
                    <a:cubicBezTo>
                      <a:pt x="10214" y="16444"/>
                      <a:pt x="9363" y="16870"/>
                      <a:pt x="8451" y="17356"/>
                    </a:cubicBezTo>
                    <a:cubicBezTo>
                      <a:pt x="8572" y="16262"/>
                      <a:pt x="8907" y="15411"/>
                      <a:pt x="9940" y="14924"/>
                    </a:cubicBezTo>
                    <a:cubicBezTo>
                      <a:pt x="10724" y="14539"/>
                      <a:pt x="11502" y="14375"/>
                      <a:pt x="12285" y="14375"/>
                    </a:cubicBezTo>
                    <a:close/>
                    <a:moveTo>
                      <a:pt x="2949" y="15867"/>
                    </a:moveTo>
                    <a:cubicBezTo>
                      <a:pt x="5685" y="16687"/>
                      <a:pt x="7357" y="19089"/>
                      <a:pt x="6688" y="21308"/>
                    </a:cubicBezTo>
                    <a:cubicBezTo>
                      <a:pt x="5958" y="20213"/>
                      <a:pt x="5259" y="19180"/>
                      <a:pt x="4591" y="18116"/>
                    </a:cubicBezTo>
                    <a:cubicBezTo>
                      <a:pt x="4530" y="18146"/>
                      <a:pt x="4469" y="18177"/>
                      <a:pt x="4439" y="18207"/>
                    </a:cubicBezTo>
                    <a:cubicBezTo>
                      <a:pt x="4499" y="18390"/>
                      <a:pt x="4591" y="18542"/>
                      <a:pt x="4682" y="18693"/>
                    </a:cubicBezTo>
                    <a:cubicBezTo>
                      <a:pt x="5198" y="19605"/>
                      <a:pt x="5715" y="20487"/>
                      <a:pt x="6232" y="21368"/>
                    </a:cubicBezTo>
                    <a:cubicBezTo>
                      <a:pt x="6718" y="22159"/>
                      <a:pt x="6627" y="22918"/>
                      <a:pt x="6353" y="23770"/>
                    </a:cubicBezTo>
                    <a:cubicBezTo>
                      <a:pt x="5989" y="23314"/>
                      <a:pt x="5685" y="22827"/>
                      <a:pt x="5259" y="22523"/>
                    </a:cubicBezTo>
                    <a:cubicBezTo>
                      <a:pt x="4773" y="22128"/>
                      <a:pt x="4165" y="21915"/>
                      <a:pt x="3618" y="21581"/>
                    </a:cubicBezTo>
                    <a:cubicBezTo>
                      <a:pt x="3405" y="21459"/>
                      <a:pt x="3101" y="21308"/>
                      <a:pt x="3040" y="21095"/>
                    </a:cubicBezTo>
                    <a:cubicBezTo>
                      <a:pt x="2584" y="19727"/>
                      <a:pt x="2372" y="18329"/>
                      <a:pt x="2615" y="16870"/>
                    </a:cubicBezTo>
                    <a:cubicBezTo>
                      <a:pt x="2676" y="16535"/>
                      <a:pt x="2828" y="16201"/>
                      <a:pt x="2949" y="15867"/>
                    </a:cubicBezTo>
                    <a:close/>
                    <a:moveTo>
                      <a:pt x="11270" y="17745"/>
                    </a:moveTo>
                    <a:cubicBezTo>
                      <a:pt x="11662" y="17745"/>
                      <a:pt x="12060" y="17821"/>
                      <a:pt x="12463" y="17964"/>
                    </a:cubicBezTo>
                    <a:cubicBezTo>
                      <a:pt x="13101" y="18177"/>
                      <a:pt x="13253" y="18481"/>
                      <a:pt x="12949" y="19028"/>
                    </a:cubicBezTo>
                    <a:cubicBezTo>
                      <a:pt x="12493" y="19818"/>
                      <a:pt x="11946" y="20578"/>
                      <a:pt x="11430" y="21308"/>
                    </a:cubicBezTo>
                    <a:cubicBezTo>
                      <a:pt x="11338" y="21429"/>
                      <a:pt x="11126" y="21490"/>
                      <a:pt x="10974" y="21520"/>
                    </a:cubicBezTo>
                    <a:cubicBezTo>
                      <a:pt x="9484" y="21763"/>
                      <a:pt x="8268" y="22463"/>
                      <a:pt x="7417" y="23678"/>
                    </a:cubicBezTo>
                    <a:cubicBezTo>
                      <a:pt x="7357" y="23739"/>
                      <a:pt x="7265" y="23770"/>
                      <a:pt x="7083" y="23770"/>
                    </a:cubicBezTo>
                    <a:cubicBezTo>
                      <a:pt x="7205" y="23526"/>
                      <a:pt x="7265" y="23283"/>
                      <a:pt x="7417" y="23070"/>
                    </a:cubicBezTo>
                    <a:cubicBezTo>
                      <a:pt x="8208" y="22128"/>
                      <a:pt x="9028" y="21186"/>
                      <a:pt x="9849" y="20274"/>
                    </a:cubicBezTo>
                    <a:cubicBezTo>
                      <a:pt x="10062" y="20001"/>
                      <a:pt x="10366" y="19788"/>
                      <a:pt x="10366" y="19423"/>
                    </a:cubicBezTo>
                    <a:lnTo>
                      <a:pt x="10366" y="19423"/>
                    </a:lnTo>
                    <a:cubicBezTo>
                      <a:pt x="9454" y="20335"/>
                      <a:pt x="8512" y="21216"/>
                      <a:pt x="7600" y="22098"/>
                    </a:cubicBezTo>
                    <a:cubicBezTo>
                      <a:pt x="7326" y="20183"/>
                      <a:pt x="8329" y="19058"/>
                      <a:pt x="9727" y="18177"/>
                    </a:cubicBezTo>
                    <a:cubicBezTo>
                      <a:pt x="10232" y="17881"/>
                      <a:pt x="10746" y="17745"/>
                      <a:pt x="11270" y="17745"/>
                    </a:cubicBezTo>
                    <a:close/>
                    <a:moveTo>
                      <a:pt x="2249" y="21865"/>
                    </a:moveTo>
                    <a:cubicBezTo>
                      <a:pt x="3335" y="21865"/>
                      <a:pt x="4516" y="22305"/>
                      <a:pt x="5229" y="23040"/>
                    </a:cubicBezTo>
                    <a:cubicBezTo>
                      <a:pt x="6050" y="23891"/>
                      <a:pt x="6566" y="24864"/>
                      <a:pt x="6110" y="26201"/>
                    </a:cubicBezTo>
                    <a:cubicBezTo>
                      <a:pt x="5259" y="25229"/>
                      <a:pt x="4682" y="24074"/>
                      <a:pt x="3679" y="23344"/>
                    </a:cubicBezTo>
                    <a:cubicBezTo>
                      <a:pt x="3648" y="23374"/>
                      <a:pt x="3587" y="23435"/>
                      <a:pt x="3527" y="23466"/>
                    </a:cubicBezTo>
                    <a:cubicBezTo>
                      <a:pt x="3618" y="23587"/>
                      <a:pt x="3709" y="23739"/>
                      <a:pt x="3800" y="23861"/>
                    </a:cubicBezTo>
                    <a:cubicBezTo>
                      <a:pt x="4317" y="24560"/>
                      <a:pt x="4803" y="25289"/>
                      <a:pt x="5381" y="25958"/>
                    </a:cubicBezTo>
                    <a:cubicBezTo>
                      <a:pt x="6080" y="26809"/>
                      <a:pt x="6293" y="27751"/>
                      <a:pt x="5958" y="28906"/>
                    </a:cubicBezTo>
                    <a:cubicBezTo>
                      <a:pt x="5837" y="28815"/>
                      <a:pt x="5715" y="28724"/>
                      <a:pt x="5624" y="28633"/>
                    </a:cubicBezTo>
                    <a:cubicBezTo>
                      <a:pt x="5077" y="27873"/>
                      <a:pt x="4317" y="27387"/>
                      <a:pt x="3405" y="27143"/>
                    </a:cubicBezTo>
                    <a:cubicBezTo>
                      <a:pt x="2828" y="27022"/>
                      <a:pt x="2524" y="26718"/>
                      <a:pt x="2280" y="26201"/>
                    </a:cubicBezTo>
                    <a:cubicBezTo>
                      <a:pt x="1794" y="25137"/>
                      <a:pt x="1217" y="24104"/>
                      <a:pt x="1217" y="22858"/>
                    </a:cubicBezTo>
                    <a:cubicBezTo>
                      <a:pt x="1217" y="22584"/>
                      <a:pt x="1247" y="22280"/>
                      <a:pt x="1247" y="22007"/>
                    </a:cubicBezTo>
                    <a:cubicBezTo>
                      <a:pt x="1558" y="21910"/>
                      <a:pt x="1898" y="21865"/>
                      <a:pt x="2249" y="21865"/>
                    </a:cubicBezTo>
                    <a:close/>
                    <a:moveTo>
                      <a:pt x="11034" y="22098"/>
                    </a:moveTo>
                    <a:cubicBezTo>
                      <a:pt x="11490" y="22493"/>
                      <a:pt x="11551" y="23040"/>
                      <a:pt x="11430" y="23557"/>
                    </a:cubicBezTo>
                    <a:cubicBezTo>
                      <a:pt x="11308" y="24286"/>
                      <a:pt x="11126" y="24985"/>
                      <a:pt x="10913" y="25684"/>
                    </a:cubicBezTo>
                    <a:cubicBezTo>
                      <a:pt x="10822" y="25897"/>
                      <a:pt x="10609" y="26171"/>
                      <a:pt x="10396" y="26262"/>
                    </a:cubicBezTo>
                    <a:cubicBezTo>
                      <a:pt x="8998" y="26900"/>
                      <a:pt x="7782" y="27751"/>
                      <a:pt x="6901" y="29089"/>
                    </a:cubicBezTo>
                    <a:cubicBezTo>
                      <a:pt x="6749" y="28268"/>
                      <a:pt x="6749" y="27508"/>
                      <a:pt x="7326" y="26840"/>
                    </a:cubicBezTo>
                    <a:cubicBezTo>
                      <a:pt x="7904" y="26171"/>
                      <a:pt x="8481" y="25502"/>
                      <a:pt x="9028" y="24833"/>
                    </a:cubicBezTo>
                    <a:cubicBezTo>
                      <a:pt x="9211" y="24621"/>
                      <a:pt x="9363" y="24408"/>
                      <a:pt x="9515" y="24225"/>
                    </a:cubicBezTo>
                    <a:cubicBezTo>
                      <a:pt x="9454" y="24165"/>
                      <a:pt x="9393" y="24104"/>
                      <a:pt x="9332" y="24074"/>
                    </a:cubicBezTo>
                    <a:cubicBezTo>
                      <a:pt x="8572" y="24864"/>
                      <a:pt x="7843" y="25684"/>
                      <a:pt x="6992" y="26596"/>
                    </a:cubicBezTo>
                    <a:cubicBezTo>
                      <a:pt x="6627" y="24499"/>
                      <a:pt x="8816" y="22341"/>
                      <a:pt x="11034" y="22098"/>
                    </a:cubicBezTo>
                    <a:close/>
                    <a:moveTo>
                      <a:pt x="11156" y="26627"/>
                    </a:moveTo>
                    <a:cubicBezTo>
                      <a:pt x="11764" y="27326"/>
                      <a:pt x="11703" y="28724"/>
                      <a:pt x="11004" y="30517"/>
                    </a:cubicBezTo>
                    <a:cubicBezTo>
                      <a:pt x="9211" y="30913"/>
                      <a:pt x="7964" y="32007"/>
                      <a:pt x="7113" y="33679"/>
                    </a:cubicBezTo>
                    <a:cubicBezTo>
                      <a:pt x="6809" y="32888"/>
                      <a:pt x="6779" y="32736"/>
                      <a:pt x="7205" y="32159"/>
                    </a:cubicBezTo>
                    <a:cubicBezTo>
                      <a:pt x="7843" y="31308"/>
                      <a:pt x="8542" y="30517"/>
                      <a:pt x="9211" y="29697"/>
                    </a:cubicBezTo>
                    <a:cubicBezTo>
                      <a:pt x="9484" y="29332"/>
                      <a:pt x="9758" y="28998"/>
                      <a:pt x="9940" y="28572"/>
                    </a:cubicBezTo>
                    <a:lnTo>
                      <a:pt x="9940" y="28572"/>
                    </a:lnTo>
                    <a:cubicBezTo>
                      <a:pt x="9484" y="28724"/>
                      <a:pt x="9241" y="29119"/>
                      <a:pt x="8937" y="29454"/>
                    </a:cubicBezTo>
                    <a:cubicBezTo>
                      <a:pt x="8603" y="29788"/>
                      <a:pt x="8268" y="30153"/>
                      <a:pt x="7934" y="30517"/>
                    </a:cubicBezTo>
                    <a:cubicBezTo>
                      <a:pt x="7600" y="30852"/>
                      <a:pt x="7296" y="31216"/>
                      <a:pt x="6870" y="31703"/>
                    </a:cubicBezTo>
                    <a:cubicBezTo>
                      <a:pt x="6627" y="30578"/>
                      <a:pt x="7022" y="29788"/>
                      <a:pt x="7539" y="29089"/>
                    </a:cubicBezTo>
                    <a:cubicBezTo>
                      <a:pt x="8299" y="28055"/>
                      <a:pt x="9302" y="27326"/>
                      <a:pt x="10487" y="26900"/>
                    </a:cubicBezTo>
                    <a:cubicBezTo>
                      <a:pt x="10730" y="26809"/>
                      <a:pt x="10943" y="26718"/>
                      <a:pt x="11156" y="26627"/>
                    </a:cubicBezTo>
                    <a:close/>
                    <a:moveTo>
                      <a:pt x="761" y="27295"/>
                    </a:moveTo>
                    <a:cubicBezTo>
                      <a:pt x="2007" y="27295"/>
                      <a:pt x="3101" y="27478"/>
                      <a:pt x="4104" y="27964"/>
                    </a:cubicBezTo>
                    <a:cubicBezTo>
                      <a:pt x="5533" y="28663"/>
                      <a:pt x="6171" y="30001"/>
                      <a:pt x="5958" y="31855"/>
                    </a:cubicBezTo>
                    <a:cubicBezTo>
                      <a:pt x="4955" y="30913"/>
                      <a:pt x="4226" y="29788"/>
                      <a:pt x="2949" y="29241"/>
                    </a:cubicBezTo>
                    <a:lnTo>
                      <a:pt x="2949" y="29241"/>
                    </a:lnTo>
                    <a:cubicBezTo>
                      <a:pt x="3040" y="29362"/>
                      <a:pt x="3101" y="29514"/>
                      <a:pt x="3223" y="29606"/>
                    </a:cubicBezTo>
                    <a:cubicBezTo>
                      <a:pt x="4043" y="30578"/>
                      <a:pt x="4894" y="31520"/>
                      <a:pt x="5746" y="32463"/>
                    </a:cubicBezTo>
                    <a:cubicBezTo>
                      <a:pt x="6080" y="32858"/>
                      <a:pt x="6232" y="33283"/>
                      <a:pt x="6110" y="33861"/>
                    </a:cubicBezTo>
                    <a:cubicBezTo>
                      <a:pt x="5928" y="33800"/>
                      <a:pt x="5776" y="33739"/>
                      <a:pt x="5624" y="33679"/>
                    </a:cubicBezTo>
                    <a:cubicBezTo>
                      <a:pt x="4864" y="33192"/>
                      <a:pt x="4043" y="32919"/>
                      <a:pt x="3162" y="32858"/>
                    </a:cubicBezTo>
                    <a:cubicBezTo>
                      <a:pt x="2676" y="32827"/>
                      <a:pt x="2341" y="32645"/>
                      <a:pt x="2068" y="32311"/>
                    </a:cubicBezTo>
                    <a:cubicBezTo>
                      <a:pt x="943" y="30852"/>
                      <a:pt x="426" y="29241"/>
                      <a:pt x="761" y="27295"/>
                    </a:cubicBezTo>
                    <a:close/>
                    <a:moveTo>
                      <a:pt x="2458" y="33365"/>
                    </a:moveTo>
                    <a:cubicBezTo>
                      <a:pt x="3661" y="33365"/>
                      <a:pt x="4814" y="33654"/>
                      <a:pt x="5867" y="34438"/>
                    </a:cubicBezTo>
                    <a:cubicBezTo>
                      <a:pt x="6019" y="34560"/>
                      <a:pt x="6171" y="34742"/>
                      <a:pt x="6201" y="34925"/>
                    </a:cubicBezTo>
                    <a:cubicBezTo>
                      <a:pt x="6323" y="35472"/>
                      <a:pt x="6353" y="36049"/>
                      <a:pt x="6414" y="36809"/>
                    </a:cubicBezTo>
                    <a:cubicBezTo>
                      <a:pt x="5502" y="35958"/>
                      <a:pt x="4743" y="35289"/>
                      <a:pt x="4013" y="34590"/>
                    </a:cubicBezTo>
                    <a:cubicBezTo>
                      <a:pt x="3952" y="34651"/>
                      <a:pt x="3922" y="34682"/>
                      <a:pt x="3891" y="34712"/>
                    </a:cubicBezTo>
                    <a:cubicBezTo>
                      <a:pt x="3983" y="34834"/>
                      <a:pt x="4104" y="34986"/>
                      <a:pt x="4226" y="35107"/>
                    </a:cubicBezTo>
                    <a:cubicBezTo>
                      <a:pt x="4803" y="35715"/>
                      <a:pt x="5381" y="36353"/>
                      <a:pt x="5989" y="36931"/>
                    </a:cubicBezTo>
                    <a:cubicBezTo>
                      <a:pt x="6475" y="37417"/>
                      <a:pt x="6688" y="37964"/>
                      <a:pt x="6688" y="38663"/>
                    </a:cubicBezTo>
                    <a:cubicBezTo>
                      <a:pt x="5989" y="38390"/>
                      <a:pt x="5320" y="38116"/>
                      <a:pt x="4651" y="37873"/>
                    </a:cubicBezTo>
                    <a:cubicBezTo>
                      <a:pt x="4454" y="37807"/>
                      <a:pt x="4241" y="37757"/>
                      <a:pt x="4047" y="37757"/>
                    </a:cubicBezTo>
                    <a:cubicBezTo>
                      <a:pt x="3971" y="37757"/>
                      <a:pt x="3899" y="37765"/>
                      <a:pt x="3831" y="37782"/>
                    </a:cubicBezTo>
                    <a:cubicBezTo>
                      <a:pt x="3705" y="37811"/>
                      <a:pt x="3589" y="37825"/>
                      <a:pt x="3480" y="37825"/>
                    </a:cubicBezTo>
                    <a:cubicBezTo>
                      <a:pt x="2906" y="37825"/>
                      <a:pt x="2552" y="37442"/>
                      <a:pt x="2220" y="36931"/>
                    </a:cubicBezTo>
                    <a:cubicBezTo>
                      <a:pt x="1946" y="36475"/>
                      <a:pt x="1612" y="36019"/>
                      <a:pt x="1369" y="35563"/>
                    </a:cubicBezTo>
                    <a:cubicBezTo>
                      <a:pt x="1034" y="34925"/>
                      <a:pt x="882" y="34256"/>
                      <a:pt x="1156" y="33466"/>
                    </a:cubicBezTo>
                    <a:cubicBezTo>
                      <a:pt x="1595" y="33402"/>
                      <a:pt x="2030" y="33365"/>
                      <a:pt x="2458" y="33365"/>
                    </a:cubicBezTo>
                    <a:close/>
                    <a:moveTo>
                      <a:pt x="11096" y="31109"/>
                    </a:moveTo>
                    <a:cubicBezTo>
                      <a:pt x="11409" y="31109"/>
                      <a:pt x="11558" y="31268"/>
                      <a:pt x="11673" y="31703"/>
                    </a:cubicBezTo>
                    <a:cubicBezTo>
                      <a:pt x="11764" y="32007"/>
                      <a:pt x="11825" y="32372"/>
                      <a:pt x="11794" y="32675"/>
                    </a:cubicBezTo>
                    <a:cubicBezTo>
                      <a:pt x="11673" y="33618"/>
                      <a:pt x="11490" y="34530"/>
                      <a:pt x="11308" y="35441"/>
                    </a:cubicBezTo>
                    <a:cubicBezTo>
                      <a:pt x="11278" y="35654"/>
                      <a:pt x="11065" y="35897"/>
                      <a:pt x="10882" y="35989"/>
                    </a:cubicBezTo>
                    <a:cubicBezTo>
                      <a:pt x="9515" y="36505"/>
                      <a:pt x="8542" y="37448"/>
                      <a:pt x="7873" y="38724"/>
                    </a:cubicBezTo>
                    <a:cubicBezTo>
                      <a:pt x="7843" y="38785"/>
                      <a:pt x="7782" y="38815"/>
                      <a:pt x="7721" y="38846"/>
                    </a:cubicBezTo>
                    <a:cubicBezTo>
                      <a:pt x="7387" y="38359"/>
                      <a:pt x="7478" y="37873"/>
                      <a:pt x="7752" y="37387"/>
                    </a:cubicBezTo>
                    <a:cubicBezTo>
                      <a:pt x="8390" y="36353"/>
                      <a:pt x="8998" y="35320"/>
                      <a:pt x="9606" y="34256"/>
                    </a:cubicBezTo>
                    <a:cubicBezTo>
                      <a:pt x="9788" y="33982"/>
                      <a:pt x="9971" y="33709"/>
                      <a:pt x="10092" y="33375"/>
                    </a:cubicBezTo>
                    <a:lnTo>
                      <a:pt x="10092" y="33375"/>
                    </a:lnTo>
                    <a:cubicBezTo>
                      <a:pt x="9423" y="33770"/>
                      <a:pt x="9089" y="34438"/>
                      <a:pt x="8694" y="35016"/>
                    </a:cubicBezTo>
                    <a:cubicBezTo>
                      <a:pt x="8268" y="35654"/>
                      <a:pt x="7873" y="36293"/>
                      <a:pt x="7357" y="37144"/>
                    </a:cubicBezTo>
                    <a:cubicBezTo>
                      <a:pt x="7265" y="36445"/>
                      <a:pt x="7113" y="35928"/>
                      <a:pt x="7174" y="35441"/>
                    </a:cubicBezTo>
                    <a:cubicBezTo>
                      <a:pt x="7417" y="33466"/>
                      <a:pt x="8481" y="32068"/>
                      <a:pt x="10305" y="31277"/>
                    </a:cubicBezTo>
                    <a:cubicBezTo>
                      <a:pt x="10427" y="31216"/>
                      <a:pt x="10578" y="31186"/>
                      <a:pt x="10730" y="31156"/>
                    </a:cubicBezTo>
                    <a:cubicBezTo>
                      <a:pt x="10873" y="31126"/>
                      <a:pt x="10993" y="31109"/>
                      <a:pt x="11096" y="31109"/>
                    </a:cubicBezTo>
                    <a:close/>
                    <a:moveTo>
                      <a:pt x="3965" y="38281"/>
                    </a:moveTo>
                    <a:cubicBezTo>
                      <a:pt x="4709" y="38281"/>
                      <a:pt x="5444" y="38485"/>
                      <a:pt x="6171" y="38937"/>
                    </a:cubicBezTo>
                    <a:cubicBezTo>
                      <a:pt x="6901" y="39423"/>
                      <a:pt x="6992" y="39575"/>
                      <a:pt x="7053" y="40639"/>
                    </a:cubicBezTo>
                    <a:cubicBezTo>
                      <a:pt x="6080" y="40183"/>
                      <a:pt x="5138" y="39758"/>
                      <a:pt x="4195" y="39332"/>
                    </a:cubicBezTo>
                    <a:lnTo>
                      <a:pt x="4104" y="39484"/>
                    </a:lnTo>
                    <a:cubicBezTo>
                      <a:pt x="4256" y="39575"/>
                      <a:pt x="4378" y="39697"/>
                      <a:pt x="4530" y="39788"/>
                    </a:cubicBezTo>
                    <a:cubicBezTo>
                      <a:pt x="5138" y="40122"/>
                      <a:pt x="5746" y="40457"/>
                      <a:pt x="6384" y="40761"/>
                    </a:cubicBezTo>
                    <a:cubicBezTo>
                      <a:pt x="7357" y="41247"/>
                      <a:pt x="7600" y="42098"/>
                      <a:pt x="7660" y="43223"/>
                    </a:cubicBezTo>
                    <a:cubicBezTo>
                      <a:pt x="6901" y="42691"/>
                      <a:pt x="6148" y="42493"/>
                      <a:pt x="5388" y="42493"/>
                    </a:cubicBezTo>
                    <a:cubicBezTo>
                      <a:pt x="4629" y="42493"/>
                      <a:pt x="3861" y="42691"/>
                      <a:pt x="3071" y="42949"/>
                    </a:cubicBezTo>
                    <a:cubicBezTo>
                      <a:pt x="2554" y="42250"/>
                      <a:pt x="2098" y="41642"/>
                      <a:pt x="1673" y="41034"/>
                    </a:cubicBezTo>
                    <a:cubicBezTo>
                      <a:pt x="1521" y="40791"/>
                      <a:pt x="1369" y="40548"/>
                      <a:pt x="1308" y="40305"/>
                    </a:cubicBezTo>
                    <a:cubicBezTo>
                      <a:pt x="1004" y="39423"/>
                      <a:pt x="1156" y="39119"/>
                      <a:pt x="1976" y="38724"/>
                    </a:cubicBezTo>
                    <a:cubicBezTo>
                      <a:pt x="2646" y="38439"/>
                      <a:pt x="3309" y="38281"/>
                      <a:pt x="3965" y="38281"/>
                    </a:cubicBezTo>
                    <a:close/>
                    <a:moveTo>
                      <a:pt x="11797" y="36369"/>
                    </a:moveTo>
                    <a:cubicBezTo>
                      <a:pt x="12170" y="36369"/>
                      <a:pt x="12335" y="36577"/>
                      <a:pt x="12402" y="37113"/>
                    </a:cubicBezTo>
                    <a:cubicBezTo>
                      <a:pt x="12524" y="37843"/>
                      <a:pt x="12493" y="38603"/>
                      <a:pt x="12493" y="39362"/>
                    </a:cubicBezTo>
                    <a:cubicBezTo>
                      <a:pt x="12463" y="39545"/>
                      <a:pt x="12281" y="39818"/>
                      <a:pt x="12129" y="39910"/>
                    </a:cubicBezTo>
                    <a:cubicBezTo>
                      <a:pt x="10548" y="40669"/>
                      <a:pt x="9454" y="41885"/>
                      <a:pt x="8876" y="43648"/>
                    </a:cubicBezTo>
                    <a:cubicBezTo>
                      <a:pt x="8512" y="42980"/>
                      <a:pt x="8451" y="42432"/>
                      <a:pt x="8755" y="41825"/>
                    </a:cubicBezTo>
                    <a:cubicBezTo>
                      <a:pt x="9271" y="40761"/>
                      <a:pt x="9788" y="39666"/>
                      <a:pt x="10305" y="38603"/>
                    </a:cubicBezTo>
                    <a:lnTo>
                      <a:pt x="10305" y="38603"/>
                    </a:lnTo>
                    <a:cubicBezTo>
                      <a:pt x="9423" y="39423"/>
                      <a:pt x="9028" y="40578"/>
                      <a:pt x="8360" y="41673"/>
                    </a:cubicBezTo>
                    <a:cubicBezTo>
                      <a:pt x="7843" y="40518"/>
                      <a:pt x="7843" y="39575"/>
                      <a:pt x="8481" y="38603"/>
                    </a:cubicBezTo>
                    <a:cubicBezTo>
                      <a:pt x="9180" y="37539"/>
                      <a:pt x="10123" y="36809"/>
                      <a:pt x="11308" y="36445"/>
                    </a:cubicBezTo>
                    <a:cubicBezTo>
                      <a:pt x="11501" y="36396"/>
                      <a:pt x="11662" y="36369"/>
                      <a:pt x="11797" y="36369"/>
                    </a:cubicBezTo>
                    <a:close/>
                    <a:moveTo>
                      <a:pt x="13892" y="39758"/>
                    </a:moveTo>
                    <a:cubicBezTo>
                      <a:pt x="15259" y="42402"/>
                      <a:pt x="13071" y="46262"/>
                      <a:pt x="9819" y="47022"/>
                    </a:cubicBezTo>
                    <a:cubicBezTo>
                      <a:pt x="9515" y="46657"/>
                      <a:pt x="9606" y="46262"/>
                      <a:pt x="9819" y="45867"/>
                    </a:cubicBezTo>
                    <a:cubicBezTo>
                      <a:pt x="10214" y="45168"/>
                      <a:pt x="10639" y="44439"/>
                      <a:pt x="11034" y="43709"/>
                    </a:cubicBezTo>
                    <a:cubicBezTo>
                      <a:pt x="11126" y="43527"/>
                      <a:pt x="11217" y="43314"/>
                      <a:pt x="11186" y="43040"/>
                    </a:cubicBezTo>
                    <a:lnTo>
                      <a:pt x="11186" y="43040"/>
                    </a:lnTo>
                    <a:cubicBezTo>
                      <a:pt x="10609" y="43922"/>
                      <a:pt x="10062" y="44803"/>
                      <a:pt x="9454" y="45776"/>
                    </a:cubicBezTo>
                    <a:cubicBezTo>
                      <a:pt x="9059" y="44986"/>
                      <a:pt x="9180" y="44317"/>
                      <a:pt x="9393" y="43679"/>
                    </a:cubicBezTo>
                    <a:cubicBezTo>
                      <a:pt x="9819" y="42372"/>
                      <a:pt x="10609" y="41308"/>
                      <a:pt x="11855" y="40669"/>
                    </a:cubicBezTo>
                    <a:cubicBezTo>
                      <a:pt x="12493" y="40305"/>
                      <a:pt x="13223" y="40062"/>
                      <a:pt x="13892" y="39758"/>
                    </a:cubicBezTo>
                    <a:close/>
                    <a:moveTo>
                      <a:pt x="5519" y="43047"/>
                    </a:moveTo>
                    <a:cubicBezTo>
                      <a:pt x="5887" y="43047"/>
                      <a:pt x="6258" y="43110"/>
                      <a:pt x="6597" y="43223"/>
                    </a:cubicBezTo>
                    <a:cubicBezTo>
                      <a:pt x="7539" y="43527"/>
                      <a:pt x="8238" y="44104"/>
                      <a:pt x="8329" y="45290"/>
                    </a:cubicBezTo>
                    <a:cubicBezTo>
                      <a:pt x="7296" y="44986"/>
                      <a:pt x="6293" y="44651"/>
                      <a:pt x="5259" y="44347"/>
                    </a:cubicBezTo>
                    <a:cubicBezTo>
                      <a:pt x="5229" y="44408"/>
                      <a:pt x="5229" y="44469"/>
                      <a:pt x="5198" y="44530"/>
                    </a:cubicBezTo>
                    <a:cubicBezTo>
                      <a:pt x="5290" y="44621"/>
                      <a:pt x="5411" y="44743"/>
                      <a:pt x="5533" y="44803"/>
                    </a:cubicBezTo>
                    <a:cubicBezTo>
                      <a:pt x="6201" y="45046"/>
                      <a:pt x="6870" y="45350"/>
                      <a:pt x="7569" y="45533"/>
                    </a:cubicBezTo>
                    <a:cubicBezTo>
                      <a:pt x="8512" y="45776"/>
                      <a:pt x="8937" y="46353"/>
                      <a:pt x="8998" y="47326"/>
                    </a:cubicBezTo>
                    <a:cubicBezTo>
                      <a:pt x="8381" y="47501"/>
                      <a:pt x="7745" y="47583"/>
                      <a:pt x="7116" y="47583"/>
                    </a:cubicBezTo>
                    <a:cubicBezTo>
                      <a:pt x="4676" y="47583"/>
                      <a:pt x="2337" y="46341"/>
                      <a:pt x="1612" y="44408"/>
                    </a:cubicBezTo>
                    <a:cubicBezTo>
                      <a:pt x="1733" y="44287"/>
                      <a:pt x="1885" y="44135"/>
                      <a:pt x="2068" y="44043"/>
                    </a:cubicBezTo>
                    <a:cubicBezTo>
                      <a:pt x="3010" y="43466"/>
                      <a:pt x="4043" y="43162"/>
                      <a:pt x="5138" y="43071"/>
                    </a:cubicBezTo>
                    <a:cubicBezTo>
                      <a:pt x="5263" y="43055"/>
                      <a:pt x="5391" y="43047"/>
                      <a:pt x="5519" y="43047"/>
                    </a:cubicBezTo>
                    <a:close/>
                    <a:moveTo>
                      <a:pt x="8694" y="0"/>
                    </a:moveTo>
                    <a:cubicBezTo>
                      <a:pt x="7904" y="2888"/>
                      <a:pt x="7265" y="5836"/>
                      <a:pt x="6870" y="8845"/>
                    </a:cubicBezTo>
                    <a:cubicBezTo>
                      <a:pt x="6353" y="6839"/>
                      <a:pt x="6232" y="4803"/>
                      <a:pt x="5898" y="2797"/>
                    </a:cubicBezTo>
                    <a:lnTo>
                      <a:pt x="5898" y="2797"/>
                    </a:lnTo>
                    <a:cubicBezTo>
                      <a:pt x="6019" y="5502"/>
                      <a:pt x="6232" y="8207"/>
                      <a:pt x="6779" y="10912"/>
                    </a:cubicBezTo>
                    <a:cubicBezTo>
                      <a:pt x="5168" y="8359"/>
                      <a:pt x="4347" y="5502"/>
                      <a:pt x="3618" y="2645"/>
                    </a:cubicBezTo>
                    <a:lnTo>
                      <a:pt x="3618" y="2645"/>
                    </a:lnTo>
                    <a:cubicBezTo>
                      <a:pt x="3679" y="4164"/>
                      <a:pt x="4043" y="5623"/>
                      <a:pt x="4530" y="7052"/>
                    </a:cubicBezTo>
                    <a:cubicBezTo>
                      <a:pt x="5016" y="8450"/>
                      <a:pt x="5624" y="9818"/>
                      <a:pt x="6171" y="11186"/>
                    </a:cubicBezTo>
                    <a:cubicBezTo>
                      <a:pt x="5594" y="11034"/>
                      <a:pt x="5016" y="10851"/>
                      <a:pt x="4439" y="10730"/>
                    </a:cubicBezTo>
                    <a:cubicBezTo>
                      <a:pt x="4257" y="10696"/>
                      <a:pt x="4106" y="10678"/>
                      <a:pt x="3978" y="10678"/>
                    </a:cubicBezTo>
                    <a:cubicBezTo>
                      <a:pt x="3527" y="10678"/>
                      <a:pt x="3372" y="10911"/>
                      <a:pt x="3253" y="11551"/>
                    </a:cubicBezTo>
                    <a:cubicBezTo>
                      <a:pt x="3071" y="12523"/>
                      <a:pt x="3253" y="13435"/>
                      <a:pt x="3527" y="14347"/>
                    </a:cubicBezTo>
                    <a:cubicBezTo>
                      <a:pt x="3648" y="14712"/>
                      <a:pt x="3770" y="15046"/>
                      <a:pt x="3891" y="15472"/>
                    </a:cubicBezTo>
                    <a:cubicBezTo>
                      <a:pt x="3558" y="15406"/>
                      <a:pt x="3294" y="15368"/>
                      <a:pt x="3082" y="15368"/>
                    </a:cubicBezTo>
                    <a:cubicBezTo>
                      <a:pt x="2503" y="15368"/>
                      <a:pt x="2315" y="15659"/>
                      <a:pt x="2159" y="16505"/>
                    </a:cubicBezTo>
                    <a:cubicBezTo>
                      <a:pt x="2037" y="17174"/>
                      <a:pt x="2007" y="17903"/>
                      <a:pt x="2098" y="18572"/>
                    </a:cubicBezTo>
                    <a:cubicBezTo>
                      <a:pt x="2189" y="19484"/>
                      <a:pt x="2432" y="20365"/>
                      <a:pt x="2645" y="21308"/>
                    </a:cubicBezTo>
                    <a:lnTo>
                      <a:pt x="1916" y="21308"/>
                    </a:lnTo>
                    <a:cubicBezTo>
                      <a:pt x="913" y="21308"/>
                      <a:pt x="700" y="21490"/>
                      <a:pt x="669" y="22523"/>
                    </a:cubicBezTo>
                    <a:cubicBezTo>
                      <a:pt x="609" y="23526"/>
                      <a:pt x="821" y="24438"/>
                      <a:pt x="1277" y="25350"/>
                    </a:cubicBezTo>
                    <a:cubicBezTo>
                      <a:pt x="1490" y="25776"/>
                      <a:pt x="1733" y="26232"/>
                      <a:pt x="1946" y="26718"/>
                    </a:cubicBezTo>
                    <a:cubicBezTo>
                      <a:pt x="1794" y="26748"/>
                      <a:pt x="1733" y="26779"/>
                      <a:pt x="1673" y="26779"/>
                    </a:cubicBezTo>
                    <a:cubicBezTo>
                      <a:pt x="548" y="26809"/>
                      <a:pt x="548" y="26809"/>
                      <a:pt x="31" y="27782"/>
                    </a:cubicBezTo>
                    <a:cubicBezTo>
                      <a:pt x="31" y="27812"/>
                      <a:pt x="1" y="27843"/>
                      <a:pt x="1" y="27873"/>
                    </a:cubicBezTo>
                    <a:cubicBezTo>
                      <a:pt x="1" y="28116"/>
                      <a:pt x="1" y="28359"/>
                      <a:pt x="1" y="28602"/>
                    </a:cubicBezTo>
                    <a:cubicBezTo>
                      <a:pt x="92" y="28815"/>
                      <a:pt x="244" y="29028"/>
                      <a:pt x="274" y="29271"/>
                    </a:cubicBezTo>
                    <a:cubicBezTo>
                      <a:pt x="487" y="30609"/>
                      <a:pt x="1065" y="31733"/>
                      <a:pt x="1976" y="32706"/>
                    </a:cubicBezTo>
                    <a:cubicBezTo>
                      <a:pt x="1885" y="32767"/>
                      <a:pt x="1885" y="32797"/>
                      <a:pt x="1855" y="32797"/>
                    </a:cubicBezTo>
                    <a:cubicBezTo>
                      <a:pt x="1733" y="32827"/>
                      <a:pt x="1612" y="32858"/>
                      <a:pt x="1490" y="32888"/>
                    </a:cubicBezTo>
                    <a:cubicBezTo>
                      <a:pt x="609" y="33101"/>
                      <a:pt x="457" y="33283"/>
                      <a:pt x="487" y="34195"/>
                    </a:cubicBezTo>
                    <a:cubicBezTo>
                      <a:pt x="487" y="35016"/>
                      <a:pt x="791" y="35745"/>
                      <a:pt x="1277" y="36384"/>
                    </a:cubicBezTo>
                    <a:cubicBezTo>
                      <a:pt x="1673" y="36870"/>
                      <a:pt x="2037" y="37387"/>
                      <a:pt x="2463" y="37934"/>
                    </a:cubicBezTo>
                    <a:cubicBezTo>
                      <a:pt x="2068" y="38116"/>
                      <a:pt x="1794" y="38238"/>
                      <a:pt x="1490" y="38390"/>
                    </a:cubicBezTo>
                    <a:cubicBezTo>
                      <a:pt x="730" y="38755"/>
                      <a:pt x="518" y="39119"/>
                      <a:pt x="700" y="39910"/>
                    </a:cubicBezTo>
                    <a:cubicBezTo>
                      <a:pt x="852" y="40518"/>
                      <a:pt x="1156" y="41095"/>
                      <a:pt x="1460" y="41642"/>
                    </a:cubicBezTo>
                    <a:cubicBezTo>
                      <a:pt x="1794" y="42128"/>
                      <a:pt x="2220" y="42584"/>
                      <a:pt x="2615" y="43071"/>
                    </a:cubicBezTo>
                    <a:cubicBezTo>
                      <a:pt x="2250" y="43314"/>
                      <a:pt x="1946" y="43496"/>
                      <a:pt x="1642" y="43679"/>
                    </a:cubicBezTo>
                    <a:cubicBezTo>
                      <a:pt x="1004" y="44165"/>
                      <a:pt x="913" y="44439"/>
                      <a:pt x="1277" y="45138"/>
                    </a:cubicBezTo>
                    <a:cubicBezTo>
                      <a:pt x="1369" y="45350"/>
                      <a:pt x="1521" y="45563"/>
                      <a:pt x="1673" y="45746"/>
                    </a:cubicBezTo>
                    <a:cubicBezTo>
                      <a:pt x="2804" y="47136"/>
                      <a:pt x="4610" y="48142"/>
                      <a:pt x="6569" y="48142"/>
                    </a:cubicBezTo>
                    <a:cubicBezTo>
                      <a:pt x="7137" y="48142"/>
                      <a:pt x="7718" y="48058"/>
                      <a:pt x="8299" y="47873"/>
                    </a:cubicBezTo>
                    <a:cubicBezTo>
                      <a:pt x="8572" y="47812"/>
                      <a:pt x="8846" y="47721"/>
                      <a:pt x="9119" y="47660"/>
                    </a:cubicBezTo>
                    <a:cubicBezTo>
                      <a:pt x="10001" y="49484"/>
                      <a:pt x="10001" y="49484"/>
                      <a:pt x="10427" y="49606"/>
                    </a:cubicBezTo>
                    <a:cubicBezTo>
                      <a:pt x="10244" y="48846"/>
                      <a:pt x="10062" y="48116"/>
                      <a:pt x="9879" y="47417"/>
                    </a:cubicBezTo>
                    <a:cubicBezTo>
                      <a:pt x="13405" y="46657"/>
                      <a:pt x="15229" y="43284"/>
                      <a:pt x="14652" y="40457"/>
                    </a:cubicBezTo>
                    <a:cubicBezTo>
                      <a:pt x="14482" y="39629"/>
                      <a:pt x="14386" y="39349"/>
                      <a:pt x="13940" y="39349"/>
                    </a:cubicBezTo>
                    <a:cubicBezTo>
                      <a:pt x="13747" y="39349"/>
                      <a:pt x="13489" y="39402"/>
                      <a:pt x="13132" y="39484"/>
                    </a:cubicBezTo>
                    <a:cubicBezTo>
                      <a:pt x="13126" y="39490"/>
                      <a:pt x="13118" y="39493"/>
                      <a:pt x="13110" y="39493"/>
                    </a:cubicBezTo>
                    <a:cubicBezTo>
                      <a:pt x="13077" y="39493"/>
                      <a:pt x="13028" y="39454"/>
                      <a:pt x="12980" y="39454"/>
                    </a:cubicBezTo>
                    <a:cubicBezTo>
                      <a:pt x="12980" y="38785"/>
                      <a:pt x="13010" y="38116"/>
                      <a:pt x="12980" y="37448"/>
                    </a:cubicBezTo>
                    <a:cubicBezTo>
                      <a:pt x="12919" y="36596"/>
                      <a:pt x="12737" y="35806"/>
                      <a:pt x="11673" y="35715"/>
                    </a:cubicBezTo>
                    <a:cubicBezTo>
                      <a:pt x="11916" y="33891"/>
                      <a:pt x="12858" y="32159"/>
                      <a:pt x="11521" y="30517"/>
                    </a:cubicBezTo>
                    <a:cubicBezTo>
                      <a:pt x="11673" y="29818"/>
                      <a:pt x="11825" y="29119"/>
                      <a:pt x="11946" y="28450"/>
                    </a:cubicBezTo>
                    <a:cubicBezTo>
                      <a:pt x="12129" y="27478"/>
                      <a:pt x="12159" y="26566"/>
                      <a:pt x="11278" y="25928"/>
                    </a:cubicBezTo>
                    <a:cubicBezTo>
                      <a:pt x="12037" y="23283"/>
                      <a:pt x="12037" y="23283"/>
                      <a:pt x="11703" y="21855"/>
                    </a:cubicBezTo>
                    <a:cubicBezTo>
                      <a:pt x="12129" y="21277"/>
                      <a:pt x="12615" y="20730"/>
                      <a:pt x="12980" y="20092"/>
                    </a:cubicBezTo>
                    <a:cubicBezTo>
                      <a:pt x="13284" y="19636"/>
                      <a:pt x="13527" y="19089"/>
                      <a:pt x="13648" y="18542"/>
                    </a:cubicBezTo>
                    <a:cubicBezTo>
                      <a:pt x="13709" y="18146"/>
                      <a:pt x="13831" y="17873"/>
                      <a:pt x="14074" y="17569"/>
                    </a:cubicBezTo>
                    <a:cubicBezTo>
                      <a:pt x="14500" y="17022"/>
                      <a:pt x="14955" y="16505"/>
                      <a:pt x="15320" y="15897"/>
                    </a:cubicBezTo>
                    <a:cubicBezTo>
                      <a:pt x="15837" y="15016"/>
                      <a:pt x="15594" y="14469"/>
                      <a:pt x="14621" y="14165"/>
                    </a:cubicBezTo>
                    <a:cubicBezTo>
                      <a:pt x="14044" y="13982"/>
                      <a:pt x="13496" y="13861"/>
                      <a:pt x="12858" y="13709"/>
                    </a:cubicBezTo>
                    <a:cubicBezTo>
                      <a:pt x="13557" y="13070"/>
                      <a:pt x="14226" y="12523"/>
                      <a:pt x="14803" y="11915"/>
                    </a:cubicBezTo>
                    <a:cubicBezTo>
                      <a:pt x="15411" y="11307"/>
                      <a:pt x="15928" y="10639"/>
                      <a:pt x="16445" y="9970"/>
                    </a:cubicBezTo>
                    <a:cubicBezTo>
                      <a:pt x="16962" y="9332"/>
                      <a:pt x="17569" y="8724"/>
                      <a:pt x="17813" y="7903"/>
                    </a:cubicBezTo>
                    <a:lnTo>
                      <a:pt x="17813" y="7903"/>
                    </a:lnTo>
                    <a:cubicBezTo>
                      <a:pt x="16293" y="9818"/>
                      <a:pt x="14803" y="11733"/>
                      <a:pt x="12767" y="13131"/>
                    </a:cubicBezTo>
                    <a:cubicBezTo>
                      <a:pt x="14348" y="10882"/>
                      <a:pt x="15351" y="8359"/>
                      <a:pt x="16536" y="5927"/>
                    </a:cubicBezTo>
                    <a:lnTo>
                      <a:pt x="16536" y="5927"/>
                    </a:lnTo>
                    <a:cubicBezTo>
                      <a:pt x="15624" y="7326"/>
                      <a:pt x="14925" y="8845"/>
                      <a:pt x="13922" y="10396"/>
                    </a:cubicBezTo>
                    <a:cubicBezTo>
                      <a:pt x="13861" y="9605"/>
                      <a:pt x="13831" y="9028"/>
                      <a:pt x="13740" y="8481"/>
                    </a:cubicBezTo>
                    <a:cubicBezTo>
                      <a:pt x="13648" y="7873"/>
                      <a:pt x="13740" y="7356"/>
                      <a:pt x="13952" y="6809"/>
                    </a:cubicBezTo>
                    <a:cubicBezTo>
                      <a:pt x="14378" y="5867"/>
                      <a:pt x="14712" y="4924"/>
                      <a:pt x="15107" y="3952"/>
                    </a:cubicBezTo>
                    <a:cubicBezTo>
                      <a:pt x="15047" y="3952"/>
                      <a:pt x="14986" y="3921"/>
                      <a:pt x="14925" y="3891"/>
                    </a:cubicBezTo>
                    <a:cubicBezTo>
                      <a:pt x="14500" y="4833"/>
                      <a:pt x="14074" y="5775"/>
                      <a:pt x="13648" y="6687"/>
                    </a:cubicBezTo>
                    <a:cubicBezTo>
                      <a:pt x="13405" y="6353"/>
                      <a:pt x="13223" y="5927"/>
                      <a:pt x="12949" y="5836"/>
                    </a:cubicBezTo>
                    <a:cubicBezTo>
                      <a:pt x="12896" y="5818"/>
                      <a:pt x="12839" y="5811"/>
                      <a:pt x="12777" y="5811"/>
                    </a:cubicBezTo>
                    <a:cubicBezTo>
                      <a:pt x="12523" y="5811"/>
                      <a:pt x="12204" y="5939"/>
                      <a:pt x="11885" y="5988"/>
                    </a:cubicBezTo>
                    <a:cubicBezTo>
                      <a:pt x="12402" y="4864"/>
                      <a:pt x="12919" y="3769"/>
                      <a:pt x="13436" y="2675"/>
                    </a:cubicBezTo>
                    <a:cubicBezTo>
                      <a:pt x="13375" y="2645"/>
                      <a:pt x="13314" y="2645"/>
                      <a:pt x="13284" y="2614"/>
                    </a:cubicBezTo>
                    <a:cubicBezTo>
                      <a:pt x="13101" y="2857"/>
                      <a:pt x="12949" y="3101"/>
                      <a:pt x="12797" y="3374"/>
                    </a:cubicBezTo>
                    <a:cubicBezTo>
                      <a:pt x="12341" y="4256"/>
                      <a:pt x="11855" y="5137"/>
                      <a:pt x="11399" y="6049"/>
                    </a:cubicBezTo>
                    <a:cubicBezTo>
                      <a:pt x="11034" y="6809"/>
                      <a:pt x="10396" y="7204"/>
                      <a:pt x="9606" y="7812"/>
                    </a:cubicBezTo>
                    <a:cubicBezTo>
                      <a:pt x="10275" y="5502"/>
                      <a:pt x="10882" y="3374"/>
                      <a:pt x="11490" y="1246"/>
                    </a:cubicBezTo>
                    <a:lnTo>
                      <a:pt x="11490" y="1246"/>
                    </a:lnTo>
                    <a:cubicBezTo>
                      <a:pt x="10123" y="4438"/>
                      <a:pt x="9393" y="7812"/>
                      <a:pt x="7843" y="10943"/>
                    </a:cubicBezTo>
                    <a:cubicBezTo>
                      <a:pt x="7600" y="9727"/>
                      <a:pt x="7600" y="8511"/>
                      <a:pt x="7691" y="7295"/>
                    </a:cubicBezTo>
                    <a:cubicBezTo>
                      <a:pt x="7812" y="6049"/>
                      <a:pt x="8025" y="4803"/>
                      <a:pt x="8238" y="3587"/>
                    </a:cubicBezTo>
                    <a:cubicBezTo>
                      <a:pt x="8451" y="2401"/>
                      <a:pt x="8694" y="1216"/>
                      <a:pt x="8937" y="61"/>
                    </a:cubicBezTo>
                    <a:cubicBezTo>
                      <a:pt x="8876" y="31"/>
                      <a:pt x="8785" y="31"/>
                      <a:pt x="86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7" name="Google Shape;12297;p37"/>
              <p:cNvSpPr/>
              <p:nvPr/>
            </p:nvSpPr>
            <p:spPr>
              <a:xfrm>
                <a:off x="695575" y="2254625"/>
                <a:ext cx="406550" cy="1087925"/>
              </a:xfrm>
              <a:custGeom>
                <a:rect b="b" l="l" r="r" t="t"/>
                <a:pathLst>
                  <a:path extrusionOk="0" h="43517" w="16262">
                    <a:moveTo>
                      <a:pt x="12736" y="1166"/>
                    </a:moveTo>
                    <a:lnTo>
                      <a:pt x="12736" y="1166"/>
                    </a:lnTo>
                    <a:cubicBezTo>
                      <a:pt x="13435" y="3354"/>
                      <a:pt x="13648" y="5421"/>
                      <a:pt x="12432" y="7427"/>
                    </a:cubicBezTo>
                    <a:cubicBezTo>
                      <a:pt x="12341" y="7549"/>
                      <a:pt x="12280" y="7670"/>
                      <a:pt x="12219" y="7822"/>
                    </a:cubicBezTo>
                    <a:cubicBezTo>
                      <a:pt x="11855" y="8613"/>
                      <a:pt x="11976" y="8765"/>
                      <a:pt x="12827" y="8947"/>
                    </a:cubicBezTo>
                    <a:cubicBezTo>
                      <a:pt x="13314" y="9038"/>
                      <a:pt x="13769" y="9190"/>
                      <a:pt x="14256" y="9342"/>
                    </a:cubicBezTo>
                    <a:cubicBezTo>
                      <a:pt x="14529" y="9433"/>
                      <a:pt x="14803" y="9585"/>
                      <a:pt x="15076" y="9737"/>
                    </a:cubicBezTo>
                    <a:cubicBezTo>
                      <a:pt x="15076" y="10406"/>
                      <a:pt x="14803" y="10984"/>
                      <a:pt x="14499" y="11531"/>
                    </a:cubicBezTo>
                    <a:cubicBezTo>
                      <a:pt x="13648" y="12899"/>
                      <a:pt x="12797" y="14266"/>
                      <a:pt x="11915" y="15604"/>
                    </a:cubicBezTo>
                    <a:cubicBezTo>
                      <a:pt x="11611" y="16060"/>
                      <a:pt x="11490" y="16485"/>
                      <a:pt x="11611" y="17063"/>
                    </a:cubicBezTo>
                    <a:cubicBezTo>
                      <a:pt x="11824" y="18127"/>
                      <a:pt x="11611" y="19221"/>
                      <a:pt x="11307" y="20285"/>
                    </a:cubicBezTo>
                    <a:cubicBezTo>
                      <a:pt x="11186" y="20710"/>
                      <a:pt x="11095" y="21075"/>
                      <a:pt x="11490" y="21440"/>
                    </a:cubicBezTo>
                    <a:cubicBezTo>
                      <a:pt x="11642" y="21561"/>
                      <a:pt x="11672" y="21865"/>
                      <a:pt x="11672" y="22078"/>
                    </a:cubicBezTo>
                    <a:cubicBezTo>
                      <a:pt x="11611" y="23051"/>
                      <a:pt x="11520" y="24023"/>
                      <a:pt x="11459" y="24996"/>
                    </a:cubicBezTo>
                    <a:cubicBezTo>
                      <a:pt x="11429" y="25239"/>
                      <a:pt x="11338" y="25543"/>
                      <a:pt x="11459" y="25695"/>
                    </a:cubicBezTo>
                    <a:cubicBezTo>
                      <a:pt x="11976" y="26333"/>
                      <a:pt x="11855" y="27063"/>
                      <a:pt x="11855" y="27792"/>
                    </a:cubicBezTo>
                    <a:cubicBezTo>
                      <a:pt x="11855" y="28461"/>
                      <a:pt x="11763" y="29130"/>
                      <a:pt x="11703" y="29798"/>
                    </a:cubicBezTo>
                    <a:cubicBezTo>
                      <a:pt x="11611" y="30771"/>
                      <a:pt x="11611" y="30771"/>
                      <a:pt x="12645" y="31166"/>
                    </a:cubicBezTo>
                    <a:cubicBezTo>
                      <a:pt x="12675" y="31835"/>
                      <a:pt x="12736" y="32504"/>
                      <a:pt x="12766" y="33203"/>
                    </a:cubicBezTo>
                    <a:cubicBezTo>
                      <a:pt x="12797" y="33416"/>
                      <a:pt x="12797" y="33628"/>
                      <a:pt x="12827" y="33841"/>
                    </a:cubicBezTo>
                    <a:cubicBezTo>
                      <a:pt x="12917" y="34446"/>
                      <a:pt x="13073" y="34688"/>
                      <a:pt x="13465" y="34688"/>
                    </a:cubicBezTo>
                    <a:cubicBezTo>
                      <a:pt x="13605" y="34688"/>
                      <a:pt x="13774" y="34657"/>
                      <a:pt x="13982" y="34601"/>
                    </a:cubicBezTo>
                    <a:cubicBezTo>
                      <a:pt x="14165" y="34571"/>
                      <a:pt x="14347" y="34540"/>
                      <a:pt x="14499" y="34510"/>
                    </a:cubicBezTo>
                    <a:lnTo>
                      <a:pt x="14499" y="34510"/>
                    </a:lnTo>
                    <a:cubicBezTo>
                      <a:pt x="15076" y="36881"/>
                      <a:pt x="13982" y="39981"/>
                      <a:pt x="11064" y="41288"/>
                    </a:cubicBezTo>
                    <a:cubicBezTo>
                      <a:pt x="9964" y="41783"/>
                      <a:pt x="8842" y="41991"/>
                      <a:pt x="7711" y="41991"/>
                    </a:cubicBezTo>
                    <a:cubicBezTo>
                      <a:pt x="6967" y="41991"/>
                      <a:pt x="6219" y="41901"/>
                      <a:pt x="5471" y="41744"/>
                    </a:cubicBezTo>
                    <a:cubicBezTo>
                      <a:pt x="4134" y="41470"/>
                      <a:pt x="3101" y="40650"/>
                      <a:pt x="2189" y="39707"/>
                    </a:cubicBezTo>
                    <a:cubicBezTo>
                      <a:pt x="2067" y="39616"/>
                      <a:pt x="2037" y="39464"/>
                      <a:pt x="1915" y="39252"/>
                    </a:cubicBezTo>
                    <a:cubicBezTo>
                      <a:pt x="2249" y="39008"/>
                      <a:pt x="2553" y="38765"/>
                      <a:pt x="2857" y="38522"/>
                    </a:cubicBezTo>
                    <a:cubicBezTo>
                      <a:pt x="3435" y="38066"/>
                      <a:pt x="3496" y="37762"/>
                      <a:pt x="3131" y="37124"/>
                    </a:cubicBezTo>
                    <a:cubicBezTo>
                      <a:pt x="2675" y="36394"/>
                      <a:pt x="2189" y="35695"/>
                      <a:pt x="1824" y="34935"/>
                    </a:cubicBezTo>
                    <a:cubicBezTo>
                      <a:pt x="1490" y="34267"/>
                      <a:pt x="1581" y="34084"/>
                      <a:pt x="2189" y="33659"/>
                    </a:cubicBezTo>
                    <a:cubicBezTo>
                      <a:pt x="3374" y="32868"/>
                      <a:pt x="3405" y="32686"/>
                      <a:pt x="2797" y="31379"/>
                    </a:cubicBezTo>
                    <a:cubicBezTo>
                      <a:pt x="2432" y="30589"/>
                      <a:pt x="2098" y="29768"/>
                      <a:pt x="1794" y="28947"/>
                    </a:cubicBezTo>
                    <a:cubicBezTo>
                      <a:pt x="1611" y="28552"/>
                      <a:pt x="1733" y="28279"/>
                      <a:pt x="2128" y="28036"/>
                    </a:cubicBezTo>
                    <a:cubicBezTo>
                      <a:pt x="2888" y="27549"/>
                      <a:pt x="2918" y="27306"/>
                      <a:pt x="2584" y="26455"/>
                    </a:cubicBezTo>
                    <a:cubicBezTo>
                      <a:pt x="2280" y="25634"/>
                      <a:pt x="1976" y="24814"/>
                      <a:pt x="1733" y="23963"/>
                    </a:cubicBezTo>
                    <a:cubicBezTo>
                      <a:pt x="1611" y="23476"/>
                      <a:pt x="1642" y="22959"/>
                      <a:pt x="1581" y="22473"/>
                    </a:cubicBezTo>
                    <a:cubicBezTo>
                      <a:pt x="1733" y="22412"/>
                      <a:pt x="1794" y="22382"/>
                      <a:pt x="1854" y="22382"/>
                    </a:cubicBezTo>
                    <a:cubicBezTo>
                      <a:pt x="2096" y="22415"/>
                      <a:pt x="2276" y="22440"/>
                      <a:pt x="2411" y="22440"/>
                    </a:cubicBezTo>
                    <a:cubicBezTo>
                      <a:pt x="2767" y="22440"/>
                      <a:pt x="2805" y="22270"/>
                      <a:pt x="2827" y="21652"/>
                    </a:cubicBezTo>
                    <a:cubicBezTo>
                      <a:pt x="2857" y="21166"/>
                      <a:pt x="2766" y="20649"/>
                      <a:pt x="2675" y="20133"/>
                    </a:cubicBezTo>
                    <a:cubicBezTo>
                      <a:pt x="2493" y="19342"/>
                      <a:pt x="2280" y="18552"/>
                      <a:pt x="2128" y="17731"/>
                    </a:cubicBezTo>
                    <a:cubicBezTo>
                      <a:pt x="2067" y="17458"/>
                      <a:pt x="2128" y="17154"/>
                      <a:pt x="2128" y="16880"/>
                    </a:cubicBezTo>
                    <a:cubicBezTo>
                      <a:pt x="3587" y="16242"/>
                      <a:pt x="3587" y="16242"/>
                      <a:pt x="3465" y="14540"/>
                    </a:cubicBezTo>
                    <a:cubicBezTo>
                      <a:pt x="3405" y="13354"/>
                      <a:pt x="3313" y="12169"/>
                      <a:pt x="3678" y="10953"/>
                    </a:cubicBezTo>
                    <a:cubicBezTo>
                      <a:pt x="3800" y="10923"/>
                      <a:pt x="3921" y="10892"/>
                      <a:pt x="4073" y="10832"/>
                    </a:cubicBezTo>
                    <a:cubicBezTo>
                      <a:pt x="4651" y="10619"/>
                      <a:pt x="4772" y="10436"/>
                      <a:pt x="4651" y="9798"/>
                    </a:cubicBezTo>
                    <a:cubicBezTo>
                      <a:pt x="4499" y="9069"/>
                      <a:pt x="4316" y="8309"/>
                      <a:pt x="4225" y="7579"/>
                    </a:cubicBezTo>
                    <a:cubicBezTo>
                      <a:pt x="4164" y="7063"/>
                      <a:pt x="4225" y="6546"/>
                      <a:pt x="4225" y="5908"/>
                    </a:cubicBezTo>
                    <a:cubicBezTo>
                      <a:pt x="4833" y="6060"/>
                      <a:pt x="5380" y="6181"/>
                      <a:pt x="5867" y="6333"/>
                    </a:cubicBezTo>
                    <a:cubicBezTo>
                      <a:pt x="6292" y="6485"/>
                      <a:pt x="6718" y="6698"/>
                      <a:pt x="7143" y="6850"/>
                    </a:cubicBezTo>
                    <a:cubicBezTo>
                      <a:pt x="7342" y="6922"/>
                      <a:pt x="7520" y="6960"/>
                      <a:pt x="7679" y="6960"/>
                    </a:cubicBezTo>
                    <a:cubicBezTo>
                      <a:pt x="8057" y="6960"/>
                      <a:pt x="8337" y="6751"/>
                      <a:pt x="8572" y="6303"/>
                    </a:cubicBezTo>
                    <a:cubicBezTo>
                      <a:pt x="8754" y="5968"/>
                      <a:pt x="8937" y="5604"/>
                      <a:pt x="9089" y="5239"/>
                    </a:cubicBezTo>
                    <a:cubicBezTo>
                      <a:pt x="9727" y="3597"/>
                      <a:pt x="10973" y="2442"/>
                      <a:pt x="12341" y="1379"/>
                    </a:cubicBezTo>
                    <a:cubicBezTo>
                      <a:pt x="12432" y="1318"/>
                      <a:pt x="12554" y="1287"/>
                      <a:pt x="12736" y="1166"/>
                    </a:cubicBezTo>
                    <a:close/>
                    <a:moveTo>
                      <a:pt x="12953" y="0"/>
                    </a:moveTo>
                    <a:cubicBezTo>
                      <a:pt x="12695" y="0"/>
                      <a:pt x="12393" y="105"/>
                      <a:pt x="12037" y="315"/>
                    </a:cubicBezTo>
                    <a:cubicBezTo>
                      <a:pt x="11338" y="740"/>
                      <a:pt x="10639" y="1196"/>
                      <a:pt x="10000" y="1683"/>
                    </a:cubicBezTo>
                    <a:cubicBezTo>
                      <a:pt x="8724" y="2716"/>
                      <a:pt x="7842" y="3993"/>
                      <a:pt x="7660" y="5664"/>
                    </a:cubicBezTo>
                    <a:cubicBezTo>
                      <a:pt x="7660" y="5816"/>
                      <a:pt x="7599" y="5938"/>
                      <a:pt x="7569" y="6151"/>
                    </a:cubicBezTo>
                    <a:cubicBezTo>
                      <a:pt x="7265" y="5968"/>
                      <a:pt x="7022" y="5786"/>
                      <a:pt x="6778" y="5695"/>
                    </a:cubicBezTo>
                    <a:cubicBezTo>
                      <a:pt x="6110" y="5421"/>
                      <a:pt x="5441" y="5117"/>
                      <a:pt x="4742" y="4965"/>
                    </a:cubicBezTo>
                    <a:cubicBezTo>
                      <a:pt x="4568" y="4926"/>
                      <a:pt x="4409" y="4907"/>
                      <a:pt x="4264" y="4907"/>
                    </a:cubicBezTo>
                    <a:cubicBezTo>
                      <a:pt x="3622" y="4907"/>
                      <a:pt x="3255" y="5291"/>
                      <a:pt x="3131" y="6060"/>
                    </a:cubicBezTo>
                    <a:cubicBezTo>
                      <a:pt x="3040" y="6607"/>
                      <a:pt x="3040" y="7154"/>
                      <a:pt x="3070" y="7701"/>
                    </a:cubicBezTo>
                    <a:cubicBezTo>
                      <a:pt x="3131" y="8370"/>
                      <a:pt x="3283" y="9008"/>
                      <a:pt x="3405" y="9707"/>
                    </a:cubicBezTo>
                    <a:cubicBezTo>
                      <a:pt x="2584" y="10163"/>
                      <a:pt x="2310" y="10984"/>
                      <a:pt x="2219" y="11835"/>
                    </a:cubicBezTo>
                    <a:cubicBezTo>
                      <a:pt x="2158" y="12777"/>
                      <a:pt x="2249" y="13750"/>
                      <a:pt x="2249" y="14722"/>
                    </a:cubicBezTo>
                    <a:cubicBezTo>
                      <a:pt x="2280" y="14965"/>
                      <a:pt x="2310" y="15178"/>
                      <a:pt x="2310" y="15391"/>
                    </a:cubicBezTo>
                    <a:cubicBezTo>
                      <a:pt x="1064" y="15908"/>
                      <a:pt x="791" y="16333"/>
                      <a:pt x="882" y="17640"/>
                    </a:cubicBezTo>
                    <a:cubicBezTo>
                      <a:pt x="912" y="18187"/>
                      <a:pt x="1003" y="18734"/>
                      <a:pt x="1125" y="19251"/>
                    </a:cubicBezTo>
                    <a:cubicBezTo>
                      <a:pt x="1216" y="19798"/>
                      <a:pt x="1398" y="20315"/>
                      <a:pt x="1550" y="20862"/>
                    </a:cubicBezTo>
                    <a:cubicBezTo>
                      <a:pt x="578" y="21136"/>
                      <a:pt x="365" y="21865"/>
                      <a:pt x="395" y="22716"/>
                    </a:cubicBezTo>
                    <a:cubicBezTo>
                      <a:pt x="395" y="23142"/>
                      <a:pt x="395" y="23628"/>
                      <a:pt x="487" y="24054"/>
                    </a:cubicBezTo>
                    <a:cubicBezTo>
                      <a:pt x="730" y="25057"/>
                      <a:pt x="1034" y="26029"/>
                      <a:pt x="1338" y="27063"/>
                    </a:cubicBezTo>
                    <a:cubicBezTo>
                      <a:pt x="426" y="27701"/>
                      <a:pt x="395" y="28674"/>
                      <a:pt x="760" y="29707"/>
                    </a:cubicBezTo>
                    <a:cubicBezTo>
                      <a:pt x="973" y="30376"/>
                      <a:pt x="1307" y="31045"/>
                      <a:pt x="1611" y="31713"/>
                    </a:cubicBezTo>
                    <a:cubicBezTo>
                      <a:pt x="1702" y="31957"/>
                      <a:pt x="1824" y="32169"/>
                      <a:pt x="1946" y="32412"/>
                    </a:cubicBezTo>
                    <a:cubicBezTo>
                      <a:pt x="0" y="33720"/>
                      <a:pt x="395" y="34662"/>
                      <a:pt x="1064" y="36060"/>
                    </a:cubicBezTo>
                    <a:cubicBezTo>
                      <a:pt x="1338" y="36607"/>
                      <a:pt x="1702" y="37093"/>
                      <a:pt x="2037" y="37641"/>
                    </a:cubicBezTo>
                    <a:cubicBezTo>
                      <a:pt x="1794" y="37853"/>
                      <a:pt x="1550" y="38066"/>
                      <a:pt x="1338" y="38248"/>
                    </a:cubicBezTo>
                    <a:cubicBezTo>
                      <a:pt x="760" y="38826"/>
                      <a:pt x="608" y="39282"/>
                      <a:pt x="973" y="39981"/>
                    </a:cubicBezTo>
                    <a:cubicBezTo>
                      <a:pt x="1885" y="41714"/>
                      <a:pt x="3222" y="42990"/>
                      <a:pt x="5228" y="43385"/>
                    </a:cubicBezTo>
                    <a:cubicBezTo>
                      <a:pt x="5696" y="43472"/>
                      <a:pt x="6160" y="43517"/>
                      <a:pt x="6621" y="43517"/>
                    </a:cubicBezTo>
                    <a:cubicBezTo>
                      <a:pt x="7449" y="43517"/>
                      <a:pt x="8269" y="43374"/>
                      <a:pt x="9089" y="43081"/>
                    </a:cubicBezTo>
                    <a:cubicBezTo>
                      <a:pt x="9666" y="42869"/>
                      <a:pt x="10304" y="42838"/>
                      <a:pt x="10912" y="42625"/>
                    </a:cubicBezTo>
                    <a:cubicBezTo>
                      <a:pt x="11490" y="42443"/>
                      <a:pt x="12098" y="42291"/>
                      <a:pt x="12584" y="41957"/>
                    </a:cubicBezTo>
                    <a:cubicBezTo>
                      <a:pt x="14955" y="40285"/>
                      <a:pt x="16080" y="38066"/>
                      <a:pt x="15563" y="35118"/>
                    </a:cubicBezTo>
                    <a:cubicBezTo>
                      <a:pt x="15365" y="33881"/>
                      <a:pt x="15248" y="33590"/>
                      <a:pt x="14360" y="33590"/>
                    </a:cubicBezTo>
                    <a:cubicBezTo>
                      <a:pt x="14156" y="33590"/>
                      <a:pt x="13912" y="33606"/>
                      <a:pt x="13617" y="33628"/>
                    </a:cubicBezTo>
                    <a:cubicBezTo>
                      <a:pt x="13587" y="33020"/>
                      <a:pt x="13587" y="32443"/>
                      <a:pt x="13526" y="31835"/>
                    </a:cubicBezTo>
                    <a:cubicBezTo>
                      <a:pt x="13466" y="31105"/>
                      <a:pt x="13374" y="30376"/>
                      <a:pt x="12584" y="30011"/>
                    </a:cubicBezTo>
                    <a:cubicBezTo>
                      <a:pt x="12706" y="29282"/>
                      <a:pt x="12797" y="28674"/>
                      <a:pt x="12827" y="28096"/>
                    </a:cubicBezTo>
                    <a:cubicBezTo>
                      <a:pt x="12858" y="27458"/>
                      <a:pt x="13010" y="26698"/>
                      <a:pt x="12736" y="26212"/>
                    </a:cubicBezTo>
                    <a:cubicBezTo>
                      <a:pt x="12219" y="25178"/>
                      <a:pt x="12554" y="24206"/>
                      <a:pt x="12614" y="23203"/>
                    </a:cubicBezTo>
                    <a:cubicBezTo>
                      <a:pt x="12675" y="22686"/>
                      <a:pt x="12706" y="22169"/>
                      <a:pt x="12706" y="21652"/>
                    </a:cubicBezTo>
                    <a:cubicBezTo>
                      <a:pt x="12706" y="21349"/>
                      <a:pt x="12645" y="20953"/>
                      <a:pt x="12462" y="20710"/>
                    </a:cubicBezTo>
                    <a:cubicBezTo>
                      <a:pt x="12219" y="20406"/>
                      <a:pt x="12310" y="20133"/>
                      <a:pt x="12341" y="19798"/>
                    </a:cubicBezTo>
                    <a:cubicBezTo>
                      <a:pt x="12493" y="18978"/>
                      <a:pt x="12675" y="18157"/>
                      <a:pt x="12645" y="17367"/>
                    </a:cubicBezTo>
                    <a:cubicBezTo>
                      <a:pt x="12614" y="16759"/>
                      <a:pt x="12766" y="16333"/>
                      <a:pt x="13101" y="15877"/>
                    </a:cubicBezTo>
                    <a:cubicBezTo>
                      <a:pt x="13557" y="15239"/>
                      <a:pt x="13921" y="14540"/>
                      <a:pt x="14317" y="13841"/>
                    </a:cubicBezTo>
                    <a:cubicBezTo>
                      <a:pt x="14560" y="13415"/>
                      <a:pt x="14773" y="12990"/>
                      <a:pt x="14985" y="12564"/>
                    </a:cubicBezTo>
                    <a:cubicBezTo>
                      <a:pt x="15350" y="11804"/>
                      <a:pt x="15776" y="11044"/>
                      <a:pt x="16019" y="10254"/>
                    </a:cubicBezTo>
                    <a:cubicBezTo>
                      <a:pt x="16262" y="9494"/>
                      <a:pt x="16049" y="9129"/>
                      <a:pt x="15320" y="8795"/>
                    </a:cubicBezTo>
                    <a:cubicBezTo>
                      <a:pt x="14803" y="8522"/>
                      <a:pt x="14225" y="8309"/>
                      <a:pt x="13739" y="8096"/>
                    </a:cubicBezTo>
                    <a:cubicBezTo>
                      <a:pt x="14013" y="7215"/>
                      <a:pt x="14377" y="6394"/>
                      <a:pt x="14438" y="5543"/>
                    </a:cubicBezTo>
                    <a:cubicBezTo>
                      <a:pt x="14529" y="4479"/>
                      <a:pt x="14408" y="3415"/>
                      <a:pt x="14317" y="2351"/>
                    </a:cubicBezTo>
                    <a:cubicBezTo>
                      <a:pt x="14286" y="1956"/>
                      <a:pt x="14165" y="1531"/>
                      <a:pt x="14013" y="1135"/>
                    </a:cubicBezTo>
                    <a:cubicBezTo>
                      <a:pt x="13774" y="379"/>
                      <a:pt x="13443" y="0"/>
                      <a:pt x="129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98" name="Google Shape;12298;p37"/>
            <p:cNvGrpSpPr/>
            <p:nvPr/>
          </p:nvGrpSpPr>
          <p:grpSpPr>
            <a:xfrm flipH="1" rot="-1983738">
              <a:off x="813788" y="939578"/>
              <a:ext cx="452108" cy="1240035"/>
              <a:chOff x="695575" y="2117350"/>
              <a:chExt cx="452150" cy="1240150"/>
            </a:xfrm>
          </p:grpSpPr>
          <p:sp>
            <p:nvSpPr>
              <p:cNvPr id="12299" name="Google Shape;12299;p37"/>
              <p:cNvSpPr/>
              <p:nvPr/>
            </p:nvSpPr>
            <p:spPr>
              <a:xfrm>
                <a:off x="733550" y="2285050"/>
                <a:ext cx="396700" cy="1042900"/>
              </a:xfrm>
              <a:custGeom>
                <a:rect b="b" l="l" r="r" t="t"/>
                <a:pathLst>
                  <a:path extrusionOk="0" h="41716" w="15868">
                    <a:moveTo>
                      <a:pt x="12571" y="1"/>
                    </a:moveTo>
                    <a:cubicBezTo>
                      <a:pt x="12436" y="1"/>
                      <a:pt x="12288" y="24"/>
                      <a:pt x="12129" y="70"/>
                    </a:cubicBezTo>
                    <a:cubicBezTo>
                      <a:pt x="11734" y="192"/>
                      <a:pt x="11278" y="344"/>
                      <a:pt x="10974" y="618"/>
                    </a:cubicBezTo>
                    <a:cubicBezTo>
                      <a:pt x="9424" y="1925"/>
                      <a:pt x="8056" y="3384"/>
                      <a:pt x="7570" y="5450"/>
                    </a:cubicBezTo>
                    <a:cubicBezTo>
                      <a:pt x="7509" y="5694"/>
                      <a:pt x="7418" y="5906"/>
                      <a:pt x="7326" y="6089"/>
                    </a:cubicBezTo>
                    <a:cubicBezTo>
                      <a:pt x="6475" y="5724"/>
                      <a:pt x="5715" y="5359"/>
                      <a:pt x="4895" y="5086"/>
                    </a:cubicBezTo>
                    <a:cubicBezTo>
                      <a:pt x="4734" y="5032"/>
                      <a:pt x="4584" y="5007"/>
                      <a:pt x="4447" y="5007"/>
                    </a:cubicBezTo>
                    <a:cubicBezTo>
                      <a:pt x="3882" y="5007"/>
                      <a:pt x="3533" y="5440"/>
                      <a:pt x="3557" y="6150"/>
                    </a:cubicBezTo>
                    <a:cubicBezTo>
                      <a:pt x="3588" y="6605"/>
                      <a:pt x="3679" y="7061"/>
                      <a:pt x="3740" y="7517"/>
                    </a:cubicBezTo>
                    <a:cubicBezTo>
                      <a:pt x="3861" y="8216"/>
                      <a:pt x="3983" y="8916"/>
                      <a:pt x="4104" y="9615"/>
                    </a:cubicBezTo>
                    <a:cubicBezTo>
                      <a:pt x="2858" y="9888"/>
                      <a:pt x="2585" y="10162"/>
                      <a:pt x="2554" y="11347"/>
                    </a:cubicBezTo>
                    <a:cubicBezTo>
                      <a:pt x="2524" y="11834"/>
                      <a:pt x="2585" y="12320"/>
                      <a:pt x="2615" y="12806"/>
                    </a:cubicBezTo>
                    <a:cubicBezTo>
                      <a:pt x="2676" y="13627"/>
                      <a:pt x="2737" y="14478"/>
                      <a:pt x="2797" y="15299"/>
                    </a:cubicBezTo>
                    <a:cubicBezTo>
                      <a:pt x="1399" y="15724"/>
                      <a:pt x="1095" y="16150"/>
                      <a:pt x="1247" y="17517"/>
                    </a:cubicBezTo>
                    <a:cubicBezTo>
                      <a:pt x="1369" y="18338"/>
                      <a:pt x="1642" y="19159"/>
                      <a:pt x="1825" y="19980"/>
                    </a:cubicBezTo>
                    <a:cubicBezTo>
                      <a:pt x="1916" y="20253"/>
                      <a:pt x="2007" y="20527"/>
                      <a:pt x="2098" y="20800"/>
                    </a:cubicBezTo>
                    <a:cubicBezTo>
                      <a:pt x="396" y="21135"/>
                      <a:pt x="1" y="21712"/>
                      <a:pt x="457" y="23293"/>
                    </a:cubicBezTo>
                    <a:cubicBezTo>
                      <a:pt x="700" y="24174"/>
                      <a:pt x="1095" y="24995"/>
                      <a:pt x="1430" y="25846"/>
                    </a:cubicBezTo>
                    <a:cubicBezTo>
                      <a:pt x="1521" y="26119"/>
                      <a:pt x="1642" y="26393"/>
                      <a:pt x="1764" y="26636"/>
                    </a:cubicBezTo>
                    <a:cubicBezTo>
                      <a:pt x="639" y="27366"/>
                      <a:pt x="457" y="27730"/>
                      <a:pt x="882" y="28916"/>
                    </a:cubicBezTo>
                    <a:cubicBezTo>
                      <a:pt x="1186" y="29737"/>
                      <a:pt x="1642" y="30527"/>
                      <a:pt x="2038" y="31287"/>
                    </a:cubicBezTo>
                    <a:cubicBezTo>
                      <a:pt x="2159" y="31560"/>
                      <a:pt x="2372" y="31803"/>
                      <a:pt x="2554" y="32077"/>
                    </a:cubicBezTo>
                    <a:cubicBezTo>
                      <a:pt x="2250" y="32229"/>
                      <a:pt x="2007" y="32320"/>
                      <a:pt x="1764" y="32442"/>
                    </a:cubicBezTo>
                    <a:cubicBezTo>
                      <a:pt x="943" y="32898"/>
                      <a:pt x="700" y="33354"/>
                      <a:pt x="1004" y="34235"/>
                    </a:cubicBezTo>
                    <a:cubicBezTo>
                      <a:pt x="1186" y="34782"/>
                      <a:pt x="1490" y="35299"/>
                      <a:pt x="1794" y="35755"/>
                    </a:cubicBezTo>
                    <a:cubicBezTo>
                      <a:pt x="2098" y="36211"/>
                      <a:pt x="2493" y="36606"/>
                      <a:pt x="2889" y="37062"/>
                    </a:cubicBezTo>
                    <a:cubicBezTo>
                      <a:pt x="2645" y="37214"/>
                      <a:pt x="2463" y="37335"/>
                      <a:pt x="2250" y="37457"/>
                    </a:cubicBezTo>
                    <a:cubicBezTo>
                      <a:pt x="1217" y="38156"/>
                      <a:pt x="1156" y="39068"/>
                      <a:pt x="2159" y="39797"/>
                    </a:cubicBezTo>
                    <a:cubicBezTo>
                      <a:pt x="2919" y="40345"/>
                      <a:pt x="3709" y="40861"/>
                      <a:pt x="4560" y="41287"/>
                    </a:cubicBezTo>
                    <a:cubicBezTo>
                      <a:pt x="4983" y="41540"/>
                      <a:pt x="5510" y="41716"/>
                      <a:pt x="5997" y="41716"/>
                    </a:cubicBezTo>
                    <a:cubicBezTo>
                      <a:pt x="6035" y="41716"/>
                      <a:pt x="6073" y="41715"/>
                      <a:pt x="6111" y="41712"/>
                    </a:cubicBezTo>
                    <a:cubicBezTo>
                      <a:pt x="7114" y="41682"/>
                      <a:pt x="8086" y="41469"/>
                      <a:pt x="9089" y="41348"/>
                    </a:cubicBezTo>
                    <a:cubicBezTo>
                      <a:pt x="9283" y="41320"/>
                      <a:pt x="9451" y="41192"/>
                      <a:pt x="9640" y="41192"/>
                    </a:cubicBezTo>
                    <a:cubicBezTo>
                      <a:pt x="9659" y="41192"/>
                      <a:pt x="9678" y="41193"/>
                      <a:pt x="9697" y="41196"/>
                    </a:cubicBezTo>
                    <a:cubicBezTo>
                      <a:pt x="9796" y="41205"/>
                      <a:pt x="9893" y="41210"/>
                      <a:pt x="9988" y="41210"/>
                    </a:cubicBezTo>
                    <a:cubicBezTo>
                      <a:pt x="11088" y="41210"/>
                      <a:pt x="11918" y="40583"/>
                      <a:pt x="12646" y="39828"/>
                    </a:cubicBezTo>
                    <a:cubicBezTo>
                      <a:pt x="13892" y="38551"/>
                      <a:pt x="14409" y="36910"/>
                      <a:pt x="14713" y="35147"/>
                    </a:cubicBezTo>
                    <a:cubicBezTo>
                      <a:pt x="14956" y="33658"/>
                      <a:pt x="14713" y="33323"/>
                      <a:pt x="13193" y="33171"/>
                    </a:cubicBezTo>
                    <a:cubicBezTo>
                      <a:pt x="13162" y="32624"/>
                      <a:pt x="13162" y="32047"/>
                      <a:pt x="13102" y="31469"/>
                    </a:cubicBezTo>
                    <a:cubicBezTo>
                      <a:pt x="13041" y="30588"/>
                      <a:pt x="12858" y="29767"/>
                      <a:pt x="11916" y="29433"/>
                    </a:cubicBezTo>
                    <a:cubicBezTo>
                      <a:pt x="11977" y="28703"/>
                      <a:pt x="12098" y="28065"/>
                      <a:pt x="12129" y="27396"/>
                    </a:cubicBezTo>
                    <a:cubicBezTo>
                      <a:pt x="12159" y="26758"/>
                      <a:pt x="12250" y="26089"/>
                      <a:pt x="12038" y="25512"/>
                    </a:cubicBezTo>
                    <a:cubicBezTo>
                      <a:pt x="11764" y="24691"/>
                      <a:pt x="11764" y="23931"/>
                      <a:pt x="11855" y="23110"/>
                    </a:cubicBezTo>
                    <a:cubicBezTo>
                      <a:pt x="11886" y="22746"/>
                      <a:pt x="11886" y="22381"/>
                      <a:pt x="11886" y="22016"/>
                    </a:cubicBezTo>
                    <a:cubicBezTo>
                      <a:pt x="11916" y="21439"/>
                      <a:pt x="11916" y="20861"/>
                      <a:pt x="11582" y="20344"/>
                    </a:cubicBezTo>
                    <a:cubicBezTo>
                      <a:pt x="11491" y="20162"/>
                      <a:pt x="11491" y="19858"/>
                      <a:pt x="11521" y="19645"/>
                    </a:cubicBezTo>
                    <a:cubicBezTo>
                      <a:pt x="11795" y="18521"/>
                      <a:pt x="11734" y="17396"/>
                      <a:pt x="11643" y="16271"/>
                    </a:cubicBezTo>
                    <a:cubicBezTo>
                      <a:pt x="11612" y="15967"/>
                      <a:pt x="11673" y="15603"/>
                      <a:pt x="11855" y="15359"/>
                    </a:cubicBezTo>
                    <a:cubicBezTo>
                      <a:pt x="12980" y="13596"/>
                      <a:pt x="13801" y="11651"/>
                      <a:pt x="15199" y="10071"/>
                    </a:cubicBezTo>
                    <a:cubicBezTo>
                      <a:pt x="15290" y="9979"/>
                      <a:pt x="15351" y="9858"/>
                      <a:pt x="15412" y="9767"/>
                    </a:cubicBezTo>
                    <a:cubicBezTo>
                      <a:pt x="15868" y="8916"/>
                      <a:pt x="15594" y="8277"/>
                      <a:pt x="14621" y="8095"/>
                    </a:cubicBezTo>
                    <a:cubicBezTo>
                      <a:pt x="13892" y="7943"/>
                      <a:pt x="13132" y="7852"/>
                      <a:pt x="12281" y="7700"/>
                    </a:cubicBezTo>
                    <a:cubicBezTo>
                      <a:pt x="12402" y="7396"/>
                      <a:pt x="12494" y="7244"/>
                      <a:pt x="12554" y="7092"/>
                    </a:cubicBezTo>
                    <a:cubicBezTo>
                      <a:pt x="12646" y="6909"/>
                      <a:pt x="12737" y="6697"/>
                      <a:pt x="12858" y="6514"/>
                    </a:cubicBezTo>
                    <a:cubicBezTo>
                      <a:pt x="13770" y="4721"/>
                      <a:pt x="13618" y="2806"/>
                      <a:pt x="13406" y="891"/>
                    </a:cubicBezTo>
                    <a:cubicBezTo>
                      <a:pt x="13358" y="297"/>
                      <a:pt x="13051" y="1"/>
                      <a:pt x="12571" y="1"/>
                    </a:cubicBezTo>
                    <a:close/>
                  </a:path>
                </a:pathLst>
              </a:custGeom>
              <a:solidFill>
                <a:srgbClr val="FFD50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0" name="Google Shape;12300;p37"/>
              <p:cNvSpPr/>
              <p:nvPr/>
            </p:nvSpPr>
            <p:spPr>
              <a:xfrm>
                <a:off x="761675" y="2707575"/>
                <a:ext cx="190000" cy="396850"/>
              </a:xfrm>
              <a:custGeom>
                <a:rect b="b" l="l" r="r" t="t"/>
                <a:pathLst>
                  <a:path extrusionOk="0" h="15874" w="7600">
                    <a:moveTo>
                      <a:pt x="973" y="0"/>
                    </a:moveTo>
                    <a:cubicBezTo>
                      <a:pt x="790" y="0"/>
                      <a:pt x="618" y="76"/>
                      <a:pt x="487" y="221"/>
                    </a:cubicBezTo>
                    <a:cubicBezTo>
                      <a:pt x="213" y="525"/>
                      <a:pt x="305" y="920"/>
                      <a:pt x="700" y="1285"/>
                    </a:cubicBezTo>
                    <a:cubicBezTo>
                      <a:pt x="1034" y="1589"/>
                      <a:pt x="1368" y="1923"/>
                      <a:pt x="1733" y="2227"/>
                    </a:cubicBezTo>
                    <a:cubicBezTo>
                      <a:pt x="1034" y="2775"/>
                      <a:pt x="1004" y="3352"/>
                      <a:pt x="1672" y="3595"/>
                    </a:cubicBezTo>
                    <a:cubicBezTo>
                      <a:pt x="2645" y="3930"/>
                      <a:pt x="3131" y="4781"/>
                      <a:pt x="3648" y="5510"/>
                    </a:cubicBezTo>
                    <a:cubicBezTo>
                      <a:pt x="3897" y="5872"/>
                      <a:pt x="4112" y="6066"/>
                      <a:pt x="4457" y="6066"/>
                    </a:cubicBezTo>
                    <a:cubicBezTo>
                      <a:pt x="4575" y="6066"/>
                      <a:pt x="4709" y="6043"/>
                      <a:pt x="4864" y="5997"/>
                    </a:cubicBezTo>
                    <a:lnTo>
                      <a:pt x="4864" y="5997"/>
                    </a:lnTo>
                    <a:cubicBezTo>
                      <a:pt x="4560" y="6574"/>
                      <a:pt x="4317" y="7060"/>
                      <a:pt x="4043" y="7547"/>
                    </a:cubicBezTo>
                    <a:cubicBezTo>
                      <a:pt x="3435" y="7000"/>
                      <a:pt x="2888" y="6483"/>
                      <a:pt x="2341" y="5997"/>
                    </a:cubicBezTo>
                    <a:cubicBezTo>
                      <a:pt x="1976" y="5693"/>
                      <a:pt x="1612" y="5389"/>
                      <a:pt x="1216" y="5145"/>
                    </a:cubicBezTo>
                    <a:cubicBezTo>
                      <a:pt x="1078" y="5057"/>
                      <a:pt x="937" y="5016"/>
                      <a:pt x="805" y="5016"/>
                    </a:cubicBezTo>
                    <a:cubicBezTo>
                      <a:pt x="530" y="5016"/>
                      <a:pt x="296" y="5192"/>
                      <a:pt x="213" y="5480"/>
                    </a:cubicBezTo>
                    <a:cubicBezTo>
                      <a:pt x="122" y="5905"/>
                      <a:pt x="1" y="6361"/>
                      <a:pt x="274" y="6756"/>
                    </a:cubicBezTo>
                    <a:cubicBezTo>
                      <a:pt x="700" y="7395"/>
                      <a:pt x="1095" y="8033"/>
                      <a:pt x="1612" y="8580"/>
                    </a:cubicBezTo>
                    <a:cubicBezTo>
                      <a:pt x="1976" y="8975"/>
                      <a:pt x="2311" y="9370"/>
                      <a:pt x="2523" y="9857"/>
                    </a:cubicBezTo>
                    <a:cubicBezTo>
                      <a:pt x="2675" y="10313"/>
                      <a:pt x="2919" y="10738"/>
                      <a:pt x="3101" y="11194"/>
                    </a:cubicBezTo>
                    <a:cubicBezTo>
                      <a:pt x="2797" y="11042"/>
                      <a:pt x="2584" y="10890"/>
                      <a:pt x="2372" y="10738"/>
                    </a:cubicBezTo>
                    <a:cubicBezTo>
                      <a:pt x="2138" y="10567"/>
                      <a:pt x="1913" y="10484"/>
                      <a:pt x="1716" y="10484"/>
                    </a:cubicBezTo>
                    <a:cubicBezTo>
                      <a:pt x="1528" y="10484"/>
                      <a:pt x="1366" y="10559"/>
                      <a:pt x="1247" y="10708"/>
                    </a:cubicBezTo>
                    <a:cubicBezTo>
                      <a:pt x="973" y="11042"/>
                      <a:pt x="1064" y="11377"/>
                      <a:pt x="1490" y="11772"/>
                    </a:cubicBezTo>
                    <a:cubicBezTo>
                      <a:pt x="1520" y="11802"/>
                      <a:pt x="1520" y="11832"/>
                      <a:pt x="1520" y="11863"/>
                    </a:cubicBezTo>
                    <a:cubicBezTo>
                      <a:pt x="882" y="12319"/>
                      <a:pt x="852" y="12744"/>
                      <a:pt x="1460" y="13261"/>
                    </a:cubicBezTo>
                    <a:cubicBezTo>
                      <a:pt x="2159" y="13869"/>
                      <a:pt x="2858" y="14416"/>
                      <a:pt x="3587" y="14994"/>
                    </a:cubicBezTo>
                    <a:cubicBezTo>
                      <a:pt x="3666" y="15046"/>
                      <a:pt x="3745" y="15121"/>
                      <a:pt x="3824" y="15121"/>
                    </a:cubicBezTo>
                    <a:cubicBezTo>
                      <a:pt x="3836" y="15121"/>
                      <a:pt x="3848" y="15119"/>
                      <a:pt x="3861" y="15115"/>
                    </a:cubicBezTo>
                    <a:cubicBezTo>
                      <a:pt x="3918" y="15104"/>
                      <a:pt x="3970" y="15099"/>
                      <a:pt x="4020" y="15099"/>
                    </a:cubicBezTo>
                    <a:cubicBezTo>
                      <a:pt x="4371" y="15099"/>
                      <a:pt x="4564" y="15358"/>
                      <a:pt x="4803" y="15571"/>
                    </a:cubicBezTo>
                    <a:cubicBezTo>
                      <a:pt x="5054" y="15772"/>
                      <a:pt x="5299" y="15874"/>
                      <a:pt x="5514" y="15874"/>
                    </a:cubicBezTo>
                    <a:cubicBezTo>
                      <a:pt x="5820" y="15874"/>
                      <a:pt x="6064" y="15666"/>
                      <a:pt x="6171" y="15237"/>
                    </a:cubicBezTo>
                    <a:cubicBezTo>
                      <a:pt x="6566" y="13778"/>
                      <a:pt x="6840" y="12319"/>
                      <a:pt x="7113" y="10829"/>
                    </a:cubicBezTo>
                    <a:cubicBezTo>
                      <a:pt x="7144" y="10647"/>
                      <a:pt x="6900" y="10252"/>
                      <a:pt x="6718" y="10161"/>
                    </a:cubicBezTo>
                    <a:cubicBezTo>
                      <a:pt x="6557" y="10088"/>
                      <a:pt x="6400" y="10053"/>
                      <a:pt x="6252" y="10053"/>
                    </a:cubicBezTo>
                    <a:cubicBezTo>
                      <a:pt x="5783" y="10053"/>
                      <a:pt x="5405" y="10397"/>
                      <a:pt x="5289" y="10951"/>
                    </a:cubicBezTo>
                    <a:cubicBezTo>
                      <a:pt x="5168" y="11680"/>
                      <a:pt x="5016" y="12410"/>
                      <a:pt x="4834" y="13200"/>
                    </a:cubicBezTo>
                    <a:cubicBezTo>
                      <a:pt x="4408" y="12714"/>
                      <a:pt x="4074" y="12288"/>
                      <a:pt x="3800" y="11984"/>
                    </a:cubicBezTo>
                    <a:cubicBezTo>
                      <a:pt x="4043" y="11741"/>
                      <a:pt x="4378" y="11559"/>
                      <a:pt x="4438" y="11316"/>
                    </a:cubicBezTo>
                    <a:cubicBezTo>
                      <a:pt x="4530" y="11042"/>
                      <a:pt x="4378" y="10708"/>
                      <a:pt x="4347" y="10465"/>
                    </a:cubicBezTo>
                    <a:cubicBezTo>
                      <a:pt x="4621" y="10161"/>
                      <a:pt x="4925" y="9948"/>
                      <a:pt x="5107" y="9644"/>
                    </a:cubicBezTo>
                    <a:cubicBezTo>
                      <a:pt x="5685" y="8702"/>
                      <a:pt x="6232" y="7729"/>
                      <a:pt x="6748" y="6726"/>
                    </a:cubicBezTo>
                    <a:cubicBezTo>
                      <a:pt x="6870" y="6513"/>
                      <a:pt x="6748" y="6179"/>
                      <a:pt x="6748" y="5905"/>
                    </a:cubicBezTo>
                    <a:cubicBezTo>
                      <a:pt x="6748" y="5753"/>
                      <a:pt x="6657" y="5571"/>
                      <a:pt x="6718" y="5449"/>
                    </a:cubicBezTo>
                    <a:cubicBezTo>
                      <a:pt x="7144" y="4629"/>
                      <a:pt x="7022" y="4325"/>
                      <a:pt x="6171" y="4082"/>
                    </a:cubicBezTo>
                    <a:cubicBezTo>
                      <a:pt x="6505" y="3443"/>
                      <a:pt x="6870" y="2775"/>
                      <a:pt x="7204" y="2136"/>
                    </a:cubicBezTo>
                    <a:cubicBezTo>
                      <a:pt x="7600" y="1407"/>
                      <a:pt x="7569" y="1346"/>
                      <a:pt x="6992" y="799"/>
                    </a:cubicBezTo>
                    <a:cubicBezTo>
                      <a:pt x="6931" y="738"/>
                      <a:pt x="6931" y="677"/>
                      <a:pt x="6870" y="647"/>
                    </a:cubicBezTo>
                    <a:cubicBezTo>
                      <a:pt x="6684" y="359"/>
                      <a:pt x="6460" y="213"/>
                      <a:pt x="6231" y="213"/>
                    </a:cubicBezTo>
                    <a:cubicBezTo>
                      <a:pt x="6047" y="213"/>
                      <a:pt x="5860" y="306"/>
                      <a:pt x="5685" y="495"/>
                    </a:cubicBezTo>
                    <a:cubicBezTo>
                      <a:pt x="5441" y="738"/>
                      <a:pt x="5229" y="1042"/>
                      <a:pt x="5046" y="1316"/>
                    </a:cubicBezTo>
                    <a:cubicBezTo>
                      <a:pt x="4682" y="1832"/>
                      <a:pt x="4378" y="2349"/>
                      <a:pt x="4043" y="2896"/>
                    </a:cubicBezTo>
                    <a:cubicBezTo>
                      <a:pt x="3891" y="2744"/>
                      <a:pt x="3800" y="2623"/>
                      <a:pt x="3679" y="2501"/>
                    </a:cubicBezTo>
                    <a:cubicBezTo>
                      <a:pt x="2979" y="1741"/>
                      <a:pt x="2311" y="981"/>
                      <a:pt x="1581" y="282"/>
                    </a:cubicBezTo>
                    <a:cubicBezTo>
                      <a:pt x="1391" y="91"/>
                      <a:pt x="1175" y="0"/>
                      <a:pt x="973" y="0"/>
                    </a:cubicBezTo>
                    <a:close/>
                  </a:path>
                </a:pathLst>
              </a:custGeom>
              <a:solidFill>
                <a:srgbClr val="F18E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1" name="Google Shape;12301;p37"/>
              <p:cNvSpPr/>
              <p:nvPr/>
            </p:nvSpPr>
            <p:spPr>
              <a:xfrm>
                <a:off x="799675" y="3075375"/>
                <a:ext cx="194550" cy="209275"/>
              </a:xfrm>
              <a:custGeom>
                <a:rect b="b" l="l" r="r" t="t"/>
                <a:pathLst>
                  <a:path extrusionOk="0" h="8371" w="7782">
                    <a:moveTo>
                      <a:pt x="5879" y="1"/>
                    </a:moveTo>
                    <a:cubicBezTo>
                      <a:pt x="5807" y="1"/>
                      <a:pt x="5731" y="13"/>
                      <a:pt x="5654" y="38"/>
                    </a:cubicBezTo>
                    <a:cubicBezTo>
                      <a:pt x="5289" y="130"/>
                      <a:pt x="5107" y="403"/>
                      <a:pt x="5168" y="768"/>
                    </a:cubicBezTo>
                    <a:cubicBezTo>
                      <a:pt x="5259" y="1376"/>
                      <a:pt x="4925" y="1862"/>
                      <a:pt x="4712" y="2470"/>
                    </a:cubicBezTo>
                    <a:cubicBezTo>
                      <a:pt x="4590" y="2227"/>
                      <a:pt x="4499" y="2075"/>
                      <a:pt x="4408" y="1953"/>
                    </a:cubicBezTo>
                    <a:cubicBezTo>
                      <a:pt x="4261" y="1734"/>
                      <a:pt x="4056" y="1592"/>
                      <a:pt x="3824" y="1592"/>
                    </a:cubicBezTo>
                    <a:cubicBezTo>
                      <a:pt x="3767" y="1592"/>
                      <a:pt x="3708" y="1601"/>
                      <a:pt x="3648" y="1619"/>
                    </a:cubicBezTo>
                    <a:cubicBezTo>
                      <a:pt x="3528" y="1662"/>
                      <a:pt x="3415" y="1681"/>
                      <a:pt x="3309" y="1681"/>
                    </a:cubicBezTo>
                    <a:cubicBezTo>
                      <a:pt x="3036" y="1681"/>
                      <a:pt x="2802" y="1559"/>
                      <a:pt x="2584" y="1406"/>
                    </a:cubicBezTo>
                    <a:cubicBezTo>
                      <a:pt x="2250" y="1209"/>
                      <a:pt x="2075" y="1102"/>
                      <a:pt x="1904" y="1102"/>
                    </a:cubicBezTo>
                    <a:cubicBezTo>
                      <a:pt x="1733" y="1102"/>
                      <a:pt x="1566" y="1209"/>
                      <a:pt x="1247" y="1437"/>
                    </a:cubicBezTo>
                    <a:cubicBezTo>
                      <a:pt x="1216" y="1406"/>
                      <a:pt x="1155" y="1376"/>
                      <a:pt x="1095" y="1345"/>
                    </a:cubicBezTo>
                    <a:cubicBezTo>
                      <a:pt x="954" y="1261"/>
                      <a:pt x="819" y="1215"/>
                      <a:pt x="691" y="1215"/>
                    </a:cubicBezTo>
                    <a:cubicBezTo>
                      <a:pt x="543" y="1215"/>
                      <a:pt x="404" y="1276"/>
                      <a:pt x="274" y="1406"/>
                    </a:cubicBezTo>
                    <a:cubicBezTo>
                      <a:pt x="31" y="1649"/>
                      <a:pt x="0" y="1923"/>
                      <a:pt x="152" y="2197"/>
                    </a:cubicBezTo>
                    <a:cubicBezTo>
                      <a:pt x="213" y="2288"/>
                      <a:pt x="244" y="2409"/>
                      <a:pt x="213" y="2500"/>
                    </a:cubicBezTo>
                    <a:cubicBezTo>
                      <a:pt x="61" y="3017"/>
                      <a:pt x="335" y="3321"/>
                      <a:pt x="730" y="3625"/>
                    </a:cubicBezTo>
                    <a:cubicBezTo>
                      <a:pt x="1520" y="4233"/>
                      <a:pt x="2341" y="4871"/>
                      <a:pt x="3131" y="5479"/>
                    </a:cubicBezTo>
                    <a:cubicBezTo>
                      <a:pt x="3344" y="5662"/>
                      <a:pt x="3526" y="5905"/>
                      <a:pt x="3769" y="5996"/>
                    </a:cubicBezTo>
                    <a:cubicBezTo>
                      <a:pt x="3874" y="6035"/>
                      <a:pt x="3984" y="6046"/>
                      <a:pt x="4101" y="6046"/>
                    </a:cubicBezTo>
                    <a:cubicBezTo>
                      <a:pt x="4258" y="6046"/>
                      <a:pt x="4430" y="6026"/>
                      <a:pt x="4621" y="6026"/>
                    </a:cubicBezTo>
                    <a:cubicBezTo>
                      <a:pt x="4560" y="6300"/>
                      <a:pt x="4499" y="6634"/>
                      <a:pt x="4408" y="6999"/>
                    </a:cubicBezTo>
                    <a:cubicBezTo>
                      <a:pt x="4256" y="6938"/>
                      <a:pt x="4134" y="6877"/>
                      <a:pt x="4013" y="6847"/>
                    </a:cubicBezTo>
                    <a:cubicBezTo>
                      <a:pt x="3222" y="6573"/>
                      <a:pt x="2432" y="6300"/>
                      <a:pt x="1611" y="6087"/>
                    </a:cubicBezTo>
                    <a:cubicBezTo>
                      <a:pt x="1509" y="6059"/>
                      <a:pt x="1407" y="6043"/>
                      <a:pt x="1309" y="6043"/>
                    </a:cubicBezTo>
                    <a:cubicBezTo>
                      <a:pt x="1084" y="6043"/>
                      <a:pt x="878" y="6128"/>
                      <a:pt x="730" y="6361"/>
                    </a:cubicBezTo>
                    <a:cubicBezTo>
                      <a:pt x="244" y="7181"/>
                      <a:pt x="487" y="7820"/>
                      <a:pt x="1368" y="8124"/>
                    </a:cubicBezTo>
                    <a:cubicBezTo>
                      <a:pt x="1520" y="8184"/>
                      <a:pt x="1672" y="8215"/>
                      <a:pt x="1824" y="8245"/>
                    </a:cubicBezTo>
                    <a:cubicBezTo>
                      <a:pt x="2858" y="8276"/>
                      <a:pt x="3891" y="8306"/>
                      <a:pt x="4925" y="8367"/>
                    </a:cubicBezTo>
                    <a:cubicBezTo>
                      <a:pt x="4969" y="8369"/>
                      <a:pt x="5012" y="8371"/>
                      <a:pt x="5054" y="8371"/>
                    </a:cubicBezTo>
                    <a:cubicBezTo>
                      <a:pt x="5534" y="8371"/>
                      <a:pt x="5884" y="8206"/>
                      <a:pt x="6080" y="7759"/>
                    </a:cubicBezTo>
                    <a:cubicBezTo>
                      <a:pt x="6627" y="6513"/>
                      <a:pt x="7143" y="5266"/>
                      <a:pt x="7630" y="4020"/>
                    </a:cubicBezTo>
                    <a:cubicBezTo>
                      <a:pt x="7782" y="3595"/>
                      <a:pt x="7599" y="3230"/>
                      <a:pt x="7265" y="3108"/>
                    </a:cubicBezTo>
                    <a:cubicBezTo>
                      <a:pt x="7180" y="3073"/>
                      <a:pt x="7096" y="3056"/>
                      <a:pt x="7013" y="3056"/>
                    </a:cubicBezTo>
                    <a:cubicBezTo>
                      <a:pt x="6741" y="3056"/>
                      <a:pt x="6493" y="3245"/>
                      <a:pt x="6353" y="3595"/>
                    </a:cubicBezTo>
                    <a:cubicBezTo>
                      <a:pt x="6232" y="3868"/>
                      <a:pt x="6140" y="4172"/>
                      <a:pt x="6019" y="4446"/>
                    </a:cubicBezTo>
                    <a:cubicBezTo>
                      <a:pt x="6171" y="3443"/>
                      <a:pt x="6384" y="2470"/>
                      <a:pt x="6536" y="1497"/>
                    </a:cubicBezTo>
                    <a:cubicBezTo>
                      <a:pt x="6596" y="1163"/>
                      <a:pt x="6566" y="768"/>
                      <a:pt x="6475" y="434"/>
                    </a:cubicBezTo>
                    <a:cubicBezTo>
                      <a:pt x="6379" y="170"/>
                      <a:pt x="6150" y="1"/>
                      <a:pt x="5879" y="1"/>
                    </a:cubicBezTo>
                    <a:close/>
                  </a:path>
                </a:pathLst>
              </a:custGeom>
              <a:solidFill>
                <a:srgbClr val="F18E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2" name="Google Shape;12302;p37"/>
              <p:cNvSpPr/>
              <p:nvPr/>
            </p:nvSpPr>
            <p:spPr>
              <a:xfrm>
                <a:off x="789800" y="2576500"/>
                <a:ext cx="165675" cy="169050"/>
              </a:xfrm>
              <a:custGeom>
                <a:rect b="b" l="l" r="r" t="t"/>
                <a:pathLst>
                  <a:path extrusionOk="0" h="6762" w="6627">
                    <a:moveTo>
                      <a:pt x="657" y="1"/>
                    </a:moveTo>
                    <a:cubicBezTo>
                      <a:pt x="552" y="1"/>
                      <a:pt x="449" y="18"/>
                      <a:pt x="365" y="54"/>
                    </a:cubicBezTo>
                    <a:cubicBezTo>
                      <a:pt x="213" y="115"/>
                      <a:pt x="0" y="479"/>
                      <a:pt x="61" y="601"/>
                    </a:cubicBezTo>
                    <a:cubicBezTo>
                      <a:pt x="304" y="1087"/>
                      <a:pt x="243" y="1543"/>
                      <a:pt x="213" y="2030"/>
                    </a:cubicBezTo>
                    <a:cubicBezTo>
                      <a:pt x="213" y="2090"/>
                      <a:pt x="243" y="2151"/>
                      <a:pt x="274" y="2212"/>
                    </a:cubicBezTo>
                    <a:cubicBezTo>
                      <a:pt x="395" y="2577"/>
                      <a:pt x="487" y="2942"/>
                      <a:pt x="608" y="3306"/>
                    </a:cubicBezTo>
                    <a:cubicBezTo>
                      <a:pt x="1003" y="4279"/>
                      <a:pt x="1429" y="5221"/>
                      <a:pt x="1824" y="6194"/>
                    </a:cubicBezTo>
                    <a:cubicBezTo>
                      <a:pt x="1981" y="6548"/>
                      <a:pt x="2291" y="6762"/>
                      <a:pt x="2565" y="6762"/>
                    </a:cubicBezTo>
                    <a:cubicBezTo>
                      <a:pt x="2714" y="6762"/>
                      <a:pt x="2852" y="6698"/>
                      <a:pt x="2949" y="6559"/>
                    </a:cubicBezTo>
                    <a:cubicBezTo>
                      <a:pt x="3192" y="6194"/>
                      <a:pt x="3465" y="6042"/>
                      <a:pt x="3830" y="5920"/>
                    </a:cubicBezTo>
                    <a:cubicBezTo>
                      <a:pt x="3952" y="5859"/>
                      <a:pt x="4073" y="5738"/>
                      <a:pt x="4164" y="5647"/>
                    </a:cubicBezTo>
                    <a:cubicBezTo>
                      <a:pt x="5137" y="4431"/>
                      <a:pt x="5988" y="3215"/>
                      <a:pt x="6505" y="1756"/>
                    </a:cubicBezTo>
                    <a:cubicBezTo>
                      <a:pt x="6627" y="1391"/>
                      <a:pt x="6627" y="1057"/>
                      <a:pt x="6262" y="875"/>
                    </a:cubicBezTo>
                    <a:cubicBezTo>
                      <a:pt x="6146" y="801"/>
                      <a:pt x="6031" y="768"/>
                      <a:pt x="5919" y="768"/>
                    </a:cubicBezTo>
                    <a:cubicBezTo>
                      <a:pt x="5707" y="768"/>
                      <a:pt x="5509" y="888"/>
                      <a:pt x="5350" y="1087"/>
                    </a:cubicBezTo>
                    <a:cubicBezTo>
                      <a:pt x="5228" y="1209"/>
                      <a:pt x="5107" y="1361"/>
                      <a:pt x="5016" y="1513"/>
                    </a:cubicBezTo>
                    <a:cubicBezTo>
                      <a:pt x="4499" y="2212"/>
                      <a:pt x="4013" y="2911"/>
                      <a:pt x="3496" y="3580"/>
                    </a:cubicBezTo>
                    <a:cubicBezTo>
                      <a:pt x="2888" y="2638"/>
                      <a:pt x="2310" y="1695"/>
                      <a:pt x="1702" y="783"/>
                    </a:cubicBezTo>
                    <a:cubicBezTo>
                      <a:pt x="1550" y="540"/>
                      <a:pt x="1368" y="236"/>
                      <a:pt x="1095" y="115"/>
                    </a:cubicBezTo>
                    <a:cubicBezTo>
                      <a:pt x="984" y="41"/>
                      <a:pt x="818" y="1"/>
                      <a:pt x="657" y="1"/>
                    </a:cubicBezTo>
                    <a:close/>
                  </a:path>
                </a:pathLst>
              </a:custGeom>
              <a:solidFill>
                <a:srgbClr val="F18E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3" name="Google Shape;12303;p37"/>
              <p:cNvSpPr/>
              <p:nvPr/>
            </p:nvSpPr>
            <p:spPr>
              <a:xfrm>
                <a:off x="826275" y="2437375"/>
                <a:ext cx="159600" cy="177750"/>
              </a:xfrm>
              <a:custGeom>
                <a:rect b="b" l="l" r="r" t="t"/>
                <a:pathLst>
                  <a:path extrusionOk="0" h="7110" w="6384">
                    <a:moveTo>
                      <a:pt x="820" y="0"/>
                    </a:moveTo>
                    <a:cubicBezTo>
                      <a:pt x="729" y="0"/>
                      <a:pt x="636" y="19"/>
                      <a:pt x="547" y="57"/>
                    </a:cubicBezTo>
                    <a:cubicBezTo>
                      <a:pt x="183" y="209"/>
                      <a:pt x="91" y="573"/>
                      <a:pt x="243" y="1060"/>
                    </a:cubicBezTo>
                    <a:cubicBezTo>
                      <a:pt x="426" y="1546"/>
                      <a:pt x="547" y="2002"/>
                      <a:pt x="730" y="2519"/>
                    </a:cubicBezTo>
                    <a:cubicBezTo>
                      <a:pt x="122" y="2792"/>
                      <a:pt x="0" y="3005"/>
                      <a:pt x="122" y="3582"/>
                    </a:cubicBezTo>
                    <a:cubicBezTo>
                      <a:pt x="274" y="4342"/>
                      <a:pt x="487" y="5072"/>
                      <a:pt x="669" y="5801"/>
                    </a:cubicBezTo>
                    <a:cubicBezTo>
                      <a:pt x="821" y="6470"/>
                      <a:pt x="973" y="7108"/>
                      <a:pt x="1946" y="7108"/>
                    </a:cubicBezTo>
                    <a:cubicBezTo>
                      <a:pt x="2025" y="7108"/>
                      <a:pt x="2101" y="7110"/>
                      <a:pt x="2176" y="7110"/>
                    </a:cubicBezTo>
                    <a:cubicBezTo>
                      <a:pt x="2474" y="7110"/>
                      <a:pt x="2742" y="7090"/>
                      <a:pt x="3009" y="6896"/>
                    </a:cubicBezTo>
                    <a:cubicBezTo>
                      <a:pt x="3769" y="6288"/>
                      <a:pt x="4499" y="5680"/>
                      <a:pt x="5259" y="5102"/>
                    </a:cubicBezTo>
                    <a:cubicBezTo>
                      <a:pt x="5897" y="4646"/>
                      <a:pt x="6383" y="4099"/>
                      <a:pt x="6171" y="3218"/>
                    </a:cubicBezTo>
                    <a:cubicBezTo>
                      <a:pt x="6140" y="3005"/>
                      <a:pt x="6049" y="2701"/>
                      <a:pt x="5897" y="2610"/>
                    </a:cubicBezTo>
                    <a:cubicBezTo>
                      <a:pt x="5830" y="2576"/>
                      <a:pt x="5747" y="2563"/>
                      <a:pt x="5656" y="2563"/>
                    </a:cubicBezTo>
                    <a:cubicBezTo>
                      <a:pt x="5499" y="2563"/>
                      <a:pt x="5321" y="2602"/>
                      <a:pt x="5168" y="2640"/>
                    </a:cubicBezTo>
                    <a:cubicBezTo>
                      <a:pt x="5046" y="2640"/>
                      <a:pt x="4955" y="2792"/>
                      <a:pt x="4864" y="2883"/>
                    </a:cubicBezTo>
                    <a:cubicBezTo>
                      <a:pt x="4164" y="3461"/>
                      <a:pt x="3465" y="4038"/>
                      <a:pt x="2766" y="4677"/>
                    </a:cubicBezTo>
                    <a:cubicBezTo>
                      <a:pt x="2705" y="4464"/>
                      <a:pt x="2645" y="4312"/>
                      <a:pt x="2614" y="4160"/>
                    </a:cubicBezTo>
                    <a:cubicBezTo>
                      <a:pt x="2250" y="2944"/>
                      <a:pt x="1885" y="1759"/>
                      <a:pt x="1490" y="573"/>
                    </a:cubicBezTo>
                    <a:cubicBezTo>
                      <a:pt x="1375" y="183"/>
                      <a:pt x="1104" y="0"/>
                      <a:pt x="820" y="0"/>
                    </a:cubicBezTo>
                    <a:close/>
                  </a:path>
                </a:pathLst>
              </a:custGeom>
              <a:solidFill>
                <a:srgbClr val="F18E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4" name="Google Shape;12304;p37"/>
              <p:cNvSpPr/>
              <p:nvPr/>
            </p:nvSpPr>
            <p:spPr>
              <a:xfrm>
                <a:off x="913650" y="2352225"/>
                <a:ext cx="95025" cy="136125"/>
              </a:xfrm>
              <a:custGeom>
                <a:rect b="b" l="l" r="r" t="t"/>
                <a:pathLst>
                  <a:path extrusionOk="0" h="5445" w="3801">
                    <a:moveTo>
                      <a:pt x="1900" y="1"/>
                    </a:moveTo>
                    <a:cubicBezTo>
                      <a:pt x="1629" y="1"/>
                      <a:pt x="1361" y="183"/>
                      <a:pt x="1125" y="545"/>
                    </a:cubicBezTo>
                    <a:cubicBezTo>
                      <a:pt x="1095" y="605"/>
                      <a:pt x="1034" y="666"/>
                      <a:pt x="1034" y="727"/>
                    </a:cubicBezTo>
                    <a:cubicBezTo>
                      <a:pt x="700" y="2064"/>
                      <a:pt x="335" y="3402"/>
                      <a:pt x="31" y="4739"/>
                    </a:cubicBezTo>
                    <a:cubicBezTo>
                      <a:pt x="1" y="4922"/>
                      <a:pt x="244" y="5317"/>
                      <a:pt x="426" y="5408"/>
                    </a:cubicBezTo>
                    <a:cubicBezTo>
                      <a:pt x="495" y="5434"/>
                      <a:pt x="572" y="5445"/>
                      <a:pt x="651" y="5445"/>
                    </a:cubicBezTo>
                    <a:cubicBezTo>
                      <a:pt x="852" y="5445"/>
                      <a:pt x="1073" y="5373"/>
                      <a:pt x="1247" y="5286"/>
                    </a:cubicBezTo>
                    <a:cubicBezTo>
                      <a:pt x="1429" y="5225"/>
                      <a:pt x="1521" y="4982"/>
                      <a:pt x="1642" y="4800"/>
                    </a:cubicBezTo>
                    <a:cubicBezTo>
                      <a:pt x="2220" y="3766"/>
                      <a:pt x="2828" y="2733"/>
                      <a:pt x="3405" y="1700"/>
                    </a:cubicBezTo>
                    <a:cubicBezTo>
                      <a:pt x="3587" y="1365"/>
                      <a:pt x="3800" y="1092"/>
                      <a:pt x="3557" y="727"/>
                    </a:cubicBezTo>
                    <a:cubicBezTo>
                      <a:pt x="3423" y="498"/>
                      <a:pt x="3229" y="424"/>
                      <a:pt x="3021" y="424"/>
                    </a:cubicBezTo>
                    <a:cubicBezTo>
                      <a:pt x="2898" y="424"/>
                      <a:pt x="2769" y="450"/>
                      <a:pt x="2645" y="484"/>
                    </a:cubicBezTo>
                    <a:cubicBezTo>
                      <a:pt x="2410" y="161"/>
                      <a:pt x="2154" y="1"/>
                      <a:pt x="1900" y="1"/>
                    </a:cubicBezTo>
                    <a:close/>
                  </a:path>
                </a:pathLst>
              </a:custGeom>
              <a:solidFill>
                <a:srgbClr val="F18E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5" name="Google Shape;12305;p37"/>
              <p:cNvSpPr/>
              <p:nvPr/>
            </p:nvSpPr>
            <p:spPr>
              <a:xfrm>
                <a:off x="702400" y="2117350"/>
                <a:ext cx="445325" cy="1240150"/>
              </a:xfrm>
              <a:custGeom>
                <a:rect b="b" l="l" r="r" t="t"/>
                <a:pathLst>
                  <a:path extrusionOk="0" h="49606" w="17813">
                    <a:moveTo>
                      <a:pt x="10305" y="8116"/>
                    </a:moveTo>
                    <a:cubicBezTo>
                      <a:pt x="9819" y="9544"/>
                      <a:pt x="9363" y="10791"/>
                      <a:pt x="8937" y="12067"/>
                    </a:cubicBezTo>
                    <a:cubicBezTo>
                      <a:pt x="8998" y="10669"/>
                      <a:pt x="8816" y="9210"/>
                      <a:pt x="10305" y="8116"/>
                    </a:cubicBezTo>
                    <a:close/>
                    <a:moveTo>
                      <a:pt x="8360" y="11520"/>
                    </a:moveTo>
                    <a:lnTo>
                      <a:pt x="8360" y="13101"/>
                    </a:lnTo>
                    <a:cubicBezTo>
                      <a:pt x="7782" y="12493"/>
                      <a:pt x="8025" y="12006"/>
                      <a:pt x="8360" y="11520"/>
                    </a:cubicBezTo>
                    <a:close/>
                    <a:moveTo>
                      <a:pt x="12828" y="6292"/>
                    </a:moveTo>
                    <a:cubicBezTo>
                      <a:pt x="13223" y="7174"/>
                      <a:pt x="13193" y="7933"/>
                      <a:pt x="12767" y="8724"/>
                    </a:cubicBezTo>
                    <a:cubicBezTo>
                      <a:pt x="11977" y="10061"/>
                      <a:pt x="11278" y="11429"/>
                      <a:pt x="10548" y="12766"/>
                    </a:cubicBezTo>
                    <a:cubicBezTo>
                      <a:pt x="10366" y="13070"/>
                      <a:pt x="10153" y="13313"/>
                      <a:pt x="9849" y="13526"/>
                    </a:cubicBezTo>
                    <a:cubicBezTo>
                      <a:pt x="9940" y="13283"/>
                      <a:pt x="10001" y="13040"/>
                      <a:pt x="10123" y="12827"/>
                    </a:cubicBezTo>
                    <a:cubicBezTo>
                      <a:pt x="10578" y="11915"/>
                      <a:pt x="11065" y="11003"/>
                      <a:pt x="11551" y="10092"/>
                    </a:cubicBezTo>
                    <a:cubicBezTo>
                      <a:pt x="11916" y="9392"/>
                      <a:pt x="11916" y="9392"/>
                      <a:pt x="11794" y="8724"/>
                    </a:cubicBezTo>
                    <a:lnTo>
                      <a:pt x="11794" y="8724"/>
                    </a:lnTo>
                    <a:cubicBezTo>
                      <a:pt x="11156" y="9727"/>
                      <a:pt x="10457" y="10851"/>
                      <a:pt x="9758" y="11946"/>
                    </a:cubicBezTo>
                    <a:cubicBezTo>
                      <a:pt x="9727" y="11946"/>
                      <a:pt x="9697" y="11915"/>
                      <a:pt x="9667" y="11915"/>
                    </a:cubicBezTo>
                    <a:cubicBezTo>
                      <a:pt x="9697" y="11703"/>
                      <a:pt x="9667" y="11490"/>
                      <a:pt x="9758" y="11307"/>
                    </a:cubicBezTo>
                    <a:cubicBezTo>
                      <a:pt x="10214" y="10061"/>
                      <a:pt x="10670" y="8815"/>
                      <a:pt x="11156" y="7569"/>
                    </a:cubicBezTo>
                    <a:cubicBezTo>
                      <a:pt x="11460" y="6839"/>
                      <a:pt x="12159" y="6626"/>
                      <a:pt x="12828" y="6292"/>
                    </a:cubicBezTo>
                    <a:close/>
                    <a:moveTo>
                      <a:pt x="13223" y="8997"/>
                    </a:moveTo>
                    <a:lnTo>
                      <a:pt x="13223" y="8997"/>
                    </a:lnTo>
                    <a:cubicBezTo>
                      <a:pt x="13618" y="11368"/>
                      <a:pt x="12250" y="13739"/>
                      <a:pt x="10335" y="14013"/>
                    </a:cubicBezTo>
                    <a:cubicBezTo>
                      <a:pt x="11308" y="12310"/>
                      <a:pt x="12281" y="10669"/>
                      <a:pt x="13223" y="8997"/>
                    </a:cubicBezTo>
                    <a:close/>
                    <a:moveTo>
                      <a:pt x="3922" y="11216"/>
                    </a:moveTo>
                    <a:cubicBezTo>
                      <a:pt x="4925" y="11307"/>
                      <a:pt x="5837" y="11551"/>
                      <a:pt x="6627" y="12128"/>
                    </a:cubicBezTo>
                    <a:cubicBezTo>
                      <a:pt x="7022" y="12462"/>
                      <a:pt x="7417" y="12888"/>
                      <a:pt x="7721" y="13313"/>
                    </a:cubicBezTo>
                    <a:cubicBezTo>
                      <a:pt x="8542" y="14377"/>
                      <a:pt x="8542" y="15472"/>
                      <a:pt x="7752" y="16627"/>
                    </a:cubicBezTo>
                    <a:cubicBezTo>
                      <a:pt x="7235" y="15532"/>
                      <a:pt x="6688" y="14469"/>
                      <a:pt x="6171" y="13405"/>
                    </a:cubicBezTo>
                    <a:cubicBezTo>
                      <a:pt x="6110" y="13435"/>
                      <a:pt x="6080" y="13465"/>
                      <a:pt x="6019" y="13465"/>
                    </a:cubicBezTo>
                    <a:cubicBezTo>
                      <a:pt x="6384" y="14317"/>
                      <a:pt x="6749" y="15198"/>
                      <a:pt x="7144" y="16019"/>
                    </a:cubicBezTo>
                    <a:cubicBezTo>
                      <a:pt x="7600" y="16961"/>
                      <a:pt x="7721" y="17873"/>
                      <a:pt x="7174" y="18876"/>
                    </a:cubicBezTo>
                    <a:cubicBezTo>
                      <a:pt x="7053" y="18693"/>
                      <a:pt x="6961" y="18511"/>
                      <a:pt x="6870" y="18359"/>
                    </a:cubicBezTo>
                    <a:cubicBezTo>
                      <a:pt x="6475" y="17538"/>
                      <a:pt x="5928" y="16870"/>
                      <a:pt x="5168" y="16383"/>
                    </a:cubicBezTo>
                    <a:cubicBezTo>
                      <a:pt x="4712" y="16079"/>
                      <a:pt x="4408" y="15684"/>
                      <a:pt x="4287" y="15168"/>
                    </a:cubicBezTo>
                    <a:cubicBezTo>
                      <a:pt x="3952" y="14013"/>
                      <a:pt x="3557" y="12888"/>
                      <a:pt x="3800" y="11672"/>
                    </a:cubicBezTo>
                    <a:cubicBezTo>
                      <a:pt x="3831" y="11551"/>
                      <a:pt x="3861" y="11459"/>
                      <a:pt x="3922" y="11216"/>
                    </a:cubicBezTo>
                    <a:close/>
                    <a:moveTo>
                      <a:pt x="12285" y="14375"/>
                    </a:moveTo>
                    <a:cubicBezTo>
                      <a:pt x="13172" y="14375"/>
                      <a:pt x="14066" y="14586"/>
                      <a:pt x="14986" y="14924"/>
                    </a:cubicBezTo>
                    <a:cubicBezTo>
                      <a:pt x="14803" y="16110"/>
                      <a:pt x="13983" y="16809"/>
                      <a:pt x="13375" y="17721"/>
                    </a:cubicBezTo>
                    <a:cubicBezTo>
                      <a:pt x="12627" y="17347"/>
                      <a:pt x="11923" y="17160"/>
                      <a:pt x="11260" y="17160"/>
                    </a:cubicBezTo>
                    <a:cubicBezTo>
                      <a:pt x="10090" y="17160"/>
                      <a:pt x="9048" y="17742"/>
                      <a:pt x="8116" y="18906"/>
                    </a:cubicBezTo>
                    <a:cubicBezTo>
                      <a:pt x="7964" y="18390"/>
                      <a:pt x="8147" y="18116"/>
                      <a:pt x="8451" y="17903"/>
                    </a:cubicBezTo>
                    <a:cubicBezTo>
                      <a:pt x="9059" y="17508"/>
                      <a:pt x="9667" y="17113"/>
                      <a:pt x="10275" y="16718"/>
                    </a:cubicBezTo>
                    <a:cubicBezTo>
                      <a:pt x="10578" y="16535"/>
                      <a:pt x="10882" y="16383"/>
                      <a:pt x="11156" y="16201"/>
                    </a:cubicBezTo>
                    <a:cubicBezTo>
                      <a:pt x="11126" y="16140"/>
                      <a:pt x="11095" y="16079"/>
                      <a:pt x="11065" y="16019"/>
                    </a:cubicBezTo>
                    <a:cubicBezTo>
                      <a:pt x="10214" y="16444"/>
                      <a:pt x="9363" y="16870"/>
                      <a:pt x="8451" y="17356"/>
                    </a:cubicBezTo>
                    <a:cubicBezTo>
                      <a:pt x="8572" y="16262"/>
                      <a:pt x="8907" y="15411"/>
                      <a:pt x="9940" y="14924"/>
                    </a:cubicBezTo>
                    <a:cubicBezTo>
                      <a:pt x="10724" y="14539"/>
                      <a:pt x="11502" y="14375"/>
                      <a:pt x="12285" y="14375"/>
                    </a:cubicBezTo>
                    <a:close/>
                    <a:moveTo>
                      <a:pt x="2949" y="15867"/>
                    </a:moveTo>
                    <a:cubicBezTo>
                      <a:pt x="5685" y="16687"/>
                      <a:pt x="7357" y="19089"/>
                      <a:pt x="6688" y="21308"/>
                    </a:cubicBezTo>
                    <a:cubicBezTo>
                      <a:pt x="5958" y="20213"/>
                      <a:pt x="5259" y="19180"/>
                      <a:pt x="4591" y="18116"/>
                    </a:cubicBezTo>
                    <a:cubicBezTo>
                      <a:pt x="4530" y="18146"/>
                      <a:pt x="4469" y="18177"/>
                      <a:pt x="4439" y="18207"/>
                    </a:cubicBezTo>
                    <a:cubicBezTo>
                      <a:pt x="4499" y="18390"/>
                      <a:pt x="4591" y="18542"/>
                      <a:pt x="4682" y="18693"/>
                    </a:cubicBezTo>
                    <a:cubicBezTo>
                      <a:pt x="5198" y="19605"/>
                      <a:pt x="5715" y="20487"/>
                      <a:pt x="6232" y="21368"/>
                    </a:cubicBezTo>
                    <a:cubicBezTo>
                      <a:pt x="6718" y="22159"/>
                      <a:pt x="6627" y="22918"/>
                      <a:pt x="6353" y="23770"/>
                    </a:cubicBezTo>
                    <a:cubicBezTo>
                      <a:pt x="5989" y="23314"/>
                      <a:pt x="5685" y="22827"/>
                      <a:pt x="5259" y="22523"/>
                    </a:cubicBezTo>
                    <a:cubicBezTo>
                      <a:pt x="4773" y="22128"/>
                      <a:pt x="4165" y="21915"/>
                      <a:pt x="3618" y="21581"/>
                    </a:cubicBezTo>
                    <a:cubicBezTo>
                      <a:pt x="3405" y="21459"/>
                      <a:pt x="3101" y="21308"/>
                      <a:pt x="3040" y="21095"/>
                    </a:cubicBezTo>
                    <a:cubicBezTo>
                      <a:pt x="2584" y="19727"/>
                      <a:pt x="2372" y="18329"/>
                      <a:pt x="2615" y="16870"/>
                    </a:cubicBezTo>
                    <a:cubicBezTo>
                      <a:pt x="2676" y="16535"/>
                      <a:pt x="2828" y="16201"/>
                      <a:pt x="2949" y="15867"/>
                    </a:cubicBezTo>
                    <a:close/>
                    <a:moveTo>
                      <a:pt x="11270" y="17745"/>
                    </a:moveTo>
                    <a:cubicBezTo>
                      <a:pt x="11662" y="17745"/>
                      <a:pt x="12060" y="17821"/>
                      <a:pt x="12463" y="17964"/>
                    </a:cubicBezTo>
                    <a:cubicBezTo>
                      <a:pt x="13101" y="18177"/>
                      <a:pt x="13253" y="18481"/>
                      <a:pt x="12949" y="19028"/>
                    </a:cubicBezTo>
                    <a:cubicBezTo>
                      <a:pt x="12493" y="19818"/>
                      <a:pt x="11946" y="20578"/>
                      <a:pt x="11430" y="21308"/>
                    </a:cubicBezTo>
                    <a:cubicBezTo>
                      <a:pt x="11338" y="21429"/>
                      <a:pt x="11126" y="21490"/>
                      <a:pt x="10974" y="21520"/>
                    </a:cubicBezTo>
                    <a:cubicBezTo>
                      <a:pt x="9484" y="21763"/>
                      <a:pt x="8268" y="22463"/>
                      <a:pt x="7417" y="23678"/>
                    </a:cubicBezTo>
                    <a:cubicBezTo>
                      <a:pt x="7357" y="23739"/>
                      <a:pt x="7265" y="23770"/>
                      <a:pt x="7083" y="23770"/>
                    </a:cubicBezTo>
                    <a:cubicBezTo>
                      <a:pt x="7205" y="23526"/>
                      <a:pt x="7265" y="23283"/>
                      <a:pt x="7417" y="23070"/>
                    </a:cubicBezTo>
                    <a:cubicBezTo>
                      <a:pt x="8208" y="22128"/>
                      <a:pt x="9028" y="21186"/>
                      <a:pt x="9849" y="20274"/>
                    </a:cubicBezTo>
                    <a:cubicBezTo>
                      <a:pt x="10062" y="20001"/>
                      <a:pt x="10366" y="19788"/>
                      <a:pt x="10366" y="19423"/>
                    </a:cubicBezTo>
                    <a:lnTo>
                      <a:pt x="10366" y="19423"/>
                    </a:lnTo>
                    <a:cubicBezTo>
                      <a:pt x="9454" y="20335"/>
                      <a:pt x="8512" y="21216"/>
                      <a:pt x="7600" y="22098"/>
                    </a:cubicBezTo>
                    <a:cubicBezTo>
                      <a:pt x="7326" y="20183"/>
                      <a:pt x="8329" y="19058"/>
                      <a:pt x="9727" y="18177"/>
                    </a:cubicBezTo>
                    <a:cubicBezTo>
                      <a:pt x="10232" y="17881"/>
                      <a:pt x="10746" y="17745"/>
                      <a:pt x="11270" y="17745"/>
                    </a:cubicBezTo>
                    <a:close/>
                    <a:moveTo>
                      <a:pt x="2249" y="21865"/>
                    </a:moveTo>
                    <a:cubicBezTo>
                      <a:pt x="3335" y="21865"/>
                      <a:pt x="4516" y="22305"/>
                      <a:pt x="5229" y="23040"/>
                    </a:cubicBezTo>
                    <a:cubicBezTo>
                      <a:pt x="6050" y="23891"/>
                      <a:pt x="6566" y="24864"/>
                      <a:pt x="6110" y="26201"/>
                    </a:cubicBezTo>
                    <a:cubicBezTo>
                      <a:pt x="5259" y="25229"/>
                      <a:pt x="4682" y="24074"/>
                      <a:pt x="3679" y="23344"/>
                    </a:cubicBezTo>
                    <a:cubicBezTo>
                      <a:pt x="3648" y="23374"/>
                      <a:pt x="3587" y="23435"/>
                      <a:pt x="3527" y="23466"/>
                    </a:cubicBezTo>
                    <a:cubicBezTo>
                      <a:pt x="3618" y="23587"/>
                      <a:pt x="3709" y="23739"/>
                      <a:pt x="3800" y="23861"/>
                    </a:cubicBezTo>
                    <a:cubicBezTo>
                      <a:pt x="4317" y="24560"/>
                      <a:pt x="4803" y="25289"/>
                      <a:pt x="5381" y="25958"/>
                    </a:cubicBezTo>
                    <a:cubicBezTo>
                      <a:pt x="6080" y="26809"/>
                      <a:pt x="6293" y="27751"/>
                      <a:pt x="5958" y="28906"/>
                    </a:cubicBezTo>
                    <a:cubicBezTo>
                      <a:pt x="5837" y="28815"/>
                      <a:pt x="5715" y="28724"/>
                      <a:pt x="5624" y="28633"/>
                    </a:cubicBezTo>
                    <a:cubicBezTo>
                      <a:pt x="5077" y="27873"/>
                      <a:pt x="4317" y="27387"/>
                      <a:pt x="3405" y="27143"/>
                    </a:cubicBezTo>
                    <a:cubicBezTo>
                      <a:pt x="2828" y="27022"/>
                      <a:pt x="2524" y="26718"/>
                      <a:pt x="2280" y="26201"/>
                    </a:cubicBezTo>
                    <a:cubicBezTo>
                      <a:pt x="1794" y="25137"/>
                      <a:pt x="1217" y="24104"/>
                      <a:pt x="1217" y="22858"/>
                    </a:cubicBezTo>
                    <a:cubicBezTo>
                      <a:pt x="1217" y="22584"/>
                      <a:pt x="1247" y="22280"/>
                      <a:pt x="1247" y="22007"/>
                    </a:cubicBezTo>
                    <a:cubicBezTo>
                      <a:pt x="1558" y="21910"/>
                      <a:pt x="1898" y="21865"/>
                      <a:pt x="2249" y="21865"/>
                    </a:cubicBezTo>
                    <a:close/>
                    <a:moveTo>
                      <a:pt x="11034" y="22098"/>
                    </a:moveTo>
                    <a:cubicBezTo>
                      <a:pt x="11490" y="22493"/>
                      <a:pt x="11551" y="23040"/>
                      <a:pt x="11430" y="23557"/>
                    </a:cubicBezTo>
                    <a:cubicBezTo>
                      <a:pt x="11308" y="24286"/>
                      <a:pt x="11126" y="24985"/>
                      <a:pt x="10913" y="25684"/>
                    </a:cubicBezTo>
                    <a:cubicBezTo>
                      <a:pt x="10822" y="25897"/>
                      <a:pt x="10609" y="26171"/>
                      <a:pt x="10396" y="26262"/>
                    </a:cubicBezTo>
                    <a:cubicBezTo>
                      <a:pt x="8998" y="26900"/>
                      <a:pt x="7782" y="27751"/>
                      <a:pt x="6901" y="29089"/>
                    </a:cubicBezTo>
                    <a:cubicBezTo>
                      <a:pt x="6749" y="28268"/>
                      <a:pt x="6749" y="27508"/>
                      <a:pt x="7326" y="26840"/>
                    </a:cubicBezTo>
                    <a:cubicBezTo>
                      <a:pt x="7904" y="26171"/>
                      <a:pt x="8481" y="25502"/>
                      <a:pt x="9028" y="24833"/>
                    </a:cubicBezTo>
                    <a:cubicBezTo>
                      <a:pt x="9211" y="24621"/>
                      <a:pt x="9363" y="24408"/>
                      <a:pt x="9515" y="24225"/>
                    </a:cubicBezTo>
                    <a:cubicBezTo>
                      <a:pt x="9454" y="24165"/>
                      <a:pt x="9393" y="24104"/>
                      <a:pt x="9332" y="24074"/>
                    </a:cubicBezTo>
                    <a:cubicBezTo>
                      <a:pt x="8572" y="24864"/>
                      <a:pt x="7843" y="25684"/>
                      <a:pt x="6992" y="26596"/>
                    </a:cubicBezTo>
                    <a:cubicBezTo>
                      <a:pt x="6627" y="24499"/>
                      <a:pt x="8816" y="22341"/>
                      <a:pt x="11034" y="22098"/>
                    </a:cubicBezTo>
                    <a:close/>
                    <a:moveTo>
                      <a:pt x="11156" y="26627"/>
                    </a:moveTo>
                    <a:cubicBezTo>
                      <a:pt x="11764" y="27326"/>
                      <a:pt x="11703" y="28724"/>
                      <a:pt x="11004" y="30517"/>
                    </a:cubicBezTo>
                    <a:cubicBezTo>
                      <a:pt x="9211" y="30913"/>
                      <a:pt x="7964" y="32007"/>
                      <a:pt x="7113" y="33679"/>
                    </a:cubicBezTo>
                    <a:cubicBezTo>
                      <a:pt x="6809" y="32888"/>
                      <a:pt x="6779" y="32736"/>
                      <a:pt x="7205" y="32159"/>
                    </a:cubicBezTo>
                    <a:cubicBezTo>
                      <a:pt x="7843" y="31308"/>
                      <a:pt x="8542" y="30517"/>
                      <a:pt x="9211" y="29697"/>
                    </a:cubicBezTo>
                    <a:cubicBezTo>
                      <a:pt x="9484" y="29332"/>
                      <a:pt x="9758" y="28998"/>
                      <a:pt x="9940" y="28572"/>
                    </a:cubicBezTo>
                    <a:lnTo>
                      <a:pt x="9940" y="28572"/>
                    </a:lnTo>
                    <a:cubicBezTo>
                      <a:pt x="9484" y="28724"/>
                      <a:pt x="9241" y="29119"/>
                      <a:pt x="8937" y="29454"/>
                    </a:cubicBezTo>
                    <a:cubicBezTo>
                      <a:pt x="8603" y="29788"/>
                      <a:pt x="8268" y="30153"/>
                      <a:pt x="7934" y="30517"/>
                    </a:cubicBezTo>
                    <a:cubicBezTo>
                      <a:pt x="7600" y="30852"/>
                      <a:pt x="7296" y="31216"/>
                      <a:pt x="6870" y="31703"/>
                    </a:cubicBezTo>
                    <a:cubicBezTo>
                      <a:pt x="6627" y="30578"/>
                      <a:pt x="7022" y="29788"/>
                      <a:pt x="7539" y="29089"/>
                    </a:cubicBezTo>
                    <a:cubicBezTo>
                      <a:pt x="8299" y="28055"/>
                      <a:pt x="9302" y="27326"/>
                      <a:pt x="10487" y="26900"/>
                    </a:cubicBezTo>
                    <a:cubicBezTo>
                      <a:pt x="10730" y="26809"/>
                      <a:pt x="10943" y="26718"/>
                      <a:pt x="11156" y="26627"/>
                    </a:cubicBezTo>
                    <a:close/>
                    <a:moveTo>
                      <a:pt x="761" y="27295"/>
                    </a:moveTo>
                    <a:cubicBezTo>
                      <a:pt x="2007" y="27295"/>
                      <a:pt x="3101" y="27478"/>
                      <a:pt x="4104" y="27964"/>
                    </a:cubicBezTo>
                    <a:cubicBezTo>
                      <a:pt x="5533" y="28663"/>
                      <a:pt x="6171" y="30001"/>
                      <a:pt x="5958" y="31855"/>
                    </a:cubicBezTo>
                    <a:cubicBezTo>
                      <a:pt x="4955" y="30913"/>
                      <a:pt x="4226" y="29788"/>
                      <a:pt x="2949" y="29241"/>
                    </a:cubicBezTo>
                    <a:lnTo>
                      <a:pt x="2949" y="29241"/>
                    </a:lnTo>
                    <a:cubicBezTo>
                      <a:pt x="3040" y="29362"/>
                      <a:pt x="3101" y="29514"/>
                      <a:pt x="3223" y="29606"/>
                    </a:cubicBezTo>
                    <a:cubicBezTo>
                      <a:pt x="4043" y="30578"/>
                      <a:pt x="4894" y="31520"/>
                      <a:pt x="5746" y="32463"/>
                    </a:cubicBezTo>
                    <a:cubicBezTo>
                      <a:pt x="6080" y="32858"/>
                      <a:pt x="6232" y="33283"/>
                      <a:pt x="6110" y="33861"/>
                    </a:cubicBezTo>
                    <a:cubicBezTo>
                      <a:pt x="5928" y="33800"/>
                      <a:pt x="5776" y="33739"/>
                      <a:pt x="5624" y="33679"/>
                    </a:cubicBezTo>
                    <a:cubicBezTo>
                      <a:pt x="4864" y="33192"/>
                      <a:pt x="4043" y="32919"/>
                      <a:pt x="3162" y="32858"/>
                    </a:cubicBezTo>
                    <a:cubicBezTo>
                      <a:pt x="2676" y="32827"/>
                      <a:pt x="2341" y="32645"/>
                      <a:pt x="2068" y="32311"/>
                    </a:cubicBezTo>
                    <a:cubicBezTo>
                      <a:pt x="943" y="30852"/>
                      <a:pt x="426" y="29241"/>
                      <a:pt x="761" y="27295"/>
                    </a:cubicBezTo>
                    <a:close/>
                    <a:moveTo>
                      <a:pt x="2458" y="33365"/>
                    </a:moveTo>
                    <a:cubicBezTo>
                      <a:pt x="3661" y="33365"/>
                      <a:pt x="4814" y="33654"/>
                      <a:pt x="5867" y="34438"/>
                    </a:cubicBezTo>
                    <a:cubicBezTo>
                      <a:pt x="6019" y="34560"/>
                      <a:pt x="6171" y="34742"/>
                      <a:pt x="6201" y="34925"/>
                    </a:cubicBezTo>
                    <a:cubicBezTo>
                      <a:pt x="6323" y="35472"/>
                      <a:pt x="6353" y="36049"/>
                      <a:pt x="6414" y="36809"/>
                    </a:cubicBezTo>
                    <a:cubicBezTo>
                      <a:pt x="5502" y="35958"/>
                      <a:pt x="4743" y="35289"/>
                      <a:pt x="4013" y="34590"/>
                    </a:cubicBezTo>
                    <a:cubicBezTo>
                      <a:pt x="3952" y="34651"/>
                      <a:pt x="3922" y="34682"/>
                      <a:pt x="3891" y="34712"/>
                    </a:cubicBezTo>
                    <a:cubicBezTo>
                      <a:pt x="3983" y="34834"/>
                      <a:pt x="4104" y="34986"/>
                      <a:pt x="4226" y="35107"/>
                    </a:cubicBezTo>
                    <a:cubicBezTo>
                      <a:pt x="4803" y="35715"/>
                      <a:pt x="5381" y="36353"/>
                      <a:pt x="5989" y="36931"/>
                    </a:cubicBezTo>
                    <a:cubicBezTo>
                      <a:pt x="6475" y="37417"/>
                      <a:pt x="6688" y="37964"/>
                      <a:pt x="6688" y="38663"/>
                    </a:cubicBezTo>
                    <a:cubicBezTo>
                      <a:pt x="5989" y="38390"/>
                      <a:pt x="5320" y="38116"/>
                      <a:pt x="4651" y="37873"/>
                    </a:cubicBezTo>
                    <a:cubicBezTo>
                      <a:pt x="4454" y="37807"/>
                      <a:pt x="4241" y="37757"/>
                      <a:pt x="4047" y="37757"/>
                    </a:cubicBezTo>
                    <a:cubicBezTo>
                      <a:pt x="3971" y="37757"/>
                      <a:pt x="3899" y="37765"/>
                      <a:pt x="3831" y="37782"/>
                    </a:cubicBezTo>
                    <a:cubicBezTo>
                      <a:pt x="3705" y="37811"/>
                      <a:pt x="3589" y="37825"/>
                      <a:pt x="3480" y="37825"/>
                    </a:cubicBezTo>
                    <a:cubicBezTo>
                      <a:pt x="2906" y="37825"/>
                      <a:pt x="2552" y="37442"/>
                      <a:pt x="2220" y="36931"/>
                    </a:cubicBezTo>
                    <a:cubicBezTo>
                      <a:pt x="1946" y="36475"/>
                      <a:pt x="1612" y="36019"/>
                      <a:pt x="1369" y="35563"/>
                    </a:cubicBezTo>
                    <a:cubicBezTo>
                      <a:pt x="1034" y="34925"/>
                      <a:pt x="882" y="34256"/>
                      <a:pt x="1156" y="33466"/>
                    </a:cubicBezTo>
                    <a:cubicBezTo>
                      <a:pt x="1595" y="33402"/>
                      <a:pt x="2030" y="33365"/>
                      <a:pt x="2458" y="33365"/>
                    </a:cubicBezTo>
                    <a:close/>
                    <a:moveTo>
                      <a:pt x="11096" y="31109"/>
                    </a:moveTo>
                    <a:cubicBezTo>
                      <a:pt x="11409" y="31109"/>
                      <a:pt x="11558" y="31268"/>
                      <a:pt x="11673" y="31703"/>
                    </a:cubicBezTo>
                    <a:cubicBezTo>
                      <a:pt x="11764" y="32007"/>
                      <a:pt x="11825" y="32372"/>
                      <a:pt x="11794" y="32675"/>
                    </a:cubicBezTo>
                    <a:cubicBezTo>
                      <a:pt x="11673" y="33618"/>
                      <a:pt x="11490" y="34530"/>
                      <a:pt x="11308" y="35441"/>
                    </a:cubicBezTo>
                    <a:cubicBezTo>
                      <a:pt x="11278" y="35654"/>
                      <a:pt x="11065" y="35897"/>
                      <a:pt x="10882" y="35989"/>
                    </a:cubicBezTo>
                    <a:cubicBezTo>
                      <a:pt x="9515" y="36505"/>
                      <a:pt x="8542" y="37448"/>
                      <a:pt x="7873" y="38724"/>
                    </a:cubicBezTo>
                    <a:cubicBezTo>
                      <a:pt x="7843" y="38785"/>
                      <a:pt x="7782" y="38815"/>
                      <a:pt x="7721" y="38846"/>
                    </a:cubicBezTo>
                    <a:cubicBezTo>
                      <a:pt x="7387" y="38359"/>
                      <a:pt x="7478" y="37873"/>
                      <a:pt x="7752" y="37387"/>
                    </a:cubicBezTo>
                    <a:cubicBezTo>
                      <a:pt x="8390" y="36353"/>
                      <a:pt x="8998" y="35320"/>
                      <a:pt x="9606" y="34256"/>
                    </a:cubicBezTo>
                    <a:cubicBezTo>
                      <a:pt x="9788" y="33982"/>
                      <a:pt x="9971" y="33709"/>
                      <a:pt x="10092" y="33375"/>
                    </a:cubicBezTo>
                    <a:lnTo>
                      <a:pt x="10092" y="33375"/>
                    </a:lnTo>
                    <a:cubicBezTo>
                      <a:pt x="9423" y="33770"/>
                      <a:pt x="9089" y="34438"/>
                      <a:pt x="8694" y="35016"/>
                    </a:cubicBezTo>
                    <a:cubicBezTo>
                      <a:pt x="8268" y="35654"/>
                      <a:pt x="7873" y="36293"/>
                      <a:pt x="7357" y="37144"/>
                    </a:cubicBezTo>
                    <a:cubicBezTo>
                      <a:pt x="7265" y="36445"/>
                      <a:pt x="7113" y="35928"/>
                      <a:pt x="7174" y="35441"/>
                    </a:cubicBezTo>
                    <a:cubicBezTo>
                      <a:pt x="7417" y="33466"/>
                      <a:pt x="8481" y="32068"/>
                      <a:pt x="10305" y="31277"/>
                    </a:cubicBezTo>
                    <a:cubicBezTo>
                      <a:pt x="10427" y="31216"/>
                      <a:pt x="10578" y="31186"/>
                      <a:pt x="10730" y="31156"/>
                    </a:cubicBezTo>
                    <a:cubicBezTo>
                      <a:pt x="10873" y="31126"/>
                      <a:pt x="10993" y="31109"/>
                      <a:pt x="11096" y="31109"/>
                    </a:cubicBezTo>
                    <a:close/>
                    <a:moveTo>
                      <a:pt x="3965" y="38281"/>
                    </a:moveTo>
                    <a:cubicBezTo>
                      <a:pt x="4709" y="38281"/>
                      <a:pt x="5444" y="38485"/>
                      <a:pt x="6171" y="38937"/>
                    </a:cubicBezTo>
                    <a:cubicBezTo>
                      <a:pt x="6901" y="39423"/>
                      <a:pt x="6992" y="39575"/>
                      <a:pt x="7053" y="40639"/>
                    </a:cubicBezTo>
                    <a:cubicBezTo>
                      <a:pt x="6080" y="40183"/>
                      <a:pt x="5138" y="39758"/>
                      <a:pt x="4195" y="39332"/>
                    </a:cubicBezTo>
                    <a:lnTo>
                      <a:pt x="4104" y="39484"/>
                    </a:lnTo>
                    <a:cubicBezTo>
                      <a:pt x="4256" y="39575"/>
                      <a:pt x="4378" y="39697"/>
                      <a:pt x="4530" y="39788"/>
                    </a:cubicBezTo>
                    <a:cubicBezTo>
                      <a:pt x="5138" y="40122"/>
                      <a:pt x="5746" y="40457"/>
                      <a:pt x="6384" y="40761"/>
                    </a:cubicBezTo>
                    <a:cubicBezTo>
                      <a:pt x="7357" y="41247"/>
                      <a:pt x="7600" y="42098"/>
                      <a:pt x="7660" y="43223"/>
                    </a:cubicBezTo>
                    <a:cubicBezTo>
                      <a:pt x="6901" y="42691"/>
                      <a:pt x="6148" y="42493"/>
                      <a:pt x="5388" y="42493"/>
                    </a:cubicBezTo>
                    <a:cubicBezTo>
                      <a:pt x="4629" y="42493"/>
                      <a:pt x="3861" y="42691"/>
                      <a:pt x="3071" y="42949"/>
                    </a:cubicBezTo>
                    <a:cubicBezTo>
                      <a:pt x="2554" y="42250"/>
                      <a:pt x="2098" y="41642"/>
                      <a:pt x="1673" y="41034"/>
                    </a:cubicBezTo>
                    <a:cubicBezTo>
                      <a:pt x="1521" y="40791"/>
                      <a:pt x="1369" y="40548"/>
                      <a:pt x="1308" y="40305"/>
                    </a:cubicBezTo>
                    <a:cubicBezTo>
                      <a:pt x="1004" y="39423"/>
                      <a:pt x="1156" y="39119"/>
                      <a:pt x="1976" y="38724"/>
                    </a:cubicBezTo>
                    <a:cubicBezTo>
                      <a:pt x="2646" y="38439"/>
                      <a:pt x="3309" y="38281"/>
                      <a:pt x="3965" y="38281"/>
                    </a:cubicBezTo>
                    <a:close/>
                    <a:moveTo>
                      <a:pt x="11797" y="36369"/>
                    </a:moveTo>
                    <a:cubicBezTo>
                      <a:pt x="12170" y="36369"/>
                      <a:pt x="12335" y="36577"/>
                      <a:pt x="12402" y="37113"/>
                    </a:cubicBezTo>
                    <a:cubicBezTo>
                      <a:pt x="12524" y="37843"/>
                      <a:pt x="12493" y="38603"/>
                      <a:pt x="12493" y="39362"/>
                    </a:cubicBezTo>
                    <a:cubicBezTo>
                      <a:pt x="12463" y="39545"/>
                      <a:pt x="12281" y="39818"/>
                      <a:pt x="12129" y="39910"/>
                    </a:cubicBezTo>
                    <a:cubicBezTo>
                      <a:pt x="10548" y="40669"/>
                      <a:pt x="9454" y="41885"/>
                      <a:pt x="8876" y="43648"/>
                    </a:cubicBezTo>
                    <a:cubicBezTo>
                      <a:pt x="8512" y="42980"/>
                      <a:pt x="8451" y="42432"/>
                      <a:pt x="8755" y="41825"/>
                    </a:cubicBezTo>
                    <a:cubicBezTo>
                      <a:pt x="9271" y="40761"/>
                      <a:pt x="9788" y="39666"/>
                      <a:pt x="10305" y="38603"/>
                    </a:cubicBezTo>
                    <a:lnTo>
                      <a:pt x="10305" y="38603"/>
                    </a:lnTo>
                    <a:cubicBezTo>
                      <a:pt x="9423" y="39423"/>
                      <a:pt x="9028" y="40578"/>
                      <a:pt x="8360" y="41673"/>
                    </a:cubicBezTo>
                    <a:cubicBezTo>
                      <a:pt x="7843" y="40518"/>
                      <a:pt x="7843" y="39575"/>
                      <a:pt x="8481" y="38603"/>
                    </a:cubicBezTo>
                    <a:cubicBezTo>
                      <a:pt x="9180" y="37539"/>
                      <a:pt x="10123" y="36809"/>
                      <a:pt x="11308" y="36445"/>
                    </a:cubicBezTo>
                    <a:cubicBezTo>
                      <a:pt x="11501" y="36396"/>
                      <a:pt x="11662" y="36369"/>
                      <a:pt x="11797" y="36369"/>
                    </a:cubicBezTo>
                    <a:close/>
                    <a:moveTo>
                      <a:pt x="13892" y="39758"/>
                    </a:moveTo>
                    <a:cubicBezTo>
                      <a:pt x="15259" y="42402"/>
                      <a:pt x="13071" y="46262"/>
                      <a:pt x="9819" y="47022"/>
                    </a:cubicBezTo>
                    <a:cubicBezTo>
                      <a:pt x="9515" y="46657"/>
                      <a:pt x="9606" y="46262"/>
                      <a:pt x="9819" y="45867"/>
                    </a:cubicBezTo>
                    <a:cubicBezTo>
                      <a:pt x="10214" y="45168"/>
                      <a:pt x="10639" y="44439"/>
                      <a:pt x="11034" y="43709"/>
                    </a:cubicBezTo>
                    <a:cubicBezTo>
                      <a:pt x="11126" y="43527"/>
                      <a:pt x="11217" y="43314"/>
                      <a:pt x="11186" y="43040"/>
                    </a:cubicBezTo>
                    <a:lnTo>
                      <a:pt x="11186" y="43040"/>
                    </a:lnTo>
                    <a:cubicBezTo>
                      <a:pt x="10609" y="43922"/>
                      <a:pt x="10062" y="44803"/>
                      <a:pt x="9454" y="45776"/>
                    </a:cubicBezTo>
                    <a:cubicBezTo>
                      <a:pt x="9059" y="44986"/>
                      <a:pt x="9180" y="44317"/>
                      <a:pt x="9393" y="43679"/>
                    </a:cubicBezTo>
                    <a:cubicBezTo>
                      <a:pt x="9819" y="42372"/>
                      <a:pt x="10609" y="41308"/>
                      <a:pt x="11855" y="40669"/>
                    </a:cubicBezTo>
                    <a:cubicBezTo>
                      <a:pt x="12493" y="40305"/>
                      <a:pt x="13223" y="40062"/>
                      <a:pt x="13892" y="39758"/>
                    </a:cubicBezTo>
                    <a:close/>
                    <a:moveTo>
                      <a:pt x="5519" y="43047"/>
                    </a:moveTo>
                    <a:cubicBezTo>
                      <a:pt x="5887" y="43047"/>
                      <a:pt x="6258" y="43110"/>
                      <a:pt x="6597" y="43223"/>
                    </a:cubicBezTo>
                    <a:cubicBezTo>
                      <a:pt x="7539" y="43527"/>
                      <a:pt x="8238" y="44104"/>
                      <a:pt x="8329" y="45290"/>
                    </a:cubicBezTo>
                    <a:cubicBezTo>
                      <a:pt x="7296" y="44986"/>
                      <a:pt x="6293" y="44651"/>
                      <a:pt x="5259" y="44347"/>
                    </a:cubicBezTo>
                    <a:cubicBezTo>
                      <a:pt x="5229" y="44408"/>
                      <a:pt x="5229" y="44469"/>
                      <a:pt x="5198" y="44530"/>
                    </a:cubicBezTo>
                    <a:cubicBezTo>
                      <a:pt x="5290" y="44621"/>
                      <a:pt x="5411" y="44743"/>
                      <a:pt x="5533" y="44803"/>
                    </a:cubicBezTo>
                    <a:cubicBezTo>
                      <a:pt x="6201" y="45046"/>
                      <a:pt x="6870" y="45350"/>
                      <a:pt x="7569" y="45533"/>
                    </a:cubicBezTo>
                    <a:cubicBezTo>
                      <a:pt x="8512" y="45776"/>
                      <a:pt x="8937" y="46353"/>
                      <a:pt x="8998" y="47326"/>
                    </a:cubicBezTo>
                    <a:cubicBezTo>
                      <a:pt x="8381" y="47501"/>
                      <a:pt x="7745" y="47583"/>
                      <a:pt x="7116" y="47583"/>
                    </a:cubicBezTo>
                    <a:cubicBezTo>
                      <a:pt x="4676" y="47583"/>
                      <a:pt x="2337" y="46341"/>
                      <a:pt x="1612" y="44408"/>
                    </a:cubicBezTo>
                    <a:cubicBezTo>
                      <a:pt x="1733" y="44287"/>
                      <a:pt x="1885" y="44135"/>
                      <a:pt x="2068" y="44043"/>
                    </a:cubicBezTo>
                    <a:cubicBezTo>
                      <a:pt x="3010" y="43466"/>
                      <a:pt x="4043" y="43162"/>
                      <a:pt x="5138" y="43071"/>
                    </a:cubicBezTo>
                    <a:cubicBezTo>
                      <a:pt x="5263" y="43055"/>
                      <a:pt x="5391" y="43047"/>
                      <a:pt x="5519" y="43047"/>
                    </a:cubicBezTo>
                    <a:close/>
                    <a:moveTo>
                      <a:pt x="8694" y="0"/>
                    </a:moveTo>
                    <a:cubicBezTo>
                      <a:pt x="7904" y="2888"/>
                      <a:pt x="7265" y="5836"/>
                      <a:pt x="6870" y="8845"/>
                    </a:cubicBezTo>
                    <a:cubicBezTo>
                      <a:pt x="6353" y="6839"/>
                      <a:pt x="6232" y="4803"/>
                      <a:pt x="5898" y="2797"/>
                    </a:cubicBezTo>
                    <a:lnTo>
                      <a:pt x="5898" y="2797"/>
                    </a:lnTo>
                    <a:cubicBezTo>
                      <a:pt x="6019" y="5502"/>
                      <a:pt x="6232" y="8207"/>
                      <a:pt x="6779" y="10912"/>
                    </a:cubicBezTo>
                    <a:cubicBezTo>
                      <a:pt x="5168" y="8359"/>
                      <a:pt x="4347" y="5502"/>
                      <a:pt x="3618" y="2645"/>
                    </a:cubicBezTo>
                    <a:lnTo>
                      <a:pt x="3618" y="2645"/>
                    </a:lnTo>
                    <a:cubicBezTo>
                      <a:pt x="3679" y="4164"/>
                      <a:pt x="4043" y="5623"/>
                      <a:pt x="4530" y="7052"/>
                    </a:cubicBezTo>
                    <a:cubicBezTo>
                      <a:pt x="5016" y="8450"/>
                      <a:pt x="5624" y="9818"/>
                      <a:pt x="6171" y="11186"/>
                    </a:cubicBezTo>
                    <a:cubicBezTo>
                      <a:pt x="5594" y="11034"/>
                      <a:pt x="5016" y="10851"/>
                      <a:pt x="4439" y="10730"/>
                    </a:cubicBezTo>
                    <a:cubicBezTo>
                      <a:pt x="4257" y="10696"/>
                      <a:pt x="4106" y="10678"/>
                      <a:pt x="3978" y="10678"/>
                    </a:cubicBezTo>
                    <a:cubicBezTo>
                      <a:pt x="3527" y="10678"/>
                      <a:pt x="3372" y="10911"/>
                      <a:pt x="3253" y="11551"/>
                    </a:cubicBezTo>
                    <a:cubicBezTo>
                      <a:pt x="3071" y="12523"/>
                      <a:pt x="3253" y="13435"/>
                      <a:pt x="3527" y="14347"/>
                    </a:cubicBezTo>
                    <a:cubicBezTo>
                      <a:pt x="3648" y="14712"/>
                      <a:pt x="3770" y="15046"/>
                      <a:pt x="3891" y="15472"/>
                    </a:cubicBezTo>
                    <a:cubicBezTo>
                      <a:pt x="3558" y="15406"/>
                      <a:pt x="3294" y="15368"/>
                      <a:pt x="3082" y="15368"/>
                    </a:cubicBezTo>
                    <a:cubicBezTo>
                      <a:pt x="2503" y="15368"/>
                      <a:pt x="2315" y="15659"/>
                      <a:pt x="2159" y="16505"/>
                    </a:cubicBezTo>
                    <a:cubicBezTo>
                      <a:pt x="2037" y="17174"/>
                      <a:pt x="2007" y="17903"/>
                      <a:pt x="2098" y="18572"/>
                    </a:cubicBezTo>
                    <a:cubicBezTo>
                      <a:pt x="2189" y="19484"/>
                      <a:pt x="2432" y="20365"/>
                      <a:pt x="2645" y="21308"/>
                    </a:cubicBezTo>
                    <a:lnTo>
                      <a:pt x="1916" y="21308"/>
                    </a:lnTo>
                    <a:cubicBezTo>
                      <a:pt x="913" y="21308"/>
                      <a:pt x="700" y="21490"/>
                      <a:pt x="669" y="22523"/>
                    </a:cubicBezTo>
                    <a:cubicBezTo>
                      <a:pt x="609" y="23526"/>
                      <a:pt x="821" y="24438"/>
                      <a:pt x="1277" y="25350"/>
                    </a:cubicBezTo>
                    <a:cubicBezTo>
                      <a:pt x="1490" y="25776"/>
                      <a:pt x="1733" y="26232"/>
                      <a:pt x="1946" y="26718"/>
                    </a:cubicBezTo>
                    <a:cubicBezTo>
                      <a:pt x="1794" y="26748"/>
                      <a:pt x="1733" y="26779"/>
                      <a:pt x="1673" y="26779"/>
                    </a:cubicBezTo>
                    <a:cubicBezTo>
                      <a:pt x="548" y="26809"/>
                      <a:pt x="548" y="26809"/>
                      <a:pt x="31" y="27782"/>
                    </a:cubicBezTo>
                    <a:cubicBezTo>
                      <a:pt x="31" y="27812"/>
                      <a:pt x="1" y="27843"/>
                      <a:pt x="1" y="27873"/>
                    </a:cubicBezTo>
                    <a:cubicBezTo>
                      <a:pt x="1" y="28116"/>
                      <a:pt x="1" y="28359"/>
                      <a:pt x="1" y="28602"/>
                    </a:cubicBezTo>
                    <a:cubicBezTo>
                      <a:pt x="92" y="28815"/>
                      <a:pt x="244" y="29028"/>
                      <a:pt x="274" y="29271"/>
                    </a:cubicBezTo>
                    <a:cubicBezTo>
                      <a:pt x="487" y="30609"/>
                      <a:pt x="1065" y="31733"/>
                      <a:pt x="1976" y="32706"/>
                    </a:cubicBezTo>
                    <a:cubicBezTo>
                      <a:pt x="1885" y="32767"/>
                      <a:pt x="1885" y="32797"/>
                      <a:pt x="1855" y="32797"/>
                    </a:cubicBezTo>
                    <a:cubicBezTo>
                      <a:pt x="1733" y="32827"/>
                      <a:pt x="1612" y="32858"/>
                      <a:pt x="1490" y="32888"/>
                    </a:cubicBezTo>
                    <a:cubicBezTo>
                      <a:pt x="609" y="33101"/>
                      <a:pt x="457" y="33283"/>
                      <a:pt x="487" y="34195"/>
                    </a:cubicBezTo>
                    <a:cubicBezTo>
                      <a:pt x="487" y="35016"/>
                      <a:pt x="791" y="35745"/>
                      <a:pt x="1277" y="36384"/>
                    </a:cubicBezTo>
                    <a:cubicBezTo>
                      <a:pt x="1673" y="36870"/>
                      <a:pt x="2037" y="37387"/>
                      <a:pt x="2463" y="37934"/>
                    </a:cubicBezTo>
                    <a:cubicBezTo>
                      <a:pt x="2068" y="38116"/>
                      <a:pt x="1794" y="38238"/>
                      <a:pt x="1490" y="38390"/>
                    </a:cubicBezTo>
                    <a:cubicBezTo>
                      <a:pt x="730" y="38755"/>
                      <a:pt x="518" y="39119"/>
                      <a:pt x="700" y="39910"/>
                    </a:cubicBezTo>
                    <a:cubicBezTo>
                      <a:pt x="852" y="40518"/>
                      <a:pt x="1156" y="41095"/>
                      <a:pt x="1460" y="41642"/>
                    </a:cubicBezTo>
                    <a:cubicBezTo>
                      <a:pt x="1794" y="42128"/>
                      <a:pt x="2220" y="42584"/>
                      <a:pt x="2615" y="43071"/>
                    </a:cubicBezTo>
                    <a:cubicBezTo>
                      <a:pt x="2250" y="43314"/>
                      <a:pt x="1946" y="43496"/>
                      <a:pt x="1642" y="43679"/>
                    </a:cubicBezTo>
                    <a:cubicBezTo>
                      <a:pt x="1004" y="44165"/>
                      <a:pt x="913" y="44439"/>
                      <a:pt x="1277" y="45138"/>
                    </a:cubicBezTo>
                    <a:cubicBezTo>
                      <a:pt x="1369" y="45350"/>
                      <a:pt x="1521" y="45563"/>
                      <a:pt x="1673" y="45746"/>
                    </a:cubicBezTo>
                    <a:cubicBezTo>
                      <a:pt x="2804" y="47136"/>
                      <a:pt x="4610" y="48142"/>
                      <a:pt x="6569" y="48142"/>
                    </a:cubicBezTo>
                    <a:cubicBezTo>
                      <a:pt x="7137" y="48142"/>
                      <a:pt x="7718" y="48058"/>
                      <a:pt x="8299" y="47873"/>
                    </a:cubicBezTo>
                    <a:cubicBezTo>
                      <a:pt x="8572" y="47812"/>
                      <a:pt x="8846" y="47721"/>
                      <a:pt x="9119" y="47660"/>
                    </a:cubicBezTo>
                    <a:cubicBezTo>
                      <a:pt x="10001" y="49484"/>
                      <a:pt x="10001" y="49484"/>
                      <a:pt x="10427" y="49606"/>
                    </a:cubicBezTo>
                    <a:cubicBezTo>
                      <a:pt x="10244" y="48846"/>
                      <a:pt x="10062" y="48116"/>
                      <a:pt x="9879" y="47417"/>
                    </a:cubicBezTo>
                    <a:cubicBezTo>
                      <a:pt x="13405" y="46657"/>
                      <a:pt x="15229" y="43284"/>
                      <a:pt x="14652" y="40457"/>
                    </a:cubicBezTo>
                    <a:cubicBezTo>
                      <a:pt x="14482" y="39629"/>
                      <a:pt x="14386" y="39349"/>
                      <a:pt x="13940" y="39349"/>
                    </a:cubicBezTo>
                    <a:cubicBezTo>
                      <a:pt x="13747" y="39349"/>
                      <a:pt x="13489" y="39402"/>
                      <a:pt x="13132" y="39484"/>
                    </a:cubicBezTo>
                    <a:cubicBezTo>
                      <a:pt x="13126" y="39490"/>
                      <a:pt x="13118" y="39493"/>
                      <a:pt x="13110" y="39493"/>
                    </a:cubicBezTo>
                    <a:cubicBezTo>
                      <a:pt x="13077" y="39493"/>
                      <a:pt x="13028" y="39454"/>
                      <a:pt x="12980" y="39454"/>
                    </a:cubicBezTo>
                    <a:cubicBezTo>
                      <a:pt x="12980" y="38785"/>
                      <a:pt x="13010" y="38116"/>
                      <a:pt x="12980" y="37448"/>
                    </a:cubicBezTo>
                    <a:cubicBezTo>
                      <a:pt x="12919" y="36596"/>
                      <a:pt x="12737" y="35806"/>
                      <a:pt x="11673" y="35715"/>
                    </a:cubicBezTo>
                    <a:cubicBezTo>
                      <a:pt x="11916" y="33891"/>
                      <a:pt x="12858" y="32159"/>
                      <a:pt x="11521" y="30517"/>
                    </a:cubicBezTo>
                    <a:cubicBezTo>
                      <a:pt x="11673" y="29818"/>
                      <a:pt x="11825" y="29119"/>
                      <a:pt x="11946" y="28450"/>
                    </a:cubicBezTo>
                    <a:cubicBezTo>
                      <a:pt x="12129" y="27478"/>
                      <a:pt x="12159" y="26566"/>
                      <a:pt x="11278" y="25928"/>
                    </a:cubicBezTo>
                    <a:cubicBezTo>
                      <a:pt x="12037" y="23283"/>
                      <a:pt x="12037" y="23283"/>
                      <a:pt x="11703" y="21855"/>
                    </a:cubicBezTo>
                    <a:cubicBezTo>
                      <a:pt x="12129" y="21277"/>
                      <a:pt x="12615" y="20730"/>
                      <a:pt x="12980" y="20092"/>
                    </a:cubicBezTo>
                    <a:cubicBezTo>
                      <a:pt x="13284" y="19636"/>
                      <a:pt x="13527" y="19089"/>
                      <a:pt x="13648" y="18542"/>
                    </a:cubicBezTo>
                    <a:cubicBezTo>
                      <a:pt x="13709" y="18146"/>
                      <a:pt x="13831" y="17873"/>
                      <a:pt x="14074" y="17569"/>
                    </a:cubicBezTo>
                    <a:cubicBezTo>
                      <a:pt x="14500" y="17022"/>
                      <a:pt x="14955" y="16505"/>
                      <a:pt x="15320" y="15897"/>
                    </a:cubicBezTo>
                    <a:cubicBezTo>
                      <a:pt x="15837" y="15016"/>
                      <a:pt x="15594" y="14469"/>
                      <a:pt x="14621" y="14165"/>
                    </a:cubicBezTo>
                    <a:cubicBezTo>
                      <a:pt x="14044" y="13982"/>
                      <a:pt x="13496" y="13861"/>
                      <a:pt x="12858" y="13709"/>
                    </a:cubicBezTo>
                    <a:cubicBezTo>
                      <a:pt x="13557" y="13070"/>
                      <a:pt x="14226" y="12523"/>
                      <a:pt x="14803" y="11915"/>
                    </a:cubicBezTo>
                    <a:cubicBezTo>
                      <a:pt x="15411" y="11307"/>
                      <a:pt x="15928" y="10639"/>
                      <a:pt x="16445" y="9970"/>
                    </a:cubicBezTo>
                    <a:cubicBezTo>
                      <a:pt x="16962" y="9332"/>
                      <a:pt x="17569" y="8724"/>
                      <a:pt x="17813" y="7903"/>
                    </a:cubicBezTo>
                    <a:lnTo>
                      <a:pt x="17813" y="7903"/>
                    </a:lnTo>
                    <a:cubicBezTo>
                      <a:pt x="16293" y="9818"/>
                      <a:pt x="14803" y="11733"/>
                      <a:pt x="12767" y="13131"/>
                    </a:cubicBezTo>
                    <a:cubicBezTo>
                      <a:pt x="14348" y="10882"/>
                      <a:pt x="15351" y="8359"/>
                      <a:pt x="16536" y="5927"/>
                    </a:cubicBezTo>
                    <a:lnTo>
                      <a:pt x="16536" y="5927"/>
                    </a:lnTo>
                    <a:cubicBezTo>
                      <a:pt x="15624" y="7326"/>
                      <a:pt x="14925" y="8845"/>
                      <a:pt x="13922" y="10396"/>
                    </a:cubicBezTo>
                    <a:cubicBezTo>
                      <a:pt x="13861" y="9605"/>
                      <a:pt x="13831" y="9028"/>
                      <a:pt x="13740" y="8481"/>
                    </a:cubicBezTo>
                    <a:cubicBezTo>
                      <a:pt x="13648" y="7873"/>
                      <a:pt x="13740" y="7356"/>
                      <a:pt x="13952" y="6809"/>
                    </a:cubicBezTo>
                    <a:cubicBezTo>
                      <a:pt x="14378" y="5867"/>
                      <a:pt x="14712" y="4924"/>
                      <a:pt x="15107" y="3952"/>
                    </a:cubicBezTo>
                    <a:cubicBezTo>
                      <a:pt x="15047" y="3952"/>
                      <a:pt x="14986" y="3921"/>
                      <a:pt x="14925" y="3891"/>
                    </a:cubicBezTo>
                    <a:cubicBezTo>
                      <a:pt x="14500" y="4833"/>
                      <a:pt x="14074" y="5775"/>
                      <a:pt x="13648" y="6687"/>
                    </a:cubicBezTo>
                    <a:cubicBezTo>
                      <a:pt x="13405" y="6353"/>
                      <a:pt x="13223" y="5927"/>
                      <a:pt x="12949" y="5836"/>
                    </a:cubicBezTo>
                    <a:cubicBezTo>
                      <a:pt x="12896" y="5818"/>
                      <a:pt x="12839" y="5811"/>
                      <a:pt x="12777" y="5811"/>
                    </a:cubicBezTo>
                    <a:cubicBezTo>
                      <a:pt x="12523" y="5811"/>
                      <a:pt x="12204" y="5939"/>
                      <a:pt x="11885" y="5988"/>
                    </a:cubicBezTo>
                    <a:cubicBezTo>
                      <a:pt x="12402" y="4864"/>
                      <a:pt x="12919" y="3769"/>
                      <a:pt x="13436" y="2675"/>
                    </a:cubicBezTo>
                    <a:cubicBezTo>
                      <a:pt x="13375" y="2645"/>
                      <a:pt x="13314" y="2645"/>
                      <a:pt x="13284" y="2614"/>
                    </a:cubicBezTo>
                    <a:cubicBezTo>
                      <a:pt x="13101" y="2857"/>
                      <a:pt x="12949" y="3101"/>
                      <a:pt x="12797" y="3374"/>
                    </a:cubicBezTo>
                    <a:cubicBezTo>
                      <a:pt x="12341" y="4256"/>
                      <a:pt x="11855" y="5137"/>
                      <a:pt x="11399" y="6049"/>
                    </a:cubicBezTo>
                    <a:cubicBezTo>
                      <a:pt x="11034" y="6809"/>
                      <a:pt x="10396" y="7204"/>
                      <a:pt x="9606" y="7812"/>
                    </a:cubicBezTo>
                    <a:cubicBezTo>
                      <a:pt x="10275" y="5502"/>
                      <a:pt x="10882" y="3374"/>
                      <a:pt x="11490" y="1246"/>
                    </a:cubicBezTo>
                    <a:lnTo>
                      <a:pt x="11490" y="1246"/>
                    </a:lnTo>
                    <a:cubicBezTo>
                      <a:pt x="10123" y="4438"/>
                      <a:pt x="9393" y="7812"/>
                      <a:pt x="7843" y="10943"/>
                    </a:cubicBezTo>
                    <a:cubicBezTo>
                      <a:pt x="7600" y="9727"/>
                      <a:pt x="7600" y="8511"/>
                      <a:pt x="7691" y="7295"/>
                    </a:cubicBezTo>
                    <a:cubicBezTo>
                      <a:pt x="7812" y="6049"/>
                      <a:pt x="8025" y="4803"/>
                      <a:pt x="8238" y="3587"/>
                    </a:cubicBezTo>
                    <a:cubicBezTo>
                      <a:pt x="8451" y="2401"/>
                      <a:pt x="8694" y="1216"/>
                      <a:pt x="8937" y="61"/>
                    </a:cubicBezTo>
                    <a:cubicBezTo>
                      <a:pt x="8876" y="31"/>
                      <a:pt x="8785" y="31"/>
                      <a:pt x="869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6" name="Google Shape;12306;p37"/>
              <p:cNvSpPr/>
              <p:nvPr/>
            </p:nvSpPr>
            <p:spPr>
              <a:xfrm>
                <a:off x="695575" y="2254625"/>
                <a:ext cx="406550" cy="1087925"/>
              </a:xfrm>
              <a:custGeom>
                <a:rect b="b" l="l" r="r" t="t"/>
                <a:pathLst>
                  <a:path extrusionOk="0" h="43517" w="16262">
                    <a:moveTo>
                      <a:pt x="12736" y="1166"/>
                    </a:moveTo>
                    <a:lnTo>
                      <a:pt x="12736" y="1166"/>
                    </a:lnTo>
                    <a:cubicBezTo>
                      <a:pt x="13435" y="3354"/>
                      <a:pt x="13648" y="5421"/>
                      <a:pt x="12432" y="7427"/>
                    </a:cubicBezTo>
                    <a:cubicBezTo>
                      <a:pt x="12341" y="7549"/>
                      <a:pt x="12280" y="7670"/>
                      <a:pt x="12219" y="7822"/>
                    </a:cubicBezTo>
                    <a:cubicBezTo>
                      <a:pt x="11855" y="8613"/>
                      <a:pt x="11976" y="8765"/>
                      <a:pt x="12827" y="8947"/>
                    </a:cubicBezTo>
                    <a:cubicBezTo>
                      <a:pt x="13314" y="9038"/>
                      <a:pt x="13769" y="9190"/>
                      <a:pt x="14256" y="9342"/>
                    </a:cubicBezTo>
                    <a:cubicBezTo>
                      <a:pt x="14529" y="9433"/>
                      <a:pt x="14803" y="9585"/>
                      <a:pt x="15076" y="9737"/>
                    </a:cubicBezTo>
                    <a:cubicBezTo>
                      <a:pt x="15076" y="10406"/>
                      <a:pt x="14803" y="10984"/>
                      <a:pt x="14499" y="11531"/>
                    </a:cubicBezTo>
                    <a:cubicBezTo>
                      <a:pt x="13648" y="12899"/>
                      <a:pt x="12797" y="14266"/>
                      <a:pt x="11915" y="15604"/>
                    </a:cubicBezTo>
                    <a:cubicBezTo>
                      <a:pt x="11611" y="16060"/>
                      <a:pt x="11490" y="16485"/>
                      <a:pt x="11611" y="17063"/>
                    </a:cubicBezTo>
                    <a:cubicBezTo>
                      <a:pt x="11824" y="18127"/>
                      <a:pt x="11611" y="19221"/>
                      <a:pt x="11307" y="20285"/>
                    </a:cubicBezTo>
                    <a:cubicBezTo>
                      <a:pt x="11186" y="20710"/>
                      <a:pt x="11095" y="21075"/>
                      <a:pt x="11490" y="21440"/>
                    </a:cubicBezTo>
                    <a:cubicBezTo>
                      <a:pt x="11642" y="21561"/>
                      <a:pt x="11672" y="21865"/>
                      <a:pt x="11672" y="22078"/>
                    </a:cubicBezTo>
                    <a:cubicBezTo>
                      <a:pt x="11611" y="23051"/>
                      <a:pt x="11520" y="24023"/>
                      <a:pt x="11459" y="24996"/>
                    </a:cubicBezTo>
                    <a:cubicBezTo>
                      <a:pt x="11429" y="25239"/>
                      <a:pt x="11338" y="25543"/>
                      <a:pt x="11459" y="25695"/>
                    </a:cubicBezTo>
                    <a:cubicBezTo>
                      <a:pt x="11976" y="26333"/>
                      <a:pt x="11855" y="27063"/>
                      <a:pt x="11855" y="27792"/>
                    </a:cubicBezTo>
                    <a:cubicBezTo>
                      <a:pt x="11855" y="28461"/>
                      <a:pt x="11763" y="29130"/>
                      <a:pt x="11703" y="29798"/>
                    </a:cubicBezTo>
                    <a:cubicBezTo>
                      <a:pt x="11611" y="30771"/>
                      <a:pt x="11611" y="30771"/>
                      <a:pt x="12645" y="31166"/>
                    </a:cubicBezTo>
                    <a:cubicBezTo>
                      <a:pt x="12675" y="31835"/>
                      <a:pt x="12736" y="32504"/>
                      <a:pt x="12766" y="33203"/>
                    </a:cubicBezTo>
                    <a:cubicBezTo>
                      <a:pt x="12797" y="33416"/>
                      <a:pt x="12797" y="33628"/>
                      <a:pt x="12827" y="33841"/>
                    </a:cubicBezTo>
                    <a:cubicBezTo>
                      <a:pt x="12917" y="34446"/>
                      <a:pt x="13073" y="34688"/>
                      <a:pt x="13465" y="34688"/>
                    </a:cubicBezTo>
                    <a:cubicBezTo>
                      <a:pt x="13605" y="34688"/>
                      <a:pt x="13774" y="34657"/>
                      <a:pt x="13982" y="34601"/>
                    </a:cubicBezTo>
                    <a:cubicBezTo>
                      <a:pt x="14165" y="34571"/>
                      <a:pt x="14347" y="34540"/>
                      <a:pt x="14499" y="34510"/>
                    </a:cubicBezTo>
                    <a:lnTo>
                      <a:pt x="14499" y="34510"/>
                    </a:lnTo>
                    <a:cubicBezTo>
                      <a:pt x="15076" y="36881"/>
                      <a:pt x="13982" y="39981"/>
                      <a:pt x="11064" y="41288"/>
                    </a:cubicBezTo>
                    <a:cubicBezTo>
                      <a:pt x="9964" y="41783"/>
                      <a:pt x="8842" y="41991"/>
                      <a:pt x="7711" y="41991"/>
                    </a:cubicBezTo>
                    <a:cubicBezTo>
                      <a:pt x="6967" y="41991"/>
                      <a:pt x="6219" y="41901"/>
                      <a:pt x="5471" y="41744"/>
                    </a:cubicBezTo>
                    <a:cubicBezTo>
                      <a:pt x="4134" y="41470"/>
                      <a:pt x="3101" y="40650"/>
                      <a:pt x="2189" y="39707"/>
                    </a:cubicBezTo>
                    <a:cubicBezTo>
                      <a:pt x="2067" y="39616"/>
                      <a:pt x="2037" y="39464"/>
                      <a:pt x="1915" y="39252"/>
                    </a:cubicBezTo>
                    <a:cubicBezTo>
                      <a:pt x="2249" y="39008"/>
                      <a:pt x="2553" y="38765"/>
                      <a:pt x="2857" y="38522"/>
                    </a:cubicBezTo>
                    <a:cubicBezTo>
                      <a:pt x="3435" y="38066"/>
                      <a:pt x="3496" y="37762"/>
                      <a:pt x="3131" y="37124"/>
                    </a:cubicBezTo>
                    <a:cubicBezTo>
                      <a:pt x="2675" y="36394"/>
                      <a:pt x="2189" y="35695"/>
                      <a:pt x="1824" y="34935"/>
                    </a:cubicBezTo>
                    <a:cubicBezTo>
                      <a:pt x="1490" y="34267"/>
                      <a:pt x="1581" y="34084"/>
                      <a:pt x="2189" y="33659"/>
                    </a:cubicBezTo>
                    <a:cubicBezTo>
                      <a:pt x="3374" y="32868"/>
                      <a:pt x="3405" y="32686"/>
                      <a:pt x="2797" y="31379"/>
                    </a:cubicBezTo>
                    <a:cubicBezTo>
                      <a:pt x="2432" y="30589"/>
                      <a:pt x="2098" y="29768"/>
                      <a:pt x="1794" y="28947"/>
                    </a:cubicBezTo>
                    <a:cubicBezTo>
                      <a:pt x="1611" y="28552"/>
                      <a:pt x="1733" y="28279"/>
                      <a:pt x="2128" y="28036"/>
                    </a:cubicBezTo>
                    <a:cubicBezTo>
                      <a:pt x="2888" y="27549"/>
                      <a:pt x="2918" y="27306"/>
                      <a:pt x="2584" y="26455"/>
                    </a:cubicBezTo>
                    <a:cubicBezTo>
                      <a:pt x="2280" y="25634"/>
                      <a:pt x="1976" y="24814"/>
                      <a:pt x="1733" y="23963"/>
                    </a:cubicBezTo>
                    <a:cubicBezTo>
                      <a:pt x="1611" y="23476"/>
                      <a:pt x="1642" y="22959"/>
                      <a:pt x="1581" y="22473"/>
                    </a:cubicBezTo>
                    <a:cubicBezTo>
                      <a:pt x="1733" y="22412"/>
                      <a:pt x="1794" y="22382"/>
                      <a:pt x="1854" y="22382"/>
                    </a:cubicBezTo>
                    <a:cubicBezTo>
                      <a:pt x="2096" y="22415"/>
                      <a:pt x="2276" y="22440"/>
                      <a:pt x="2411" y="22440"/>
                    </a:cubicBezTo>
                    <a:cubicBezTo>
                      <a:pt x="2767" y="22440"/>
                      <a:pt x="2805" y="22270"/>
                      <a:pt x="2827" y="21652"/>
                    </a:cubicBezTo>
                    <a:cubicBezTo>
                      <a:pt x="2857" y="21166"/>
                      <a:pt x="2766" y="20649"/>
                      <a:pt x="2675" y="20133"/>
                    </a:cubicBezTo>
                    <a:cubicBezTo>
                      <a:pt x="2493" y="19342"/>
                      <a:pt x="2280" y="18552"/>
                      <a:pt x="2128" y="17731"/>
                    </a:cubicBezTo>
                    <a:cubicBezTo>
                      <a:pt x="2067" y="17458"/>
                      <a:pt x="2128" y="17154"/>
                      <a:pt x="2128" y="16880"/>
                    </a:cubicBezTo>
                    <a:cubicBezTo>
                      <a:pt x="3587" y="16242"/>
                      <a:pt x="3587" y="16242"/>
                      <a:pt x="3465" y="14540"/>
                    </a:cubicBezTo>
                    <a:cubicBezTo>
                      <a:pt x="3405" y="13354"/>
                      <a:pt x="3313" y="12169"/>
                      <a:pt x="3678" y="10953"/>
                    </a:cubicBezTo>
                    <a:cubicBezTo>
                      <a:pt x="3800" y="10923"/>
                      <a:pt x="3921" y="10892"/>
                      <a:pt x="4073" y="10832"/>
                    </a:cubicBezTo>
                    <a:cubicBezTo>
                      <a:pt x="4651" y="10619"/>
                      <a:pt x="4772" y="10436"/>
                      <a:pt x="4651" y="9798"/>
                    </a:cubicBezTo>
                    <a:cubicBezTo>
                      <a:pt x="4499" y="9069"/>
                      <a:pt x="4316" y="8309"/>
                      <a:pt x="4225" y="7579"/>
                    </a:cubicBezTo>
                    <a:cubicBezTo>
                      <a:pt x="4164" y="7063"/>
                      <a:pt x="4225" y="6546"/>
                      <a:pt x="4225" y="5908"/>
                    </a:cubicBezTo>
                    <a:cubicBezTo>
                      <a:pt x="4833" y="6060"/>
                      <a:pt x="5380" y="6181"/>
                      <a:pt x="5867" y="6333"/>
                    </a:cubicBezTo>
                    <a:cubicBezTo>
                      <a:pt x="6292" y="6485"/>
                      <a:pt x="6718" y="6698"/>
                      <a:pt x="7143" y="6850"/>
                    </a:cubicBezTo>
                    <a:cubicBezTo>
                      <a:pt x="7342" y="6922"/>
                      <a:pt x="7520" y="6960"/>
                      <a:pt x="7679" y="6960"/>
                    </a:cubicBezTo>
                    <a:cubicBezTo>
                      <a:pt x="8057" y="6960"/>
                      <a:pt x="8337" y="6751"/>
                      <a:pt x="8572" y="6303"/>
                    </a:cubicBezTo>
                    <a:cubicBezTo>
                      <a:pt x="8754" y="5968"/>
                      <a:pt x="8937" y="5604"/>
                      <a:pt x="9089" y="5239"/>
                    </a:cubicBezTo>
                    <a:cubicBezTo>
                      <a:pt x="9727" y="3597"/>
                      <a:pt x="10973" y="2442"/>
                      <a:pt x="12341" y="1379"/>
                    </a:cubicBezTo>
                    <a:cubicBezTo>
                      <a:pt x="12432" y="1318"/>
                      <a:pt x="12554" y="1287"/>
                      <a:pt x="12736" y="1166"/>
                    </a:cubicBezTo>
                    <a:close/>
                    <a:moveTo>
                      <a:pt x="12953" y="0"/>
                    </a:moveTo>
                    <a:cubicBezTo>
                      <a:pt x="12695" y="0"/>
                      <a:pt x="12393" y="105"/>
                      <a:pt x="12037" y="315"/>
                    </a:cubicBezTo>
                    <a:cubicBezTo>
                      <a:pt x="11338" y="740"/>
                      <a:pt x="10639" y="1196"/>
                      <a:pt x="10000" y="1683"/>
                    </a:cubicBezTo>
                    <a:cubicBezTo>
                      <a:pt x="8724" y="2716"/>
                      <a:pt x="7842" y="3993"/>
                      <a:pt x="7660" y="5664"/>
                    </a:cubicBezTo>
                    <a:cubicBezTo>
                      <a:pt x="7660" y="5816"/>
                      <a:pt x="7599" y="5938"/>
                      <a:pt x="7569" y="6151"/>
                    </a:cubicBezTo>
                    <a:cubicBezTo>
                      <a:pt x="7265" y="5968"/>
                      <a:pt x="7022" y="5786"/>
                      <a:pt x="6778" y="5695"/>
                    </a:cubicBezTo>
                    <a:cubicBezTo>
                      <a:pt x="6110" y="5421"/>
                      <a:pt x="5441" y="5117"/>
                      <a:pt x="4742" y="4965"/>
                    </a:cubicBezTo>
                    <a:cubicBezTo>
                      <a:pt x="4568" y="4926"/>
                      <a:pt x="4409" y="4907"/>
                      <a:pt x="4264" y="4907"/>
                    </a:cubicBezTo>
                    <a:cubicBezTo>
                      <a:pt x="3622" y="4907"/>
                      <a:pt x="3255" y="5291"/>
                      <a:pt x="3131" y="6060"/>
                    </a:cubicBezTo>
                    <a:cubicBezTo>
                      <a:pt x="3040" y="6607"/>
                      <a:pt x="3040" y="7154"/>
                      <a:pt x="3070" y="7701"/>
                    </a:cubicBezTo>
                    <a:cubicBezTo>
                      <a:pt x="3131" y="8370"/>
                      <a:pt x="3283" y="9008"/>
                      <a:pt x="3405" y="9707"/>
                    </a:cubicBezTo>
                    <a:cubicBezTo>
                      <a:pt x="2584" y="10163"/>
                      <a:pt x="2310" y="10984"/>
                      <a:pt x="2219" y="11835"/>
                    </a:cubicBezTo>
                    <a:cubicBezTo>
                      <a:pt x="2158" y="12777"/>
                      <a:pt x="2249" y="13750"/>
                      <a:pt x="2249" y="14722"/>
                    </a:cubicBezTo>
                    <a:cubicBezTo>
                      <a:pt x="2280" y="14965"/>
                      <a:pt x="2310" y="15178"/>
                      <a:pt x="2310" y="15391"/>
                    </a:cubicBezTo>
                    <a:cubicBezTo>
                      <a:pt x="1064" y="15908"/>
                      <a:pt x="791" y="16333"/>
                      <a:pt x="882" y="17640"/>
                    </a:cubicBezTo>
                    <a:cubicBezTo>
                      <a:pt x="912" y="18187"/>
                      <a:pt x="1003" y="18734"/>
                      <a:pt x="1125" y="19251"/>
                    </a:cubicBezTo>
                    <a:cubicBezTo>
                      <a:pt x="1216" y="19798"/>
                      <a:pt x="1398" y="20315"/>
                      <a:pt x="1550" y="20862"/>
                    </a:cubicBezTo>
                    <a:cubicBezTo>
                      <a:pt x="578" y="21136"/>
                      <a:pt x="365" y="21865"/>
                      <a:pt x="395" y="22716"/>
                    </a:cubicBezTo>
                    <a:cubicBezTo>
                      <a:pt x="395" y="23142"/>
                      <a:pt x="395" y="23628"/>
                      <a:pt x="487" y="24054"/>
                    </a:cubicBezTo>
                    <a:cubicBezTo>
                      <a:pt x="730" y="25057"/>
                      <a:pt x="1034" y="26029"/>
                      <a:pt x="1338" y="27063"/>
                    </a:cubicBezTo>
                    <a:cubicBezTo>
                      <a:pt x="426" y="27701"/>
                      <a:pt x="395" y="28674"/>
                      <a:pt x="760" y="29707"/>
                    </a:cubicBezTo>
                    <a:cubicBezTo>
                      <a:pt x="973" y="30376"/>
                      <a:pt x="1307" y="31045"/>
                      <a:pt x="1611" y="31713"/>
                    </a:cubicBezTo>
                    <a:cubicBezTo>
                      <a:pt x="1702" y="31957"/>
                      <a:pt x="1824" y="32169"/>
                      <a:pt x="1946" y="32412"/>
                    </a:cubicBezTo>
                    <a:cubicBezTo>
                      <a:pt x="0" y="33720"/>
                      <a:pt x="395" y="34662"/>
                      <a:pt x="1064" y="36060"/>
                    </a:cubicBezTo>
                    <a:cubicBezTo>
                      <a:pt x="1338" y="36607"/>
                      <a:pt x="1702" y="37093"/>
                      <a:pt x="2037" y="37641"/>
                    </a:cubicBezTo>
                    <a:cubicBezTo>
                      <a:pt x="1794" y="37853"/>
                      <a:pt x="1550" y="38066"/>
                      <a:pt x="1338" y="38248"/>
                    </a:cubicBezTo>
                    <a:cubicBezTo>
                      <a:pt x="760" y="38826"/>
                      <a:pt x="608" y="39282"/>
                      <a:pt x="973" y="39981"/>
                    </a:cubicBezTo>
                    <a:cubicBezTo>
                      <a:pt x="1885" y="41714"/>
                      <a:pt x="3222" y="42990"/>
                      <a:pt x="5228" y="43385"/>
                    </a:cubicBezTo>
                    <a:cubicBezTo>
                      <a:pt x="5696" y="43472"/>
                      <a:pt x="6160" y="43517"/>
                      <a:pt x="6621" y="43517"/>
                    </a:cubicBezTo>
                    <a:cubicBezTo>
                      <a:pt x="7449" y="43517"/>
                      <a:pt x="8269" y="43374"/>
                      <a:pt x="9089" y="43081"/>
                    </a:cubicBezTo>
                    <a:cubicBezTo>
                      <a:pt x="9666" y="42869"/>
                      <a:pt x="10304" y="42838"/>
                      <a:pt x="10912" y="42625"/>
                    </a:cubicBezTo>
                    <a:cubicBezTo>
                      <a:pt x="11490" y="42443"/>
                      <a:pt x="12098" y="42291"/>
                      <a:pt x="12584" y="41957"/>
                    </a:cubicBezTo>
                    <a:cubicBezTo>
                      <a:pt x="14955" y="40285"/>
                      <a:pt x="16080" y="38066"/>
                      <a:pt x="15563" y="35118"/>
                    </a:cubicBezTo>
                    <a:cubicBezTo>
                      <a:pt x="15365" y="33881"/>
                      <a:pt x="15248" y="33590"/>
                      <a:pt x="14360" y="33590"/>
                    </a:cubicBezTo>
                    <a:cubicBezTo>
                      <a:pt x="14156" y="33590"/>
                      <a:pt x="13912" y="33606"/>
                      <a:pt x="13617" y="33628"/>
                    </a:cubicBezTo>
                    <a:cubicBezTo>
                      <a:pt x="13587" y="33020"/>
                      <a:pt x="13587" y="32443"/>
                      <a:pt x="13526" y="31835"/>
                    </a:cubicBezTo>
                    <a:cubicBezTo>
                      <a:pt x="13466" y="31105"/>
                      <a:pt x="13374" y="30376"/>
                      <a:pt x="12584" y="30011"/>
                    </a:cubicBezTo>
                    <a:cubicBezTo>
                      <a:pt x="12706" y="29282"/>
                      <a:pt x="12797" y="28674"/>
                      <a:pt x="12827" y="28096"/>
                    </a:cubicBezTo>
                    <a:cubicBezTo>
                      <a:pt x="12858" y="27458"/>
                      <a:pt x="13010" y="26698"/>
                      <a:pt x="12736" y="26212"/>
                    </a:cubicBezTo>
                    <a:cubicBezTo>
                      <a:pt x="12219" y="25178"/>
                      <a:pt x="12554" y="24206"/>
                      <a:pt x="12614" y="23203"/>
                    </a:cubicBezTo>
                    <a:cubicBezTo>
                      <a:pt x="12675" y="22686"/>
                      <a:pt x="12706" y="22169"/>
                      <a:pt x="12706" y="21652"/>
                    </a:cubicBezTo>
                    <a:cubicBezTo>
                      <a:pt x="12706" y="21349"/>
                      <a:pt x="12645" y="20953"/>
                      <a:pt x="12462" y="20710"/>
                    </a:cubicBezTo>
                    <a:cubicBezTo>
                      <a:pt x="12219" y="20406"/>
                      <a:pt x="12310" y="20133"/>
                      <a:pt x="12341" y="19798"/>
                    </a:cubicBezTo>
                    <a:cubicBezTo>
                      <a:pt x="12493" y="18978"/>
                      <a:pt x="12675" y="18157"/>
                      <a:pt x="12645" y="17367"/>
                    </a:cubicBezTo>
                    <a:cubicBezTo>
                      <a:pt x="12614" y="16759"/>
                      <a:pt x="12766" y="16333"/>
                      <a:pt x="13101" y="15877"/>
                    </a:cubicBezTo>
                    <a:cubicBezTo>
                      <a:pt x="13557" y="15239"/>
                      <a:pt x="13921" y="14540"/>
                      <a:pt x="14317" y="13841"/>
                    </a:cubicBezTo>
                    <a:cubicBezTo>
                      <a:pt x="14560" y="13415"/>
                      <a:pt x="14773" y="12990"/>
                      <a:pt x="14985" y="12564"/>
                    </a:cubicBezTo>
                    <a:cubicBezTo>
                      <a:pt x="15350" y="11804"/>
                      <a:pt x="15776" y="11044"/>
                      <a:pt x="16019" y="10254"/>
                    </a:cubicBezTo>
                    <a:cubicBezTo>
                      <a:pt x="16262" y="9494"/>
                      <a:pt x="16049" y="9129"/>
                      <a:pt x="15320" y="8795"/>
                    </a:cubicBezTo>
                    <a:cubicBezTo>
                      <a:pt x="14803" y="8522"/>
                      <a:pt x="14225" y="8309"/>
                      <a:pt x="13739" y="8096"/>
                    </a:cubicBezTo>
                    <a:cubicBezTo>
                      <a:pt x="14013" y="7215"/>
                      <a:pt x="14377" y="6394"/>
                      <a:pt x="14438" y="5543"/>
                    </a:cubicBezTo>
                    <a:cubicBezTo>
                      <a:pt x="14529" y="4479"/>
                      <a:pt x="14408" y="3415"/>
                      <a:pt x="14317" y="2351"/>
                    </a:cubicBezTo>
                    <a:cubicBezTo>
                      <a:pt x="14286" y="1956"/>
                      <a:pt x="14165" y="1531"/>
                      <a:pt x="14013" y="1135"/>
                    </a:cubicBezTo>
                    <a:cubicBezTo>
                      <a:pt x="13774" y="379"/>
                      <a:pt x="13443" y="0"/>
                      <a:pt x="129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07" name="Google Shape;12307;p37"/>
          <p:cNvGrpSpPr/>
          <p:nvPr/>
        </p:nvGrpSpPr>
        <p:grpSpPr>
          <a:xfrm rot="1193283">
            <a:off x="990548" y="643045"/>
            <a:ext cx="678342" cy="2639828"/>
            <a:chOff x="6819935" y="1112720"/>
            <a:chExt cx="896158" cy="3487790"/>
          </a:xfrm>
        </p:grpSpPr>
        <p:grpSp>
          <p:nvGrpSpPr>
            <p:cNvPr id="12308" name="Google Shape;12308;p37"/>
            <p:cNvGrpSpPr/>
            <p:nvPr/>
          </p:nvGrpSpPr>
          <p:grpSpPr>
            <a:xfrm>
              <a:off x="6819935" y="1112720"/>
              <a:ext cx="896158" cy="3487790"/>
              <a:chOff x="6743735" y="1036520"/>
              <a:chExt cx="896158" cy="3487790"/>
            </a:xfrm>
          </p:grpSpPr>
          <p:sp>
            <p:nvSpPr>
              <p:cNvPr id="12309" name="Google Shape;12309;p37"/>
              <p:cNvSpPr/>
              <p:nvPr/>
            </p:nvSpPr>
            <p:spPr>
              <a:xfrm>
                <a:off x="6743735" y="1036520"/>
                <a:ext cx="896158" cy="3487790"/>
              </a:xfrm>
              <a:custGeom>
                <a:rect b="b" l="l" r="r" t="t"/>
                <a:pathLst>
                  <a:path extrusionOk="0" h="60111" w="15445">
                    <a:moveTo>
                      <a:pt x="15344" y="41931"/>
                    </a:moveTo>
                    <a:cubicBezTo>
                      <a:pt x="15344" y="44433"/>
                      <a:pt x="15378" y="46968"/>
                      <a:pt x="15344" y="49470"/>
                    </a:cubicBezTo>
                    <a:cubicBezTo>
                      <a:pt x="15311" y="51604"/>
                      <a:pt x="15444" y="53739"/>
                      <a:pt x="15211" y="55841"/>
                    </a:cubicBezTo>
                    <a:cubicBezTo>
                      <a:pt x="15044" y="57742"/>
                      <a:pt x="13743" y="59110"/>
                      <a:pt x="11875" y="59477"/>
                    </a:cubicBezTo>
                    <a:cubicBezTo>
                      <a:pt x="9207" y="59977"/>
                      <a:pt x="6538" y="60111"/>
                      <a:pt x="3870" y="59577"/>
                    </a:cubicBezTo>
                    <a:cubicBezTo>
                      <a:pt x="1968" y="59210"/>
                      <a:pt x="634" y="58142"/>
                      <a:pt x="134" y="56208"/>
                    </a:cubicBezTo>
                    <a:cubicBezTo>
                      <a:pt x="0" y="55607"/>
                      <a:pt x="67" y="55007"/>
                      <a:pt x="67" y="54406"/>
                    </a:cubicBezTo>
                    <a:cubicBezTo>
                      <a:pt x="67" y="50470"/>
                      <a:pt x="0" y="46501"/>
                      <a:pt x="100" y="42565"/>
                    </a:cubicBezTo>
                    <a:cubicBezTo>
                      <a:pt x="167" y="38595"/>
                      <a:pt x="134" y="34626"/>
                      <a:pt x="234" y="30623"/>
                    </a:cubicBezTo>
                    <a:cubicBezTo>
                      <a:pt x="267" y="28755"/>
                      <a:pt x="367" y="26920"/>
                      <a:pt x="1134" y="25152"/>
                    </a:cubicBezTo>
                    <a:cubicBezTo>
                      <a:pt x="1535" y="24218"/>
                      <a:pt x="2135" y="23351"/>
                      <a:pt x="2502" y="22417"/>
                    </a:cubicBezTo>
                    <a:cubicBezTo>
                      <a:pt x="3136" y="20849"/>
                      <a:pt x="3436" y="19248"/>
                      <a:pt x="3569" y="17613"/>
                    </a:cubicBezTo>
                    <a:cubicBezTo>
                      <a:pt x="3803" y="15145"/>
                      <a:pt x="4070" y="12710"/>
                      <a:pt x="4270" y="10242"/>
                    </a:cubicBezTo>
                    <a:cubicBezTo>
                      <a:pt x="4403" y="8841"/>
                      <a:pt x="4503" y="7406"/>
                      <a:pt x="4337" y="6005"/>
                    </a:cubicBezTo>
                    <a:cubicBezTo>
                      <a:pt x="4270" y="5305"/>
                      <a:pt x="4303" y="4604"/>
                      <a:pt x="4470" y="3904"/>
                    </a:cubicBezTo>
                    <a:cubicBezTo>
                      <a:pt x="4603" y="3403"/>
                      <a:pt x="4570" y="2936"/>
                      <a:pt x="4403" y="2436"/>
                    </a:cubicBezTo>
                    <a:cubicBezTo>
                      <a:pt x="4303" y="2169"/>
                      <a:pt x="4203" y="1902"/>
                      <a:pt x="4170" y="1602"/>
                    </a:cubicBezTo>
                    <a:cubicBezTo>
                      <a:pt x="4103" y="902"/>
                      <a:pt x="4403" y="468"/>
                      <a:pt x="5070" y="334"/>
                    </a:cubicBezTo>
                    <a:cubicBezTo>
                      <a:pt x="6872" y="1"/>
                      <a:pt x="8673" y="68"/>
                      <a:pt x="10441" y="435"/>
                    </a:cubicBezTo>
                    <a:cubicBezTo>
                      <a:pt x="11208" y="601"/>
                      <a:pt x="11542" y="1469"/>
                      <a:pt x="11108" y="2136"/>
                    </a:cubicBezTo>
                    <a:cubicBezTo>
                      <a:pt x="10708" y="2770"/>
                      <a:pt x="10641" y="3403"/>
                      <a:pt x="10875" y="4104"/>
                    </a:cubicBezTo>
                    <a:cubicBezTo>
                      <a:pt x="11108" y="4671"/>
                      <a:pt x="11141" y="5238"/>
                      <a:pt x="10975" y="5805"/>
                    </a:cubicBezTo>
                    <a:cubicBezTo>
                      <a:pt x="10774" y="6672"/>
                      <a:pt x="10908" y="7506"/>
                      <a:pt x="10975" y="8374"/>
                    </a:cubicBezTo>
                    <a:cubicBezTo>
                      <a:pt x="11275" y="11909"/>
                      <a:pt x="11475" y="15445"/>
                      <a:pt x="11909" y="18981"/>
                    </a:cubicBezTo>
                    <a:cubicBezTo>
                      <a:pt x="12142" y="20782"/>
                      <a:pt x="12709" y="22517"/>
                      <a:pt x="13643" y="24085"/>
                    </a:cubicBezTo>
                    <a:cubicBezTo>
                      <a:pt x="14611" y="25686"/>
                      <a:pt x="15011" y="27420"/>
                      <a:pt x="15011" y="29288"/>
                    </a:cubicBezTo>
                    <a:cubicBezTo>
                      <a:pt x="15078" y="33158"/>
                      <a:pt x="15144" y="37061"/>
                      <a:pt x="15211" y="40964"/>
                    </a:cubicBezTo>
                    <a:cubicBezTo>
                      <a:pt x="15211" y="41264"/>
                      <a:pt x="15211" y="41597"/>
                      <a:pt x="15211" y="4193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0" name="Google Shape;12310;p37"/>
              <p:cNvSpPr/>
              <p:nvPr/>
            </p:nvSpPr>
            <p:spPr>
              <a:xfrm>
                <a:off x="6900511" y="2201668"/>
                <a:ext cx="696792" cy="956211"/>
              </a:xfrm>
              <a:custGeom>
                <a:rect b="b" l="l" r="r" t="t"/>
                <a:pathLst>
                  <a:path extrusionOk="0" h="16480" w="12009">
                    <a:moveTo>
                      <a:pt x="2635" y="301"/>
                    </a:moveTo>
                    <a:cubicBezTo>
                      <a:pt x="4637" y="301"/>
                      <a:pt x="6638" y="201"/>
                      <a:pt x="8606" y="34"/>
                    </a:cubicBezTo>
                    <a:cubicBezTo>
                      <a:pt x="8740" y="1"/>
                      <a:pt x="8873" y="1"/>
                      <a:pt x="8906" y="168"/>
                    </a:cubicBezTo>
                    <a:cubicBezTo>
                      <a:pt x="9273" y="2269"/>
                      <a:pt x="10508" y="4004"/>
                      <a:pt x="11341" y="5905"/>
                    </a:cubicBezTo>
                    <a:cubicBezTo>
                      <a:pt x="11708" y="6772"/>
                      <a:pt x="11842" y="7740"/>
                      <a:pt x="11875" y="8674"/>
                    </a:cubicBezTo>
                    <a:cubicBezTo>
                      <a:pt x="11942" y="10842"/>
                      <a:pt x="12009" y="13044"/>
                      <a:pt x="11975" y="15245"/>
                    </a:cubicBezTo>
                    <a:cubicBezTo>
                      <a:pt x="11975" y="15545"/>
                      <a:pt x="11942" y="15812"/>
                      <a:pt x="11942" y="16112"/>
                    </a:cubicBezTo>
                    <a:cubicBezTo>
                      <a:pt x="11942" y="16246"/>
                      <a:pt x="11942" y="16379"/>
                      <a:pt x="11808" y="16413"/>
                    </a:cubicBezTo>
                    <a:cubicBezTo>
                      <a:pt x="11675" y="16479"/>
                      <a:pt x="11608" y="16313"/>
                      <a:pt x="11542" y="16213"/>
                    </a:cubicBezTo>
                    <a:cubicBezTo>
                      <a:pt x="10574" y="14678"/>
                      <a:pt x="9107" y="13844"/>
                      <a:pt x="7372" y="13477"/>
                    </a:cubicBezTo>
                    <a:cubicBezTo>
                      <a:pt x="4870" y="12944"/>
                      <a:pt x="2502" y="13277"/>
                      <a:pt x="367" y="14711"/>
                    </a:cubicBezTo>
                    <a:cubicBezTo>
                      <a:pt x="0" y="14645"/>
                      <a:pt x="100" y="14345"/>
                      <a:pt x="100" y="14144"/>
                    </a:cubicBezTo>
                    <a:cubicBezTo>
                      <a:pt x="100" y="13344"/>
                      <a:pt x="234" y="12543"/>
                      <a:pt x="200" y="11743"/>
                    </a:cubicBezTo>
                    <a:cubicBezTo>
                      <a:pt x="167" y="10242"/>
                      <a:pt x="200" y="8774"/>
                      <a:pt x="200" y="7306"/>
                    </a:cubicBezTo>
                    <a:cubicBezTo>
                      <a:pt x="200" y="6372"/>
                      <a:pt x="367" y="5471"/>
                      <a:pt x="801" y="4604"/>
                    </a:cubicBezTo>
                    <a:cubicBezTo>
                      <a:pt x="1434" y="3337"/>
                      <a:pt x="2068" y="2036"/>
                      <a:pt x="2435" y="668"/>
                    </a:cubicBezTo>
                    <a:cubicBezTo>
                      <a:pt x="2468" y="535"/>
                      <a:pt x="2535" y="401"/>
                      <a:pt x="2635" y="3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1" name="Google Shape;12311;p37"/>
              <p:cNvSpPr/>
              <p:nvPr/>
            </p:nvSpPr>
            <p:spPr>
              <a:xfrm>
                <a:off x="6888849" y="3930040"/>
                <a:ext cx="720059" cy="530384"/>
              </a:xfrm>
              <a:custGeom>
                <a:rect b="b" l="l" r="r" t="t"/>
                <a:pathLst>
                  <a:path extrusionOk="0" h="9141" w="12410">
                    <a:moveTo>
                      <a:pt x="234" y="2569"/>
                    </a:moveTo>
                    <a:cubicBezTo>
                      <a:pt x="1302" y="3437"/>
                      <a:pt x="2469" y="4137"/>
                      <a:pt x="3804" y="4504"/>
                    </a:cubicBezTo>
                    <a:cubicBezTo>
                      <a:pt x="4204" y="4604"/>
                      <a:pt x="4571" y="4738"/>
                      <a:pt x="4904" y="4404"/>
                    </a:cubicBezTo>
                    <a:cubicBezTo>
                      <a:pt x="5004" y="4304"/>
                      <a:pt x="5071" y="4337"/>
                      <a:pt x="5171" y="4437"/>
                    </a:cubicBezTo>
                    <a:cubicBezTo>
                      <a:pt x="5572" y="5004"/>
                      <a:pt x="6139" y="4871"/>
                      <a:pt x="6672" y="4704"/>
                    </a:cubicBezTo>
                    <a:cubicBezTo>
                      <a:pt x="8874" y="4070"/>
                      <a:pt x="10475" y="2703"/>
                      <a:pt x="11676" y="801"/>
                    </a:cubicBezTo>
                    <a:cubicBezTo>
                      <a:pt x="11843" y="535"/>
                      <a:pt x="12009" y="301"/>
                      <a:pt x="12210" y="1"/>
                    </a:cubicBezTo>
                    <a:cubicBezTo>
                      <a:pt x="12376" y="234"/>
                      <a:pt x="12376" y="468"/>
                      <a:pt x="12376" y="735"/>
                    </a:cubicBezTo>
                    <a:cubicBezTo>
                      <a:pt x="12410" y="2436"/>
                      <a:pt x="12410" y="4137"/>
                      <a:pt x="12276" y="5805"/>
                    </a:cubicBezTo>
                    <a:cubicBezTo>
                      <a:pt x="12176" y="7206"/>
                      <a:pt x="11442" y="8240"/>
                      <a:pt x="10141" y="8841"/>
                    </a:cubicBezTo>
                    <a:cubicBezTo>
                      <a:pt x="9007" y="9141"/>
                      <a:pt x="7873" y="9074"/>
                      <a:pt x="6739" y="9007"/>
                    </a:cubicBezTo>
                    <a:cubicBezTo>
                      <a:pt x="5405" y="8941"/>
                      <a:pt x="4104" y="8640"/>
                      <a:pt x="2803" y="8307"/>
                    </a:cubicBezTo>
                    <a:cubicBezTo>
                      <a:pt x="1335" y="7940"/>
                      <a:pt x="501" y="7139"/>
                      <a:pt x="301" y="5605"/>
                    </a:cubicBezTo>
                    <a:cubicBezTo>
                      <a:pt x="201" y="4704"/>
                      <a:pt x="101" y="3804"/>
                      <a:pt x="34" y="2903"/>
                    </a:cubicBezTo>
                    <a:cubicBezTo>
                      <a:pt x="34" y="2770"/>
                      <a:pt x="1" y="2569"/>
                      <a:pt x="234" y="25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2" name="Google Shape;12312;p37"/>
              <p:cNvSpPr/>
              <p:nvPr/>
            </p:nvSpPr>
            <p:spPr>
              <a:xfrm>
                <a:off x="6883047" y="2977834"/>
                <a:ext cx="727834" cy="1215513"/>
              </a:xfrm>
              <a:custGeom>
                <a:rect b="b" l="l" r="r" t="t"/>
                <a:pathLst>
                  <a:path extrusionOk="0" h="20949" w="12544">
                    <a:moveTo>
                      <a:pt x="568" y="1968"/>
                    </a:moveTo>
                    <a:cubicBezTo>
                      <a:pt x="1535" y="1001"/>
                      <a:pt x="2736" y="601"/>
                      <a:pt x="4037" y="367"/>
                    </a:cubicBezTo>
                    <a:cubicBezTo>
                      <a:pt x="6005" y="0"/>
                      <a:pt x="7873" y="267"/>
                      <a:pt x="9608" y="1234"/>
                    </a:cubicBezTo>
                    <a:cubicBezTo>
                      <a:pt x="10675" y="1801"/>
                      <a:pt x="11442" y="2669"/>
                      <a:pt x="11976" y="3736"/>
                    </a:cubicBezTo>
                    <a:cubicBezTo>
                      <a:pt x="12176" y="4170"/>
                      <a:pt x="12276" y="4603"/>
                      <a:pt x="12276" y="5070"/>
                    </a:cubicBezTo>
                    <a:cubicBezTo>
                      <a:pt x="12343" y="6538"/>
                      <a:pt x="12310" y="8006"/>
                      <a:pt x="12410" y="9440"/>
                    </a:cubicBezTo>
                    <a:cubicBezTo>
                      <a:pt x="12543" y="11041"/>
                      <a:pt x="12410" y="12676"/>
                      <a:pt x="12476" y="14277"/>
                    </a:cubicBezTo>
                    <a:cubicBezTo>
                      <a:pt x="12510" y="14944"/>
                      <a:pt x="12310" y="15545"/>
                      <a:pt x="11976" y="16112"/>
                    </a:cubicBezTo>
                    <a:cubicBezTo>
                      <a:pt x="11209" y="17413"/>
                      <a:pt x="10442" y="18647"/>
                      <a:pt x="9207" y="19514"/>
                    </a:cubicBezTo>
                    <a:cubicBezTo>
                      <a:pt x="8307" y="20148"/>
                      <a:pt x="7306" y="20481"/>
                      <a:pt x="6305" y="20848"/>
                    </a:cubicBezTo>
                    <a:cubicBezTo>
                      <a:pt x="6038" y="20948"/>
                      <a:pt x="5805" y="20882"/>
                      <a:pt x="5638" y="20648"/>
                    </a:cubicBezTo>
                    <a:cubicBezTo>
                      <a:pt x="5371" y="20315"/>
                      <a:pt x="5071" y="20148"/>
                      <a:pt x="4671" y="20481"/>
                    </a:cubicBezTo>
                    <a:cubicBezTo>
                      <a:pt x="4537" y="20648"/>
                      <a:pt x="4337" y="20648"/>
                      <a:pt x="4137" y="20582"/>
                    </a:cubicBezTo>
                    <a:cubicBezTo>
                      <a:pt x="2636" y="20115"/>
                      <a:pt x="1302" y="19414"/>
                      <a:pt x="234" y="18247"/>
                    </a:cubicBezTo>
                    <a:cubicBezTo>
                      <a:pt x="68" y="17813"/>
                      <a:pt x="1" y="17346"/>
                      <a:pt x="234" y="16912"/>
                    </a:cubicBezTo>
                    <a:cubicBezTo>
                      <a:pt x="535" y="16812"/>
                      <a:pt x="668" y="17046"/>
                      <a:pt x="801" y="17212"/>
                    </a:cubicBezTo>
                    <a:cubicBezTo>
                      <a:pt x="1735" y="18247"/>
                      <a:pt x="2870" y="18780"/>
                      <a:pt x="4237" y="18947"/>
                    </a:cubicBezTo>
                    <a:cubicBezTo>
                      <a:pt x="6105" y="19147"/>
                      <a:pt x="7740" y="18613"/>
                      <a:pt x="9174" y="17379"/>
                    </a:cubicBezTo>
                    <a:cubicBezTo>
                      <a:pt x="10275" y="16412"/>
                      <a:pt x="10975" y="15178"/>
                      <a:pt x="11276" y="13743"/>
                    </a:cubicBezTo>
                    <a:cubicBezTo>
                      <a:pt x="11743" y="11675"/>
                      <a:pt x="11976" y="9574"/>
                      <a:pt x="11609" y="7472"/>
                    </a:cubicBezTo>
                    <a:cubicBezTo>
                      <a:pt x="11242" y="5471"/>
                      <a:pt x="10241" y="3770"/>
                      <a:pt x="8574" y="2535"/>
                    </a:cubicBezTo>
                    <a:cubicBezTo>
                      <a:pt x="7473" y="1735"/>
                      <a:pt x="6172" y="1535"/>
                      <a:pt x="4804" y="1635"/>
                    </a:cubicBezTo>
                    <a:cubicBezTo>
                      <a:pt x="3403" y="1735"/>
                      <a:pt x="2169" y="2235"/>
                      <a:pt x="1068" y="3069"/>
                    </a:cubicBezTo>
                    <a:cubicBezTo>
                      <a:pt x="935" y="3169"/>
                      <a:pt x="768" y="3303"/>
                      <a:pt x="568" y="3202"/>
                    </a:cubicBezTo>
                    <a:cubicBezTo>
                      <a:pt x="301" y="2802"/>
                      <a:pt x="334" y="2369"/>
                      <a:pt x="568" y="19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3" name="Google Shape;12313;p37"/>
              <p:cNvSpPr/>
              <p:nvPr/>
            </p:nvSpPr>
            <p:spPr>
              <a:xfrm>
                <a:off x="7072722" y="1233970"/>
                <a:ext cx="292317" cy="541988"/>
              </a:xfrm>
              <a:custGeom>
                <a:rect b="b" l="l" r="r" t="t"/>
                <a:pathLst>
                  <a:path extrusionOk="0" h="9341" w="5038">
                    <a:moveTo>
                      <a:pt x="4604" y="200"/>
                    </a:moveTo>
                    <a:cubicBezTo>
                      <a:pt x="4904" y="968"/>
                      <a:pt x="4971" y="1768"/>
                      <a:pt x="4838" y="2636"/>
                    </a:cubicBezTo>
                    <a:cubicBezTo>
                      <a:pt x="4671" y="3770"/>
                      <a:pt x="4904" y="4937"/>
                      <a:pt x="4904" y="6071"/>
                    </a:cubicBezTo>
                    <a:cubicBezTo>
                      <a:pt x="4904" y="6872"/>
                      <a:pt x="4971" y="7706"/>
                      <a:pt x="5004" y="8540"/>
                    </a:cubicBezTo>
                    <a:cubicBezTo>
                      <a:pt x="5038" y="8740"/>
                      <a:pt x="5038" y="8940"/>
                      <a:pt x="4738" y="8973"/>
                    </a:cubicBezTo>
                    <a:cubicBezTo>
                      <a:pt x="3236" y="9274"/>
                      <a:pt x="1702" y="9340"/>
                      <a:pt x="168" y="9140"/>
                    </a:cubicBezTo>
                    <a:cubicBezTo>
                      <a:pt x="1" y="8973"/>
                      <a:pt x="1" y="8740"/>
                      <a:pt x="1" y="8506"/>
                    </a:cubicBezTo>
                    <a:cubicBezTo>
                      <a:pt x="34" y="6271"/>
                      <a:pt x="101" y="4037"/>
                      <a:pt x="334" y="1802"/>
                    </a:cubicBezTo>
                    <a:cubicBezTo>
                      <a:pt x="368" y="1435"/>
                      <a:pt x="501" y="1268"/>
                      <a:pt x="901" y="1201"/>
                    </a:cubicBezTo>
                    <a:cubicBezTo>
                      <a:pt x="1869" y="1034"/>
                      <a:pt x="2836" y="1134"/>
                      <a:pt x="3437" y="1235"/>
                    </a:cubicBezTo>
                    <a:cubicBezTo>
                      <a:pt x="2903" y="1201"/>
                      <a:pt x="1969" y="1001"/>
                      <a:pt x="1068" y="1201"/>
                    </a:cubicBezTo>
                    <a:cubicBezTo>
                      <a:pt x="735" y="1268"/>
                      <a:pt x="468" y="1168"/>
                      <a:pt x="434" y="768"/>
                    </a:cubicBezTo>
                    <a:cubicBezTo>
                      <a:pt x="401" y="367"/>
                      <a:pt x="535" y="67"/>
                      <a:pt x="868" y="67"/>
                    </a:cubicBezTo>
                    <a:cubicBezTo>
                      <a:pt x="2036" y="0"/>
                      <a:pt x="3170" y="0"/>
                      <a:pt x="4337" y="67"/>
                    </a:cubicBezTo>
                    <a:cubicBezTo>
                      <a:pt x="4437" y="67"/>
                      <a:pt x="4504" y="134"/>
                      <a:pt x="4604" y="20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4" name="Google Shape;12314;p37"/>
              <p:cNvSpPr/>
              <p:nvPr/>
            </p:nvSpPr>
            <p:spPr>
              <a:xfrm>
                <a:off x="6780463" y="2215245"/>
                <a:ext cx="272996" cy="1008431"/>
              </a:xfrm>
              <a:custGeom>
                <a:rect b="b" l="l" r="r" t="t"/>
                <a:pathLst>
                  <a:path extrusionOk="0" h="17380" w="4705">
                    <a:moveTo>
                      <a:pt x="4704" y="67"/>
                    </a:moveTo>
                    <a:cubicBezTo>
                      <a:pt x="4604" y="1001"/>
                      <a:pt x="4204" y="1802"/>
                      <a:pt x="3837" y="2636"/>
                    </a:cubicBezTo>
                    <a:cubicBezTo>
                      <a:pt x="3503" y="3470"/>
                      <a:pt x="3103" y="4237"/>
                      <a:pt x="2703" y="5037"/>
                    </a:cubicBezTo>
                    <a:cubicBezTo>
                      <a:pt x="2469" y="5604"/>
                      <a:pt x="2436" y="6171"/>
                      <a:pt x="2436" y="6772"/>
                    </a:cubicBezTo>
                    <a:cubicBezTo>
                      <a:pt x="2403" y="8607"/>
                      <a:pt x="2436" y="10441"/>
                      <a:pt x="2403" y="12276"/>
                    </a:cubicBezTo>
                    <a:cubicBezTo>
                      <a:pt x="2403" y="12843"/>
                      <a:pt x="2336" y="13410"/>
                      <a:pt x="2336" y="14010"/>
                    </a:cubicBezTo>
                    <a:cubicBezTo>
                      <a:pt x="2303" y="14177"/>
                      <a:pt x="2269" y="14344"/>
                      <a:pt x="2436" y="14477"/>
                    </a:cubicBezTo>
                    <a:cubicBezTo>
                      <a:pt x="1435" y="15245"/>
                      <a:pt x="735" y="16212"/>
                      <a:pt x="168" y="17380"/>
                    </a:cubicBezTo>
                    <a:cubicBezTo>
                      <a:pt x="1" y="17113"/>
                      <a:pt x="34" y="16913"/>
                      <a:pt x="34" y="16746"/>
                    </a:cubicBezTo>
                    <a:cubicBezTo>
                      <a:pt x="68" y="14544"/>
                      <a:pt x="34" y="12376"/>
                      <a:pt x="68" y="10208"/>
                    </a:cubicBezTo>
                    <a:cubicBezTo>
                      <a:pt x="101" y="8173"/>
                      <a:pt x="268" y="6171"/>
                      <a:pt x="1268" y="4337"/>
                    </a:cubicBezTo>
                    <a:cubicBezTo>
                      <a:pt x="1936" y="3136"/>
                      <a:pt x="2469" y="1868"/>
                      <a:pt x="3036" y="567"/>
                    </a:cubicBezTo>
                    <a:cubicBezTo>
                      <a:pt x="3203" y="167"/>
                      <a:pt x="3437" y="0"/>
                      <a:pt x="3870" y="67"/>
                    </a:cubicBezTo>
                    <a:cubicBezTo>
                      <a:pt x="4137" y="100"/>
                      <a:pt x="4404" y="67"/>
                      <a:pt x="4704" y="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5" name="Google Shape;12315;p37"/>
              <p:cNvSpPr/>
              <p:nvPr/>
            </p:nvSpPr>
            <p:spPr>
              <a:xfrm>
                <a:off x="7053401" y="1841697"/>
                <a:ext cx="350340" cy="305837"/>
              </a:xfrm>
              <a:custGeom>
                <a:rect b="b" l="l" r="r" t="t"/>
                <a:pathLst>
                  <a:path extrusionOk="0" h="5271" w="6038">
                    <a:moveTo>
                      <a:pt x="501" y="34"/>
                    </a:moveTo>
                    <a:cubicBezTo>
                      <a:pt x="2068" y="34"/>
                      <a:pt x="3636" y="34"/>
                      <a:pt x="5237" y="0"/>
                    </a:cubicBezTo>
                    <a:cubicBezTo>
                      <a:pt x="5471" y="0"/>
                      <a:pt x="5538" y="67"/>
                      <a:pt x="5571" y="301"/>
                    </a:cubicBezTo>
                    <a:cubicBezTo>
                      <a:pt x="5704" y="1768"/>
                      <a:pt x="5871" y="3203"/>
                      <a:pt x="6038" y="4637"/>
                    </a:cubicBezTo>
                    <a:cubicBezTo>
                      <a:pt x="6038" y="4904"/>
                      <a:pt x="5938" y="4937"/>
                      <a:pt x="5738" y="4971"/>
                    </a:cubicBezTo>
                    <a:cubicBezTo>
                      <a:pt x="4870" y="5071"/>
                      <a:pt x="3970" y="5204"/>
                      <a:pt x="3102" y="5171"/>
                    </a:cubicBezTo>
                    <a:cubicBezTo>
                      <a:pt x="2202" y="5271"/>
                      <a:pt x="1301" y="5204"/>
                      <a:pt x="434" y="5204"/>
                    </a:cubicBezTo>
                    <a:cubicBezTo>
                      <a:pt x="34" y="5238"/>
                      <a:pt x="34" y="4937"/>
                      <a:pt x="34" y="4670"/>
                    </a:cubicBezTo>
                    <a:cubicBezTo>
                      <a:pt x="0" y="3870"/>
                      <a:pt x="134" y="3069"/>
                      <a:pt x="167" y="2269"/>
                    </a:cubicBezTo>
                    <a:cubicBezTo>
                      <a:pt x="167" y="1668"/>
                      <a:pt x="334" y="1068"/>
                      <a:pt x="334" y="434"/>
                    </a:cubicBezTo>
                    <a:cubicBezTo>
                      <a:pt x="334" y="301"/>
                      <a:pt x="401" y="134"/>
                      <a:pt x="501" y="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6" name="Google Shape;12316;p37"/>
              <p:cNvSpPr/>
              <p:nvPr/>
            </p:nvSpPr>
            <p:spPr>
              <a:xfrm>
                <a:off x="6768859" y="3914606"/>
                <a:ext cx="708455" cy="580689"/>
              </a:xfrm>
              <a:custGeom>
                <a:rect b="b" l="l" r="r" t="t"/>
                <a:pathLst>
                  <a:path extrusionOk="0" h="10008" w="12210">
                    <a:moveTo>
                      <a:pt x="2302" y="2835"/>
                    </a:moveTo>
                    <a:cubicBezTo>
                      <a:pt x="2302" y="3369"/>
                      <a:pt x="2269" y="3936"/>
                      <a:pt x="2336" y="4470"/>
                    </a:cubicBezTo>
                    <a:cubicBezTo>
                      <a:pt x="2402" y="5337"/>
                      <a:pt x="2569" y="6171"/>
                      <a:pt x="2836" y="6972"/>
                    </a:cubicBezTo>
                    <a:cubicBezTo>
                      <a:pt x="2970" y="7472"/>
                      <a:pt x="3270" y="7806"/>
                      <a:pt x="3703" y="7972"/>
                    </a:cubicBezTo>
                    <a:cubicBezTo>
                      <a:pt x="5238" y="8573"/>
                      <a:pt x="6772" y="8973"/>
                      <a:pt x="8440" y="9107"/>
                    </a:cubicBezTo>
                    <a:cubicBezTo>
                      <a:pt x="9708" y="9207"/>
                      <a:pt x="10942" y="9140"/>
                      <a:pt x="12209" y="9107"/>
                    </a:cubicBezTo>
                    <a:cubicBezTo>
                      <a:pt x="11376" y="9574"/>
                      <a:pt x="10408" y="9674"/>
                      <a:pt x="9474" y="9807"/>
                    </a:cubicBezTo>
                    <a:cubicBezTo>
                      <a:pt x="8006" y="10007"/>
                      <a:pt x="6539" y="9940"/>
                      <a:pt x="5071" y="9807"/>
                    </a:cubicBezTo>
                    <a:cubicBezTo>
                      <a:pt x="3970" y="9707"/>
                      <a:pt x="2903" y="9540"/>
                      <a:pt x="1935" y="8973"/>
                    </a:cubicBezTo>
                    <a:cubicBezTo>
                      <a:pt x="668" y="8239"/>
                      <a:pt x="101" y="7072"/>
                      <a:pt x="67" y="5671"/>
                    </a:cubicBezTo>
                    <a:cubicBezTo>
                      <a:pt x="1" y="3869"/>
                      <a:pt x="34" y="2035"/>
                      <a:pt x="34" y="234"/>
                    </a:cubicBezTo>
                    <a:cubicBezTo>
                      <a:pt x="34" y="200"/>
                      <a:pt x="67" y="133"/>
                      <a:pt x="101" y="0"/>
                    </a:cubicBezTo>
                    <a:cubicBezTo>
                      <a:pt x="835" y="1001"/>
                      <a:pt x="1502" y="1968"/>
                      <a:pt x="2302" y="283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7" name="Google Shape;12317;p37"/>
              <p:cNvSpPr/>
              <p:nvPr/>
            </p:nvSpPr>
            <p:spPr>
              <a:xfrm>
                <a:off x="7014700" y="1142991"/>
                <a:ext cx="340650" cy="621363"/>
              </a:xfrm>
              <a:custGeom>
                <a:rect b="b" l="l" r="r" t="t"/>
                <a:pathLst>
                  <a:path extrusionOk="0" h="10709" w="5871">
                    <a:moveTo>
                      <a:pt x="5604" y="1768"/>
                    </a:moveTo>
                    <a:cubicBezTo>
                      <a:pt x="4403" y="1768"/>
                      <a:pt x="3236" y="1768"/>
                      <a:pt x="2035" y="1768"/>
                    </a:cubicBezTo>
                    <a:cubicBezTo>
                      <a:pt x="1901" y="1768"/>
                      <a:pt x="1668" y="1668"/>
                      <a:pt x="1601" y="1902"/>
                    </a:cubicBezTo>
                    <a:cubicBezTo>
                      <a:pt x="1535" y="2135"/>
                      <a:pt x="1501" y="2402"/>
                      <a:pt x="1635" y="2602"/>
                    </a:cubicBezTo>
                    <a:cubicBezTo>
                      <a:pt x="1735" y="2769"/>
                      <a:pt x="1935" y="2636"/>
                      <a:pt x="2102" y="2636"/>
                    </a:cubicBezTo>
                    <a:cubicBezTo>
                      <a:pt x="3069" y="2502"/>
                      <a:pt x="4036" y="2536"/>
                      <a:pt x="4970" y="2836"/>
                    </a:cubicBezTo>
                    <a:cubicBezTo>
                      <a:pt x="4470" y="2903"/>
                      <a:pt x="4003" y="2936"/>
                      <a:pt x="3503" y="2836"/>
                    </a:cubicBezTo>
                    <a:cubicBezTo>
                      <a:pt x="2902" y="2702"/>
                      <a:pt x="2302" y="2903"/>
                      <a:pt x="1735" y="2903"/>
                    </a:cubicBezTo>
                    <a:cubicBezTo>
                      <a:pt x="1501" y="2903"/>
                      <a:pt x="1468" y="3103"/>
                      <a:pt x="1468" y="3303"/>
                    </a:cubicBezTo>
                    <a:cubicBezTo>
                      <a:pt x="1401" y="4771"/>
                      <a:pt x="1268" y="6272"/>
                      <a:pt x="1234" y="7739"/>
                    </a:cubicBezTo>
                    <a:cubicBezTo>
                      <a:pt x="1201" y="8740"/>
                      <a:pt x="1201" y="9741"/>
                      <a:pt x="1168" y="10708"/>
                    </a:cubicBezTo>
                    <a:cubicBezTo>
                      <a:pt x="1101" y="10708"/>
                      <a:pt x="1068" y="10708"/>
                      <a:pt x="1001" y="10708"/>
                    </a:cubicBezTo>
                    <a:cubicBezTo>
                      <a:pt x="0" y="10708"/>
                      <a:pt x="0" y="10708"/>
                      <a:pt x="33" y="9707"/>
                    </a:cubicBezTo>
                    <a:cubicBezTo>
                      <a:pt x="33" y="8373"/>
                      <a:pt x="100" y="7039"/>
                      <a:pt x="234" y="5671"/>
                    </a:cubicBezTo>
                    <a:cubicBezTo>
                      <a:pt x="300" y="4971"/>
                      <a:pt x="134" y="4237"/>
                      <a:pt x="134" y="3536"/>
                    </a:cubicBezTo>
                    <a:cubicBezTo>
                      <a:pt x="134" y="2936"/>
                      <a:pt x="167" y="2369"/>
                      <a:pt x="300" y="1802"/>
                    </a:cubicBezTo>
                    <a:cubicBezTo>
                      <a:pt x="434" y="1368"/>
                      <a:pt x="267" y="968"/>
                      <a:pt x="200" y="534"/>
                    </a:cubicBezTo>
                    <a:cubicBezTo>
                      <a:pt x="134" y="334"/>
                      <a:pt x="134" y="201"/>
                      <a:pt x="400" y="201"/>
                    </a:cubicBezTo>
                    <a:cubicBezTo>
                      <a:pt x="1068" y="267"/>
                      <a:pt x="1735" y="67"/>
                      <a:pt x="2368" y="34"/>
                    </a:cubicBezTo>
                    <a:cubicBezTo>
                      <a:pt x="3302" y="1"/>
                      <a:pt x="4203" y="101"/>
                      <a:pt x="5137" y="201"/>
                    </a:cubicBezTo>
                    <a:cubicBezTo>
                      <a:pt x="5871" y="267"/>
                      <a:pt x="5871" y="301"/>
                      <a:pt x="5704" y="1035"/>
                    </a:cubicBezTo>
                    <a:cubicBezTo>
                      <a:pt x="5637" y="1268"/>
                      <a:pt x="5571" y="1502"/>
                      <a:pt x="5604" y="17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8" name="Google Shape;12318;p37"/>
              <p:cNvSpPr/>
              <p:nvPr/>
            </p:nvSpPr>
            <p:spPr>
              <a:xfrm>
                <a:off x="6770831" y="3092022"/>
                <a:ext cx="152947" cy="944548"/>
              </a:xfrm>
              <a:custGeom>
                <a:rect b="b" l="l" r="r" t="t"/>
                <a:pathLst>
                  <a:path extrusionOk="0" h="16279" w="2636">
                    <a:moveTo>
                      <a:pt x="2268" y="14944"/>
                    </a:moveTo>
                    <a:cubicBezTo>
                      <a:pt x="2102" y="15378"/>
                      <a:pt x="2235" y="15845"/>
                      <a:pt x="2168" y="16279"/>
                    </a:cubicBezTo>
                    <a:cubicBezTo>
                      <a:pt x="801" y="14978"/>
                      <a:pt x="67" y="13376"/>
                      <a:pt x="33" y="11475"/>
                    </a:cubicBezTo>
                    <a:cubicBezTo>
                      <a:pt x="0" y="9173"/>
                      <a:pt x="33" y="6838"/>
                      <a:pt x="134" y="4503"/>
                    </a:cubicBezTo>
                    <a:cubicBezTo>
                      <a:pt x="234" y="2669"/>
                      <a:pt x="1068" y="1168"/>
                      <a:pt x="2502" y="0"/>
                    </a:cubicBezTo>
                    <a:cubicBezTo>
                      <a:pt x="2535" y="401"/>
                      <a:pt x="2368" y="834"/>
                      <a:pt x="2602" y="1234"/>
                    </a:cubicBezTo>
                    <a:cubicBezTo>
                      <a:pt x="2635" y="1468"/>
                      <a:pt x="2435" y="1601"/>
                      <a:pt x="2302" y="1768"/>
                    </a:cubicBezTo>
                    <a:cubicBezTo>
                      <a:pt x="1034" y="3169"/>
                      <a:pt x="467" y="4837"/>
                      <a:pt x="467" y="6738"/>
                    </a:cubicBezTo>
                    <a:cubicBezTo>
                      <a:pt x="434" y="8673"/>
                      <a:pt x="734" y="10541"/>
                      <a:pt x="1268" y="12409"/>
                    </a:cubicBezTo>
                    <a:cubicBezTo>
                      <a:pt x="1468" y="13110"/>
                      <a:pt x="1768" y="13743"/>
                      <a:pt x="2102" y="14377"/>
                    </a:cubicBezTo>
                    <a:cubicBezTo>
                      <a:pt x="2202" y="14544"/>
                      <a:pt x="2368" y="14711"/>
                      <a:pt x="2268" y="1494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9" name="Google Shape;12319;p37"/>
              <p:cNvSpPr/>
              <p:nvPr/>
            </p:nvSpPr>
            <p:spPr>
              <a:xfrm>
                <a:off x="6972111" y="1841697"/>
                <a:ext cx="261333" cy="309724"/>
              </a:xfrm>
              <a:custGeom>
                <a:rect b="b" l="l" r="r" t="t"/>
                <a:pathLst>
                  <a:path extrusionOk="0" h="5338" w="4504">
                    <a:moveTo>
                      <a:pt x="1902" y="34"/>
                    </a:moveTo>
                    <a:cubicBezTo>
                      <a:pt x="1802" y="1535"/>
                      <a:pt x="1701" y="3036"/>
                      <a:pt x="1601" y="4537"/>
                    </a:cubicBezTo>
                    <a:cubicBezTo>
                      <a:pt x="1535" y="5004"/>
                      <a:pt x="1668" y="5204"/>
                      <a:pt x="2168" y="5171"/>
                    </a:cubicBezTo>
                    <a:cubicBezTo>
                      <a:pt x="2936" y="5104"/>
                      <a:pt x="3703" y="5171"/>
                      <a:pt x="4503" y="5171"/>
                    </a:cubicBezTo>
                    <a:cubicBezTo>
                      <a:pt x="3536" y="5338"/>
                      <a:pt x="2569" y="5238"/>
                      <a:pt x="1635" y="5238"/>
                    </a:cubicBezTo>
                    <a:cubicBezTo>
                      <a:pt x="1234" y="5238"/>
                      <a:pt x="834" y="5171"/>
                      <a:pt x="467" y="5204"/>
                    </a:cubicBezTo>
                    <a:cubicBezTo>
                      <a:pt x="67" y="5204"/>
                      <a:pt x="0" y="5037"/>
                      <a:pt x="34" y="4704"/>
                    </a:cubicBezTo>
                    <a:cubicBezTo>
                      <a:pt x="200" y="3269"/>
                      <a:pt x="334" y="1835"/>
                      <a:pt x="467" y="367"/>
                    </a:cubicBezTo>
                    <a:cubicBezTo>
                      <a:pt x="501" y="101"/>
                      <a:pt x="601" y="0"/>
                      <a:pt x="868" y="0"/>
                    </a:cubicBezTo>
                    <a:cubicBezTo>
                      <a:pt x="1234" y="34"/>
                      <a:pt x="1568" y="34"/>
                      <a:pt x="1902" y="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0" name="Google Shape;12320;p37"/>
              <p:cNvSpPr/>
              <p:nvPr/>
            </p:nvSpPr>
            <p:spPr>
              <a:xfrm>
                <a:off x="7090187" y="1055900"/>
                <a:ext cx="292259" cy="85235"/>
              </a:xfrm>
              <a:custGeom>
                <a:rect b="b" l="l" r="r" t="t"/>
                <a:pathLst>
                  <a:path extrusionOk="0" h="1469" w="5037">
                    <a:moveTo>
                      <a:pt x="2569" y="167"/>
                    </a:moveTo>
                    <a:cubicBezTo>
                      <a:pt x="3136" y="134"/>
                      <a:pt x="3669" y="301"/>
                      <a:pt x="4236" y="401"/>
                    </a:cubicBezTo>
                    <a:cubicBezTo>
                      <a:pt x="4403" y="434"/>
                      <a:pt x="4537" y="534"/>
                      <a:pt x="4670" y="634"/>
                    </a:cubicBezTo>
                    <a:cubicBezTo>
                      <a:pt x="4870" y="801"/>
                      <a:pt x="5037" y="1035"/>
                      <a:pt x="4970" y="1268"/>
                    </a:cubicBezTo>
                    <a:cubicBezTo>
                      <a:pt x="4904" y="1468"/>
                      <a:pt x="4637" y="1335"/>
                      <a:pt x="4437" y="1335"/>
                    </a:cubicBezTo>
                    <a:cubicBezTo>
                      <a:pt x="2969" y="1268"/>
                      <a:pt x="1534" y="1168"/>
                      <a:pt x="67" y="1201"/>
                    </a:cubicBezTo>
                    <a:cubicBezTo>
                      <a:pt x="0" y="934"/>
                      <a:pt x="133" y="768"/>
                      <a:pt x="334" y="701"/>
                    </a:cubicBezTo>
                    <a:cubicBezTo>
                      <a:pt x="1034" y="401"/>
                      <a:pt x="1735" y="0"/>
                      <a:pt x="2569" y="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1" name="Google Shape;12321;p37"/>
              <p:cNvSpPr/>
              <p:nvPr/>
            </p:nvSpPr>
            <p:spPr>
              <a:xfrm>
                <a:off x="7010812" y="1779787"/>
                <a:ext cx="358115" cy="44561"/>
              </a:xfrm>
              <a:custGeom>
                <a:rect b="b" l="l" r="r" t="t"/>
                <a:pathLst>
                  <a:path extrusionOk="0" h="768" w="6172">
                    <a:moveTo>
                      <a:pt x="3069" y="33"/>
                    </a:moveTo>
                    <a:cubicBezTo>
                      <a:pt x="3937" y="33"/>
                      <a:pt x="4770" y="33"/>
                      <a:pt x="5638" y="33"/>
                    </a:cubicBezTo>
                    <a:cubicBezTo>
                      <a:pt x="5871" y="33"/>
                      <a:pt x="6171" y="0"/>
                      <a:pt x="6171" y="334"/>
                    </a:cubicBezTo>
                    <a:cubicBezTo>
                      <a:pt x="6171" y="667"/>
                      <a:pt x="5905" y="701"/>
                      <a:pt x="5671" y="701"/>
                    </a:cubicBezTo>
                    <a:cubicBezTo>
                      <a:pt x="3903" y="734"/>
                      <a:pt x="2135" y="767"/>
                      <a:pt x="367" y="667"/>
                    </a:cubicBezTo>
                    <a:cubicBezTo>
                      <a:pt x="134" y="634"/>
                      <a:pt x="34" y="567"/>
                      <a:pt x="0" y="334"/>
                    </a:cubicBezTo>
                    <a:cubicBezTo>
                      <a:pt x="0" y="0"/>
                      <a:pt x="201" y="33"/>
                      <a:pt x="401" y="67"/>
                    </a:cubicBezTo>
                    <a:cubicBezTo>
                      <a:pt x="1301" y="167"/>
                      <a:pt x="2169" y="0"/>
                      <a:pt x="3069" y="33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2" name="Google Shape;12322;p37"/>
              <p:cNvSpPr/>
              <p:nvPr/>
            </p:nvSpPr>
            <p:spPr>
              <a:xfrm>
                <a:off x="7045626" y="2147475"/>
                <a:ext cx="367805" cy="56224"/>
              </a:xfrm>
              <a:custGeom>
                <a:rect b="b" l="l" r="r" t="t"/>
                <a:pathLst>
                  <a:path extrusionOk="0" h="969" w="6339">
                    <a:moveTo>
                      <a:pt x="3837" y="234"/>
                    </a:moveTo>
                    <a:cubicBezTo>
                      <a:pt x="4471" y="168"/>
                      <a:pt x="5138" y="101"/>
                      <a:pt x="5772" y="34"/>
                    </a:cubicBezTo>
                    <a:cubicBezTo>
                      <a:pt x="6005" y="1"/>
                      <a:pt x="6239" y="34"/>
                      <a:pt x="6272" y="301"/>
                    </a:cubicBezTo>
                    <a:cubicBezTo>
                      <a:pt x="6339" y="635"/>
                      <a:pt x="6038" y="568"/>
                      <a:pt x="5872" y="601"/>
                    </a:cubicBezTo>
                    <a:cubicBezTo>
                      <a:pt x="4004" y="902"/>
                      <a:pt x="2102" y="968"/>
                      <a:pt x="234" y="902"/>
                    </a:cubicBezTo>
                    <a:cubicBezTo>
                      <a:pt x="1" y="401"/>
                      <a:pt x="68" y="268"/>
                      <a:pt x="601" y="268"/>
                    </a:cubicBezTo>
                    <a:cubicBezTo>
                      <a:pt x="1669" y="234"/>
                      <a:pt x="2769" y="301"/>
                      <a:pt x="3837" y="2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3" name="Google Shape;12323;p37"/>
              <p:cNvSpPr/>
              <p:nvPr/>
            </p:nvSpPr>
            <p:spPr>
              <a:xfrm>
                <a:off x="7003037" y="1053985"/>
                <a:ext cx="236210" cy="75545"/>
              </a:xfrm>
              <a:custGeom>
                <a:rect b="b" l="l" r="r" t="t"/>
                <a:pathLst>
                  <a:path extrusionOk="0" h="1302" w="4071">
                    <a:moveTo>
                      <a:pt x="4071" y="200"/>
                    </a:moveTo>
                    <a:cubicBezTo>
                      <a:pt x="3303" y="167"/>
                      <a:pt x="2670" y="601"/>
                      <a:pt x="1969" y="801"/>
                    </a:cubicBezTo>
                    <a:cubicBezTo>
                      <a:pt x="1769" y="834"/>
                      <a:pt x="1635" y="1034"/>
                      <a:pt x="1569" y="1234"/>
                    </a:cubicBezTo>
                    <a:cubicBezTo>
                      <a:pt x="1168" y="1234"/>
                      <a:pt x="802" y="1268"/>
                      <a:pt x="401" y="1301"/>
                    </a:cubicBezTo>
                    <a:cubicBezTo>
                      <a:pt x="34" y="1301"/>
                      <a:pt x="1" y="1134"/>
                      <a:pt x="101" y="867"/>
                    </a:cubicBezTo>
                    <a:cubicBezTo>
                      <a:pt x="201" y="634"/>
                      <a:pt x="335" y="467"/>
                      <a:pt x="568" y="400"/>
                    </a:cubicBezTo>
                    <a:cubicBezTo>
                      <a:pt x="1736" y="167"/>
                      <a:pt x="2870" y="0"/>
                      <a:pt x="4071" y="20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4" name="Google Shape;12324;p37"/>
              <p:cNvSpPr/>
              <p:nvPr/>
            </p:nvSpPr>
            <p:spPr>
              <a:xfrm>
                <a:off x="6964336" y="2157165"/>
                <a:ext cx="303922" cy="48449"/>
              </a:xfrm>
              <a:custGeom>
                <a:rect b="b" l="l" r="r" t="t"/>
                <a:pathLst>
                  <a:path extrusionOk="0" h="835" w="5238">
                    <a:moveTo>
                      <a:pt x="5238" y="67"/>
                    </a:moveTo>
                    <a:cubicBezTo>
                      <a:pt x="4604" y="234"/>
                      <a:pt x="3970" y="101"/>
                      <a:pt x="3370" y="134"/>
                    </a:cubicBezTo>
                    <a:cubicBezTo>
                      <a:pt x="2970" y="167"/>
                      <a:pt x="2569" y="201"/>
                      <a:pt x="2202" y="134"/>
                    </a:cubicBezTo>
                    <a:cubicBezTo>
                      <a:pt x="1669" y="67"/>
                      <a:pt x="1569" y="301"/>
                      <a:pt x="1635" y="735"/>
                    </a:cubicBezTo>
                    <a:cubicBezTo>
                      <a:pt x="1235" y="735"/>
                      <a:pt x="835" y="768"/>
                      <a:pt x="434" y="735"/>
                    </a:cubicBezTo>
                    <a:cubicBezTo>
                      <a:pt x="268" y="735"/>
                      <a:pt x="1" y="835"/>
                      <a:pt x="1" y="468"/>
                    </a:cubicBezTo>
                    <a:cubicBezTo>
                      <a:pt x="34" y="201"/>
                      <a:pt x="101" y="1"/>
                      <a:pt x="468" y="1"/>
                    </a:cubicBezTo>
                    <a:cubicBezTo>
                      <a:pt x="1702" y="34"/>
                      <a:pt x="2970" y="34"/>
                      <a:pt x="4204" y="34"/>
                    </a:cubicBezTo>
                    <a:cubicBezTo>
                      <a:pt x="4537" y="34"/>
                      <a:pt x="4871" y="67"/>
                      <a:pt x="5238" y="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5" name="Google Shape;12325;p37"/>
              <p:cNvSpPr/>
              <p:nvPr/>
            </p:nvSpPr>
            <p:spPr>
              <a:xfrm>
                <a:off x="7355291" y="2277155"/>
                <a:ext cx="183931" cy="561368"/>
              </a:xfrm>
              <a:custGeom>
                <a:rect b="b" l="l" r="r" t="t"/>
                <a:pathLst>
                  <a:path extrusionOk="0" h="9675" w="3170">
                    <a:moveTo>
                      <a:pt x="3137" y="7806"/>
                    </a:moveTo>
                    <a:cubicBezTo>
                      <a:pt x="3170" y="8240"/>
                      <a:pt x="3103" y="8740"/>
                      <a:pt x="2970" y="9241"/>
                    </a:cubicBezTo>
                    <a:cubicBezTo>
                      <a:pt x="2903" y="9441"/>
                      <a:pt x="2836" y="9674"/>
                      <a:pt x="2603" y="9674"/>
                    </a:cubicBezTo>
                    <a:cubicBezTo>
                      <a:pt x="2369" y="9641"/>
                      <a:pt x="2369" y="9408"/>
                      <a:pt x="2303" y="9207"/>
                    </a:cubicBezTo>
                    <a:cubicBezTo>
                      <a:pt x="2136" y="8574"/>
                      <a:pt x="2136" y="7940"/>
                      <a:pt x="2102" y="7273"/>
                    </a:cubicBezTo>
                    <a:cubicBezTo>
                      <a:pt x="2036" y="5638"/>
                      <a:pt x="1469" y="4170"/>
                      <a:pt x="802" y="2703"/>
                    </a:cubicBezTo>
                    <a:cubicBezTo>
                      <a:pt x="501" y="2036"/>
                      <a:pt x="301" y="1335"/>
                      <a:pt x="134" y="601"/>
                    </a:cubicBezTo>
                    <a:cubicBezTo>
                      <a:pt x="101" y="434"/>
                      <a:pt x="1" y="134"/>
                      <a:pt x="268" y="68"/>
                    </a:cubicBezTo>
                    <a:cubicBezTo>
                      <a:pt x="468" y="1"/>
                      <a:pt x="568" y="301"/>
                      <a:pt x="668" y="468"/>
                    </a:cubicBezTo>
                    <a:cubicBezTo>
                      <a:pt x="768" y="635"/>
                      <a:pt x="802" y="835"/>
                      <a:pt x="902" y="1035"/>
                    </a:cubicBezTo>
                    <a:cubicBezTo>
                      <a:pt x="1302" y="2169"/>
                      <a:pt x="2069" y="3136"/>
                      <a:pt x="2469" y="4271"/>
                    </a:cubicBezTo>
                    <a:cubicBezTo>
                      <a:pt x="2903" y="5371"/>
                      <a:pt x="3137" y="6539"/>
                      <a:pt x="3137" y="7806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6" name="Google Shape;12326;p37"/>
              <p:cNvSpPr/>
              <p:nvPr/>
            </p:nvSpPr>
            <p:spPr>
              <a:xfrm>
                <a:off x="7380473" y="2561697"/>
                <a:ext cx="48449" cy="52278"/>
              </a:xfrm>
              <a:custGeom>
                <a:rect b="b" l="l" r="r" t="t"/>
                <a:pathLst>
                  <a:path extrusionOk="0" h="901" w="835">
                    <a:moveTo>
                      <a:pt x="835" y="467"/>
                    </a:moveTo>
                    <a:cubicBezTo>
                      <a:pt x="835" y="701"/>
                      <a:pt x="701" y="901"/>
                      <a:pt x="401" y="901"/>
                    </a:cubicBezTo>
                    <a:cubicBezTo>
                      <a:pt x="167" y="901"/>
                      <a:pt x="34" y="701"/>
                      <a:pt x="1" y="467"/>
                    </a:cubicBezTo>
                    <a:cubicBezTo>
                      <a:pt x="1" y="167"/>
                      <a:pt x="167" y="0"/>
                      <a:pt x="434" y="0"/>
                    </a:cubicBezTo>
                    <a:cubicBezTo>
                      <a:pt x="668" y="0"/>
                      <a:pt x="835" y="167"/>
                      <a:pt x="835" y="4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7" name="Google Shape;12327;p37"/>
              <p:cNvSpPr/>
              <p:nvPr/>
            </p:nvSpPr>
            <p:spPr>
              <a:xfrm>
                <a:off x="7343687" y="2505532"/>
                <a:ext cx="38759" cy="40732"/>
              </a:xfrm>
              <a:custGeom>
                <a:rect b="b" l="l" r="r" t="t"/>
                <a:pathLst>
                  <a:path extrusionOk="0" h="702" w="668">
                    <a:moveTo>
                      <a:pt x="668" y="368"/>
                    </a:moveTo>
                    <a:cubicBezTo>
                      <a:pt x="668" y="535"/>
                      <a:pt x="601" y="701"/>
                      <a:pt x="368" y="701"/>
                    </a:cubicBezTo>
                    <a:cubicBezTo>
                      <a:pt x="134" y="668"/>
                      <a:pt x="34" y="501"/>
                      <a:pt x="34" y="268"/>
                    </a:cubicBezTo>
                    <a:cubicBezTo>
                      <a:pt x="1" y="101"/>
                      <a:pt x="101" y="1"/>
                      <a:pt x="268" y="1"/>
                    </a:cubicBezTo>
                    <a:cubicBezTo>
                      <a:pt x="535" y="1"/>
                      <a:pt x="635" y="134"/>
                      <a:pt x="668" y="3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8" name="Google Shape;12328;p37"/>
              <p:cNvSpPr/>
              <p:nvPr/>
            </p:nvSpPr>
            <p:spPr>
              <a:xfrm>
                <a:off x="7303071" y="2573302"/>
                <a:ext cx="34872" cy="38759"/>
              </a:xfrm>
              <a:custGeom>
                <a:rect b="b" l="l" r="r" t="t"/>
                <a:pathLst>
                  <a:path extrusionOk="0" h="668" w="601">
                    <a:moveTo>
                      <a:pt x="601" y="334"/>
                    </a:moveTo>
                    <a:cubicBezTo>
                      <a:pt x="567" y="501"/>
                      <a:pt x="467" y="668"/>
                      <a:pt x="267" y="634"/>
                    </a:cubicBezTo>
                    <a:cubicBezTo>
                      <a:pt x="134" y="634"/>
                      <a:pt x="0" y="467"/>
                      <a:pt x="34" y="301"/>
                    </a:cubicBezTo>
                    <a:cubicBezTo>
                      <a:pt x="34" y="134"/>
                      <a:pt x="134" y="0"/>
                      <a:pt x="301" y="0"/>
                    </a:cubicBezTo>
                    <a:cubicBezTo>
                      <a:pt x="501" y="0"/>
                      <a:pt x="601" y="134"/>
                      <a:pt x="601" y="3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9" name="Google Shape;12329;p37"/>
              <p:cNvSpPr/>
              <p:nvPr/>
            </p:nvSpPr>
            <p:spPr>
              <a:xfrm>
                <a:off x="6774661" y="3057151"/>
                <a:ext cx="809124" cy="1085891"/>
              </a:xfrm>
              <a:custGeom>
                <a:rect b="b" l="l" r="r" t="t"/>
                <a:pathLst>
                  <a:path extrusionOk="0" h="18715" w="13945">
                    <a:moveTo>
                      <a:pt x="2202" y="15545"/>
                    </a:moveTo>
                    <a:cubicBezTo>
                      <a:pt x="1168" y="13877"/>
                      <a:pt x="668" y="12043"/>
                      <a:pt x="434" y="10141"/>
                    </a:cubicBezTo>
                    <a:cubicBezTo>
                      <a:pt x="168" y="8007"/>
                      <a:pt x="1" y="5872"/>
                      <a:pt x="1035" y="3837"/>
                    </a:cubicBezTo>
                    <a:cubicBezTo>
                      <a:pt x="1435" y="3103"/>
                      <a:pt x="1969" y="2436"/>
                      <a:pt x="2536" y="1835"/>
                    </a:cubicBezTo>
                    <a:cubicBezTo>
                      <a:pt x="3837" y="735"/>
                      <a:pt x="5338" y="168"/>
                      <a:pt x="7039" y="101"/>
                    </a:cubicBezTo>
                    <a:cubicBezTo>
                      <a:pt x="9441" y="1"/>
                      <a:pt x="11142" y="1135"/>
                      <a:pt x="12410" y="3103"/>
                    </a:cubicBezTo>
                    <a:cubicBezTo>
                      <a:pt x="13677" y="5038"/>
                      <a:pt x="13944" y="7206"/>
                      <a:pt x="13711" y="9441"/>
                    </a:cubicBezTo>
                    <a:cubicBezTo>
                      <a:pt x="13577" y="10942"/>
                      <a:pt x="13410" y="12410"/>
                      <a:pt x="12810" y="13811"/>
                    </a:cubicBezTo>
                    <a:cubicBezTo>
                      <a:pt x="11376" y="17146"/>
                      <a:pt x="7439" y="18714"/>
                      <a:pt x="4204" y="17180"/>
                    </a:cubicBezTo>
                    <a:cubicBezTo>
                      <a:pt x="3370" y="16813"/>
                      <a:pt x="2769" y="16212"/>
                      <a:pt x="2202" y="1554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0" name="Google Shape;12330;p37"/>
              <p:cNvSpPr/>
              <p:nvPr/>
            </p:nvSpPr>
            <p:spPr>
              <a:xfrm>
                <a:off x="7285664" y="1421673"/>
                <a:ext cx="38759" cy="269108"/>
              </a:xfrm>
              <a:custGeom>
                <a:rect b="b" l="l" r="r" t="t"/>
                <a:pathLst>
                  <a:path extrusionOk="0" h="4638" w="668">
                    <a:moveTo>
                      <a:pt x="634" y="2136"/>
                    </a:moveTo>
                    <a:cubicBezTo>
                      <a:pt x="634" y="3036"/>
                      <a:pt x="634" y="3637"/>
                      <a:pt x="634" y="4271"/>
                    </a:cubicBezTo>
                    <a:cubicBezTo>
                      <a:pt x="634" y="4437"/>
                      <a:pt x="634" y="4604"/>
                      <a:pt x="434" y="4638"/>
                    </a:cubicBezTo>
                    <a:cubicBezTo>
                      <a:pt x="234" y="4638"/>
                      <a:pt x="200" y="4437"/>
                      <a:pt x="200" y="4304"/>
                    </a:cubicBezTo>
                    <a:cubicBezTo>
                      <a:pt x="0" y="2970"/>
                      <a:pt x="100" y="1635"/>
                      <a:pt x="100" y="301"/>
                    </a:cubicBezTo>
                    <a:cubicBezTo>
                      <a:pt x="67" y="168"/>
                      <a:pt x="134" y="1"/>
                      <a:pt x="300" y="1"/>
                    </a:cubicBezTo>
                    <a:cubicBezTo>
                      <a:pt x="500" y="1"/>
                      <a:pt x="534" y="168"/>
                      <a:pt x="567" y="335"/>
                    </a:cubicBezTo>
                    <a:cubicBezTo>
                      <a:pt x="667" y="1002"/>
                      <a:pt x="634" y="1702"/>
                      <a:pt x="634" y="2136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1" name="Google Shape;12331;p37"/>
              <p:cNvSpPr/>
              <p:nvPr/>
            </p:nvSpPr>
            <p:spPr>
              <a:xfrm>
                <a:off x="6890822" y="3059123"/>
                <a:ext cx="660064" cy="1047132"/>
              </a:xfrm>
              <a:custGeom>
                <a:rect b="b" l="l" r="r" t="t"/>
                <a:pathLst>
                  <a:path extrusionOk="0" h="18047" w="11376">
                    <a:moveTo>
                      <a:pt x="434" y="2535"/>
                    </a:moveTo>
                    <a:cubicBezTo>
                      <a:pt x="1535" y="1234"/>
                      <a:pt x="2936" y="667"/>
                      <a:pt x="4604" y="434"/>
                    </a:cubicBezTo>
                    <a:cubicBezTo>
                      <a:pt x="7839" y="0"/>
                      <a:pt x="10474" y="3102"/>
                      <a:pt x="11041" y="5471"/>
                    </a:cubicBezTo>
                    <a:cubicBezTo>
                      <a:pt x="11375" y="7072"/>
                      <a:pt x="11275" y="8673"/>
                      <a:pt x="11175" y="10274"/>
                    </a:cubicBezTo>
                    <a:cubicBezTo>
                      <a:pt x="11108" y="11608"/>
                      <a:pt x="10775" y="12876"/>
                      <a:pt x="10174" y="14077"/>
                    </a:cubicBezTo>
                    <a:cubicBezTo>
                      <a:pt x="8773" y="16812"/>
                      <a:pt x="5304" y="18046"/>
                      <a:pt x="2469" y="16779"/>
                    </a:cubicBezTo>
                    <a:cubicBezTo>
                      <a:pt x="1468" y="16312"/>
                      <a:pt x="667" y="15611"/>
                      <a:pt x="200" y="14577"/>
                    </a:cubicBezTo>
                    <a:cubicBezTo>
                      <a:pt x="67" y="14144"/>
                      <a:pt x="0" y="13710"/>
                      <a:pt x="100" y="13276"/>
                    </a:cubicBezTo>
                    <a:cubicBezTo>
                      <a:pt x="167" y="12976"/>
                      <a:pt x="134" y="12643"/>
                      <a:pt x="134" y="12342"/>
                    </a:cubicBezTo>
                    <a:cubicBezTo>
                      <a:pt x="134" y="9707"/>
                      <a:pt x="134" y="7072"/>
                      <a:pt x="134" y="4437"/>
                    </a:cubicBezTo>
                    <a:cubicBezTo>
                      <a:pt x="167" y="3803"/>
                      <a:pt x="167" y="3136"/>
                      <a:pt x="434" y="253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2" name="Google Shape;12332;p37"/>
              <p:cNvSpPr/>
              <p:nvPr/>
            </p:nvSpPr>
            <p:spPr>
              <a:xfrm>
                <a:off x="6813362" y="3206210"/>
                <a:ext cx="102642" cy="698765"/>
              </a:xfrm>
              <a:custGeom>
                <a:rect b="b" l="l" r="r" t="t"/>
                <a:pathLst>
                  <a:path extrusionOk="0" h="12043" w="1769">
                    <a:moveTo>
                      <a:pt x="1769" y="0"/>
                    </a:moveTo>
                    <a:cubicBezTo>
                      <a:pt x="1569" y="3436"/>
                      <a:pt x="1702" y="6872"/>
                      <a:pt x="1635" y="10308"/>
                    </a:cubicBezTo>
                    <a:cubicBezTo>
                      <a:pt x="1602" y="10908"/>
                      <a:pt x="1569" y="11475"/>
                      <a:pt x="1535" y="12042"/>
                    </a:cubicBezTo>
                    <a:cubicBezTo>
                      <a:pt x="802" y="10908"/>
                      <a:pt x="535" y="9641"/>
                      <a:pt x="335" y="8306"/>
                    </a:cubicBezTo>
                    <a:cubicBezTo>
                      <a:pt x="134" y="6872"/>
                      <a:pt x="1" y="5438"/>
                      <a:pt x="101" y="3970"/>
                    </a:cubicBezTo>
                    <a:cubicBezTo>
                      <a:pt x="201" y="2469"/>
                      <a:pt x="701" y="1101"/>
                      <a:pt x="17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33" name="Google Shape;12333;p37"/>
            <p:cNvGrpSpPr/>
            <p:nvPr/>
          </p:nvGrpSpPr>
          <p:grpSpPr>
            <a:xfrm>
              <a:off x="6819935" y="1112720"/>
              <a:ext cx="896158" cy="3487790"/>
              <a:chOff x="6743735" y="1036520"/>
              <a:chExt cx="896158" cy="3487790"/>
            </a:xfrm>
          </p:grpSpPr>
          <p:sp>
            <p:nvSpPr>
              <p:cNvPr id="12334" name="Google Shape;12334;p37"/>
              <p:cNvSpPr/>
              <p:nvPr/>
            </p:nvSpPr>
            <p:spPr>
              <a:xfrm>
                <a:off x="6743735" y="1036520"/>
                <a:ext cx="896158" cy="3487790"/>
              </a:xfrm>
              <a:custGeom>
                <a:rect b="b" l="l" r="r" t="t"/>
                <a:pathLst>
                  <a:path extrusionOk="0" h="60111" w="15445">
                    <a:moveTo>
                      <a:pt x="15344" y="41931"/>
                    </a:moveTo>
                    <a:cubicBezTo>
                      <a:pt x="15344" y="44433"/>
                      <a:pt x="15378" y="46968"/>
                      <a:pt x="15344" y="49470"/>
                    </a:cubicBezTo>
                    <a:cubicBezTo>
                      <a:pt x="15311" y="51604"/>
                      <a:pt x="15444" y="53739"/>
                      <a:pt x="15211" y="55841"/>
                    </a:cubicBezTo>
                    <a:cubicBezTo>
                      <a:pt x="15044" y="57742"/>
                      <a:pt x="13743" y="59110"/>
                      <a:pt x="11875" y="59477"/>
                    </a:cubicBezTo>
                    <a:cubicBezTo>
                      <a:pt x="9207" y="59977"/>
                      <a:pt x="6538" y="60111"/>
                      <a:pt x="3870" y="59577"/>
                    </a:cubicBezTo>
                    <a:cubicBezTo>
                      <a:pt x="1968" y="59210"/>
                      <a:pt x="634" y="58142"/>
                      <a:pt x="134" y="56208"/>
                    </a:cubicBezTo>
                    <a:cubicBezTo>
                      <a:pt x="0" y="55607"/>
                      <a:pt x="67" y="55007"/>
                      <a:pt x="67" y="54406"/>
                    </a:cubicBezTo>
                    <a:cubicBezTo>
                      <a:pt x="67" y="50470"/>
                      <a:pt x="0" y="46501"/>
                      <a:pt x="100" y="42565"/>
                    </a:cubicBezTo>
                    <a:cubicBezTo>
                      <a:pt x="167" y="38595"/>
                      <a:pt x="134" y="34626"/>
                      <a:pt x="234" y="30623"/>
                    </a:cubicBezTo>
                    <a:cubicBezTo>
                      <a:pt x="267" y="28755"/>
                      <a:pt x="367" y="26920"/>
                      <a:pt x="1134" y="25152"/>
                    </a:cubicBezTo>
                    <a:cubicBezTo>
                      <a:pt x="1535" y="24218"/>
                      <a:pt x="2135" y="23351"/>
                      <a:pt x="2502" y="22417"/>
                    </a:cubicBezTo>
                    <a:cubicBezTo>
                      <a:pt x="3136" y="20849"/>
                      <a:pt x="3436" y="19248"/>
                      <a:pt x="3569" y="17613"/>
                    </a:cubicBezTo>
                    <a:cubicBezTo>
                      <a:pt x="3803" y="15145"/>
                      <a:pt x="4070" y="12710"/>
                      <a:pt x="4270" y="10242"/>
                    </a:cubicBezTo>
                    <a:cubicBezTo>
                      <a:pt x="4403" y="8841"/>
                      <a:pt x="4503" y="7406"/>
                      <a:pt x="4337" y="6005"/>
                    </a:cubicBezTo>
                    <a:cubicBezTo>
                      <a:pt x="4270" y="5305"/>
                      <a:pt x="4303" y="4604"/>
                      <a:pt x="4470" y="3904"/>
                    </a:cubicBezTo>
                    <a:cubicBezTo>
                      <a:pt x="4603" y="3403"/>
                      <a:pt x="4570" y="2936"/>
                      <a:pt x="4403" y="2436"/>
                    </a:cubicBezTo>
                    <a:cubicBezTo>
                      <a:pt x="4303" y="2169"/>
                      <a:pt x="4203" y="1902"/>
                      <a:pt x="4170" y="1602"/>
                    </a:cubicBezTo>
                    <a:cubicBezTo>
                      <a:pt x="4103" y="902"/>
                      <a:pt x="4403" y="468"/>
                      <a:pt x="5070" y="334"/>
                    </a:cubicBezTo>
                    <a:cubicBezTo>
                      <a:pt x="6872" y="1"/>
                      <a:pt x="8673" y="68"/>
                      <a:pt x="10441" y="435"/>
                    </a:cubicBezTo>
                    <a:cubicBezTo>
                      <a:pt x="11208" y="601"/>
                      <a:pt x="11542" y="1469"/>
                      <a:pt x="11108" y="2136"/>
                    </a:cubicBezTo>
                    <a:cubicBezTo>
                      <a:pt x="10708" y="2770"/>
                      <a:pt x="10641" y="3403"/>
                      <a:pt x="10875" y="4104"/>
                    </a:cubicBezTo>
                    <a:cubicBezTo>
                      <a:pt x="11108" y="4671"/>
                      <a:pt x="11141" y="5238"/>
                      <a:pt x="10975" y="5805"/>
                    </a:cubicBezTo>
                    <a:cubicBezTo>
                      <a:pt x="10774" y="6672"/>
                      <a:pt x="10908" y="7506"/>
                      <a:pt x="10975" y="8374"/>
                    </a:cubicBezTo>
                    <a:cubicBezTo>
                      <a:pt x="11275" y="11909"/>
                      <a:pt x="11475" y="15445"/>
                      <a:pt x="11909" y="18981"/>
                    </a:cubicBezTo>
                    <a:cubicBezTo>
                      <a:pt x="12142" y="20782"/>
                      <a:pt x="12709" y="22517"/>
                      <a:pt x="13643" y="24085"/>
                    </a:cubicBezTo>
                    <a:cubicBezTo>
                      <a:pt x="14611" y="25686"/>
                      <a:pt x="15011" y="27420"/>
                      <a:pt x="15011" y="29288"/>
                    </a:cubicBezTo>
                    <a:cubicBezTo>
                      <a:pt x="15078" y="33158"/>
                      <a:pt x="15144" y="37061"/>
                      <a:pt x="15211" y="40964"/>
                    </a:cubicBezTo>
                    <a:cubicBezTo>
                      <a:pt x="15211" y="41264"/>
                      <a:pt x="15211" y="41597"/>
                      <a:pt x="15211" y="41931"/>
                    </a:cubicBezTo>
                    <a:close/>
                  </a:path>
                </a:pathLst>
              </a:custGeom>
              <a:solidFill>
                <a:srgbClr val="01010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5" name="Google Shape;12335;p37"/>
              <p:cNvSpPr/>
              <p:nvPr/>
            </p:nvSpPr>
            <p:spPr>
              <a:xfrm>
                <a:off x="6900511" y="2201668"/>
                <a:ext cx="696792" cy="956211"/>
              </a:xfrm>
              <a:custGeom>
                <a:rect b="b" l="l" r="r" t="t"/>
                <a:pathLst>
                  <a:path extrusionOk="0" h="16480" w="12009">
                    <a:moveTo>
                      <a:pt x="2635" y="301"/>
                    </a:moveTo>
                    <a:cubicBezTo>
                      <a:pt x="4637" y="301"/>
                      <a:pt x="6638" y="201"/>
                      <a:pt x="8606" y="34"/>
                    </a:cubicBezTo>
                    <a:cubicBezTo>
                      <a:pt x="8740" y="1"/>
                      <a:pt x="8873" y="1"/>
                      <a:pt x="8906" y="168"/>
                    </a:cubicBezTo>
                    <a:cubicBezTo>
                      <a:pt x="9273" y="2269"/>
                      <a:pt x="10508" y="4004"/>
                      <a:pt x="11341" y="5905"/>
                    </a:cubicBezTo>
                    <a:cubicBezTo>
                      <a:pt x="11708" y="6772"/>
                      <a:pt x="11842" y="7740"/>
                      <a:pt x="11875" y="8674"/>
                    </a:cubicBezTo>
                    <a:cubicBezTo>
                      <a:pt x="11942" y="10842"/>
                      <a:pt x="12009" y="13044"/>
                      <a:pt x="11975" y="15245"/>
                    </a:cubicBezTo>
                    <a:cubicBezTo>
                      <a:pt x="11975" y="15545"/>
                      <a:pt x="11942" y="15812"/>
                      <a:pt x="11942" y="16112"/>
                    </a:cubicBezTo>
                    <a:cubicBezTo>
                      <a:pt x="11942" y="16246"/>
                      <a:pt x="11942" y="16379"/>
                      <a:pt x="11808" y="16413"/>
                    </a:cubicBezTo>
                    <a:cubicBezTo>
                      <a:pt x="11675" y="16479"/>
                      <a:pt x="11608" y="16313"/>
                      <a:pt x="11542" y="16213"/>
                    </a:cubicBezTo>
                    <a:cubicBezTo>
                      <a:pt x="10574" y="14678"/>
                      <a:pt x="9107" y="13844"/>
                      <a:pt x="7372" y="13477"/>
                    </a:cubicBezTo>
                    <a:cubicBezTo>
                      <a:pt x="4870" y="12944"/>
                      <a:pt x="2502" y="13277"/>
                      <a:pt x="367" y="14711"/>
                    </a:cubicBezTo>
                    <a:cubicBezTo>
                      <a:pt x="0" y="14645"/>
                      <a:pt x="100" y="14345"/>
                      <a:pt x="100" y="14144"/>
                    </a:cubicBezTo>
                    <a:cubicBezTo>
                      <a:pt x="100" y="13344"/>
                      <a:pt x="234" y="12543"/>
                      <a:pt x="200" y="11743"/>
                    </a:cubicBezTo>
                    <a:cubicBezTo>
                      <a:pt x="167" y="10242"/>
                      <a:pt x="200" y="8774"/>
                      <a:pt x="200" y="7306"/>
                    </a:cubicBezTo>
                    <a:cubicBezTo>
                      <a:pt x="200" y="6372"/>
                      <a:pt x="367" y="5471"/>
                      <a:pt x="801" y="4604"/>
                    </a:cubicBezTo>
                    <a:cubicBezTo>
                      <a:pt x="1434" y="3337"/>
                      <a:pt x="2068" y="2036"/>
                      <a:pt x="2435" y="668"/>
                    </a:cubicBezTo>
                    <a:cubicBezTo>
                      <a:pt x="2468" y="535"/>
                      <a:pt x="2535" y="401"/>
                      <a:pt x="2635" y="301"/>
                    </a:cubicBezTo>
                    <a:close/>
                  </a:path>
                </a:pathLst>
              </a:custGeom>
              <a:solidFill>
                <a:srgbClr val="8737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6" name="Google Shape;12336;p37"/>
              <p:cNvSpPr/>
              <p:nvPr/>
            </p:nvSpPr>
            <p:spPr>
              <a:xfrm>
                <a:off x="6888849" y="3930040"/>
                <a:ext cx="720059" cy="530384"/>
              </a:xfrm>
              <a:custGeom>
                <a:rect b="b" l="l" r="r" t="t"/>
                <a:pathLst>
                  <a:path extrusionOk="0" h="9141" w="12410">
                    <a:moveTo>
                      <a:pt x="234" y="2569"/>
                    </a:moveTo>
                    <a:cubicBezTo>
                      <a:pt x="1302" y="3437"/>
                      <a:pt x="2469" y="4137"/>
                      <a:pt x="3804" y="4504"/>
                    </a:cubicBezTo>
                    <a:cubicBezTo>
                      <a:pt x="4204" y="4604"/>
                      <a:pt x="4571" y="4738"/>
                      <a:pt x="4904" y="4404"/>
                    </a:cubicBezTo>
                    <a:cubicBezTo>
                      <a:pt x="5004" y="4304"/>
                      <a:pt x="5071" y="4337"/>
                      <a:pt x="5171" y="4437"/>
                    </a:cubicBezTo>
                    <a:cubicBezTo>
                      <a:pt x="5572" y="5004"/>
                      <a:pt x="6139" y="4871"/>
                      <a:pt x="6672" y="4704"/>
                    </a:cubicBezTo>
                    <a:cubicBezTo>
                      <a:pt x="8874" y="4070"/>
                      <a:pt x="10475" y="2703"/>
                      <a:pt x="11676" y="801"/>
                    </a:cubicBezTo>
                    <a:cubicBezTo>
                      <a:pt x="11843" y="535"/>
                      <a:pt x="12009" y="301"/>
                      <a:pt x="12210" y="1"/>
                    </a:cubicBezTo>
                    <a:cubicBezTo>
                      <a:pt x="12376" y="234"/>
                      <a:pt x="12376" y="468"/>
                      <a:pt x="12376" y="735"/>
                    </a:cubicBezTo>
                    <a:cubicBezTo>
                      <a:pt x="12410" y="2436"/>
                      <a:pt x="12410" y="4137"/>
                      <a:pt x="12276" y="5805"/>
                    </a:cubicBezTo>
                    <a:cubicBezTo>
                      <a:pt x="12176" y="7206"/>
                      <a:pt x="11442" y="8240"/>
                      <a:pt x="10141" y="8841"/>
                    </a:cubicBezTo>
                    <a:cubicBezTo>
                      <a:pt x="9007" y="9141"/>
                      <a:pt x="7873" y="9074"/>
                      <a:pt x="6739" y="9007"/>
                    </a:cubicBezTo>
                    <a:cubicBezTo>
                      <a:pt x="5405" y="8941"/>
                      <a:pt x="4104" y="8640"/>
                      <a:pt x="2803" y="8307"/>
                    </a:cubicBezTo>
                    <a:cubicBezTo>
                      <a:pt x="1335" y="7940"/>
                      <a:pt x="501" y="7139"/>
                      <a:pt x="301" y="5605"/>
                    </a:cubicBezTo>
                    <a:cubicBezTo>
                      <a:pt x="201" y="4704"/>
                      <a:pt x="101" y="3804"/>
                      <a:pt x="34" y="2903"/>
                    </a:cubicBezTo>
                    <a:cubicBezTo>
                      <a:pt x="34" y="2770"/>
                      <a:pt x="1" y="2569"/>
                      <a:pt x="234" y="2569"/>
                    </a:cubicBezTo>
                    <a:close/>
                  </a:path>
                </a:pathLst>
              </a:custGeom>
              <a:solidFill>
                <a:srgbClr val="8B38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7" name="Google Shape;12337;p37"/>
              <p:cNvSpPr/>
              <p:nvPr/>
            </p:nvSpPr>
            <p:spPr>
              <a:xfrm>
                <a:off x="6883047" y="2977834"/>
                <a:ext cx="727834" cy="1215513"/>
              </a:xfrm>
              <a:custGeom>
                <a:rect b="b" l="l" r="r" t="t"/>
                <a:pathLst>
                  <a:path extrusionOk="0" h="20949" w="12544">
                    <a:moveTo>
                      <a:pt x="568" y="1968"/>
                    </a:moveTo>
                    <a:cubicBezTo>
                      <a:pt x="1535" y="1001"/>
                      <a:pt x="2736" y="601"/>
                      <a:pt x="4037" y="367"/>
                    </a:cubicBezTo>
                    <a:cubicBezTo>
                      <a:pt x="6005" y="0"/>
                      <a:pt x="7873" y="267"/>
                      <a:pt x="9608" y="1234"/>
                    </a:cubicBezTo>
                    <a:cubicBezTo>
                      <a:pt x="10675" y="1801"/>
                      <a:pt x="11442" y="2669"/>
                      <a:pt x="11976" y="3736"/>
                    </a:cubicBezTo>
                    <a:cubicBezTo>
                      <a:pt x="12176" y="4170"/>
                      <a:pt x="12276" y="4603"/>
                      <a:pt x="12276" y="5070"/>
                    </a:cubicBezTo>
                    <a:cubicBezTo>
                      <a:pt x="12343" y="6538"/>
                      <a:pt x="12310" y="8006"/>
                      <a:pt x="12410" y="9440"/>
                    </a:cubicBezTo>
                    <a:cubicBezTo>
                      <a:pt x="12543" y="11041"/>
                      <a:pt x="12410" y="12676"/>
                      <a:pt x="12476" y="14277"/>
                    </a:cubicBezTo>
                    <a:cubicBezTo>
                      <a:pt x="12510" y="14944"/>
                      <a:pt x="12310" y="15545"/>
                      <a:pt x="11976" y="16112"/>
                    </a:cubicBezTo>
                    <a:cubicBezTo>
                      <a:pt x="11209" y="17413"/>
                      <a:pt x="10442" y="18647"/>
                      <a:pt x="9207" y="19514"/>
                    </a:cubicBezTo>
                    <a:cubicBezTo>
                      <a:pt x="8307" y="20148"/>
                      <a:pt x="7306" y="20481"/>
                      <a:pt x="6305" y="20848"/>
                    </a:cubicBezTo>
                    <a:cubicBezTo>
                      <a:pt x="6038" y="20948"/>
                      <a:pt x="5805" y="20882"/>
                      <a:pt x="5638" y="20648"/>
                    </a:cubicBezTo>
                    <a:cubicBezTo>
                      <a:pt x="5371" y="20315"/>
                      <a:pt x="5071" y="20148"/>
                      <a:pt x="4671" y="20481"/>
                    </a:cubicBezTo>
                    <a:cubicBezTo>
                      <a:pt x="4537" y="20648"/>
                      <a:pt x="4337" y="20648"/>
                      <a:pt x="4137" y="20582"/>
                    </a:cubicBezTo>
                    <a:cubicBezTo>
                      <a:pt x="2636" y="20115"/>
                      <a:pt x="1302" y="19414"/>
                      <a:pt x="234" y="18247"/>
                    </a:cubicBezTo>
                    <a:cubicBezTo>
                      <a:pt x="68" y="17813"/>
                      <a:pt x="1" y="17346"/>
                      <a:pt x="234" y="16912"/>
                    </a:cubicBezTo>
                    <a:cubicBezTo>
                      <a:pt x="535" y="16812"/>
                      <a:pt x="668" y="17046"/>
                      <a:pt x="801" y="17212"/>
                    </a:cubicBezTo>
                    <a:cubicBezTo>
                      <a:pt x="1735" y="18247"/>
                      <a:pt x="2870" y="18780"/>
                      <a:pt x="4237" y="18947"/>
                    </a:cubicBezTo>
                    <a:cubicBezTo>
                      <a:pt x="6105" y="19147"/>
                      <a:pt x="7740" y="18613"/>
                      <a:pt x="9174" y="17379"/>
                    </a:cubicBezTo>
                    <a:cubicBezTo>
                      <a:pt x="10275" y="16412"/>
                      <a:pt x="10975" y="15178"/>
                      <a:pt x="11276" y="13743"/>
                    </a:cubicBezTo>
                    <a:cubicBezTo>
                      <a:pt x="11743" y="11675"/>
                      <a:pt x="11976" y="9574"/>
                      <a:pt x="11609" y="7472"/>
                    </a:cubicBezTo>
                    <a:cubicBezTo>
                      <a:pt x="11242" y="5471"/>
                      <a:pt x="10241" y="3770"/>
                      <a:pt x="8574" y="2535"/>
                    </a:cubicBezTo>
                    <a:cubicBezTo>
                      <a:pt x="7473" y="1735"/>
                      <a:pt x="6172" y="1535"/>
                      <a:pt x="4804" y="1635"/>
                    </a:cubicBezTo>
                    <a:cubicBezTo>
                      <a:pt x="3403" y="1735"/>
                      <a:pt x="2169" y="2235"/>
                      <a:pt x="1068" y="3069"/>
                    </a:cubicBezTo>
                    <a:cubicBezTo>
                      <a:pt x="935" y="3169"/>
                      <a:pt x="768" y="3303"/>
                      <a:pt x="568" y="3202"/>
                    </a:cubicBezTo>
                    <a:cubicBezTo>
                      <a:pt x="301" y="2802"/>
                      <a:pt x="334" y="2369"/>
                      <a:pt x="568" y="1968"/>
                    </a:cubicBezTo>
                    <a:close/>
                  </a:path>
                </a:pathLst>
              </a:custGeom>
              <a:solidFill>
                <a:srgbClr val="CA95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8" name="Google Shape;12338;p37"/>
              <p:cNvSpPr/>
              <p:nvPr/>
            </p:nvSpPr>
            <p:spPr>
              <a:xfrm>
                <a:off x="7072722" y="1233970"/>
                <a:ext cx="292317" cy="541988"/>
              </a:xfrm>
              <a:custGeom>
                <a:rect b="b" l="l" r="r" t="t"/>
                <a:pathLst>
                  <a:path extrusionOk="0" h="9341" w="5038">
                    <a:moveTo>
                      <a:pt x="4604" y="200"/>
                    </a:moveTo>
                    <a:cubicBezTo>
                      <a:pt x="4904" y="968"/>
                      <a:pt x="4971" y="1768"/>
                      <a:pt x="4838" y="2636"/>
                    </a:cubicBezTo>
                    <a:cubicBezTo>
                      <a:pt x="4671" y="3770"/>
                      <a:pt x="4904" y="4937"/>
                      <a:pt x="4904" y="6071"/>
                    </a:cubicBezTo>
                    <a:cubicBezTo>
                      <a:pt x="4904" y="6872"/>
                      <a:pt x="4971" y="7706"/>
                      <a:pt x="5004" y="8540"/>
                    </a:cubicBezTo>
                    <a:cubicBezTo>
                      <a:pt x="5038" y="8740"/>
                      <a:pt x="5038" y="8940"/>
                      <a:pt x="4738" y="8973"/>
                    </a:cubicBezTo>
                    <a:cubicBezTo>
                      <a:pt x="3236" y="9274"/>
                      <a:pt x="1702" y="9340"/>
                      <a:pt x="168" y="9140"/>
                    </a:cubicBezTo>
                    <a:cubicBezTo>
                      <a:pt x="1" y="8973"/>
                      <a:pt x="1" y="8740"/>
                      <a:pt x="1" y="8506"/>
                    </a:cubicBezTo>
                    <a:cubicBezTo>
                      <a:pt x="34" y="6271"/>
                      <a:pt x="101" y="4037"/>
                      <a:pt x="334" y="1802"/>
                    </a:cubicBezTo>
                    <a:cubicBezTo>
                      <a:pt x="368" y="1435"/>
                      <a:pt x="501" y="1268"/>
                      <a:pt x="901" y="1201"/>
                    </a:cubicBezTo>
                    <a:cubicBezTo>
                      <a:pt x="1869" y="1034"/>
                      <a:pt x="2836" y="1134"/>
                      <a:pt x="3437" y="1235"/>
                    </a:cubicBezTo>
                    <a:cubicBezTo>
                      <a:pt x="2903" y="1201"/>
                      <a:pt x="1969" y="1001"/>
                      <a:pt x="1068" y="1201"/>
                    </a:cubicBezTo>
                    <a:cubicBezTo>
                      <a:pt x="735" y="1268"/>
                      <a:pt x="468" y="1168"/>
                      <a:pt x="434" y="768"/>
                    </a:cubicBezTo>
                    <a:cubicBezTo>
                      <a:pt x="401" y="367"/>
                      <a:pt x="535" y="67"/>
                      <a:pt x="868" y="67"/>
                    </a:cubicBezTo>
                    <a:cubicBezTo>
                      <a:pt x="2036" y="0"/>
                      <a:pt x="3170" y="0"/>
                      <a:pt x="4337" y="67"/>
                    </a:cubicBezTo>
                    <a:cubicBezTo>
                      <a:pt x="4437" y="67"/>
                      <a:pt x="4504" y="134"/>
                      <a:pt x="4604" y="200"/>
                    </a:cubicBezTo>
                    <a:close/>
                  </a:path>
                </a:pathLst>
              </a:custGeom>
              <a:solidFill>
                <a:srgbClr val="8737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9" name="Google Shape;12339;p37"/>
              <p:cNvSpPr/>
              <p:nvPr/>
            </p:nvSpPr>
            <p:spPr>
              <a:xfrm>
                <a:off x="6780463" y="2215245"/>
                <a:ext cx="272996" cy="1008431"/>
              </a:xfrm>
              <a:custGeom>
                <a:rect b="b" l="l" r="r" t="t"/>
                <a:pathLst>
                  <a:path extrusionOk="0" h="17380" w="4705">
                    <a:moveTo>
                      <a:pt x="4704" y="67"/>
                    </a:moveTo>
                    <a:cubicBezTo>
                      <a:pt x="4604" y="1001"/>
                      <a:pt x="4204" y="1802"/>
                      <a:pt x="3837" y="2636"/>
                    </a:cubicBezTo>
                    <a:cubicBezTo>
                      <a:pt x="3503" y="3470"/>
                      <a:pt x="3103" y="4237"/>
                      <a:pt x="2703" y="5037"/>
                    </a:cubicBezTo>
                    <a:cubicBezTo>
                      <a:pt x="2469" y="5604"/>
                      <a:pt x="2436" y="6171"/>
                      <a:pt x="2436" y="6772"/>
                    </a:cubicBezTo>
                    <a:cubicBezTo>
                      <a:pt x="2403" y="8607"/>
                      <a:pt x="2436" y="10441"/>
                      <a:pt x="2403" y="12276"/>
                    </a:cubicBezTo>
                    <a:cubicBezTo>
                      <a:pt x="2403" y="12843"/>
                      <a:pt x="2336" y="13410"/>
                      <a:pt x="2336" y="14010"/>
                    </a:cubicBezTo>
                    <a:cubicBezTo>
                      <a:pt x="2303" y="14177"/>
                      <a:pt x="2269" y="14344"/>
                      <a:pt x="2436" y="14477"/>
                    </a:cubicBezTo>
                    <a:cubicBezTo>
                      <a:pt x="1435" y="15245"/>
                      <a:pt x="735" y="16212"/>
                      <a:pt x="168" y="17380"/>
                    </a:cubicBezTo>
                    <a:cubicBezTo>
                      <a:pt x="1" y="17113"/>
                      <a:pt x="34" y="16913"/>
                      <a:pt x="34" y="16746"/>
                    </a:cubicBezTo>
                    <a:cubicBezTo>
                      <a:pt x="68" y="14544"/>
                      <a:pt x="34" y="12376"/>
                      <a:pt x="68" y="10208"/>
                    </a:cubicBezTo>
                    <a:cubicBezTo>
                      <a:pt x="101" y="8173"/>
                      <a:pt x="268" y="6171"/>
                      <a:pt x="1268" y="4337"/>
                    </a:cubicBezTo>
                    <a:cubicBezTo>
                      <a:pt x="1936" y="3136"/>
                      <a:pt x="2469" y="1868"/>
                      <a:pt x="3036" y="567"/>
                    </a:cubicBezTo>
                    <a:cubicBezTo>
                      <a:pt x="3203" y="167"/>
                      <a:pt x="3437" y="0"/>
                      <a:pt x="3870" y="67"/>
                    </a:cubicBezTo>
                    <a:cubicBezTo>
                      <a:pt x="4137" y="100"/>
                      <a:pt x="4404" y="67"/>
                      <a:pt x="4704" y="67"/>
                    </a:cubicBezTo>
                    <a:close/>
                  </a:path>
                </a:pathLst>
              </a:custGeom>
              <a:solidFill>
                <a:srgbClr val="5F2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0" name="Google Shape;12340;p37"/>
              <p:cNvSpPr/>
              <p:nvPr/>
            </p:nvSpPr>
            <p:spPr>
              <a:xfrm>
                <a:off x="7053401" y="1841697"/>
                <a:ext cx="350340" cy="305837"/>
              </a:xfrm>
              <a:custGeom>
                <a:rect b="b" l="l" r="r" t="t"/>
                <a:pathLst>
                  <a:path extrusionOk="0" h="5271" w="6038">
                    <a:moveTo>
                      <a:pt x="501" y="34"/>
                    </a:moveTo>
                    <a:cubicBezTo>
                      <a:pt x="2068" y="34"/>
                      <a:pt x="3636" y="34"/>
                      <a:pt x="5237" y="0"/>
                    </a:cubicBezTo>
                    <a:cubicBezTo>
                      <a:pt x="5471" y="0"/>
                      <a:pt x="5538" y="67"/>
                      <a:pt x="5571" y="301"/>
                    </a:cubicBezTo>
                    <a:cubicBezTo>
                      <a:pt x="5704" y="1768"/>
                      <a:pt x="5871" y="3203"/>
                      <a:pt x="6038" y="4637"/>
                    </a:cubicBezTo>
                    <a:cubicBezTo>
                      <a:pt x="6038" y="4904"/>
                      <a:pt x="5938" y="4937"/>
                      <a:pt x="5738" y="4971"/>
                    </a:cubicBezTo>
                    <a:cubicBezTo>
                      <a:pt x="4870" y="5071"/>
                      <a:pt x="3970" y="5204"/>
                      <a:pt x="3102" y="5171"/>
                    </a:cubicBezTo>
                    <a:cubicBezTo>
                      <a:pt x="2202" y="5271"/>
                      <a:pt x="1301" y="5204"/>
                      <a:pt x="434" y="5204"/>
                    </a:cubicBezTo>
                    <a:cubicBezTo>
                      <a:pt x="34" y="5238"/>
                      <a:pt x="34" y="4937"/>
                      <a:pt x="34" y="4670"/>
                    </a:cubicBezTo>
                    <a:cubicBezTo>
                      <a:pt x="0" y="3870"/>
                      <a:pt x="134" y="3069"/>
                      <a:pt x="167" y="2269"/>
                    </a:cubicBezTo>
                    <a:cubicBezTo>
                      <a:pt x="167" y="1668"/>
                      <a:pt x="334" y="1068"/>
                      <a:pt x="334" y="434"/>
                    </a:cubicBezTo>
                    <a:cubicBezTo>
                      <a:pt x="334" y="301"/>
                      <a:pt x="401" y="134"/>
                      <a:pt x="501" y="34"/>
                    </a:cubicBezTo>
                    <a:close/>
                  </a:path>
                </a:pathLst>
              </a:custGeom>
              <a:solidFill>
                <a:srgbClr val="E4E6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1" name="Google Shape;12341;p37"/>
              <p:cNvSpPr/>
              <p:nvPr/>
            </p:nvSpPr>
            <p:spPr>
              <a:xfrm>
                <a:off x="6768859" y="3914606"/>
                <a:ext cx="708455" cy="580689"/>
              </a:xfrm>
              <a:custGeom>
                <a:rect b="b" l="l" r="r" t="t"/>
                <a:pathLst>
                  <a:path extrusionOk="0" h="10008" w="12210">
                    <a:moveTo>
                      <a:pt x="2302" y="2835"/>
                    </a:moveTo>
                    <a:cubicBezTo>
                      <a:pt x="2302" y="3369"/>
                      <a:pt x="2269" y="3936"/>
                      <a:pt x="2336" y="4470"/>
                    </a:cubicBezTo>
                    <a:cubicBezTo>
                      <a:pt x="2402" y="5337"/>
                      <a:pt x="2569" y="6171"/>
                      <a:pt x="2836" y="6972"/>
                    </a:cubicBezTo>
                    <a:cubicBezTo>
                      <a:pt x="2970" y="7472"/>
                      <a:pt x="3270" y="7806"/>
                      <a:pt x="3703" y="7972"/>
                    </a:cubicBezTo>
                    <a:cubicBezTo>
                      <a:pt x="5238" y="8573"/>
                      <a:pt x="6772" y="8973"/>
                      <a:pt x="8440" y="9107"/>
                    </a:cubicBezTo>
                    <a:cubicBezTo>
                      <a:pt x="9708" y="9207"/>
                      <a:pt x="10942" y="9140"/>
                      <a:pt x="12209" y="9107"/>
                    </a:cubicBezTo>
                    <a:cubicBezTo>
                      <a:pt x="11376" y="9574"/>
                      <a:pt x="10408" y="9674"/>
                      <a:pt x="9474" y="9807"/>
                    </a:cubicBezTo>
                    <a:cubicBezTo>
                      <a:pt x="8006" y="10007"/>
                      <a:pt x="6539" y="9940"/>
                      <a:pt x="5071" y="9807"/>
                    </a:cubicBezTo>
                    <a:cubicBezTo>
                      <a:pt x="3970" y="9707"/>
                      <a:pt x="2903" y="9540"/>
                      <a:pt x="1935" y="8973"/>
                    </a:cubicBezTo>
                    <a:cubicBezTo>
                      <a:pt x="668" y="8239"/>
                      <a:pt x="101" y="7072"/>
                      <a:pt x="67" y="5671"/>
                    </a:cubicBezTo>
                    <a:cubicBezTo>
                      <a:pt x="1" y="3869"/>
                      <a:pt x="34" y="2035"/>
                      <a:pt x="34" y="234"/>
                    </a:cubicBezTo>
                    <a:cubicBezTo>
                      <a:pt x="34" y="200"/>
                      <a:pt x="67" y="133"/>
                      <a:pt x="101" y="0"/>
                    </a:cubicBezTo>
                    <a:cubicBezTo>
                      <a:pt x="835" y="1001"/>
                      <a:pt x="1502" y="1968"/>
                      <a:pt x="2302" y="2835"/>
                    </a:cubicBezTo>
                    <a:close/>
                  </a:path>
                </a:pathLst>
              </a:custGeom>
              <a:solidFill>
                <a:srgbClr val="62271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2" name="Google Shape;12342;p37"/>
              <p:cNvSpPr/>
              <p:nvPr/>
            </p:nvSpPr>
            <p:spPr>
              <a:xfrm>
                <a:off x="7014700" y="1142991"/>
                <a:ext cx="340650" cy="621363"/>
              </a:xfrm>
              <a:custGeom>
                <a:rect b="b" l="l" r="r" t="t"/>
                <a:pathLst>
                  <a:path extrusionOk="0" h="10709" w="5871">
                    <a:moveTo>
                      <a:pt x="5604" y="1768"/>
                    </a:moveTo>
                    <a:cubicBezTo>
                      <a:pt x="4403" y="1768"/>
                      <a:pt x="3236" y="1768"/>
                      <a:pt x="2035" y="1768"/>
                    </a:cubicBezTo>
                    <a:cubicBezTo>
                      <a:pt x="1901" y="1768"/>
                      <a:pt x="1668" y="1668"/>
                      <a:pt x="1601" y="1902"/>
                    </a:cubicBezTo>
                    <a:cubicBezTo>
                      <a:pt x="1535" y="2135"/>
                      <a:pt x="1501" y="2402"/>
                      <a:pt x="1635" y="2602"/>
                    </a:cubicBezTo>
                    <a:cubicBezTo>
                      <a:pt x="1735" y="2769"/>
                      <a:pt x="1935" y="2636"/>
                      <a:pt x="2102" y="2636"/>
                    </a:cubicBezTo>
                    <a:cubicBezTo>
                      <a:pt x="3069" y="2502"/>
                      <a:pt x="4036" y="2536"/>
                      <a:pt x="4970" y="2836"/>
                    </a:cubicBezTo>
                    <a:cubicBezTo>
                      <a:pt x="4470" y="2903"/>
                      <a:pt x="4003" y="2936"/>
                      <a:pt x="3503" y="2836"/>
                    </a:cubicBezTo>
                    <a:cubicBezTo>
                      <a:pt x="2902" y="2702"/>
                      <a:pt x="2302" y="2903"/>
                      <a:pt x="1735" y="2903"/>
                    </a:cubicBezTo>
                    <a:cubicBezTo>
                      <a:pt x="1501" y="2903"/>
                      <a:pt x="1468" y="3103"/>
                      <a:pt x="1468" y="3303"/>
                    </a:cubicBezTo>
                    <a:cubicBezTo>
                      <a:pt x="1401" y="4771"/>
                      <a:pt x="1268" y="6272"/>
                      <a:pt x="1234" y="7739"/>
                    </a:cubicBezTo>
                    <a:cubicBezTo>
                      <a:pt x="1201" y="8740"/>
                      <a:pt x="1201" y="9741"/>
                      <a:pt x="1168" y="10708"/>
                    </a:cubicBezTo>
                    <a:cubicBezTo>
                      <a:pt x="1101" y="10708"/>
                      <a:pt x="1068" y="10708"/>
                      <a:pt x="1001" y="10708"/>
                    </a:cubicBezTo>
                    <a:cubicBezTo>
                      <a:pt x="0" y="10708"/>
                      <a:pt x="0" y="10708"/>
                      <a:pt x="33" y="9707"/>
                    </a:cubicBezTo>
                    <a:cubicBezTo>
                      <a:pt x="33" y="8373"/>
                      <a:pt x="100" y="7039"/>
                      <a:pt x="234" y="5671"/>
                    </a:cubicBezTo>
                    <a:cubicBezTo>
                      <a:pt x="300" y="4971"/>
                      <a:pt x="134" y="4237"/>
                      <a:pt x="134" y="3536"/>
                    </a:cubicBezTo>
                    <a:cubicBezTo>
                      <a:pt x="134" y="2936"/>
                      <a:pt x="167" y="2369"/>
                      <a:pt x="300" y="1802"/>
                    </a:cubicBezTo>
                    <a:cubicBezTo>
                      <a:pt x="434" y="1368"/>
                      <a:pt x="267" y="968"/>
                      <a:pt x="200" y="534"/>
                    </a:cubicBezTo>
                    <a:cubicBezTo>
                      <a:pt x="134" y="334"/>
                      <a:pt x="134" y="201"/>
                      <a:pt x="400" y="201"/>
                    </a:cubicBezTo>
                    <a:cubicBezTo>
                      <a:pt x="1068" y="267"/>
                      <a:pt x="1735" y="67"/>
                      <a:pt x="2368" y="34"/>
                    </a:cubicBezTo>
                    <a:cubicBezTo>
                      <a:pt x="3302" y="1"/>
                      <a:pt x="4203" y="101"/>
                      <a:pt x="5137" y="201"/>
                    </a:cubicBezTo>
                    <a:cubicBezTo>
                      <a:pt x="5871" y="267"/>
                      <a:pt x="5871" y="301"/>
                      <a:pt x="5704" y="1035"/>
                    </a:cubicBezTo>
                    <a:cubicBezTo>
                      <a:pt x="5637" y="1268"/>
                      <a:pt x="5571" y="1502"/>
                      <a:pt x="5604" y="1768"/>
                    </a:cubicBezTo>
                    <a:close/>
                  </a:path>
                </a:pathLst>
              </a:custGeom>
              <a:solidFill>
                <a:srgbClr val="5F2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3" name="Google Shape;12343;p37"/>
              <p:cNvSpPr/>
              <p:nvPr/>
            </p:nvSpPr>
            <p:spPr>
              <a:xfrm>
                <a:off x="6770831" y="3092022"/>
                <a:ext cx="152947" cy="944548"/>
              </a:xfrm>
              <a:custGeom>
                <a:rect b="b" l="l" r="r" t="t"/>
                <a:pathLst>
                  <a:path extrusionOk="0" h="16279" w="2636">
                    <a:moveTo>
                      <a:pt x="2268" y="14944"/>
                    </a:moveTo>
                    <a:cubicBezTo>
                      <a:pt x="2102" y="15378"/>
                      <a:pt x="2235" y="15845"/>
                      <a:pt x="2168" y="16279"/>
                    </a:cubicBezTo>
                    <a:cubicBezTo>
                      <a:pt x="801" y="14978"/>
                      <a:pt x="67" y="13376"/>
                      <a:pt x="33" y="11475"/>
                    </a:cubicBezTo>
                    <a:cubicBezTo>
                      <a:pt x="0" y="9173"/>
                      <a:pt x="33" y="6838"/>
                      <a:pt x="134" y="4503"/>
                    </a:cubicBezTo>
                    <a:cubicBezTo>
                      <a:pt x="234" y="2669"/>
                      <a:pt x="1068" y="1168"/>
                      <a:pt x="2502" y="0"/>
                    </a:cubicBezTo>
                    <a:cubicBezTo>
                      <a:pt x="2535" y="401"/>
                      <a:pt x="2368" y="834"/>
                      <a:pt x="2602" y="1234"/>
                    </a:cubicBezTo>
                    <a:cubicBezTo>
                      <a:pt x="2635" y="1468"/>
                      <a:pt x="2435" y="1601"/>
                      <a:pt x="2302" y="1768"/>
                    </a:cubicBezTo>
                    <a:cubicBezTo>
                      <a:pt x="1034" y="3169"/>
                      <a:pt x="467" y="4837"/>
                      <a:pt x="467" y="6738"/>
                    </a:cubicBezTo>
                    <a:cubicBezTo>
                      <a:pt x="434" y="8673"/>
                      <a:pt x="734" y="10541"/>
                      <a:pt x="1268" y="12409"/>
                    </a:cubicBezTo>
                    <a:cubicBezTo>
                      <a:pt x="1468" y="13110"/>
                      <a:pt x="1768" y="13743"/>
                      <a:pt x="2102" y="14377"/>
                    </a:cubicBezTo>
                    <a:cubicBezTo>
                      <a:pt x="2202" y="14544"/>
                      <a:pt x="2368" y="14711"/>
                      <a:pt x="2268" y="14944"/>
                    </a:cubicBezTo>
                    <a:close/>
                  </a:path>
                </a:pathLst>
              </a:custGeom>
              <a:solidFill>
                <a:srgbClr val="8D681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4" name="Google Shape;12344;p37"/>
              <p:cNvSpPr/>
              <p:nvPr/>
            </p:nvSpPr>
            <p:spPr>
              <a:xfrm>
                <a:off x="6972111" y="1841697"/>
                <a:ext cx="261333" cy="309724"/>
              </a:xfrm>
              <a:custGeom>
                <a:rect b="b" l="l" r="r" t="t"/>
                <a:pathLst>
                  <a:path extrusionOk="0" h="5338" w="4504">
                    <a:moveTo>
                      <a:pt x="1902" y="34"/>
                    </a:moveTo>
                    <a:cubicBezTo>
                      <a:pt x="1802" y="1535"/>
                      <a:pt x="1701" y="3036"/>
                      <a:pt x="1601" y="4537"/>
                    </a:cubicBezTo>
                    <a:cubicBezTo>
                      <a:pt x="1535" y="5004"/>
                      <a:pt x="1668" y="5204"/>
                      <a:pt x="2168" y="5171"/>
                    </a:cubicBezTo>
                    <a:cubicBezTo>
                      <a:pt x="2936" y="5104"/>
                      <a:pt x="3703" y="5171"/>
                      <a:pt x="4503" y="5171"/>
                    </a:cubicBezTo>
                    <a:cubicBezTo>
                      <a:pt x="3536" y="5338"/>
                      <a:pt x="2569" y="5238"/>
                      <a:pt x="1635" y="5238"/>
                    </a:cubicBezTo>
                    <a:cubicBezTo>
                      <a:pt x="1234" y="5238"/>
                      <a:pt x="834" y="5171"/>
                      <a:pt x="467" y="5204"/>
                    </a:cubicBezTo>
                    <a:cubicBezTo>
                      <a:pt x="67" y="5204"/>
                      <a:pt x="0" y="5037"/>
                      <a:pt x="34" y="4704"/>
                    </a:cubicBezTo>
                    <a:cubicBezTo>
                      <a:pt x="200" y="3269"/>
                      <a:pt x="334" y="1835"/>
                      <a:pt x="467" y="367"/>
                    </a:cubicBezTo>
                    <a:cubicBezTo>
                      <a:pt x="501" y="101"/>
                      <a:pt x="601" y="0"/>
                      <a:pt x="868" y="0"/>
                    </a:cubicBezTo>
                    <a:cubicBezTo>
                      <a:pt x="1234" y="34"/>
                      <a:pt x="1568" y="34"/>
                      <a:pt x="1902" y="34"/>
                    </a:cubicBezTo>
                    <a:close/>
                  </a:path>
                </a:pathLst>
              </a:custGeom>
              <a:solidFill>
                <a:srgbClr val="9FA0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5" name="Google Shape;12345;p37"/>
              <p:cNvSpPr/>
              <p:nvPr/>
            </p:nvSpPr>
            <p:spPr>
              <a:xfrm>
                <a:off x="7090187" y="1055900"/>
                <a:ext cx="292259" cy="85235"/>
              </a:xfrm>
              <a:custGeom>
                <a:rect b="b" l="l" r="r" t="t"/>
                <a:pathLst>
                  <a:path extrusionOk="0" h="1469" w="5037">
                    <a:moveTo>
                      <a:pt x="2569" y="167"/>
                    </a:moveTo>
                    <a:cubicBezTo>
                      <a:pt x="3136" y="134"/>
                      <a:pt x="3669" y="301"/>
                      <a:pt x="4236" y="401"/>
                    </a:cubicBezTo>
                    <a:cubicBezTo>
                      <a:pt x="4403" y="434"/>
                      <a:pt x="4537" y="534"/>
                      <a:pt x="4670" y="634"/>
                    </a:cubicBezTo>
                    <a:cubicBezTo>
                      <a:pt x="4870" y="801"/>
                      <a:pt x="5037" y="1035"/>
                      <a:pt x="4970" y="1268"/>
                    </a:cubicBezTo>
                    <a:cubicBezTo>
                      <a:pt x="4904" y="1468"/>
                      <a:pt x="4637" y="1335"/>
                      <a:pt x="4437" y="1335"/>
                    </a:cubicBezTo>
                    <a:cubicBezTo>
                      <a:pt x="2969" y="1268"/>
                      <a:pt x="1534" y="1168"/>
                      <a:pt x="67" y="1201"/>
                    </a:cubicBezTo>
                    <a:cubicBezTo>
                      <a:pt x="0" y="934"/>
                      <a:pt x="133" y="768"/>
                      <a:pt x="334" y="701"/>
                    </a:cubicBezTo>
                    <a:cubicBezTo>
                      <a:pt x="1034" y="401"/>
                      <a:pt x="1735" y="0"/>
                      <a:pt x="2569" y="167"/>
                    </a:cubicBezTo>
                    <a:close/>
                  </a:path>
                </a:pathLst>
              </a:custGeom>
              <a:solidFill>
                <a:srgbClr val="D8CC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6" name="Google Shape;12346;p37"/>
              <p:cNvSpPr/>
              <p:nvPr/>
            </p:nvSpPr>
            <p:spPr>
              <a:xfrm>
                <a:off x="7010812" y="1779787"/>
                <a:ext cx="358115" cy="44561"/>
              </a:xfrm>
              <a:custGeom>
                <a:rect b="b" l="l" r="r" t="t"/>
                <a:pathLst>
                  <a:path extrusionOk="0" h="768" w="6172">
                    <a:moveTo>
                      <a:pt x="3069" y="33"/>
                    </a:moveTo>
                    <a:cubicBezTo>
                      <a:pt x="3937" y="33"/>
                      <a:pt x="4770" y="33"/>
                      <a:pt x="5638" y="33"/>
                    </a:cubicBezTo>
                    <a:cubicBezTo>
                      <a:pt x="5871" y="33"/>
                      <a:pt x="6171" y="0"/>
                      <a:pt x="6171" y="334"/>
                    </a:cubicBezTo>
                    <a:cubicBezTo>
                      <a:pt x="6171" y="667"/>
                      <a:pt x="5905" y="701"/>
                      <a:pt x="5671" y="701"/>
                    </a:cubicBezTo>
                    <a:cubicBezTo>
                      <a:pt x="3903" y="734"/>
                      <a:pt x="2135" y="767"/>
                      <a:pt x="367" y="667"/>
                    </a:cubicBezTo>
                    <a:cubicBezTo>
                      <a:pt x="134" y="634"/>
                      <a:pt x="34" y="567"/>
                      <a:pt x="0" y="334"/>
                    </a:cubicBezTo>
                    <a:cubicBezTo>
                      <a:pt x="0" y="0"/>
                      <a:pt x="201" y="33"/>
                      <a:pt x="401" y="67"/>
                    </a:cubicBezTo>
                    <a:cubicBezTo>
                      <a:pt x="1301" y="167"/>
                      <a:pt x="2169" y="0"/>
                      <a:pt x="3069" y="33"/>
                    </a:cubicBezTo>
                    <a:close/>
                  </a:path>
                </a:pathLst>
              </a:custGeom>
              <a:solidFill>
                <a:srgbClr val="CB96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7" name="Google Shape;12347;p37"/>
              <p:cNvSpPr/>
              <p:nvPr/>
            </p:nvSpPr>
            <p:spPr>
              <a:xfrm>
                <a:off x="7045626" y="2147475"/>
                <a:ext cx="367805" cy="56224"/>
              </a:xfrm>
              <a:custGeom>
                <a:rect b="b" l="l" r="r" t="t"/>
                <a:pathLst>
                  <a:path extrusionOk="0" h="969" w="6339">
                    <a:moveTo>
                      <a:pt x="3837" y="234"/>
                    </a:moveTo>
                    <a:cubicBezTo>
                      <a:pt x="4471" y="168"/>
                      <a:pt x="5138" y="101"/>
                      <a:pt x="5772" y="34"/>
                    </a:cubicBezTo>
                    <a:cubicBezTo>
                      <a:pt x="6005" y="1"/>
                      <a:pt x="6239" y="34"/>
                      <a:pt x="6272" y="301"/>
                    </a:cubicBezTo>
                    <a:cubicBezTo>
                      <a:pt x="6339" y="635"/>
                      <a:pt x="6038" y="568"/>
                      <a:pt x="5872" y="601"/>
                    </a:cubicBezTo>
                    <a:cubicBezTo>
                      <a:pt x="4004" y="902"/>
                      <a:pt x="2102" y="968"/>
                      <a:pt x="234" y="902"/>
                    </a:cubicBezTo>
                    <a:cubicBezTo>
                      <a:pt x="1" y="401"/>
                      <a:pt x="68" y="268"/>
                      <a:pt x="601" y="268"/>
                    </a:cubicBezTo>
                    <a:cubicBezTo>
                      <a:pt x="1669" y="234"/>
                      <a:pt x="2769" y="301"/>
                      <a:pt x="3837" y="234"/>
                    </a:cubicBezTo>
                    <a:close/>
                  </a:path>
                </a:pathLst>
              </a:custGeom>
              <a:solidFill>
                <a:srgbClr val="CA95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8" name="Google Shape;12348;p37"/>
              <p:cNvSpPr/>
              <p:nvPr/>
            </p:nvSpPr>
            <p:spPr>
              <a:xfrm>
                <a:off x="7003037" y="1053985"/>
                <a:ext cx="236210" cy="75545"/>
              </a:xfrm>
              <a:custGeom>
                <a:rect b="b" l="l" r="r" t="t"/>
                <a:pathLst>
                  <a:path extrusionOk="0" h="1302" w="4071">
                    <a:moveTo>
                      <a:pt x="4071" y="200"/>
                    </a:moveTo>
                    <a:cubicBezTo>
                      <a:pt x="3303" y="167"/>
                      <a:pt x="2670" y="601"/>
                      <a:pt x="1969" y="801"/>
                    </a:cubicBezTo>
                    <a:cubicBezTo>
                      <a:pt x="1769" y="834"/>
                      <a:pt x="1635" y="1034"/>
                      <a:pt x="1569" y="1234"/>
                    </a:cubicBezTo>
                    <a:cubicBezTo>
                      <a:pt x="1168" y="1234"/>
                      <a:pt x="802" y="1268"/>
                      <a:pt x="401" y="1301"/>
                    </a:cubicBezTo>
                    <a:cubicBezTo>
                      <a:pt x="34" y="1301"/>
                      <a:pt x="1" y="1134"/>
                      <a:pt x="101" y="867"/>
                    </a:cubicBezTo>
                    <a:cubicBezTo>
                      <a:pt x="201" y="634"/>
                      <a:pt x="335" y="467"/>
                      <a:pt x="568" y="400"/>
                    </a:cubicBezTo>
                    <a:cubicBezTo>
                      <a:pt x="1736" y="167"/>
                      <a:pt x="2870" y="0"/>
                      <a:pt x="4071" y="200"/>
                    </a:cubicBezTo>
                    <a:close/>
                  </a:path>
                </a:pathLst>
              </a:custGeom>
              <a:solidFill>
                <a:srgbClr val="968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9" name="Google Shape;12349;p37"/>
              <p:cNvSpPr/>
              <p:nvPr/>
            </p:nvSpPr>
            <p:spPr>
              <a:xfrm>
                <a:off x="6964336" y="2157165"/>
                <a:ext cx="303922" cy="48449"/>
              </a:xfrm>
              <a:custGeom>
                <a:rect b="b" l="l" r="r" t="t"/>
                <a:pathLst>
                  <a:path extrusionOk="0" h="835" w="5238">
                    <a:moveTo>
                      <a:pt x="5238" y="67"/>
                    </a:moveTo>
                    <a:cubicBezTo>
                      <a:pt x="4604" y="234"/>
                      <a:pt x="3970" y="101"/>
                      <a:pt x="3370" y="134"/>
                    </a:cubicBezTo>
                    <a:cubicBezTo>
                      <a:pt x="2970" y="167"/>
                      <a:pt x="2569" y="201"/>
                      <a:pt x="2202" y="134"/>
                    </a:cubicBezTo>
                    <a:cubicBezTo>
                      <a:pt x="1669" y="67"/>
                      <a:pt x="1569" y="301"/>
                      <a:pt x="1635" y="735"/>
                    </a:cubicBezTo>
                    <a:cubicBezTo>
                      <a:pt x="1235" y="735"/>
                      <a:pt x="835" y="768"/>
                      <a:pt x="434" y="735"/>
                    </a:cubicBezTo>
                    <a:cubicBezTo>
                      <a:pt x="268" y="735"/>
                      <a:pt x="1" y="835"/>
                      <a:pt x="1" y="468"/>
                    </a:cubicBezTo>
                    <a:cubicBezTo>
                      <a:pt x="34" y="201"/>
                      <a:pt x="101" y="1"/>
                      <a:pt x="468" y="1"/>
                    </a:cubicBezTo>
                    <a:cubicBezTo>
                      <a:pt x="1702" y="34"/>
                      <a:pt x="2970" y="34"/>
                      <a:pt x="4204" y="34"/>
                    </a:cubicBezTo>
                    <a:cubicBezTo>
                      <a:pt x="4537" y="34"/>
                      <a:pt x="4871" y="67"/>
                      <a:pt x="5238" y="67"/>
                    </a:cubicBezTo>
                    <a:close/>
                  </a:path>
                </a:pathLst>
              </a:custGeom>
              <a:solidFill>
                <a:srgbClr val="8764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0" name="Google Shape;12350;p37"/>
              <p:cNvSpPr/>
              <p:nvPr/>
            </p:nvSpPr>
            <p:spPr>
              <a:xfrm>
                <a:off x="7355291" y="2277155"/>
                <a:ext cx="183931" cy="561368"/>
              </a:xfrm>
              <a:custGeom>
                <a:rect b="b" l="l" r="r" t="t"/>
                <a:pathLst>
                  <a:path extrusionOk="0" h="9675" w="3170">
                    <a:moveTo>
                      <a:pt x="3137" y="7806"/>
                    </a:moveTo>
                    <a:cubicBezTo>
                      <a:pt x="3170" y="8240"/>
                      <a:pt x="3103" y="8740"/>
                      <a:pt x="2970" y="9241"/>
                    </a:cubicBezTo>
                    <a:cubicBezTo>
                      <a:pt x="2903" y="9441"/>
                      <a:pt x="2836" y="9674"/>
                      <a:pt x="2603" y="9674"/>
                    </a:cubicBezTo>
                    <a:cubicBezTo>
                      <a:pt x="2369" y="9641"/>
                      <a:pt x="2369" y="9408"/>
                      <a:pt x="2303" y="9207"/>
                    </a:cubicBezTo>
                    <a:cubicBezTo>
                      <a:pt x="2136" y="8574"/>
                      <a:pt x="2136" y="7940"/>
                      <a:pt x="2102" y="7273"/>
                    </a:cubicBezTo>
                    <a:cubicBezTo>
                      <a:pt x="2036" y="5638"/>
                      <a:pt x="1469" y="4170"/>
                      <a:pt x="802" y="2703"/>
                    </a:cubicBezTo>
                    <a:cubicBezTo>
                      <a:pt x="501" y="2036"/>
                      <a:pt x="301" y="1335"/>
                      <a:pt x="134" y="601"/>
                    </a:cubicBezTo>
                    <a:cubicBezTo>
                      <a:pt x="101" y="434"/>
                      <a:pt x="1" y="134"/>
                      <a:pt x="268" y="68"/>
                    </a:cubicBezTo>
                    <a:cubicBezTo>
                      <a:pt x="468" y="1"/>
                      <a:pt x="568" y="301"/>
                      <a:pt x="668" y="468"/>
                    </a:cubicBezTo>
                    <a:cubicBezTo>
                      <a:pt x="768" y="635"/>
                      <a:pt x="802" y="835"/>
                      <a:pt x="902" y="1035"/>
                    </a:cubicBezTo>
                    <a:cubicBezTo>
                      <a:pt x="1302" y="2169"/>
                      <a:pt x="2069" y="3136"/>
                      <a:pt x="2469" y="4271"/>
                    </a:cubicBezTo>
                    <a:cubicBezTo>
                      <a:pt x="2903" y="5371"/>
                      <a:pt x="3137" y="6539"/>
                      <a:pt x="3137" y="7806"/>
                    </a:cubicBezTo>
                    <a:close/>
                  </a:path>
                </a:pathLst>
              </a:custGeom>
              <a:solidFill>
                <a:srgbClr val="C39A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1" name="Google Shape;12351;p37"/>
              <p:cNvSpPr/>
              <p:nvPr/>
            </p:nvSpPr>
            <p:spPr>
              <a:xfrm>
                <a:off x="7380473" y="2561697"/>
                <a:ext cx="48449" cy="52278"/>
              </a:xfrm>
              <a:custGeom>
                <a:rect b="b" l="l" r="r" t="t"/>
                <a:pathLst>
                  <a:path extrusionOk="0" h="901" w="835">
                    <a:moveTo>
                      <a:pt x="835" y="467"/>
                    </a:moveTo>
                    <a:cubicBezTo>
                      <a:pt x="835" y="701"/>
                      <a:pt x="701" y="901"/>
                      <a:pt x="401" y="901"/>
                    </a:cubicBezTo>
                    <a:cubicBezTo>
                      <a:pt x="167" y="901"/>
                      <a:pt x="34" y="701"/>
                      <a:pt x="1" y="467"/>
                    </a:cubicBezTo>
                    <a:cubicBezTo>
                      <a:pt x="1" y="167"/>
                      <a:pt x="167" y="0"/>
                      <a:pt x="434" y="0"/>
                    </a:cubicBezTo>
                    <a:cubicBezTo>
                      <a:pt x="668" y="0"/>
                      <a:pt x="835" y="167"/>
                      <a:pt x="835" y="467"/>
                    </a:cubicBezTo>
                    <a:close/>
                  </a:path>
                </a:pathLst>
              </a:custGeom>
              <a:solidFill>
                <a:srgbClr val="C197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2" name="Google Shape;12352;p37"/>
              <p:cNvSpPr/>
              <p:nvPr/>
            </p:nvSpPr>
            <p:spPr>
              <a:xfrm>
                <a:off x="7343687" y="2505532"/>
                <a:ext cx="38759" cy="40732"/>
              </a:xfrm>
              <a:custGeom>
                <a:rect b="b" l="l" r="r" t="t"/>
                <a:pathLst>
                  <a:path extrusionOk="0" h="702" w="668">
                    <a:moveTo>
                      <a:pt x="668" y="368"/>
                    </a:moveTo>
                    <a:cubicBezTo>
                      <a:pt x="668" y="535"/>
                      <a:pt x="601" y="701"/>
                      <a:pt x="368" y="701"/>
                    </a:cubicBezTo>
                    <a:cubicBezTo>
                      <a:pt x="134" y="668"/>
                      <a:pt x="34" y="501"/>
                      <a:pt x="34" y="268"/>
                    </a:cubicBezTo>
                    <a:cubicBezTo>
                      <a:pt x="1" y="101"/>
                      <a:pt x="101" y="1"/>
                      <a:pt x="268" y="1"/>
                    </a:cubicBezTo>
                    <a:cubicBezTo>
                      <a:pt x="535" y="1"/>
                      <a:pt x="635" y="134"/>
                      <a:pt x="668" y="368"/>
                    </a:cubicBezTo>
                    <a:close/>
                  </a:path>
                </a:pathLst>
              </a:custGeom>
              <a:solidFill>
                <a:srgbClr val="BF93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3" name="Google Shape;12353;p37"/>
              <p:cNvSpPr/>
              <p:nvPr/>
            </p:nvSpPr>
            <p:spPr>
              <a:xfrm>
                <a:off x="7303071" y="2573302"/>
                <a:ext cx="34872" cy="38759"/>
              </a:xfrm>
              <a:custGeom>
                <a:rect b="b" l="l" r="r" t="t"/>
                <a:pathLst>
                  <a:path extrusionOk="0" h="668" w="601">
                    <a:moveTo>
                      <a:pt x="601" y="334"/>
                    </a:moveTo>
                    <a:cubicBezTo>
                      <a:pt x="567" y="501"/>
                      <a:pt x="467" y="668"/>
                      <a:pt x="267" y="634"/>
                    </a:cubicBezTo>
                    <a:cubicBezTo>
                      <a:pt x="134" y="634"/>
                      <a:pt x="0" y="467"/>
                      <a:pt x="34" y="301"/>
                    </a:cubicBezTo>
                    <a:cubicBezTo>
                      <a:pt x="34" y="134"/>
                      <a:pt x="134" y="0"/>
                      <a:pt x="301" y="0"/>
                    </a:cubicBezTo>
                    <a:cubicBezTo>
                      <a:pt x="501" y="0"/>
                      <a:pt x="601" y="134"/>
                      <a:pt x="601" y="334"/>
                    </a:cubicBezTo>
                    <a:close/>
                  </a:path>
                </a:pathLst>
              </a:custGeom>
              <a:solidFill>
                <a:srgbClr val="BB8D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4" name="Google Shape;12354;p37"/>
              <p:cNvSpPr/>
              <p:nvPr/>
            </p:nvSpPr>
            <p:spPr>
              <a:xfrm>
                <a:off x="6774661" y="3057151"/>
                <a:ext cx="809124" cy="1085891"/>
              </a:xfrm>
              <a:custGeom>
                <a:rect b="b" l="l" r="r" t="t"/>
                <a:pathLst>
                  <a:path extrusionOk="0" h="18715" w="13945">
                    <a:moveTo>
                      <a:pt x="2202" y="15545"/>
                    </a:moveTo>
                    <a:cubicBezTo>
                      <a:pt x="1168" y="13877"/>
                      <a:pt x="668" y="12043"/>
                      <a:pt x="434" y="10141"/>
                    </a:cubicBezTo>
                    <a:cubicBezTo>
                      <a:pt x="168" y="8007"/>
                      <a:pt x="1" y="5872"/>
                      <a:pt x="1035" y="3837"/>
                    </a:cubicBezTo>
                    <a:cubicBezTo>
                      <a:pt x="1435" y="3103"/>
                      <a:pt x="1969" y="2436"/>
                      <a:pt x="2536" y="1835"/>
                    </a:cubicBezTo>
                    <a:cubicBezTo>
                      <a:pt x="3837" y="735"/>
                      <a:pt x="5338" y="168"/>
                      <a:pt x="7039" y="101"/>
                    </a:cubicBezTo>
                    <a:cubicBezTo>
                      <a:pt x="9441" y="1"/>
                      <a:pt x="11142" y="1135"/>
                      <a:pt x="12410" y="3103"/>
                    </a:cubicBezTo>
                    <a:cubicBezTo>
                      <a:pt x="13677" y="5038"/>
                      <a:pt x="13944" y="7206"/>
                      <a:pt x="13711" y="9441"/>
                    </a:cubicBezTo>
                    <a:cubicBezTo>
                      <a:pt x="13577" y="10942"/>
                      <a:pt x="13410" y="12410"/>
                      <a:pt x="12810" y="13811"/>
                    </a:cubicBezTo>
                    <a:cubicBezTo>
                      <a:pt x="11376" y="17146"/>
                      <a:pt x="7439" y="18714"/>
                      <a:pt x="4204" y="17180"/>
                    </a:cubicBezTo>
                    <a:cubicBezTo>
                      <a:pt x="3370" y="16813"/>
                      <a:pt x="2769" y="16212"/>
                      <a:pt x="2202" y="1554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5" name="Google Shape;12355;p37"/>
              <p:cNvSpPr/>
              <p:nvPr/>
            </p:nvSpPr>
            <p:spPr>
              <a:xfrm>
                <a:off x="7285664" y="1421673"/>
                <a:ext cx="38759" cy="269108"/>
              </a:xfrm>
              <a:custGeom>
                <a:rect b="b" l="l" r="r" t="t"/>
                <a:pathLst>
                  <a:path extrusionOk="0" h="4638" w="668">
                    <a:moveTo>
                      <a:pt x="634" y="2136"/>
                    </a:moveTo>
                    <a:cubicBezTo>
                      <a:pt x="634" y="3036"/>
                      <a:pt x="634" y="3637"/>
                      <a:pt x="634" y="4271"/>
                    </a:cubicBezTo>
                    <a:cubicBezTo>
                      <a:pt x="634" y="4437"/>
                      <a:pt x="634" y="4604"/>
                      <a:pt x="434" y="4638"/>
                    </a:cubicBezTo>
                    <a:cubicBezTo>
                      <a:pt x="234" y="4638"/>
                      <a:pt x="200" y="4437"/>
                      <a:pt x="200" y="4304"/>
                    </a:cubicBezTo>
                    <a:cubicBezTo>
                      <a:pt x="0" y="2970"/>
                      <a:pt x="100" y="1635"/>
                      <a:pt x="100" y="301"/>
                    </a:cubicBezTo>
                    <a:cubicBezTo>
                      <a:pt x="67" y="168"/>
                      <a:pt x="134" y="1"/>
                      <a:pt x="300" y="1"/>
                    </a:cubicBezTo>
                    <a:cubicBezTo>
                      <a:pt x="500" y="1"/>
                      <a:pt x="534" y="168"/>
                      <a:pt x="567" y="335"/>
                    </a:cubicBezTo>
                    <a:cubicBezTo>
                      <a:pt x="667" y="1002"/>
                      <a:pt x="634" y="1702"/>
                      <a:pt x="634" y="2136"/>
                    </a:cubicBezTo>
                    <a:close/>
                  </a:path>
                </a:pathLst>
              </a:custGeom>
              <a:solidFill>
                <a:srgbClr val="C298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6" name="Google Shape;12356;p37"/>
              <p:cNvSpPr/>
              <p:nvPr/>
            </p:nvSpPr>
            <p:spPr>
              <a:xfrm>
                <a:off x="6890822" y="3059123"/>
                <a:ext cx="660064" cy="1047132"/>
              </a:xfrm>
              <a:custGeom>
                <a:rect b="b" l="l" r="r" t="t"/>
                <a:pathLst>
                  <a:path extrusionOk="0" h="18047" w="11376">
                    <a:moveTo>
                      <a:pt x="434" y="2535"/>
                    </a:moveTo>
                    <a:cubicBezTo>
                      <a:pt x="1535" y="1234"/>
                      <a:pt x="2936" y="667"/>
                      <a:pt x="4604" y="434"/>
                    </a:cubicBezTo>
                    <a:cubicBezTo>
                      <a:pt x="7839" y="0"/>
                      <a:pt x="10474" y="3102"/>
                      <a:pt x="11041" y="5471"/>
                    </a:cubicBezTo>
                    <a:cubicBezTo>
                      <a:pt x="11375" y="7072"/>
                      <a:pt x="11275" y="8673"/>
                      <a:pt x="11175" y="10274"/>
                    </a:cubicBezTo>
                    <a:cubicBezTo>
                      <a:pt x="11108" y="11608"/>
                      <a:pt x="10775" y="12876"/>
                      <a:pt x="10174" y="14077"/>
                    </a:cubicBezTo>
                    <a:cubicBezTo>
                      <a:pt x="8773" y="16812"/>
                      <a:pt x="5304" y="18046"/>
                      <a:pt x="2469" y="16779"/>
                    </a:cubicBezTo>
                    <a:cubicBezTo>
                      <a:pt x="1468" y="16312"/>
                      <a:pt x="667" y="15611"/>
                      <a:pt x="200" y="14577"/>
                    </a:cubicBezTo>
                    <a:cubicBezTo>
                      <a:pt x="67" y="14144"/>
                      <a:pt x="0" y="13710"/>
                      <a:pt x="100" y="13276"/>
                    </a:cubicBezTo>
                    <a:cubicBezTo>
                      <a:pt x="167" y="12976"/>
                      <a:pt x="134" y="12643"/>
                      <a:pt x="134" y="12342"/>
                    </a:cubicBezTo>
                    <a:cubicBezTo>
                      <a:pt x="134" y="9707"/>
                      <a:pt x="134" y="7072"/>
                      <a:pt x="134" y="4437"/>
                    </a:cubicBezTo>
                    <a:cubicBezTo>
                      <a:pt x="167" y="3803"/>
                      <a:pt x="167" y="3136"/>
                      <a:pt x="434" y="2535"/>
                    </a:cubicBezTo>
                    <a:close/>
                  </a:path>
                </a:pathLst>
              </a:custGeom>
              <a:solidFill>
                <a:srgbClr val="E2E4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7" name="Google Shape;12357;p37"/>
              <p:cNvSpPr/>
              <p:nvPr/>
            </p:nvSpPr>
            <p:spPr>
              <a:xfrm>
                <a:off x="6813362" y="3206210"/>
                <a:ext cx="102642" cy="698765"/>
              </a:xfrm>
              <a:custGeom>
                <a:rect b="b" l="l" r="r" t="t"/>
                <a:pathLst>
                  <a:path extrusionOk="0" h="12043" w="1769">
                    <a:moveTo>
                      <a:pt x="1769" y="0"/>
                    </a:moveTo>
                    <a:cubicBezTo>
                      <a:pt x="1569" y="3436"/>
                      <a:pt x="1702" y="6872"/>
                      <a:pt x="1635" y="10308"/>
                    </a:cubicBezTo>
                    <a:cubicBezTo>
                      <a:pt x="1602" y="10908"/>
                      <a:pt x="1569" y="11475"/>
                      <a:pt x="1535" y="12042"/>
                    </a:cubicBezTo>
                    <a:cubicBezTo>
                      <a:pt x="802" y="10908"/>
                      <a:pt x="535" y="9641"/>
                      <a:pt x="335" y="8306"/>
                    </a:cubicBezTo>
                    <a:cubicBezTo>
                      <a:pt x="134" y="6872"/>
                      <a:pt x="1" y="5438"/>
                      <a:pt x="101" y="3970"/>
                    </a:cubicBezTo>
                    <a:cubicBezTo>
                      <a:pt x="201" y="2469"/>
                      <a:pt x="701" y="1101"/>
                      <a:pt x="1769" y="0"/>
                    </a:cubicBezTo>
                    <a:close/>
                  </a:path>
                </a:pathLst>
              </a:custGeom>
              <a:solidFill>
                <a:srgbClr val="9D9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58" name="Google Shape;12358;p37"/>
          <p:cNvGrpSpPr/>
          <p:nvPr/>
        </p:nvGrpSpPr>
        <p:grpSpPr>
          <a:xfrm rot="-1804397">
            <a:off x="6836520" y="2329058"/>
            <a:ext cx="1853835" cy="2238335"/>
            <a:chOff x="7242244" y="1555614"/>
            <a:chExt cx="1451970" cy="1753119"/>
          </a:xfrm>
        </p:grpSpPr>
        <p:grpSp>
          <p:nvGrpSpPr>
            <p:cNvPr id="12359" name="Google Shape;12359;p37"/>
            <p:cNvGrpSpPr/>
            <p:nvPr/>
          </p:nvGrpSpPr>
          <p:grpSpPr>
            <a:xfrm rot="737031">
              <a:off x="7393310" y="1660258"/>
              <a:ext cx="1149837" cy="1543831"/>
              <a:chOff x="4325750" y="715650"/>
              <a:chExt cx="1386025" cy="1860950"/>
            </a:xfrm>
          </p:grpSpPr>
          <p:sp>
            <p:nvSpPr>
              <p:cNvPr id="12360" name="Google Shape;12360;p37"/>
              <p:cNvSpPr/>
              <p:nvPr/>
            </p:nvSpPr>
            <p:spPr>
              <a:xfrm>
                <a:off x="4337425" y="738550"/>
                <a:ext cx="1047450" cy="471125"/>
              </a:xfrm>
              <a:custGeom>
                <a:rect b="b" l="l" r="r" t="t"/>
                <a:pathLst>
                  <a:path extrusionOk="0" h="18845" w="41898">
                    <a:moveTo>
                      <a:pt x="12341" y="6097"/>
                    </a:moveTo>
                    <a:cubicBezTo>
                      <a:pt x="12768" y="6097"/>
                      <a:pt x="13010" y="6721"/>
                      <a:pt x="13010" y="7102"/>
                    </a:cubicBezTo>
                    <a:cubicBezTo>
                      <a:pt x="12977" y="7603"/>
                      <a:pt x="12643" y="8003"/>
                      <a:pt x="12176" y="8103"/>
                    </a:cubicBezTo>
                    <a:cubicBezTo>
                      <a:pt x="12098" y="8120"/>
                      <a:pt x="12018" y="8128"/>
                      <a:pt x="11937" y="8128"/>
                    </a:cubicBezTo>
                    <a:cubicBezTo>
                      <a:pt x="11533" y="8128"/>
                      <a:pt x="11126" y="7920"/>
                      <a:pt x="11042" y="7503"/>
                    </a:cubicBezTo>
                    <a:cubicBezTo>
                      <a:pt x="10942" y="7002"/>
                      <a:pt x="11209" y="6602"/>
                      <a:pt x="11676" y="6435"/>
                    </a:cubicBezTo>
                    <a:cubicBezTo>
                      <a:pt x="11702" y="6420"/>
                      <a:pt x="11726" y="6413"/>
                      <a:pt x="11747" y="6413"/>
                    </a:cubicBezTo>
                    <a:cubicBezTo>
                      <a:pt x="11868" y="6413"/>
                      <a:pt x="11922" y="6617"/>
                      <a:pt x="11809" y="6702"/>
                    </a:cubicBezTo>
                    <a:cubicBezTo>
                      <a:pt x="11643" y="6836"/>
                      <a:pt x="11476" y="7236"/>
                      <a:pt x="11576" y="7436"/>
                    </a:cubicBezTo>
                    <a:cubicBezTo>
                      <a:pt x="11630" y="7525"/>
                      <a:pt x="11751" y="7557"/>
                      <a:pt x="11877" y="7557"/>
                    </a:cubicBezTo>
                    <a:cubicBezTo>
                      <a:pt x="11986" y="7557"/>
                      <a:pt x="12099" y="7534"/>
                      <a:pt x="12176" y="7503"/>
                    </a:cubicBezTo>
                    <a:cubicBezTo>
                      <a:pt x="12410" y="7403"/>
                      <a:pt x="12510" y="7169"/>
                      <a:pt x="12476" y="6936"/>
                    </a:cubicBezTo>
                    <a:cubicBezTo>
                      <a:pt x="12410" y="6702"/>
                      <a:pt x="12243" y="6569"/>
                      <a:pt x="12110" y="6369"/>
                    </a:cubicBezTo>
                    <a:cubicBezTo>
                      <a:pt x="12043" y="6235"/>
                      <a:pt x="12143" y="6135"/>
                      <a:pt x="12276" y="6102"/>
                    </a:cubicBezTo>
                    <a:cubicBezTo>
                      <a:pt x="12298" y="6099"/>
                      <a:pt x="12320" y="6097"/>
                      <a:pt x="12341" y="6097"/>
                    </a:cubicBezTo>
                    <a:close/>
                    <a:moveTo>
                      <a:pt x="10792" y="8321"/>
                    </a:moveTo>
                    <a:cubicBezTo>
                      <a:pt x="10907" y="8321"/>
                      <a:pt x="11016" y="8438"/>
                      <a:pt x="10942" y="8537"/>
                    </a:cubicBezTo>
                    <a:cubicBezTo>
                      <a:pt x="10408" y="9271"/>
                      <a:pt x="10108" y="10004"/>
                      <a:pt x="10075" y="10872"/>
                    </a:cubicBezTo>
                    <a:cubicBezTo>
                      <a:pt x="10909" y="10572"/>
                      <a:pt x="11376" y="9671"/>
                      <a:pt x="11209" y="8804"/>
                    </a:cubicBezTo>
                    <a:cubicBezTo>
                      <a:pt x="11209" y="8721"/>
                      <a:pt x="11273" y="8664"/>
                      <a:pt x="11337" y="8664"/>
                    </a:cubicBezTo>
                    <a:cubicBezTo>
                      <a:pt x="11377" y="8664"/>
                      <a:pt x="11417" y="8686"/>
                      <a:pt x="11442" y="8737"/>
                    </a:cubicBezTo>
                    <a:cubicBezTo>
                      <a:pt x="11909" y="9904"/>
                      <a:pt x="11075" y="11172"/>
                      <a:pt x="9908" y="11405"/>
                    </a:cubicBezTo>
                    <a:cubicBezTo>
                      <a:pt x="9890" y="11410"/>
                      <a:pt x="9873" y="11412"/>
                      <a:pt x="9856" y="11412"/>
                    </a:cubicBezTo>
                    <a:cubicBezTo>
                      <a:pt x="9742" y="11412"/>
                      <a:pt x="9641" y="11321"/>
                      <a:pt x="9641" y="11205"/>
                    </a:cubicBezTo>
                    <a:cubicBezTo>
                      <a:pt x="9541" y="10138"/>
                      <a:pt x="9875" y="9070"/>
                      <a:pt x="10675" y="8370"/>
                    </a:cubicBezTo>
                    <a:cubicBezTo>
                      <a:pt x="10710" y="8335"/>
                      <a:pt x="10751" y="8321"/>
                      <a:pt x="10792" y="8321"/>
                    </a:cubicBezTo>
                    <a:close/>
                    <a:moveTo>
                      <a:pt x="15814" y="0"/>
                    </a:moveTo>
                    <a:cubicBezTo>
                      <a:pt x="15125" y="0"/>
                      <a:pt x="14387" y="206"/>
                      <a:pt x="13577" y="698"/>
                    </a:cubicBezTo>
                    <a:cubicBezTo>
                      <a:pt x="12610" y="1265"/>
                      <a:pt x="12076" y="2532"/>
                      <a:pt x="11009" y="2633"/>
                    </a:cubicBezTo>
                    <a:cubicBezTo>
                      <a:pt x="10934" y="2806"/>
                      <a:pt x="10750" y="2961"/>
                      <a:pt x="10550" y="2961"/>
                    </a:cubicBezTo>
                    <a:cubicBezTo>
                      <a:pt x="10481" y="2961"/>
                      <a:pt x="10410" y="2942"/>
                      <a:pt x="10342" y="2899"/>
                    </a:cubicBezTo>
                    <a:cubicBezTo>
                      <a:pt x="9484" y="2420"/>
                      <a:pt x="8626" y="2036"/>
                      <a:pt x="7682" y="2036"/>
                    </a:cubicBezTo>
                    <a:cubicBezTo>
                      <a:pt x="7378" y="2036"/>
                      <a:pt x="7064" y="2076"/>
                      <a:pt x="6739" y="2166"/>
                    </a:cubicBezTo>
                    <a:cubicBezTo>
                      <a:pt x="5371" y="2566"/>
                      <a:pt x="4504" y="3800"/>
                      <a:pt x="4571" y="5201"/>
                    </a:cubicBezTo>
                    <a:cubicBezTo>
                      <a:pt x="4738" y="5468"/>
                      <a:pt x="4671" y="5835"/>
                      <a:pt x="4304" y="5902"/>
                    </a:cubicBezTo>
                    <a:cubicBezTo>
                      <a:pt x="3170" y="6102"/>
                      <a:pt x="1936" y="6335"/>
                      <a:pt x="1135" y="7236"/>
                    </a:cubicBezTo>
                    <a:cubicBezTo>
                      <a:pt x="668" y="7803"/>
                      <a:pt x="468" y="8570"/>
                      <a:pt x="968" y="9171"/>
                    </a:cubicBezTo>
                    <a:cubicBezTo>
                      <a:pt x="1268" y="9537"/>
                      <a:pt x="1669" y="9604"/>
                      <a:pt x="2036" y="9804"/>
                    </a:cubicBezTo>
                    <a:cubicBezTo>
                      <a:pt x="2169" y="9871"/>
                      <a:pt x="2236" y="10105"/>
                      <a:pt x="2102" y="10205"/>
                    </a:cubicBezTo>
                    <a:cubicBezTo>
                      <a:pt x="2036" y="10238"/>
                      <a:pt x="2002" y="10271"/>
                      <a:pt x="1936" y="10305"/>
                    </a:cubicBezTo>
                    <a:cubicBezTo>
                      <a:pt x="1936" y="10338"/>
                      <a:pt x="1936" y="10371"/>
                      <a:pt x="1936" y="10405"/>
                    </a:cubicBezTo>
                    <a:cubicBezTo>
                      <a:pt x="1602" y="13007"/>
                      <a:pt x="1" y="17710"/>
                      <a:pt x="3470" y="18844"/>
                    </a:cubicBezTo>
                    <a:cubicBezTo>
                      <a:pt x="3470" y="16109"/>
                      <a:pt x="3503" y="13407"/>
                      <a:pt x="3704" y="10738"/>
                    </a:cubicBezTo>
                    <a:cubicBezTo>
                      <a:pt x="3403" y="10471"/>
                      <a:pt x="3170" y="10171"/>
                      <a:pt x="3070" y="9771"/>
                    </a:cubicBezTo>
                    <a:cubicBezTo>
                      <a:pt x="3018" y="9667"/>
                      <a:pt x="3108" y="9583"/>
                      <a:pt x="3214" y="9583"/>
                    </a:cubicBezTo>
                    <a:cubicBezTo>
                      <a:pt x="3243" y="9583"/>
                      <a:pt x="3274" y="9590"/>
                      <a:pt x="3303" y="9604"/>
                    </a:cubicBezTo>
                    <a:cubicBezTo>
                      <a:pt x="4037" y="9938"/>
                      <a:pt x="4704" y="10438"/>
                      <a:pt x="5538" y="10471"/>
                    </a:cubicBezTo>
                    <a:cubicBezTo>
                      <a:pt x="6339" y="10471"/>
                      <a:pt x="6906" y="10071"/>
                      <a:pt x="7640" y="9904"/>
                    </a:cubicBezTo>
                    <a:cubicBezTo>
                      <a:pt x="7673" y="9237"/>
                      <a:pt x="7840" y="8570"/>
                      <a:pt x="8073" y="8070"/>
                    </a:cubicBezTo>
                    <a:cubicBezTo>
                      <a:pt x="8100" y="8002"/>
                      <a:pt x="8154" y="7973"/>
                      <a:pt x="8209" y="7973"/>
                    </a:cubicBezTo>
                    <a:cubicBezTo>
                      <a:pt x="8291" y="7973"/>
                      <a:pt x="8374" y="8037"/>
                      <a:pt x="8374" y="8136"/>
                    </a:cubicBezTo>
                    <a:cubicBezTo>
                      <a:pt x="8315" y="9514"/>
                      <a:pt x="8050" y="13057"/>
                      <a:pt x="10048" y="13057"/>
                    </a:cubicBezTo>
                    <a:cubicBezTo>
                      <a:pt x="10323" y="13057"/>
                      <a:pt x="10641" y="12989"/>
                      <a:pt x="11009" y="12840"/>
                    </a:cubicBezTo>
                    <a:cubicBezTo>
                      <a:pt x="11058" y="12822"/>
                      <a:pt x="11106" y="12814"/>
                      <a:pt x="11152" y="12814"/>
                    </a:cubicBezTo>
                    <a:cubicBezTo>
                      <a:pt x="11442" y="12814"/>
                      <a:pt x="11638" y="13152"/>
                      <a:pt x="11609" y="13440"/>
                    </a:cubicBezTo>
                    <a:cubicBezTo>
                      <a:pt x="11162" y="15657"/>
                      <a:pt x="12757" y="16897"/>
                      <a:pt x="14343" y="16897"/>
                    </a:cubicBezTo>
                    <a:cubicBezTo>
                      <a:pt x="15716" y="16897"/>
                      <a:pt x="17082" y="15968"/>
                      <a:pt x="17113" y="13941"/>
                    </a:cubicBezTo>
                    <a:cubicBezTo>
                      <a:pt x="17113" y="13721"/>
                      <a:pt x="17321" y="13471"/>
                      <a:pt x="17540" y="13471"/>
                    </a:cubicBezTo>
                    <a:cubicBezTo>
                      <a:pt x="17553" y="13471"/>
                      <a:pt x="17567" y="13472"/>
                      <a:pt x="17580" y="13474"/>
                    </a:cubicBezTo>
                    <a:cubicBezTo>
                      <a:pt x="17773" y="13496"/>
                      <a:pt x="17962" y="13508"/>
                      <a:pt x="18145" y="13508"/>
                    </a:cubicBezTo>
                    <a:cubicBezTo>
                      <a:pt x="20912" y="13508"/>
                      <a:pt x="22565" y="10989"/>
                      <a:pt x="21783" y="8237"/>
                    </a:cubicBezTo>
                    <a:cubicBezTo>
                      <a:pt x="21716" y="8035"/>
                      <a:pt x="21920" y="7863"/>
                      <a:pt x="22101" y="7863"/>
                    </a:cubicBezTo>
                    <a:cubicBezTo>
                      <a:pt x="22190" y="7863"/>
                      <a:pt x="22273" y="7904"/>
                      <a:pt x="22317" y="8003"/>
                    </a:cubicBezTo>
                    <a:cubicBezTo>
                      <a:pt x="22684" y="8870"/>
                      <a:pt x="22784" y="9738"/>
                      <a:pt x="22684" y="10538"/>
                    </a:cubicBezTo>
                    <a:cubicBezTo>
                      <a:pt x="24151" y="10471"/>
                      <a:pt x="25552" y="10605"/>
                      <a:pt x="27020" y="10338"/>
                    </a:cubicBezTo>
                    <a:cubicBezTo>
                      <a:pt x="28488" y="10038"/>
                      <a:pt x="29822" y="9437"/>
                      <a:pt x="31223" y="8904"/>
                    </a:cubicBezTo>
                    <a:cubicBezTo>
                      <a:pt x="31249" y="8891"/>
                      <a:pt x="31274" y="8885"/>
                      <a:pt x="31298" y="8885"/>
                    </a:cubicBezTo>
                    <a:cubicBezTo>
                      <a:pt x="31468" y="8885"/>
                      <a:pt x="31602" y="9158"/>
                      <a:pt x="31457" y="9304"/>
                    </a:cubicBezTo>
                    <a:cubicBezTo>
                      <a:pt x="31090" y="9604"/>
                      <a:pt x="30689" y="9871"/>
                      <a:pt x="30256" y="10138"/>
                    </a:cubicBezTo>
                    <a:cubicBezTo>
                      <a:pt x="31255" y="10032"/>
                      <a:pt x="32270" y="9997"/>
                      <a:pt x="33289" y="9997"/>
                    </a:cubicBezTo>
                    <a:cubicBezTo>
                      <a:pt x="35163" y="9997"/>
                      <a:pt x="37047" y="10116"/>
                      <a:pt x="38862" y="10138"/>
                    </a:cubicBezTo>
                    <a:cubicBezTo>
                      <a:pt x="40863" y="9938"/>
                      <a:pt x="41897" y="8103"/>
                      <a:pt x="40463" y="6502"/>
                    </a:cubicBezTo>
                    <a:cubicBezTo>
                      <a:pt x="39884" y="5857"/>
                      <a:pt x="39174" y="5605"/>
                      <a:pt x="38438" y="5605"/>
                    </a:cubicBezTo>
                    <a:cubicBezTo>
                      <a:pt x="37690" y="5605"/>
                      <a:pt x="36916" y="5865"/>
                      <a:pt x="36227" y="6235"/>
                    </a:cubicBezTo>
                    <a:cubicBezTo>
                      <a:pt x="36149" y="6284"/>
                      <a:pt x="36060" y="6307"/>
                      <a:pt x="35971" y="6307"/>
                    </a:cubicBezTo>
                    <a:cubicBezTo>
                      <a:pt x="35755" y="6307"/>
                      <a:pt x="35540" y="6171"/>
                      <a:pt x="35493" y="5935"/>
                    </a:cubicBezTo>
                    <a:cubicBezTo>
                      <a:pt x="35136" y="4565"/>
                      <a:pt x="34141" y="3940"/>
                      <a:pt x="32769" y="3940"/>
                    </a:cubicBezTo>
                    <a:cubicBezTo>
                      <a:pt x="32603" y="3940"/>
                      <a:pt x="32433" y="3949"/>
                      <a:pt x="32257" y="3967"/>
                    </a:cubicBezTo>
                    <a:cubicBezTo>
                      <a:pt x="32189" y="4025"/>
                      <a:pt x="32104" y="4052"/>
                      <a:pt x="32017" y="4052"/>
                    </a:cubicBezTo>
                    <a:cubicBezTo>
                      <a:pt x="31807" y="4052"/>
                      <a:pt x="31590" y="3893"/>
                      <a:pt x="31590" y="3633"/>
                    </a:cubicBezTo>
                    <a:cubicBezTo>
                      <a:pt x="31398" y="1490"/>
                      <a:pt x="30357" y="773"/>
                      <a:pt x="29031" y="773"/>
                    </a:cubicBezTo>
                    <a:cubicBezTo>
                      <a:pt x="27138" y="773"/>
                      <a:pt x="24663" y="2236"/>
                      <a:pt x="23251" y="3100"/>
                    </a:cubicBezTo>
                    <a:cubicBezTo>
                      <a:pt x="23207" y="3131"/>
                      <a:pt x="23161" y="3145"/>
                      <a:pt x="23118" y="3145"/>
                    </a:cubicBezTo>
                    <a:cubicBezTo>
                      <a:pt x="22933" y="3145"/>
                      <a:pt x="22788" y="2895"/>
                      <a:pt x="22951" y="2733"/>
                    </a:cubicBezTo>
                    <a:cubicBezTo>
                      <a:pt x="23017" y="2666"/>
                      <a:pt x="23084" y="2599"/>
                      <a:pt x="23151" y="2532"/>
                    </a:cubicBezTo>
                    <a:cubicBezTo>
                      <a:pt x="22484" y="2144"/>
                      <a:pt x="21749" y="1824"/>
                      <a:pt x="20982" y="1824"/>
                    </a:cubicBezTo>
                    <a:cubicBezTo>
                      <a:pt x="20828" y="1824"/>
                      <a:pt x="20672" y="1837"/>
                      <a:pt x="20516" y="1865"/>
                    </a:cubicBezTo>
                    <a:cubicBezTo>
                      <a:pt x="20516" y="1865"/>
                      <a:pt x="20516" y="1899"/>
                      <a:pt x="20549" y="1899"/>
                    </a:cubicBezTo>
                    <a:cubicBezTo>
                      <a:pt x="20619" y="2133"/>
                      <a:pt x="20442" y="2285"/>
                      <a:pt x="20250" y="2285"/>
                    </a:cubicBezTo>
                    <a:cubicBezTo>
                      <a:pt x="20168" y="2285"/>
                      <a:pt x="20084" y="2258"/>
                      <a:pt x="20015" y="2199"/>
                    </a:cubicBezTo>
                    <a:cubicBezTo>
                      <a:pt x="18675" y="1044"/>
                      <a:pt x="17367" y="0"/>
                      <a:pt x="158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1" name="Google Shape;12361;p37"/>
              <p:cNvSpPr/>
              <p:nvPr/>
            </p:nvSpPr>
            <p:spPr>
              <a:xfrm>
                <a:off x="4337425" y="882150"/>
                <a:ext cx="205175" cy="327525"/>
              </a:xfrm>
              <a:custGeom>
                <a:rect b="b" l="l" r="r" t="t"/>
                <a:pathLst>
                  <a:path extrusionOk="0" h="13101" w="8207">
                    <a:moveTo>
                      <a:pt x="7611" y="0"/>
                    </a:moveTo>
                    <a:cubicBezTo>
                      <a:pt x="6986" y="0"/>
                      <a:pt x="5937" y="1890"/>
                      <a:pt x="5772" y="2192"/>
                    </a:cubicBezTo>
                    <a:cubicBezTo>
                      <a:pt x="5722" y="2267"/>
                      <a:pt x="5649" y="2300"/>
                      <a:pt x="5578" y="2300"/>
                    </a:cubicBezTo>
                    <a:cubicBezTo>
                      <a:pt x="5457" y="2300"/>
                      <a:pt x="5338" y="2206"/>
                      <a:pt x="5338" y="2059"/>
                    </a:cubicBezTo>
                    <a:cubicBezTo>
                      <a:pt x="5271" y="958"/>
                      <a:pt x="4738" y="391"/>
                      <a:pt x="4004" y="224"/>
                    </a:cubicBezTo>
                    <a:cubicBezTo>
                      <a:pt x="2936" y="424"/>
                      <a:pt x="1836" y="658"/>
                      <a:pt x="1135" y="1492"/>
                    </a:cubicBezTo>
                    <a:cubicBezTo>
                      <a:pt x="668" y="2059"/>
                      <a:pt x="468" y="2826"/>
                      <a:pt x="968" y="3427"/>
                    </a:cubicBezTo>
                    <a:cubicBezTo>
                      <a:pt x="1268" y="3793"/>
                      <a:pt x="1669" y="3860"/>
                      <a:pt x="2036" y="4060"/>
                    </a:cubicBezTo>
                    <a:cubicBezTo>
                      <a:pt x="2169" y="4127"/>
                      <a:pt x="2236" y="4361"/>
                      <a:pt x="2102" y="4461"/>
                    </a:cubicBezTo>
                    <a:cubicBezTo>
                      <a:pt x="2036" y="4494"/>
                      <a:pt x="2002" y="4527"/>
                      <a:pt x="1936" y="4561"/>
                    </a:cubicBezTo>
                    <a:cubicBezTo>
                      <a:pt x="1936" y="4594"/>
                      <a:pt x="1936" y="4627"/>
                      <a:pt x="1936" y="4661"/>
                    </a:cubicBezTo>
                    <a:cubicBezTo>
                      <a:pt x="1602" y="7263"/>
                      <a:pt x="1" y="11966"/>
                      <a:pt x="3470" y="13100"/>
                    </a:cubicBezTo>
                    <a:cubicBezTo>
                      <a:pt x="3470" y="10365"/>
                      <a:pt x="3503" y="7663"/>
                      <a:pt x="3704" y="4994"/>
                    </a:cubicBezTo>
                    <a:cubicBezTo>
                      <a:pt x="3403" y="4727"/>
                      <a:pt x="3170" y="4427"/>
                      <a:pt x="3070" y="4027"/>
                    </a:cubicBezTo>
                    <a:cubicBezTo>
                      <a:pt x="3018" y="3923"/>
                      <a:pt x="3108" y="3839"/>
                      <a:pt x="3214" y="3839"/>
                    </a:cubicBezTo>
                    <a:cubicBezTo>
                      <a:pt x="3243" y="3839"/>
                      <a:pt x="3274" y="3846"/>
                      <a:pt x="3303" y="3860"/>
                    </a:cubicBezTo>
                    <a:cubicBezTo>
                      <a:pt x="4037" y="4194"/>
                      <a:pt x="4704" y="4694"/>
                      <a:pt x="5538" y="4727"/>
                    </a:cubicBezTo>
                    <a:cubicBezTo>
                      <a:pt x="6339" y="4727"/>
                      <a:pt x="6906" y="4327"/>
                      <a:pt x="7640" y="4160"/>
                    </a:cubicBezTo>
                    <a:cubicBezTo>
                      <a:pt x="7673" y="3493"/>
                      <a:pt x="7840" y="2826"/>
                      <a:pt x="8073" y="2326"/>
                    </a:cubicBezTo>
                    <a:cubicBezTo>
                      <a:pt x="8073" y="2259"/>
                      <a:pt x="8107" y="2259"/>
                      <a:pt x="8140" y="2226"/>
                    </a:cubicBezTo>
                    <a:cubicBezTo>
                      <a:pt x="8207" y="1559"/>
                      <a:pt x="8173" y="825"/>
                      <a:pt x="7940" y="291"/>
                    </a:cubicBezTo>
                    <a:cubicBezTo>
                      <a:pt x="7858" y="86"/>
                      <a:pt x="7744" y="0"/>
                      <a:pt x="76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2" name="Google Shape;12362;p37"/>
              <p:cNvSpPr/>
              <p:nvPr/>
            </p:nvSpPr>
            <p:spPr>
              <a:xfrm>
                <a:off x="4545200" y="887675"/>
                <a:ext cx="356375" cy="273300"/>
              </a:xfrm>
              <a:custGeom>
                <a:rect b="b" l="l" r="r" t="t"/>
                <a:pathLst>
                  <a:path extrusionOk="0" h="10932" w="14255">
                    <a:moveTo>
                      <a:pt x="2481" y="2356"/>
                    </a:moveTo>
                    <a:cubicBezTo>
                      <a:pt x="2596" y="2356"/>
                      <a:pt x="2705" y="2473"/>
                      <a:pt x="2631" y="2572"/>
                    </a:cubicBezTo>
                    <a:cubicBezTo>
                      <a:pt x="2097" y="3306"/>
                      <a:pt x="1797" y="4073"/>
                      <a:pt x="1764" y="4907"/>
                    </a:cubicBezTo>
                    <a:cubicBezTo>
                      <a:pt x="2598" y="4607"/>
                      <a:pt x="3098" y="3706"/>
                      <a:pt x="2898" y="2839"/>
                    </a:cubicBezTo>
                    <a:cubicBezTo>
                      <a:pt x="2898" y="2756"/>
                      <a:pt x="2962" y="2699"/>
                      <a:pt x="3026" y="2699"/>
                    </a:cubicBezTo>
                    <a:cubicBezTo>
                      <a:pt x="3066" y="2699"/>
                      <a:pt x="3106" y="2721"/>
                      <a:pt x="3131" y="2772"/>
                    </a:cubicBezTo>
                    <a:cubicBezTo>
                      <a:pt x="3598" y="3939"/>
                      <a:pt x="2764" y="5207"/>
                      <a:pt x="1597" y="5440"/>
                    </a:cubicBezTo>
                    <a:cubicBezTo>
                      <a:pt x="1579" y="5445"/>
                      <a:pt x="1562" y="5447"/>
                      <a:pt x="1545" y="5447"/>
                    </a:cubicBezTo>
                    <a:cubicBezTo>
                      <a:pt x="1431" y="5447"/>
                      <a:pt x="1330" y="5356"/>
                      <a:pt x="1330" y="5240"/>
                    </a:cubicBezTo>
                    <a:cubicBezTo>
                      <a:pt x="1230" y="4173"/>
                      <a:pt x="1564" y="3105"/>
                      <a:pt x="2364" y="2405"/>
                    </a:cubicBezTo>
                    <a:cubicBezTo>
                      <a:pt x="2399" y="2370"/>
                      <a:pt x="2440" y="2356"/>
                      <a:pt x="2481" y="2356"/>
                    </a:cubicBezTo>
                    <a:close/>
                    <a:moveTo>
                      <a:pt x="11782" y="1"/>
                    </a:moveTo>
                    <a:cubicBezTo>
                      <a:pt x="11082" y="1"/>
                      <a:pt x="10412" y="474"/>
                      <a:pt x="10036" y="1137"/>
                    </a:cubicBezTo>
                    <a:cubicBezTo>
                      <a:pt x="9336" y="2305"/>
                      <a:pt x="9069" y="3639"/>
                      <a:pt x="8735" y="4940"/>
                    </a:cubicBezTo>
                    <a:cubicBezTo>
                      <a:pt x="8706" y="5057"/>
                      <a:pt x="8619" y="5110"/>
                      <a:pt x="8528" y="5110"/>
                    </a:cubicBezTo>
                    <a:cubicBezTo>
                      <a:pt x="8411" y="5110"/>
                      <a:pt x="8287" y="5023"/>
                      <a:pt x="8268" y="4873"/>
                    </a:cubicBezTo>
                    <a:cubicBezTo>
                      <a:pt x="8168" y="3939"/>
                      <a:pt x="7801" y="2572"/>
                      <a:pt x="6767" y="2272"/>
                    </a:cubicBezTo>
                    <a:cubicBezTo>
                      <a:pt x="6630" y="2238"/>
                      <a:pt x="6499" y="2222"/>
                      <a:pt x="6374" y="2222"/>
                    </a:cubicBezTo>
                    <a:cubicBezTo>
                      <a:pt x="5381" y="2222"/>
                      <a:pt x="4792" y="3217"/>
                      <a:pt x="4466" y="4106"/>
                    </a:cubicBezTo>
                    <a:cubicBezTo>
                      <a:pt x="4414" y="4210"/>
                      <a:pt x="4308" y="4269"/>
                      <a:pt x="4209" y="4269"/>
                    </a:cubicBezTo>
                    <a:cubicBezTo>
                      <a:pt x="4117" y="4269"/>
                      <a:pt x="4031" y="4218"/>
                      <a:pt x="3999" y="4106"/>
                    </a:cubicBezTo>
                    <a:cubicBezTo>
                      <a:pt x="3801" y="3283"/>
                      <a:pt x="3376" y="2037"/>
                      <a:pt x="2339" y="2037"/>
                    </a:cubicBezTo>
                    <a:cubicBezTo>
                      <a:pt x="2325" y="2037"/>
                      <a:pt x="2311" y="2038"/>
                      <a:pt x="2297" y="2038"/>
                    </a:cubicBezTo>
                    <a:cubicBezTo>
                      <a:pt x="1430" y="2105"/>
                      <a:pt x="763" y="2605"/>
                      <a:pt x="129" y="3172"/>
                    </a:cubicBezTo>
                    <a:cubicBezTo>
                      <a:pt x="96" y="3206"/>
                      <a:pt x="63" y="3206"/>
                      <a:pt x="29" y="3206"/>
                    </a:cubicBezTo>
                    <a:cubicBezTo>
                      <a:pt x="1" y="4825"/>
                      <a:pt x="142" y="7097"/>
                      <a:pt x="1729" y="7097"/>
                    </a:cubicBezTo>
                    <a:cubicBezTo>
                      <a:pt x="2006" y="7097"/>
                      <a:pt x="2327" y="7028"/>
                      <a:pt x="2698" y="6875"/>
                    </a:cubicBezTo>
                    <a:cubicBezTo>
                      <a:pt x="2747" y="6857"/>
                      <a:pt x="2795" y="6849"/>
                      <a:pt x="2841" y="6849"/>
                    </a:cubicBezTo>
                    <a:cubicBezTo>
                      <a:pt x="3131" y="6849"/>
                      <a:pt x="3327" y="7187"/>
                      <a:pt x="3298" y="7475"/>
                    </a:cubicBezTo>
                    <a:cubicBezTo>
                      <a:pt x="2851" y="9692"/>
                      <a:pt x="4446" y="10932"/>
                      <a:pt x="6032" y="10932"/>
                    </a:cubicBezTo>
                    <a:cubicBezTo>
                      <a:pt x="7405" y="10932"/>
                      <a:pt x="8771" y="10003"/>
                      <a:pt x="8802" y="7976"/>
                    </a:cubicBezTo>
                    <a:cubicBezTo>
                      <a:pt x="8802" y="7756"/>
                      <a:pt x="8980" y="7506"/>
                      <a:pt x="9224" y="7506"/>
                    </a:cubicBezTo>
                    <a:cubicBezTo>
                      <a:pt x="9239" y="7506"/>
                      <a:pt x="9254" y="7507"/>
                      <a:pt x="9269" y="7509"/>
                    </a:cubicBezTo>
                    <a:cubicBezTo>
                      <a:pt x="9462" y="7531"/>
                      <a:pt x="9651" y="7543"/>
                      <a:pt x="9834" y="7543"/>
                    </a:cubicBezTo>
                    <a:cubicBezTo>
                      <a:pt x="12601" y="7543"/>
                      <a:pt x="14254" y="5024"/>
                      <a:pt x="13472" y="2272"/>
                    </a:cubicBezTo>
                    <a:cubicBezTo>
                      <a:pt x="13439" y="2138"/>
                      <a:pt x="13505" y="2038"/>
                      <a:pt x="13606" y="1971"/>
                    </a:cubicBezTo>
                    <a:cubicBezTo>
                      <a:pt x="13472" y="1371"/>
                      <a:pt x="13272" y="770"/>
                      <a:pt x="12838" y="404"/>
                    </a:cubicBezTo>
                    <a:cubicBezTo>
                      <a:pt x="12501" y="123"/>
                      <a:pt x="12138" y="1"/>
                      <a:pt x="117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3" name="Google Shape;12363;p37"/>
              <p:cNvSpPr/>
              <p:nvPr/>
            </p:nvSpPr>
            <p:spPr>
              <a:xfrm>
                <a:off x="4902000" y="883050"/>
                <a:ext cx="451175" cy="120625"/>
              </a:xfrm>
              <a:custGeom>
                <a:rect b="b" l="l" r="r" t="t"/>
                <a:pathLst>
                  <a:path extrusionOk="0" h="4825" w="18047">
                    <a:moveTo>
                      <a:pt x="4345" y="0"/>
                    </a:moveTo>
                    <a:cubicBezTo>
                      <a:pt x="2954" y="0"/>
                      <a:pt x="780" y="1878"/>
                      <a:pt x="1" y="3057"/>
                    </a:cubicBezTo>
                    <a:cubicBezTo>
                      <a:pt x="167" y="3657"/>
                      <a:pt x="167" y="4224"/>
                      <a:pt x="101" y="4758"/>
                    </a:cubicBezTo>
                    <a:cubicBezTo>
                      <a:pt x="1568" y="4691"/>
                      <a:pt x="2969" y="4825"/>
                      <a:pt x="4437" y="4558"/>
                    </a:cubicBezTo>
                    <a:cubicBezTo>
                      <a:pt x="5905" y="4258"/>
                      <a:pt x="7239" y="3657"/>
                      <a:pt x="8640" y="3124"/>
                    </a:cubicBezTo>
                    <a:cubicBezTo>
                      <a:pt x="8666" y="3111"/>
                      <a:pt x="8691" y="3105"/>
                      <a:pt x="8715" y="3105"/>
                    </a:cubicBezTo>
                    <a:cubicBezTo>
                      <a:pt x="8885" y="3105"/>
                      <a:pt x="9019" y="3378"/>
                      <a:pt x="8874" y="3524"/>
                    </a:cubicBezTo>
                    <a:cubicBezTo>
                      <a:pt x="8507" y="3824"/>
                      <a:pt x="8106" y="4091"/>
                      <a:pt x="7673" y="4358"/>
                    </a:cubicBezTo>
                    <a:cubicBezTo>
                      <a:pt x="8672" y="4252"/>
                      <a:pt x="9687" y="4217"/>
                      <a:pt x="10706" y="4217"/>
                    </a:cubicBezTo>
                    <a:cubicBezTo>
                      <a:pt x="12580" y="4217"/>
                      <a:pt x="14464" y="4336"/>
                      <a:pt x="16279" y="4358"/>
                    </a:cubicBezTo>
                    <a:cubicBezTo>
                      <a:pt x="17046" y="4291"/>
                      <a:pt x="17647" y="3958"/>
                      <a:pt x="18047" y="3524"/>
                    </a:cubicBezTo>
                    <a:cubicBezTo>
                      <a:pt x="17838" y="2765"/>
                      <a:pt x="16808" y="2373"/>
                      <a:pt x="15688" y="2373"/>
                    </a:cubicBezTo>
                    <a:cubicBezTo>
                      <a:pt x="14841" y="2373"/>
                      <a:pt x="13943" y="2597"/>
                      <a:pt x="13310" y="3057"/>
                    </a:cubicBezTo>
                    <a:cubicBezTo>
                      <a:pt x="13270" y="3097"/>
                      <a:pt x="13228" y="3114"/>
                      <a:pt x="13188" y="3114"/>
                    </a:cubicBezTo>
                    <a:cubicBezTo>
                      <a:pt x="13061" y="3114"/>
                      <a:pt x="12951" y="2942"/>
                      <a:pt x="12977" y="2790"/>
                    </a:cubicBezTo>
                    <a:cubicBezTo>
                      <a:pt x="13192" y="1746"/>
                      <a:pt x="12798" y="1393"/>
                      <a:pt x="12216" y="1393"/>
                    </a:cubicBezTo>
                    <a:cubicBezTo>
                      <a:pt x="11626" y="1393"/>
                      <a:pt x="10845" y="1754"/>
                      <a:pt x="10308" y="2123"/>
                    </a:cubicBezTo>
                    <a:cubicBezTo>
                      <a:pt x="10263" y="2153"/>
                      <a:pt x="10218" y="2166"/>
                      <a:pt x="10175" y="2166"/>
                    </a:cubicBezTo>
                    <a:cubicBezTo>
                      <a:pt x="10030" y="2166"/>
                      <a:pt x="9915" y="2011"/>
                      <a:pt x="9941" y="1856"/>
                    </a:cubicBezTo>
                    <a:cubicBezTo>
                      <a:pt x="10185" y="828"/>
                      <a:pt x="9796" y="473"/>
                      <a:pt x="9169" y="473"/>
                    </a:cubicBezTo>
                    <a:cubicBezTo>
                      <a:pt x="8170" y="473"/>
                      <a:pt x="6566" y="1377"/>
                      <a:pt x="5972" y="1889"/>
                    </a:cubicBezTo>
                    <a:cubicBezTo>
                      <a:pt x="5919" y="1931"/>
                      <a:pt x="5860" y="1950"/>
                      <a:pt x="5804" y="1950"/>
                    </a:cubicBezTo>
                    <a:cubicBezTo>
                      <a:pt x="5681" y="1950"/>
                      <a:pt x="5571" y="1860"/>
                      <a:pt x="5571" y="1723"/>
                    </a:cubicBezTo>
                    <a:cubicBezTo>
                      <a:pt x="5538" y="468"/>
                      <a:pt x="5039" y="0"/>
                      <a:pt x="43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4" name="Google Shape;12364;p37"/>
              <p:cNvSpPr/>
              <p:nvPr/>
            </p:nvSpPr>
            <p:spPr>
              <a:xfrm>
                <a:off x="5328975" y="1177950"/>
                <a:ext cx="358625" cy="1069850"/>
              </a:xfrm>
              <a:custGeom>
                <a:rect b="b" l="l" r="r" t="t"/>
                <a:pathLst>
                  <a:path extrusionOk="0" h="42794" w="14345">
                    <a:moveTo>
                      <a:pt x="5005" y="2600"/>
                    </a:moveTo>
                    <a:cubicBezTo>
                      <a:pt x="5016" y="2600"/>
                      <a:pt x="5026" y="2601"/>
                      <a:pt x="5037" y="2602"/>
                    </a:cubicBezTo>
                    <a:cubicBezTo>
                      <a:pt x="5605" y="2736"/>
                      <a:pt x="6138" y="2903"/>
                      <a:pt x="6705" y="3036"/>
                    </a:cubicBezTo>
                    <a:cubicBezTo>
                      <a:pt x="6972" y="3103"/>
                      <a:pt x="7306" y="3136"/>
                      <a:pt x="7539" y="3303"/>
                    </a:cubicBezTo>
                    <a:cubicBezTo>
                      <a:pt x="7839" y="3536"/>
                      <a:pt x="7873" y="3903"/>
                      <a:pt x="7506" y="4104"/>
                    </a:cubicBezTo>
                    <a:cubicBezTo>
                      <a:pt x="7265" y="4248"/>
                      <a:pt x="6940" y="4300"/>
                      <a:pt x="6603" y="4300"/>
                    </a:cubicBezTo>
                    <a:cubicBezTo>
                      <a:pt x="6241" y="4300"/>
                      <a:pt x="5865" y="4239"/>
                      <a:pt x="5571" y="4170"/>
                    </a:cubicBezTo>
                    <a:cubicBezTo>
                      <a:pt x="4871" y="4037"/>
                      <a:pt x="4137" y="3737"/>
                      <a:pt x="3670" y="3170"/>
                    </a:cubicBezTo>
                    <a:cubicBezTo>
                      <a:pt x="3555" y="3054"/>
                      <a:pt x="3663" y="2889"/>
                      <a:pt x="3802" y="2889"/>
                    </a:cubicBezTo>
                    <a:cubicBezTo>
                      <a:pt x="3824" y="2889"/>
                      <a:pt x="3847" y="2894"/>
                      <a:pt x="3870" y="2903"/>
                    </a:cubicBezTo>
                    <a:cubicBezTo>
                      <a:pt x="4740" y="3354"/>
                      <a:pt x="5455" y="3805"/>
                      <a:pt x="6464" y="3805"/>
                    </a:cubicBezTo>
                    <a:cubicBezTo>
                      <a:pt x="6500" y="3805"/>
                      <a:pt x="6536" y="3804"/>
                      <a:pt x="6572" y="3803"/>
                    </a:cubicBezTo>
                    <a:cubicBezTo>
                      <a:pt x="6772" y="3770"/>
                      <a:pt x="7206" y="3837"/>
                      <a:pt x="7106" y="3603"/>
                    </a:cubicBezTo>
                    <a:cubicBezTo>
                      <a:pt x="7072" y="3536"/>
                      <a:pt x="6539" y="3470"/>
                      <a:pt x="6438" y="3436"/>
                    </a:cubicBezTo>
                    <a:cubicBezTo>
                      <a:pt x="5938" y="3303"/>
                      <a:pt x="5438" y="3170"/>
                      <a:pt x="4937" y="3003"/>
                    </a:cubicBezTo>
                    <a:cubicBezTo>
                      <a:pt x="4715" y="2907"/>
                      <a:pt x="4795" y="2600"/>
                      <a:pt x="5005" y="2600"/>
                    </a:cubicBezTo>
                    <a:close/>
                    <a:moveTo>
                      <a:pt x="9784" y="3808"/>
                    </a:moveTo>
                    <a:cubicBezTo>
                      <a:pt x="9834" y="3808"/>
                      <a:pt x="9889" y="3826"/>
                      <a:pt x="9941" y="3870"/>
                    </a:cubicBezTo>
                    <a:cubicBezTo>
                      <a:pt x="10366" y="4262"/>
                      <a:pt x="9894" y="5039"/>
                      <a:pt x="9342" y="5039"/>
                    </a:cubicBezTo>
                    <a:cubicBezTo>
                      <a:pt x="9330" y="5039"/>
                      <a:pt x="9319" y="5038"/>
                      <a:pt x="9307" y="5038"/>
                    </a:cubicBezTo>
                    <a:cubicBezTo>
                      <a:pt x="8773" y="4971"/>
                      <a:pt x="8540" y="4237"/>
                      <a:pt x="8907" y="3870"/>
                    </a:cubicBezTo>
                    <a:cubicBezTo>
                      <a:pt x="8942" y="3835"/>
                      <a:pt x="8981" y="3821"/>
                      <a:pt x="9017" y="3821"/>
                    </a:cubicBezTo>
                    <a:cubicBezTo>
                      <a:pt x="9122" y="3821"/>
                      <a:pt x="9206" y="3938"/>
                      <a:pt x="9107" y="4037"/>
                    </a:cubicBezTo>
                    <a:cubicBezTo>
                      <a:pt x="8907" y="4270"/>
                      <a:pt x="9040" y="4704"/>
                      <a:pt x="9341" y="4704"/>
                    </a:cubicBezTo>
                    <a:cubicBezTo>
                      <a:pt x="9355" y="4705"/>
                      <a:pt x="9369" y="4706"/>
                      <a:pt x="9382" y="4706"/>
                    </a:cubicBezTo>
                    <a:cubicBezTo>
                      <a:pt x="9707" y="4706"/>
                      <a:pt x="9704" y="4328"/>
                      <a:pt x="9607" y="4104"/>
                    </a:cubicBezTo>
                    <a:cubicBezTo>
                      <a:pt x="9534" y="3956"/>
                      <a:pt x="9642" y="3808"/>
                      <a:pt x="9784" y="3808"/>
                    </a:cubicBezTo>
                    <a:close/>
                    <a:moveTo>
                      <a:pt x="201" y="1"/>
                    </a:moveTo>
                    <a:cubicBezTo>
                      <a:pt x="167" y="2669"/>
                      <a:pt x="1" y="5371"/>
                      <a:pt x="1" y="7906"/>
                    </a:cubicBezTo>
                    <a:lnTo>
                      <a:pt x="1" y="8140"/>
                    </a:lnTo>
                    <a:cubicBezTo>
                      <a:pt x="570" y="6933"/>
                      <a:pt x="2056" y="6224"/>
                      <a:pt x="3568" y="6224"/>
                    </a:cubicBezTo>
                    <a:cubicBezTo>
                      <a:pt x="4271" y="6224"/>
                      <a:pt x="4980" y="6377"/>
                      <a:pt x="5605" y="6705"/>
                    </a:cubicBezTo>
                    <a:cubicBezTo>
                      <a:pt x="9707" y="8874"/>
                      <a:pt x="9641" y="14778"/>
                      <a:pt x="9574" y="18747"/>
                    </a:cubicBezTo>
                    <a:cubicBezTo>
                      <a:pt x="9541" y="21516"/>
                      <a:pt x="9274" y="24318"/>
                      <a:pt x="8907" y="27053"/>
                    </a:cubicBezTo>
                    <a:cubicBezTo>
                      <a:pt x="8573" y="29522"/>
                      <a:pt x="8373" y="32257"/>
                      <a:pt x="7139" y="34459"/>
                    </a:cubicBezTo>
                    <a:cubicBezTo>
                      <a:pt x="6210" y="36078"/>
                      <a:pt x="4074" y="37561"/>
                      <a:pt x="2164" y="37561"/>
                    </a:cubicBezTo>
                    <a:cubicBezTo>
                      <a:pt x="1398" y="37561"/>
                      <a:pt x="668" y="37323"/>
                      <a:pt x="67" y="36760"/>
                    </a:cubicBezTo>
                    <a:cubicBezTo>
                      <a:pt x="67" y="36927"/>
                      <a:pt x="67" y="37060"/>
                      <a:pt x="67" y="37194"/>
                    </a:cubicBezTo>
                    <a:cubicBezTo>
                      <a:pt x="67" y="39029"/>
                      <a:pt x="101" y="40897"/>
                      <a:pt x="134" y="42765"/>
                    </a:cubicBezTo>
                    <a:cubicBezTo>
                      <a:pt x="681" y="42779"/>
                      <a:pt x="1235" y="42793"/>
                      <a:pt x="1791" y="42793"/>
                    </a:cubicBezTo>
                    <a:cubicBezTo>
                      <a:pt x="3811" y="42793"/>
                      <a:pt x="5846" y="42603"/>
                      <a:pt x="7573" y="41530"/>
                    </a:cubicBezTo>
                    <a:cubicBezTo>
                      <a:pt x="10108" y="39996"/>
                      <a:pt x="11108" y="36994"/>
                      <a:pt x="11876" y="34325"/>
                    </a:cubicBezTo>
                    <a:cubicBezTo>
                      <a:pt x="13510" y="28788"/>
                      <a:pt x="14344" y="23017"/>
                      <a:pt x="14244" y="17280"/>
                    </a:cubicBezTo>
                    <a:cubicBezTo>
                      <a:pt x="14177" y="14211"/>
                      <a:pt x="13877" y="11175"/>
                      <a:pt x="13277" y="8173"/>
                    </a:cubicBezTo>
                    <a:cubicBezTo>
                      <a:pt x="12643" y="5171"/>
                      <a:pt x="11575" y="2536"/>
                      <a:pt x="8106" y="2135"/>
                    </a:cubicBezTo>
                    <a:cubicBezTo>
                      <a:pt x="5471" y="1835"/>
                      <a:pt x="1735" y="2236"/>
                      <a:pt x="2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5" name="Google Shape;12365;p37"/>
              <p:cNvSpPr/>
              <p:nvPr/>
            </p:nvSpPr>
            <p:spPr>
              <a:xfrm>
                <a:off x="5330650" y="1830075"/>
                <a:ext cx="340250" cy="417725"/>
              </a:xfrm>
              <a:custGeom>
                <a:rect b="b" l="l" r="r" t="t"/>
                <a:pathLst>
                  <a:path extrusionOk="0" h="16709" w="13610">
                    <a:moveTo>
                      <a:pt x="13610" y="1"/>
                    </a:moveTo>
                    <a:cubicBezTo>
                      <a:pt x="13343" y="768"/>
                      <a:pt x="13043" y="1502"/>
                      <a:pt x="12709" y="2236"/>
                    </a:cubicBezTo>
                    <a:cubicBezTo>
                      <a:pt x="11609" y="4638"/>
                      <a:pt x="10107" y="6906"/>
                      <a:pt x="8073" y="8640"/>
                    </a:cubicBezTo>
                    <a:cubicBezTo>
                      <a:pt x="7339" y="9241"/>
                      <a:pt x="6305" y="10108"/>
                      <a:pt x="5337" y="10242"/>
                    </a:cubicBezTo>
                    <a:cubicBezTo>
                      <a:pt x="4370" y="10972"/>
                      <a:pt x="3192" y="11469"/>
                      <a:pt x="2087" y="11469"/>
                    </a:cubicBezTo>
                    <a:cubicBezTo>
                      <a:pt x="1326" y="11469"/>
                      <a:pt x="599" y="11233"/>
                      <a:pt x="0" y="10675"/>
                    </a:cubicBezTo>
                    <a:cubicBezTo>
                      <a:pt x="0" y="10842"/>
                      <a:pt x="0" y="10975"/>
                      <a:pt x="0" y="11109"/>
                    </a:cubicBezTo>
                    <a:cubicBezTo>
                      <a:pt x="0" y="12944"/>
                      <a:pt x="34" y="14812"/>
                      <a:pt x="67" y="16680"/>
                    </a:cubicBezTo>
                    <a:cubicBezTo>
                      <a:pt x="614" y="16694"/>
                      <a:pt x="1168" y="16708"/>
                      <a:pt x="1724" y="16708"/>
                    </a:cubicBezTo>
                    <a:cubicBezTo>
                      <a:pt x="3746" y="16708"/>
                      <a:pt x="5786" y="16518"/>
                      <a:pt x="7539" y="15445"/>
                    </a:cubicBezTo>
                    <a:cubicBezTo>
                      <a:pt x="10041" y="13911"/>
                      <a:pt x="11041" y="10909"/>
                      <a:pt x="11809" y="8240"/>
                    </a:cubicBezTo>
                    <a:cubicBezTo>
                      <a:pt x="12609" y="5538"/>
                      <a:pt x="13210" y="2803"/>
                      <a:pt x="136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6" name="Google Shape;12366;p37"/>
              <p:cNvSpPr/>
              <p:nvPr/>
            </p:nvSpPr>
            <p:spPr>
              <a:xfrm>
                <a:off x="5328975" y="1177950"/>
                <a:ext cx="61725" cy="203500"/>
              </a:xfrm>
              <a:custGeom>
                <a:rect b="b" l="l" r="r" t="t"/>
                <a:pathLst>
                  <a:path extrusionOk="0" h="8140" w="2469">
                    <a:moveTo>
                      <a:pt x="201" y="1"/>
                    </a:moveTo>
                    <a:cubicBezTo>
                      <a:pt x="167" y="2669"/>
                      <a:pt x="1" y="5371"/>
                      <a:pt x="1" y="7906"/>
                    </a:cubicBezTo>
                    <a:lnTo>
                      <a:pt x="1" y="8140"/>
                    </a:lnTo>
                    <a:cubicBezTo>
                      <a:pt x="401" y="7239"/>
                      <a:pt x="1368" y="6605"/>
                      <a:pt x="2469" y="6338"/>
                    </a:cubicBezTo>
                    <a:cubicBezTo>
                      <a:pt x="2402" y="5938"/>
                      <a:pt x="2336" y="5538"/>
                      <a:pt x="2269" y="5138"/>
                    </a:cubicBezTo>
                    <a:cubicBezTo>
                      <a:pt x="2069" y="4003"/>
                      <a:pt x="1802" y="2602"/>
                      <a:pt x="1869" y="1302"/>
                    </a:cubicBezTo>
                    <a:cubicBezTo>
                      <a:pt x="1201" y="1035"/>
                      <a:pt x="601" y="634"/>
                      <a:pt x="2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7" name="Google Shape;12367;p37"/>
              <p:cNvSpPr/>
              <p:nvPr/>
            </p:nvSpPr>
            <p:spPr>
              <a:xfrm>
                <a:off x="4445000" y="1006150"/>
                <a:ext cx="865650" cy="1544775"/>
              </a:xfrm>
              <a:custGeom>
                <a:rect b="b" l="l" r="r" t="t"/>
                <a:pathLst>
                  <a:path extrusionOk="0" h="61791" w="34626">
                    <a:moveTo>
                      <a:pt x="26587" y="3770"/>
                    </a:moveTo>
                    <a:cubicBezTo>
                      <a:pt x="27020" y="3770"/>
                      <a:pt x="27020" y="4438"/>
                      <a:pt x="26587" y="4438"/>
                    </a:cubicBezTo>
                    <a:cubicBezTo>
                      <a:pt x="26186" y="4438"/>
                      <a:pt x="26186" y="3770"/>
                      <a:pt x="26587" y="3770"/>
                    </a:cubicBezTo>
                    <a:close/>
                    <a:moveTo>
                      <a:pt x="27282" y="8212"/>
                    </a:moveTo>
                    <a:cubicBezTo>
                      <a:pt x="29263" y="8212"/>
                      <a:pt x="31232" y="8282"/>
                      <a:pt x="33158" y="8507"/>
                    </a:cubicBezTo>
                    <a:cubicBezTo>
                      <a:pt x="33525" y="8540"/>
                      <a:pt x="33525" y="9041"/>
                      <a:pt x="33158" y="9074"/>
                    </a:cubicBezTo>
                    <a:cubicBezTo>
                      <a:pt x="31255" y="9297"/>
                      <a:pt x="29311" y="9368"/>
                      <a:pt x="27354" y="9368"/>
                    </a:cubicBezTo>
                    <a:cubicBezTo>
                      <a:pt x="24029" y="9368"/>
                      <a:pt x="20668" y="9162"/>
                      <a:pt x="17413" y="9141"/>
                    </a:cubicBezTo>
                    <a:cubicBezTo>
                      <a:pt x="14529" y="9141"/>
                      <a:pt x="11541" y="9314"/>
                      <a:pt x="8584" y="9314"/>
                    </a:cubicBezTo>
                    <a:cubicBezTo>
                      <a:pt x="6515" y="9314"/>
                      <a:pt x="4461" y="9229"/>
                      <a:pt x="2469" y="8941"/>
                    </a:cubicBezTo>
                    <a:cubicBezTo>
                      <a:pt x="2303" y="8907"/>
                      <a:pt x="2303" y="8674"/>
                      <a:pt x="2469" y="8641"/>
                    </a:cubicBezTo>
                    <a:cubicBezTo>
                      <a:pt x="4489" y="8348"/>
                      <a:pt x="6573" y="8265"/>
                      <a:pt x="8673" y="8265"/>
                    </a:cubicBezTo>
                    <a:cubicBezTo>
                      <a:pt x="11434" y="8265"/>
                      <a:pt x="14223" y="8409"/>
                      <a:pt x="16927" y="8409"/>
                    </a:cubicBezTo>
                    <a:cubicBezTo>
                      <a:pt x="17089" y="8409"/>
                      <a:pt x="17251" y="8408"/>
                      <a:pt x="17413" y="8407"/>
                    </a:cubicBezTo>
                    <a:cubicBezTo>
                      <a:pt x="20645" y="8407"/>
                      <a:pt x="23981" y="8212"/>
                      <a:pt x="27282" y="8212"/>
                    </a:cubicBezTo>
                    <a:close/>
                    <a:moveTo>
                      <a:pt x="25352" y="11509"/>
                    </a:moveTo>
                    <a:lnTo>
                      <a:pt x="25352" y="11910"/>
                    </a:lnTo>
                    <a:cubicBezTo>
                      <a:pt x="24919" y="11910"/>
                      <a:pt x="24919" y="11509"/>
                      <a:pt x="25352" y="11509"/>
                    </a:cubicBezTo>
                    <a:close/>
                    <a:moveTo>
                      <a:pt x="3387" y="11412"/>
                    </a:moveTo>
                    <a:cubicBezTo>
                      <a:pt x="3413" y="11412"/>
                      <a:pt x="3442" y="11421"/>
                      <a:pt x="3470" y="11443"/>
                    </a:cubicBezTo>
                    <a:cubicBezTo>
                      <a:pt x="3937" y="11709"/>
                      <a:pt x="4071" y="12377"/>
                      <a:pt x="3870" y="12910"/>
                    </a:cubicBezTo>
                    <a:cubicBezTo>
                      <a:pt x="3708" y="13316"/>
                      <a:pt x="3304" y="13590"/>
                      <a:pt x="2873" y="13590"/>
                    </a:cubicBezTo>
                    <a:cubicBezTo>
                      <a:pt x="2772" y="13590"/>
                      <a:pt x="2670" y="13576"/>
                      <a:pt x="2569" y="13544"/>
                    </a:cubicBezTo>
                    <a:cubicBezTo>
                      <a:pt x="2069" y="13411"/>
                      <a:pt x="1635" y="12977"/>
                      <a:pt x="1736" y="12443"/>
                    </a:cubicBezTo>
                    <a:cubicBezTo>
                      <a:pt x="1789" y="11934"/>
                      <a:pt x="2210" y="11618"/>
                      <a:pt x="2667" y="11618"/>
                    </a:cubicBezTo>
                    <a:cubicBezTo>
                      <a:pt x="2778" y="11618"/>
                      <a:pt x="2892" y="11637"/>
                      <a:pt x="3003" y="11676"/>
                    </a:cubicBezTo>
                    <a:cubicBezTo>
                      <a:pt x="3160" y="11739"/>
                      <a:pt x="3110" y="11979"/>
                      <a:pt x="2937" y="11979"/>
                    </a:cubicBezTo>
                    <a:cubicBezTo>
                      <a:pt x="2926" y="11979"/>
                      <a:pt x="2915" y="11978"/>
                      <a:pt x="2903" y="11976"/>
                    </a:cubicBezTo>
                    <a:cubicBezTo>
                      <a:pt x="2878" y="11971"/>
                      <a:pt x="2853" y="11969"/>
                      <a:pt x="2827" y="11969"/>
                    </a:cubicBezTo>
                    <a:cubicBezTo>
                      <a:pt x="2508" y="11969"/>
                      <a:pt x="2146" y="12335"/>
                      <a:pt x="2269" y="12643"/>
                    </a:cubicBezTo>
                    <a:cubicBezTo>
                      <a:pt x="2336" y="12877"/>
                      <a:pt x="2636" y="13010"/>
                      <a:pt x="2870" y="13010"/>
                    </a:cubicBezTo>
                    <a:cubicBezTo>
                      <a:pt x="3570" y="13010"/>
                      <a:pt x="3470" y="12043"/>
                      <a:pt x="3270" y="11643"/>
                    </a:cubicBezTo>
                    <a:cubicBezTo>
                      <a:pt x="3217" y="11538"/>
                      <a:pt x="3289" y="11412"/>
                      <a:pt x="3387" y="11412"/>
                    </a:cubicBezTo>
                    <a:close/>
                    <a:moveTo>
                      <a:pt x="9586" y="12677"/>
                    </a:moveTo>
                    <a:cubicBezTo>
                      <a:pt x="9806" y="12677"/>
                      <a:pt x="10025" y="12761"/>
                      <a:pt x="10208" y="12944"/>
                    </a:cubicBezTo>
                    <a:cubicBezTo>
                      <a:pt x="10375" y="13110"/>
                      <a:pt x="10375" y="13377"/>
                      <a:pt x="10242" y="13577"/>
                    </a:cubicBezTo>
                    <a:cubicBezTo>
                      <a:pt x="10151" y="13690"/>
                      <a:pt x="9985" y="13773"/>
                      <a:pt x="9824" y="13773"/>
                    </a:cubicBezTo>
                    <a:cubicBezTo>
                      <a:pt x="9748" y="13773"/>
                      <a:pt x="9672" y="13754"/>
                      <a:pt x="9608" y="13711"/>
                    </a:cubicBezTo>
                    <a:cubicBezTo>
                      <a:pt x="9508" y="13644"/>
                      <a:pt x="9508" y="13611"/>
                      <a:pt x="9374" y="13611"/>
                    </a:cubicBezTo>
                    <a:cubicBezTo>
                      <a:pt x="9355" y="13614"/>
                      <a:pt x="9336" y="13615"/>
                      <a:pt x="9317" y="13615"/>
                    </a:cubicBezTo>
                    <a:cubicBezTo>
                      <a:pt x="8927" y="13615"/>
                      <a:pt x="8792" y="12968"/>
                      <a:pt x="9174" y="12777"/>
                    </a:cubicBezTo>
                    <a:cubicBezTo>
                      <a:pt x="9305" y="12712"/>
                      <a:pt x="9445" y="12677"/>
                      <a:pt x="9586" y="12677"/>
                    </a:cubicBezTo>
                    <a:close/>
                    <a:moveTo>
                      <a:pt x="7406" y="14311"/>
                    </a:moveTo>
                    <a:cubicBezTo>
                      <a:pt x="7673" y="14311"/>
                      <a:pt x="7873" y="14578"/>
                      <a:pt x="7807" y="14845"/>
                    </a:cubicBezTo>
                    <a:cubicBezTo>
                      <a:pt x="7773" y="15012"/>
                      <a:pt x="7706" y="15112"/>
                      <a:pt x="7573" y="15212"/>
                    </a:cubicBezTo>
                    <a:cubicBezTo>
                      <a:pt x="7523" y="15245"/>
                      <a:pt x="7465" y="15262"/>
                      <a:pt x="7406" y="15262"/>
                    </a:cubicBezTo>
                    <a:cubicBezTo>
                      <a:pt x="7348" y="15262"/>
                      <a:pt x="7290" y="15245"/>
                      <a:pt x="7239" y="15212"/>
                    </a:cubicBezTo>
                    <a:cubicBezTo>
                      <a:pt x="7106" y="15112"/>
                      <a:pt x="7039" y="15012"/>
                      <a:pt x="7006" y="14845"/>
                    </a:cubicBezTo>
                    <a:cubicBezTo>
                      <a:pt x="6939" y="14578"/>
                      <a:pt x="7139" y="14311"/>
                      <a:pt x="7406" y="14311"/>
                    </a:cubicBezTo>
                    <a:close/>
                    <a:moveTo>
                      <a:pt x="16279" y="14545"/>
                    </a:moveTo>
                    <a:cubicBezTo>
                      <a:pt x="16646" y="14545"/>
                      <a:pt x="16746" y="14978"/>
                      <a:pt x="16546" y="15212"/>
                    </a:cubicBezTo>
                    <a:cubicBezTo>
                      <a:pt x="16513" y="15245"/>
                      <a:pt x="16479" y="15312"/>
                      <a:pt x="16446" y="15345"/>
                    </a:cubicBezTo>
                    <a:cubicBezTo>
                      <a:pt x="16396" y="15395"/>
                      <a:pt x="16329" y="15420"/>
                      <a:pt x="16263" y="15420"/>
                    </a:cubicBezTo>
                    <a:cubicBezTo>
                      <a:pt x="16196" y="15420"/>
                      <a:pt x="16129" y="15395"/>
                      <a:pt x="16079" y="15345"/>
                    </a:cubicBezTo>
                    <a:cubicBezTo>
                      <a:pt x="16046" y="15312"/>
                      <a:pt x="16012" y="15245"/>
                      <a:pt x="15979" y="15212"/>
                    </a:cubicBezTo>
                    <a:cubicBezTo>
                      <a:pt x="15779" y="14978"/>
                      <a:pt x="15912" y="14545"/>
                      <a:pt x="16279" y="14545"/>
                    </a:cubicBezTo>
                    <a:close/>
                    <a:moveTo>
                      <a:pt x="24327" y="15076"/>
                    </a:moveTo>
                    <a:cubicBezTo>
                      <a:pt x="24616" y="15076"/>
                      <a:pt x="24917" y="15393"/>
                      <a:pt x="24885" y="15679"/>
                    </a:cubicBezTo>
                    <a:cubicBezTo>
                      <a:pt x="24885" y="15679"/>
                      <a:pt x="24852" y="15712"/>
                      <a:pt x="24852" y="15712"/>
                    </a:cubicBezTo>
                    <a:cubicBezTo>
                      <a:pt x="24819" y="15979"/>
                      <a:pt x="24685" y="16246"/>
                      <a:pt x="24418" y="16313"/>
                    </a:cubicBezTo>
                    <a:cubicBezTo>
                      <a:pt x="24358" y="16330"/>
                      <a:pt x="24298" y="16338"/>
                      <a:pt x="24239" y="16338"/>
                    </a:cubicBezTo>
                    <a:cubicBezTo>
                      <a:pt x="24069" y="16338"/>
                      <a:pt x="23908" y="16270"/>
                      <a:pt x="23785" y="16146"/>
                    </a:cubicBezTo>
                    <a:cubicBezTo>
                      <a:pt x="23618" y="15979"/>
                      <a:pt x="23584" y="15712"/>
                      <a:pt x="23685" y="15479"/>
                    </a:cubicBezTo>
                    <a:cubicBezTo>
                      <a:pt x="23785" y="15245"/>
                      <a:pt x="23985" y="15112"/>
                      <a:pt x="24252" y="15078"/>
                    </a:cubicBezTo>
                    <a:lnTo>
                      <a:pt x="24285" y="15078"/>
                    </a:lnTo>
                    <a:cubicBezTo>
                      <a:pt x="24299" y="15077"/>
                      <a:pt x="24313" y="15076"/>
                      <a:pt x="24327" y="15076"/>
                    </a:cubicBezTo>
                    <a:close/>
                    <a:moveTo>
                      <a:pt x="16244" y="18074"/>
                    </a:moveTo>
                    <a:cubicBezTo>
                      <a:pt x="16387" y="18074"/>
                      <a:pt x="16517" y="18169"/>
                      <a:pt x="16546" y="18314"/>
                    </a:cubicBezTo>
                    <a:cubicBezTo>
                      <a:pt x="16579" y="18448"/>
                      <a:pt x="16579" y="18548"/>
                      <a:pt x="16546" y="18681"/>
                    </a:cubicBezTo>
                    <a:cubicBezTo>
                      <a:pt x="16498" y="18851"/>
                      <a:pt x="16326" y="18968"/>
                      <a:pt x="16159" y="18968"/>
                    </a:cubicBezTo>
                    <a:cubicBezTo>
                      <a:pt x="16096" y="18968"/>
                      <a:pt x="16034" y="18951"/>
                      <a:pt x="15979" y="18915"/>
                    </a:cubicBezTo>
                    <a:cubicBezTo>
                      <a:pt x="15746" y="18781"/>
                      <a:pt x="15746" y="18514"/>
                      <a:pt x="15879" y="18314"/>
                    </a:cubicBezTo>
                    <a:cubicBezTo>
                      <a:pt x="15979" y="18214"/>
                      <a:pt x="16046" y="18147"/>
                      <a:pt x="16179" y="18081"/>
                    </a:cubicBezTo>
                    <a:cubicBezTo>
                      <a:pt x="16201" y="18076"/>
                      <a:pt x="16222" y="18074"/>
                      <a:pt x="16244" y="18074"/>
                    </a:cubicBezTo>
                    <a:close/>
                    <a:moveTo>
                      <a:pt x="8348" y="19112"/>
                    </a:moveTo>
                    <a:cubicBezTo>
                      <a:pt x="8597" y="19112"/>
                      <a:pt x="8807" y="19394"/>
                      <a:pt x="8807" y="19615"/>
                    </a:cubicBezTo>
                    <a:cubicBezTo>
                      <a:pt x="8807" y="19868"/>
                      <a:pt x="8597" y="20151"/>
                      <a:pt x="8348" y="20151"/>
                    </a:cubicBezTo>
                    <a:cubicBezTo>
                      <a:pt x="8334" y="20151"/>
                      <a:pt x="8321" y="20150"/>
                      <a:pt x="8307" y="20149"/>
                    </a:cubicBezTo>
                    <a:lnTo>
                      <a:pt x="8240" y="20149"/>
                    </a:lnTo>
                    <a:cubicBezTo>
                      <a:pt x="7606" y="20049"/>
                      <a:pt x="7606" y="19215"/>
                      <a:pt x="8240" y="19115"/>
                    </a:cubicBezTo>
                    <a:lnTo>
                      <a:pt x="8307" y="19115"/>
                    </a:lnTo>
                    <a:cubicBezTo>
                      <a:pt x="8321" y="19113"/>
                      <a:pt x="8334" y="19112"/>
                      <a:pt x="8348" y="19112"/>
                    </a:cubicBezTo>
                    <a:close/>
                    <a:moveTo>
                      <a:pt x="23052" y="19312"/>
                    </a:moveTo>
                    <a:cubicBezTo>
                      <a:pt x="23369" y="19312"/>
                      <a:pt x="23630" y="19719"/>
                      <a:pt x="23351" y="20049"/>
                    </a:cubicBezTo>
                    <a:cubicBezTo>
                      <a:pt x="23218" y="20182"/>
                      <a:pt x="23117" y="20349"/>
                      <a:pt x="22917" y="20416"/>
                    </a:cubicBezTo>
                    <a:cubicBezTo>
                      <a:pt x="22856" y="20428"/>
                      <a:pt x="22791" y="20436"/>
                      <a:pt x="22727" y="20436"/>
                    </a:cubicBezTo>
                    <a:cubicBezTo>
                      <a:pt x="22617" y="20436"/>
                      <a:pt x="22514" y="20412"/>
                      <a:pt x="22450" y="20349"/>
                    </a:cubicBezTo>
                    <a:cubicBezTo>
                      <a:pt x="22317" y="20249"/>
                      <a:pt x="22350" y="20015"/>
                      <a:pt x="22384" y="19882"/>
                    </a:cubicBezTo>
                    <a:cubicBezTo>
                      <a:pt x="22417" y="19682"/>
                      <a:pt x="22584" y="19548"/>
                      <a:pt x="22751" y="19448"/>
                    </a:cubicBezTo>
                    <a:cubicBezTo>
                      <a:pt x="22846" y="19352"/>
                      <a:pt x="22952" y="19312"/>
                      <a:pt x="23052" y="19312"/>
                    </a:cubicBezTo>
                    <a:close/>
                    <a:moveTo>
                      <a:pt x="27020" y="21583"/>
                    </a:moveTo>
                    <a:cubicBezTo>
                      <a:pt x="27854" y="21583"/>
                      <a:pt x="27854" y="22250"/>
                      <a:pt x="27020" y="22250"/>
                    </a:cubicBezTo>
                    <a:cubicBezTo>
                      <a:pt x="26587" y="22250"/>
                      <a:pt x="26587" y="21583"/>
                      <a:pt x="27020" y="21583"/>
                    </a:cubicBezTo>
                    <a:close/>
                    <a:moveTo>
                      <a:pt x="1972" y="14309"/>
                    </a:moveTo>
                    <a:cubicBezTo>
                      <a:pt x="1982" y="14309"/>
                      <a:pt x="1992" y="14309"/>
                      <a:pt x="2002" y="14311"/>
                    </a:cubicBezTo>
                    <a:cubicBezTo>
                      <a:pt x="3270" y="14478"/>
                      <a:pt x="3337" y="15612"/>
                      <a:pt x="3370" y="16713"/>
                    </a:cubicBezTo>
                    <a:cubicBezTo>
                      <a:pt x="3403" y="18581"/>
                      <a:pt x="3237" y="20449"/>
                      <a:pt x="2369" y="22117"/>
                    </a:cubicBezTo>
                    <a:cubicBezTo>
                      <a:pt x="2311" y="22234"/>
                      <a:pt x="2195" y="22287"/>
                      <a:pt x="2077" y="22287"/>
                    </a:cubicBezTo>
                    <a:cubicBezTo>
                      <a:pt x="1926" y="22287"/>
                      <a:pt x="1773" y="22200"/>
                      <a:pt x="1736" y="22050"/>
                    </a:cubicBezTo>
                    <a:cubicBezTo>
                      <a:pt x="1269" y="19748"/>
                      <a:pt x="1035" y="17380"/>
                      <a:pt x="1168" y="15045"/>
                    </a:cubicBezTo>
                    <a:cubicBezTo>
                      <a:pt x="1168" y="14912"/>
                      <a:pt x="1277" y="14845"/>
                      <a:pt x="1381" y="14845"/>
                    </a:cubicBezTo>
                    <a:cubicBezTo>
                      <a:pt x="1485" y="14845"/>
                      <a:pt x="1585" y="14912"/>
                      <a:pt x="1569" y="15045"/>
                    </a:cubicBezTo>
                    <a:cubicBezTo>
                      <a:pt x="1435" y="17113"/>
                      <a:pt x="1602" y="19048"/>
                      <a:pt x="2136" y="20983"/>
                    </a:cubicBezTo>
                    <a:cubicBezTo>
                      <a:pt x="2469" y="20115"/>
                      <a:pt x="2636" y="19181"/>
                      <a:pt x="2703" y="18214"/>
                    </a:cubicBezTo>
                    <a:cubicBezTo>
                      <a:pt x="2736" y="17413"/>
                      <a:pt x="3137" y="14912"/>
                      <a:pt x="1936" y="14611"/>
                    </a:cubicBezTo>
                    <a:cubicBezTo>
                      <a:pt x="1778" y="14580"/>
                      <a:pt x="1799" y="14309"/>
                      <a:pt x="1972" y="14309"/>
                    </a:cubicBezTo>
                    <a:close/>
                    <a:moveTo>
                      <a:pt x="20532" y="27863"/>
                    </a:moveTo>
                    <a:cubicBezTo>
                      <a:pt x="20591" y="27863"/>
                      <a:pt x="20649" y="27904"/>
                      <a:pt x="20649" y="27988"/>
                    </a:cubicBezTo>
                    <a:cubicBezTo>
                      <a:pt x="20749" y="31290"/>
                      <a:pt x="20649" y="34626"/>
                      <a:pt x="20582" y="37928"/>
                    </a:cubicBezTo>
                    <a:cubicBezTo>
                      <a:pt x="20516" y="41231"/>
                      <a:pt x="20616" y="44600"/>
                      <a:pt x="20215" y="47869"/>
                    </a:cubicBezTo>
                    <a:cubicBezTo>
                      <a:pt x="20198" y="48089"/>
                      <a:pt x="20034" y="48206"/>
                      <a:pt x="19873" y="48206"/>
                    </a:cubicBezTo>
                    <a:cubicBezTo>
                      <a:pt x="19718" y="48206"/>
                      <a:pt x="19565" y="48098"/>
                      <a:pt x="19548" y="47869"/>
                    </a:cubicBezTo>
                    <a:cubicBezTo>
                      <a:pt x="19381" y="44600"/>
                      <a:pt x="19715" y="41197"/>
                      <a:pt x="19848" y="37928"/>
                    </a:cubicBezTo>
                    <a:cubicBezTo>
                      <a:pt x="20015" y="34626"/>
                      <a:pt x="20115" y="31290"/>
                      <a:pt x="20416" y="27988"/>
                    </a:cubicBezTo>
                    <a:cubicBezTo>
                      <a:pt x="20416" y="27904"/>
                      <a:pt x="20474" y="27863"/>
                      <a:pt x="20532" y="27863"/>
                    </a:cubicBezTo>
                    <a:close/>
                    <a:moveTo>
                      <a:pt x="4100" y="24107"/>
                    </a:moveTo>
                    <a:cubicBezTo>
                      <a:pt x="4255" y="24107"/>
                      <a:pt x="4417" y="24301"/>
                      <a:pt x="4271" y="24418"/>
                    </a:cubicBezTo>
                    <a:cubicBezTo>
                      <a:pt x="2469" y="26053"/>
                      <a:pt x="2603" y="28488"/>
                      <a:pt x="2503" y="30723"/>
                    </a:cubicBezTo>
                    <a:cubicBezTo>
                      <a:pt x="2403" y="32858"/>
                      <a:pt x="2369" y="35026"/>
                      <a:pt x="2369" y="37161"/>
                    </a:cubicBezTo>
                    <a:cubicBezTo>
                      <a:pt x="2336" y="41698"/>
                      <a:pt x="2903" y="46267"/>
                      <a:pt x="2836" y="50804"/>
                    </a:cubicBezTo>
                    <a:cubicBezTo>
                      <a:pt x="2836" y="50990"/>
                      <a:pt x="2670" y="51104"/>
                      <a:pt x="2511" y="51104"/>
                    </a:cubicBezTo>
                    <a:cubicBezTo>
                      <a:pt x="2386" y="51104"/>
                      <a:pt x="2265" y="51033"/>
                      <a:pt x="2236" y="50871"/>
                    </a:cubicBezTo>
                    <a:cubicBezTo>
                      <a:pt x="1235" y="45700"/>
                      <a:pt x="1435" y="39996"/>
                      <a:pt x="1635" y="34726"/>
                    </a:cubicBezTo>
                    <a:cubicBezTo>
                      <a:pt x="1736" y="32324"/>
                      <a:pt x="1802" y="29856"/>
                      <a:pt x="2136" y="27454"/>
                    </a:cubicBezTo>
                    <a:cubicBezTo>
                      <a:pt x="2336" y="26120"/>
                      <a:pt x="2736" y="24752"/>
                      <a:pt x="4037" y="24118"/>
                    </a:cubicBezTo>
                    <a:cubicBezTo>
                      <a:pt x="4057" y="24110"/>
                      <a:pt x="4078" y="24107"/>
                      <a:pt x="4100" y="24107"/>
                    </a:cubicBezTo>
                    <a:close/>
                    <a:moveTo>
                      <a:pt x="30699" y="23669"/>
                    </a:moveTo>
                    <a:cubicBezTo>
                      <a:pt x="30805" y="23669"/>
                      <a:pt x="30912" y="23674"/>
                      <a:pt x="31023" y="23685"/>
                    </a:cubicBezTo>
                    <a:cubicBezTo>
                      <a:pt x="31157" y="23685"/>
                      <a:pt x="31223" y="23851"/>
                      <a:pt x="31190" y="23951"/>
                    </a:cubicBezTo>
                    <a:cubicBezTo>
                      <a:pt x="31790" y="24185"/>
                      <a:pt x="32124" y="24785"/>
                      <a:pt x="32324" y="25586"/>
                    </a:cubicBezTo>
                    <a:cubicBezTo>
                      <a:pt x="32858" y="27821"/>
                      <a:pt x="32491" y="30590"/>
                      <a:pt x="32457" y="32891"/>
                    </a:cubicBezTo>
                    <a:cubicBezTo>
                      <a:pt x="32357" y="38095"/>
                      <a:pt x="33225" y="43532"/>
                      <a:pt x="32658" y="48703"/>
                    </a:cubicBezTo>
                    <a:cubicBezTo>
                      <a:pt x="32638" y="48857"/>
                      <a:pt x="32484" y="48967"/>
                      <a:pt x="32352" y="48967"/>
                    </a:cubicBezTo>
                    <a:cubicBezTo>
                      <a:pt x="32256" y="48967"/>
                      <a:pt x="32171" y="48909"/>
                      <a:pt x="32157" y="48769"/>
                    </a:cubicBezTo>
                    <a:cubicBezTo>
                      <a:pt x="31624" y="45067"/>
                      <a:pt x="31924" y="41097"/>
                      <a:pt x="31890" y="37361"/>
                    </a:cubicBezTo>
                    <a:cubicBezTo>
                      <a:pt x="31890" y="35460"/>
                      <a:pt x="31790" y="33558"/>
                      <a:pt x="31724" y="31657"/>
                    </a:cubicBezTo>
                    <a:cubicBezTo>
                      <a:pt x="31624" y="29689"/>
                      <a:pt x="32291" y="25519"/>
                      <a:pt x="30389" y="24152"/>
                    </a:cubicBezTo>
                    <a:cubicBezTo>
                      <a:pt x="27687" y="25086"/>
                      <a:pt x="27954" y="28688"/>
                      <a:pt x="27921" y="31090"/>
                    </a:cubicBezTo>
                    <a:cubicBezTo>
                      <a:pt x="27888" y="33291"/>
                      <a:pt x="27854" y="35493"/>
                      <a:pt x="27821" y="37695"/>
                    </a:cubicBezTo>
                    <a:cubicBezTo>
                      <a:pt x="27754" y="40030"/>
                      <a:pt x="27721" y="42331"/>
                      <a:pt x="27687" y="44666"/>
                    </a:cubicBezTo>
                    <a:cubicBezTo>
                      <a:pt x="27654" y="46067"/>
                      <a:pt x="27487" y="47568"/>
                      <a:pt x="27888" y="48936"/>
                    </a:cubicBezTo>
                    <a:cubicBezTo>
                      <a:pt x="28232" y="50106"/>
                      <a:pt x="29318" y="51071"/>
                      <a:pt x="30440" y="51071"/>
                    </a:cubicBezTo>
                    <a:cubicBezTo>
                      <a:pt x="30949" y="51071"/>
                      <a:pt x="31466" y="50872"/>
                      <a:pt x="31924" y="50404"/>
                    </a:cubicBezTo>
                    <a:cubicBezTo>
                      <a:pt x="31980" y="50339"/>
                      <a:pt x="32050" y="50312"/>
                      <a:pt x="32121" y="50312"/>
                    </a:cubicBezTo>
                    <a:cubicBezTo>
                      <a:pt x="32344" y="50312"/>
                      <a:pt x="32576" y="50584"/>
                      <a:pt x="32424" y="50837"/>
                    </a:cubicBezTo>
                    <a:cubicBezTo>
                      <a:pt x="31927" y="51630"/>
                      <a:pt x="31168" y="51981"/>
                      <a:pt x="30382" y="51981"/>
                    </a:cubicBezTo>
                    <a:cubicBezTo>
                      <a:pt x="29481" y="51981"/>
                      <a:pt x="28544" y="51521"/>
                      <a:pt x="27921" y="50737"/>
                    </a:cubicBezTo>
                    <a:cubicBezTo>
                      <a:pt x="25953" y="48269"/>
                      <a:pt x="26887" y="43866"/>
                      <a:pt x="26954" y="40964"/>
                    </a:cubicBezTo>
                    <a:cubicBezTo>
                      <a:pt x="27054" y="36661"/>
                      <a:pt x="26820" y="32257"/>
                      <a:pt x="27287" y="27954"/>
                    </a:cubicBezTo>
                    <a:cubicBezTo>
                      <a:pt x="27478" y="25948"/>
                      <a:pt x="28490" y="23669"/>
                      <a:pt x="30699" y="23669"/>
                    </a:cubicBezTo>
                    <a:close/>
                    <a:moveTo>
                      <a:pt x="23220" y="23525"/>
                    </a:moveTo>
                    <a:cubicBezTo>
                      <a:pt x="24026" y="23525"/>
                      <a:pt x="24843" y="23887"/>
                      <a:pt x="25419" y="24685"/>
                    </a:cubicBezTo>
                    <a:cubicBezTo>
                      <a:pt x="26420" y="26086"/>
                      <a:pt x="26186" y="28154"/>
                      <a:pt x="26186" y="29789"/>
                    </a:cubicBezTo>
                    <a:cubicBezTo>
                      <a:pt x="26153" y="32324"/>
                      <a:pt x="26153" y="34859"/>
                      <a:pt x="26086" y="37394"/>
                    </a:cubicBezTo>
                    <a:cubicBezTo>
                      <a:pt x="25986" y="40096"/>
                      <a:pt x="25853" y="42765"/>
                      <a:pt x="25553" y="45400"/>
                    </a:cubicBezTo>
                    <a:cubicBezTo>
                      <a:pt x="25352" y="47335"/>
                      <a:pt x="25319" y="49703"/>
                      <a:pt x="24485" y="51438"/>
                    </a:cubicBezTo>
                    <a:cubicBezTo>
                      <a:pt x="23959" y="52567"/>
                      <a:pt x="23255" y="53015"/>
                      <a:pt x="22525" y="53015"/>
                    </a:cubicBezTo>
                    <a:cubicBezTo>
                      <a:pt x="21358" y="53015"/>
                      <a:pt x="20125" y="51871"/>
                      <a:pt x="19448" y="50537"/>
                    </a:cubicBezTo>
                    <a:cubicBezTo>
                      <a:pt x="19333" y="50283"/>
                      <a:pt x="19538" y="50044"/>
                      <a:pt x="19752" y="50044"/>
                    </a:cubicBezTo>
                    <a:cubicBezTo>
                      <a:pt x="19847" y="50044"/>
                      <a:pt x="19944" y="50091"/>
                      <a:pt x="20015" y="50204"/>
                    </a:cubicBezTo>
                    <a:cubicBezTo>
                      <a:pt x="20466" y="50912"/>
                      <a:pt x="21220" y="52158"/>
                      <a:pt x="22154" y="52158"/>
                    </a:cubicBezTo>
                    <a:cubicBezTo>
                      <a:pt x="22672" y="52158"/>
                      <a:pt x="23244" y="51775"/>
                      <a:pt x="23851" y="50704"/>
                    </a:cubicBezTo>
                    <a:cubicBezTo>
                      <a:pt x="24018" y="50437"/>
                      <a:pt x="24051" y="49970"/>
                      <a:pt x="24118" y="49670"/>
                    </a:cubicBezTo>
                    <a:cubicBezTo>
                      <a:pt x="24385" y="48269"/>
                      <a:pt x="24552" y="46835"/>
                      <a:pt x="24719" y="45400"/>
                    </a:cubicBezTo>
                    <a:cubicBezTo>
                      <a:pt x="24985" y="43032"/>
                      <a:pt x="25119" y="40630"/>
                      <a:pt x="25219" y="38228"/>
                    </a:cubicBezTo>
                    <a:cubicBezTo>
                      <a:pt x="25319" y="35660"/>
                      <a:pt x="25319" y="33125"/>
                      <a:pt x="25319" y="30590"/>
                    </a:cubicBezTo>
                    <a:cubicBezTo>
                      <a:pt x="25319" y="29489"/>
                      <a:pt x="25386" y="28388"/>
                      <a:pt x="25319" y="27321"/>
                    </a:cubicBezTo>
                    <a:cubicBezTo>
                      <a:pt x="25252" y="26587"/>
                      <a:pt x="25186" y="26020"/>
                      <a:pt x="24785" y="25386"/>
                    </a:cubicBezTo>
                    <a:cubicBezTo>
                      <a:pt x="24337" y="24629"/>
                      <a:pt x="23687" y="24296"/>
                      <a:pt x="23038" y="24296"/>
                    </a:cubicBezTo>
                    <a:cubicBezTo>
                      <a:pt x="22144" y="24296"/>
                      <a:pt x="21250" y="24928"/>
                      <a:pt x="20883" y="25953"/>
                    </a:cubicBezTo>
                    <a:cubicBezTo>
                      <a:pt x="20855" y="26062"/>
                      <a:pt x="20772" y="26110"/>
                      <a:pt x="20688" y="26110"/>
                    </a:cubicBezTo>
                    <a:cubicBezTo>
                      <a:pt x="20566" y="26110"/>
                      <a:pt x="20443" y="26010"/>
                      <a:pt x="20482" y="25853"/>
                    </a:cubicBezTo>
                    <a:cubicBezTo>
                      <a:pt x="20746" y="24393"/>
                      <a:pt x="21970" y="23525"/>
                      <a:pt x="23220" y="23525"/>
                    </a:cubicBezTo>
                    <a:close/>
                    <a:moveTo>
                      <a:pt x="14511" y="24318"/>
                    </a:moveTo>
                    <a:cubicBezTo>
                      <a:pt x="16546" y="24318"/>
                      <a:pt x="17580" y="25953"/>
                      <a:pt x="17847" y="27788"/>
                    </a:cubicBezTo>
                    <a:cubicBezTo>
                      <a:pt x="18347" y="30990"/>
                      <a:pt x="17814" y="34559"/>
                      <a:pt x="17747" y="37795"/>
                    </a:cubicBezTo>
                    <a:cubicBezTo>
                      <a:pt x="17680" y="41497"/>
                      <a:pt x="17647" y="45233"/>
                      <a:pt x="17547" y="48936"/>
                    </a:cubicBezTo>
                    <a:cubicBezTo>
                      <a:pt x="17513" y="50470"/>
                      <a:pt x="17547" y="52572"/>
                      <a:pt x="15746" y="53072"/>
                    </a:cubicBezTo>
                    <a:cubicBezTo>
                      <a:pt x="15714" y="53080"/>
                      <a:pt x="15683" y="53084"/>
                      <a:pt x="15653" y="53084"/>
                    </a:cubicBezTo>
                    <a:cubicBezTo>
                      <a:pt x="15312" y="53084"/>
                      <a:pt x="15141" y="52589"/>
                      <a:pt x="15479" y="52405"/>
                    </a:cubicBezTo>
                    <a:cubicBezTo>
                      <a:pt x="17480" y="51338"/>
                      <a:pt x="16780" y="47101"/>
                      <a:pt x="16813" y="45233"/>
                    </a:cubicBezTo>
                    <a:cubicBezTo>
                      <a:pt x="16880" y="43032"/>
                      <a:pt x="16946" y="40830"/>
                      <a:pt x="16980" y="38629"/>
                    </a:cubicBezTo>
                    <a:cubicBezTo>
                      <a:pt x="17046" y="36294"/>
                      <a:pt x="17113" y="33925"/>
                      <a:pt x="17180" y="31590"/>
                    </a:cubicBezTo>
                    <a:cubicBezTo>
                      <a:pt x="17247" y="29155"/>
                      <a:pt x="17680" y="25319"/>
                      <a:pt x="14478" y="24719"/>
                    </a:cubicBezTo>
                    <a:cubicBezTo>
                      <a:pt x="14244" y="24685"/>
                      <a:pt x="14311" y="24318"/>
                      <a:pt x="14511" y="24318"/>
                    </a:cubicBezTo>
                    <a:close/>
                    <a:moveTo>
                      <a:pt x="13513" y="24516"/>
                    </a:moveTo>
                    <a:cubicBezTo>
                      <a:pt x="13717" y="24516"/>
                      <a:pt x="13767" y="24789"/>
                      <a:pt x="13577" y="24852"/>
                    </a:cubicBezTo>
                    <a:cubicBezTo>
                      <a:pt x="10508" y="26053"/>
                      <a:pt x="11342" y="30189"/>
                      <a:pt x="11342" y="32758"/>
                    </a:cubicBezTo>
                    <a:cubicBezTo>
                      <a:pt x="11342" y="34926"/>
                      <a:pt x="11342" y="37094"/>
                      <a:pt x="11342" y="39262"/>
                    </a:cubicBezTo>
                    <a:cubicBezTo>
                      <a:pt x="11342" y="41431"/>
                      <a:pt x="11342" y="43599"/>
                      <a:pt x="11309" y="45767"/>
                    </a:cubicBezTo>
                    <a:cubicBezTo>
                      <a:pt x="11309" y="47178"/>
                      <a:pt x="10769" y="52586"/>
                      <a:pt x="13042" y="52586"/>
                    </a:cubicBezTo>
                    <a:cubicBezTo>
                      <a:pt x="13295" y="52586"/>
                      <a:pt x="13583" y="52519"/>
                      <a:pt x="13911" y="52372"/>
                    </a:cubicBezTo>
                    <a:cubicBezTo>
                      <a:pt x="13962" y="52349"/>
                      <a:pt x="14011" y="52338"/>
                      <a:pt x="14058" y="52338"/>
                    </a:cubicBezTo>
                    <a:cubicBezTo>
                      <a:pt x="14349" y="52338"/>
                      <a:pt x="14532" y="52738"/>
                      <a:pt x="14244" y="52939"/>
                    </a:cubicBezTo>
                    <a:cubicBezTo>
                      <a:pt x="13859" y="53187"/>
                      <a:pt x="13471" y="53297"/>
                      <a:pt x="13100" y="53297"/>
                    </a:cubicBezTo>
                    <a:cubicBezTo>
                      <a:pt x="12026" y="53297"/>
                      <a:pt x="11089" y="52378"/>
                      <a:pt x="10742" y="51238"/>
                    </a:cubicBezTo>
                    <a:cubicBezTo>
                      <a:pt x="10342" y="49903"/>
                      <a:pt x="10542" y="48369"/>
                      <a:pt x="10542" y="47001"/>
                    </a:cubicBezTo>
                    <a:cubicBezTo>
                      <a:pt x="10542" y="45100"/>
                      <a:pt x="10575" y="43199"/>
                      <a:pt x="10575" y="41297"/>
                    </a:cubicBezTo>
                    <a:cubicBezTo>
                      <a:pt x="10575" y="37361"/>
                      <a:pt x="10542" y="33425"/>
                      <a:pt x="10675" y="29522"/>
                    </a:cubicBezTo>
                    <a:cubicBezTo>
                      <a:pt x="10742" y="27487"/>
                      <a:pt x="11009" y="24852"/>
                      <a:pt x="13477" y="24519"/>
                    </a:cubicBezTo>
                    <a:cubicBezTo>
                      <a:pt x="13489" y="24517"/>
                      <a:pt x="13501" y="24516"/>
                      <a:pt x="13513" y="24516"/>
                    </a:cubicBezTo>
                    <a:close/>
                    <a:moveTo>
                      <a:pt x="5424" y="23423"/>
                    </a:moveTo>
                    <a:cubicBezTo>
                      <a:pt x="8043" y="23423"/>
                      <a:pt x="8876" y="26598"/>
                      <a:pt x="8907" y="28855"/>
                    </a:cubicBezTo>
                    <a:cubicBezTo>
                      <a:pt x="8974" y="33658"/>
                      <a:pt x="8807" y="38462"/>
                      <a:pt x="8674" y="43265"/>
                    </a:cubicBezTo>
                    <a:cubicBezTo>
                      <a:pt x="8640" y="45634"/>
                      <a:pt x="8741" y="48102"/>
                      <a:pt x="8474" y="50470"/>
                    </a:cubicBezTo>
                    <a:cubicBezTo>
                      <a:pt x="8307" y="51638"/>
                      <a:pt x="7973" y="52839"/>
                      <a:pt x="7039" y="53606"/>
                    </a:cubicBezTo>
                    <a:cubicBezTo>
                      <a:pt x="6542" y="54046"/>
                      <a:pt x="5872" y="54261"/>
                      <a:pt x="5227" y="54261"/>
                    </a:cubicBezTo>
                    <a:cubicBezTo>
                      <a:pt x="4012" y="54261"/>
                      <a:pt x="2887" y="53498"/>
                      <a:pt x="3170" y="52038"/>
                    </a:cubicBezTo>
                    <a:cubicBezTo>
                      <a:pt x="3186" y="51926"/>
                      <a:pt x="3271" y="51875"/>
                      <a:pt x="3363" y="51875"/>
                    </a:cubicBezTo>
                    <a:cubicBezTo>
                      <a:pt x="3462" y="51875"/>
                      <a:pt x="3569" y="51934"/>
                      <a:pt x="3604" y="52038"/>
                    </a:cubicBezTo>
                    <a:cubicBezTo>
                      <a:pt x="4323" y="52914"/>
                      <a:pt x="4964" y="53358"/>
                      <a:pt x="5518" y="53358"/>
                    </a:cubicBezTo>
                    <a:cubicBezTo>
                      <a:pt x="5914" y="53358"/>
                      <a:pt x="6266" y="53131"/>
                      <a:pt x="6572" y="52672"/>
                    </a:cubicBezTo>
                    <a:cubicBezTo>
                      <a:pt x="7006" y="52338"/>
                      <a:pt x="7306" y="51838"/>
                      <a:pt x="7406" y="51271"/>
                    </a:cubicBezTo>
                    <a:cubicBezTo>
                      <a:pt x="7540" y="50704"/>
                      <a:pt x="7573" y="50104"/>
                      <a:pt x="7606" y="49536"/>
                    </a:cubicBezTo>
                    <a:cubicBezTo>
                      <a:pt x="7673" y="48402"/>
                      <a:pt x="7673" y="47235"/>
                      <a:pt x="7706" y="46101"/>
                    </a:cubicBezTo>
                    <a:cubicBezTo>
                      <a:pt x="7740" y="43666"/>
                      <a:pt x="7807" y="41231"/>
                      <a:pt x="7873" y="38829"/>
                    </a:cubicBezTo>
                    <a:cubicBezTo>
                      <a:pt x="7940" y="36260"/>
                      <a:pt x="8040" y="33692"/>
                      <a:pt x="8107" y="31123"/>
                    </a:cubicBezTo>
                    <a:cubicBezTo>
                      <a:pt x="8206" y="28581"/>
                      <a:pt x="8730" y="23883"/>
                      <a:pt x="4925" y="23883"/>
                    </a:cubicBezTo>
                    <a:cubicBezTo>
                      <a:pt x="4885" y="23883"/>
                      <a:pt x="4845" y="23884"/>
                      <a:pt x="4804" y="23885"/>
                    </a:cubicBezTo>
                    <a:cubicBezTo>
                      <a:pt x="4604" y="23885"/>
                      <a:pt x="4538" y="23551"/>
                      <a:pt x="4771" y="23484"/>
                    </a:cubicBezTo>
                    <a:cubicBezTo>
                      <a:pt x="5000" y="23443"/>
                      <a:pt x="5218" y="23423"/>
                      <a:pt x="5424" y="23423"/>
                    </a:cubicBezTo>
                    <a:close/>
                    <a:moveTo>
                      <a:pt x="18881" y="53272"/>
                    </a:moveTo>
                    <a:cubicBezTo>
                      <a:pt x="19148" y="53272"/>
                      <a:pt x="19281" y="53473"/>
                      <a:pt x="19482" y="53639"/>
                    </a:cubicBezTo>
                    <a:cubicBezTo>
                      <a:pt x="19763" y="53921"/>
                      <a:pt x="19476" y="54339"/>
                      <a:pt x="19176" y="54339"/>
                    </a:cubicBezTo>
                    <a:cubicBezTo>
                      <a:pt x="19085" y="54339"/>
                      <a:pt x="18992" y="54300"/>
                      <a:pt x="18914" y="54206"/>
                    </a:cubicBezTo>
                    <a:cubicBezTo>
                      <a:pt x="18748" y="54040"/>
                      <a:pt x="18514" y="53873"/>
                      <a:pt x="18548" y="53606"/>
                    </a:cubicBezTo>
                    <a:cubicBezTo>
                      <a:pt x="18548" y="53406"/>
                      <a:pt x="18681" y="53272"/>
                      <a:pt x="18881" y="53272"/>
                    </a:cubicBezTo>
                    <a:close/>
                    <a:moveTo>
                      <a:pt x="33025" y="55241"/>
                    </a:moveTo>
                    <a:cubicBezTo>
                      <a:pt x="33158" y="55241"/>
                      <a:pt x="33291" y="55274"/>
                      <a:pt x="33325" y="55407"/>
                    </a:cubicBezTo>
                    <a:cubicBezTo>
                      <a:pt x="33325" y="55474"/>
                      <a:pt x="33325" y="55507"/>
                      <a:pt x="33325" y="55541"/>
                    </a:cubicBezTo>
                    <a:cubicBezTo>
                      <a:pt x="33291" y="55708"/>
                      <a:pt x="33158" y="55741"/>
                      <a:pt x="33025" y="55741"/>
                    </a:cubicBezTo>
                    <a:cubicBezTo>
                      <a:pt x="32958" y="55708"/>
                      <a:pt x="32924" y="55708"/>
                      <a:pt x="32891" y="55708"/>
                    </a:cubicBezTo>
                    <a:cubicBezTo>
                      <a:pt x="32691" y="55607"/>
                      <a:pt x="32691" y="55341"/>
                      <a:pt x="32891" y="55274"/>
                    </a:cubicBezTo>
                    <a:cubicBezTo>
                      <a:pt x="32924" y="55274"/>
                      <a:pt x="32958" y="55241"/>
                      <a:pt x="33025" y="55241"/>
                    </a:cubicBezTo>
                    <a:close/>
                    <a:moveTo>
                      <a:pt x="2136" y="55774"/>
                    </a:moveTo>
                    <a:cubicBezTo>
                      <a:pt x="6939" y="56241"/>
                      <a:pt x="11676" y="56975"/>
                      <a:pt x="16479" y="56975"/>
                    </a:cubicBezTo>
                    <a:cubicBezTo>
                      <a:pt x="21316" y="56975"/>
                      <a:pt x="26053" y="56241"/>
                      <a:pt x="30856" y="55841"/>
                    </a:cubicBezTo>
                    <a:cubicBezTo>
                      <a:pt x="31090" y="55841"/>
                      <a:pt x="31123" y="56208"/>
                      <a:pt x="30890" y="56275"/>
                    </a:cubicBezTo>
                    <a:cubicBezTo>
                      <a:pt x="26555" y="57667"/>
                      <a:pt x="21801" y="57978"/>
                      <a:pt x="17224" y="57978"/>
                    </a:cubicBezTo>
                    <a:cubicBezTo>
                      <a:pt x="16975" y="57978"/>
                      <a:pt x="16727" y="57978"/>
                      <a:pt x="16479" y="57976"/>
                    </a:cubicBezTo>
                    <a:cubicBezTo>
                      <a:pt x="11676" y="57976"/>
                      <a:pt x="6672" y="57576"/>
                      <a:pt x="2102" y="56074"/>
                    </a:cubicBezTo>
                    <a:cubicBezTo>
                      <a:pt x="1969" y="56008"/>
                      <a:pt x="1969" y="55774"/>
                      <a:pt x="2136" y="55774"/>
                    </a:cubicBezTo>
                    <a:close/>
                    <a:moveTo>
                      <a:pt x="3303" y="1"/>
                    </a:moveTo>
                    <a:cubicBezTo>
                      <a:pt x="2845" y="479"/>
                      <a:pt x="2138" y="707"/>
                      <a:pt x="1415" y="707"/>
                    </a:cubicBezTo>
                    <a:cubicBezTo>
                      <a:pt x="927" y="707"/>
                      <a:pt x="431" y="603"/>
                      <a:pt x="1" y="401"/>
                    </a:cubicBezTo>
                    <a:lnTo>
                      <a:pt x="1" y="401"/>
                    </a:lnTo>
                    <a:cubicBezTo>
                      <a:pt x="401" y="5338"/>
                      <a:pt x="168" y="10375"/>
                      <a:pt x="168" y="15312"/>
                    </a:cubicBezTo>
                    <a:cubicBezTo>
                      <a:pt x="168" y="20149"/>
                      <a:pt x="168" y="24952"/>
                      <a:pt x="101" y="29789"/>
                    </a:cubicBezTo>
                    <a:cubicBezTo>
                      <a:pt x="68" y="34759"/>
                      <a:pt x="101" y="39696"/>
                      <a:pt x="101" y="44666"/>
                    </a:cubicBezTo>
                    <a:cubicBezTo>
                      <a:pt x="101" y="49570"/>
                      <a:pt x="335" y="54540"/>
                      <a:pt x="34" y="59444"/>
                    </a:cubicBezTo>
                    <a:cubicBezTo>
                      <a:pt x="68" y="59544"/>
                      <a:pt x="101" y="59644"/>
                      <a:pt x="168" y="59710"/>
                    </a:cubicBezTo>
                    <a:cubicBezTo>
                      <a:pt x="301" y="59944"/>
                      <a:pt x="535" y="60077"/>
                      <a:pt x="635" y="60311"/>
                    </a:cubicBezTo>
                    <a:cubicBezTo>
                      <a:pt x="2670" y="61578"/>
                      <a:pt x="5905" y="61278"/>
                      <a:pt x="8107" y="61412"/>
                    </a:cubicBezTo>
                    <a:cubicBezTo>
                      <a:pt x="10909" y="61545"/>
                      <a:pt x="13677" y="61712"/>
                      <a:pt x="16446" y="61779"/>
                    </a:cubicBezTo>
                    <a:cubicBezTo>
                      <a:pt x="17068" y="61786"/>
                      <a:pt x="17691" y="61790"/>
                      <a:pt x="18313" y="61790"/>
                    </a:cubicBezTo>
                    <a:cubicBezTo>
                      <a:pt x="20459" y="61790"/>
                      <a:pt x="22606" y="61741"/>
                      <a:pt x="24752" y="61612"/>
                    </a:cubicBezTo>
                    <a:cubicBezTo>
                      <a:pt x="27120" y="61445"/>
                      <a:pt x="33725" y="61712"/>
                      <a:pt x="34192" y="58476"/>
                    </a:cubicBezTo>
                    <a:cubicBezTo>
                      <a:pt x="34192" y="58276"/>
                      <a:pt x="34325" y="58143"/>
                      <a:pt x="34492" y="58109"/>
                    </a:cubicBezTo>
                    <a:cubicBezTo>
                      <a:pt x="34092" y="53373"/>
                      <a:pt x="34426" y="48436"/>
                      <a:pt x="34459" y="43666"/>
                    </a:cubicBezTo>
                    <a:cubicBezTo>
                      <a:pt x="34459" y="38862"/>
                      <a:pt x="34459" y="34025"/>
                      <a:pt x="34459" y="29222"/>
                    </a:cubicBezTo>
                    <a:cubicBezTo>
                      <a:pt x="34459" y="24285"/>
                      <a:pt x="34459" y="19315"/>
                      <a:pt x="34492" y="14378"/>
                    </a:cubicBezTo>
                    <a:cubicBezTo>
                      <a:pt x="34492" y="10075"/>
                      <a:pt x="33992" y="5372"/>
                      <a:pt x="34626" y="1102"/>
                    </a:cubicBezTo>
                    <a:cubicBezTo>
                      <a:pt x="34302" y="347"/>
                      <a:pt x="33389" y="173"/>
                      <a:pt x="32407" y="173"/>
                    </a:cubicBezTo>
                    <a:cubicBezTo>
                      <a:pt x="31565" y="173"/>
                      <a:pt x="30672" y="301"/>
                      <a:pt x="30056" y="301"/>
                    </a:cubicBezTo>
                    <a:cubicBezTo>
                      <a:pt x="28288" y="268"/>
                      <a:pt x="26487" y="368"/>
                      <a:pt x="24719" y="34"/>
                    </a:cubicBezTo>
                    <a:cubicBezTo>
                      <a:pt x="23455" y="564"/>
                      <a:pt x="22042" y="882"/>
                      <a:pt x="20693" y="882"/>
                    </a:cubicBezTo>
                    <a:cubicBezTo>
                      <a:pt x="19833" y="882"/>
                      <a:pt x="19000" y="753"/>
                      <a:pt x="18247" y="468"/>
                    </a:cubicBezTo>
                    <a:cubicBezTo>
                      <a:pt x="17720" y="2314"/>
                      <a:pt x="15987" y="3704"/>
                      <a:pt x="13789" y="3704"/>
                    </a:cubicBezTo>
                    <a:cubicBezTo>
                      <a:pt x="13763" y="3704"/>
                      <a:pt x="13737" y="3704"/>
                      <a:pt x="13711" y="3704"/>
                    </a:cubicBezTo>
                    <a:cubicBezTo>
                      <a:pt x="13524" y="5637"/>
                      <a:pt x="11996" y="7365"/>
                      <a:pt x="9973" y="7365"/>
                    </a:cubicBezTo>
                    <a:cubicBezTo>
                      <a:pt x="9831" y="7365"/>
                      <a:pt x="9687" y="7357"/>
                      <a:pt x="9541" y="7340"/>
                    </a:cubicBezTo>
                    <a:cubicBezTo>
                      <a:pt x="7473" y="7073"/>
                      <a:pt x="6239" y="5205"/>
                      <a:pt x="6272" y="3270"/>
                    </a:cubicBezTo>
                    <a:lnTo>
                      <a:pt x="6272" y="3270"/>
                    </a:lnTo>
                    <a:cubicBezTo>
                      <a:pt x="6085" y="3308"/>
                      <a:pt x="5907" y="3326"/>
                      <a:pt x="5738" y="3326"/>
                    </a:cubicBezTo>
                    <a:cubicBezTo>
                      <a:pt x="4140" y="3326"/>
                      <a:pt x="3394" y="1691"/>
                      <a:pt x="33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8" name="Google Shape;12368;p37"/>
              <p:cNvSpPr/>
              <p:nvPr/>
            </p:nvSpPr>
            <p:spPr>
              <a:xfrm>
                <a:off x="4748550" y="1010475"/>
                <a:ext cx="562100" cy="1540450"/>
              </a:xfrm>
              <a:custGeom>
                <a:rect b="b" l="l" r="r" t="t"/>
                <a:pathLst>
                  <a:path extrusionOk="0" h="61618" w="22484">
                    <a:moveTo>
                      <a:pt x="20883" y="55068"/>
                    </a:moveTo>
                    <a:cubicBezTo>
                      <a:pt x="21016" y="55068"/>
                      <a:pt x="21149" y="55101"/>
                      <a:pt x="21183" y="55234"/>
                    </a:cubicBezTo>
                    <a:cubicBezTo>
                      <a:pt x="21183" y="55301"/>
                      <a:pt x="21183" y="55334"/>
                      <a:pt x="21183" y="55368"/>
                    </a:cubicBezTo>
                    <a:cubicBezTo>
                      <a:pt x="21149" y="55535"/>
                      <a:pt x="21016" y="55568"/>
                      <a:pt x="20883" y="55568"/>
                    </a:cubicBezTo>
                    <a:cubicBezTo>
                      <a:pt x="20816" y="55535"/>
                      <a:pt x="20782" y="55535"/>
                      <a:pt x="20749" y="55535"/>
                    </a:cubicBezTo>
                    <a:cubicBezTo>
                      <a:pt x="20549" y="55434"/>
                      <a:pt x="20549" y="55168"/>
                      <a:pt x="20749" y="55101"/>
                    </a:cubicBezTo>
                    <a:cubicBezTo>
                      <a:pt x="20782" y="55101"/>
                      <a:pt x="20816" y="55068"/>
                      <a:pt x="20883" y="55068"/>
                    </a:cubicBezTo>
                    <a:close/>
                    <a:moveTo>
                      <a:pt x="20265" y="0"/>
                    </a:moveTo>
                    <a:cubicBezTo>
                      <a:pt x="19423" y="0"/>
                      <a:pt x="18530" y="128"/>
                      <a:pt x="17914" y="128"/>
                    </a:cubicBezTo>
                    <a:lnTo>
                      <a:pt x="17380" y="128"/>
                    </a:lnTo>
                    <a:cubicBezTo>
                      <a:pt x="18314" y="2730"/>
                      <a:pt x="18848" y="5432"/>
                      <a:pt x="19181" y="8167"/>
                    </a:cubicBezTo>
                    <a:cubicBezTo>
                      <a:pt x="19782" y="8201"/>
                      <a:pt x="20416" y="8267"/>
                      <a:pt x="21016" y="8334"/>
                    </a:cubicBezTo>
                    <a:cubicBezTo>
                      <a:pt x="21383" y="8367"/>
                      <a:pt x="21383" y="8868"/>
                      <a:pt x="21016" y="8901"/>
                    </a:cubicBezTo>
                    <a:cubicBezTo>
                      <a:pt x="20449" y="8968"/>
                      <a:pt x="19848" y="9001"/>
                      <a:pt x="19281" y="9068"/>
                    </a:cubicBezTo>
                    <a:cubicBezTo>
                      <a:pt x="19615" y="12470"/>
                      <a:pt x="19682" y="15873"/>
                      <a:pt x="19782" y="19275"/>
                    </a:cubicBezTo>
                    <a:cubicBezTo>
                      <a:pt x="19848" y="21243"/>
                      <a:pt x="19982" y="23211"/>
                      <a:pt x="20115" y="25146"/>
                    </a:cubicBezTo>
                    <a:cubicBezTo>
                      <a:pt x="20149" y="25246"/>
                      <a:pt x="20149" y="25313"/>
                      <a:pt x="20182" y="25413"/>
                    </a:cubicBezTo>
                    <a:cubicBezTo>
                      <a:pt x="20516" y="26847"/>
                      <a:pt x="20482" y="28515"/>
                      <a:pt x="20416" y="30150"/>
                    </a:cubicBezTo>
                    <a:cubicBezTo>
                      <a:pt x="20549" y="33018"/>
                      <a:pt x="20649" y="35920"/>
                      <a:pt x="20482" y="38823"/>
                    </a:cubicBezTo>
                    <a:cubicBezTo>
                      <a:pt x="20682" y="42092"/>
                      <a:pt x="20849" y="45361"/>
                      <a:pt x="20516" y="48530"/>
                    </a:cubicBezTo>
                    <a:cubicBezTo>
                      <a:pt x="20496" y="48684"/>
                      <a:pt x="20342" y="48794"/>
                      <a:pt x="20210" y="48794"/>
                    </a:cubicBezTo>
                    <a:cubicBezTo>
                      <a:pt x="20114" y="48794"/>
                      <a:pt x="20029" y="48736"/>
                      <a:pt x="20015" y="48596"/>
                    </a:cubicBezTo>
                    <a:cubicBezTo>
                      <a:pt x="19848" y="47495"/>
                      <a:pt x="19782" y="46361"/>
                      <a:pt x="19715" y="45194"/>
                    </a:cubicBezTo>
                    <a:cubicBezTo>
                      <a:pt x="19482" y="46528"/>
                      <a:pt x="19148" y="47796"/>
                      <a:pt x="18714" y="49097"/>
                    </a:cubicBezTo>
                    <a:cubicBezTo>
                      <a:pt x="18514" y="49697"/>
                      <a:pt x="18281" y="50297"/>
                      <a:pt x="18047" y="50898"/>
                    </a:cubicBezTo>
                    <a:cubicBezTo>
                      <a:pt x="18129" y="50907"/>
                      <a:pt x="18211" y="50912"/>
                      <a:pt x="18292" y="50912"/>
                    </a:cubicBezTo>
                    <a:cubicBezTo>
                      <a:pt x="18810" y="50912"/>
                      <a:pt x="19321" y="50721"/>
                      <a:pt x="19782" y="50231"/>
                    </a:cubicBezTo>
                    <a:cubicBezTo>
                      <a:pt x="19838" y="50166"/>
                      <a:pt x="19908" y="50139"/>
                      <a:pt x="19979" y="50139"/>
                    </a:cubicBezTo>
                    <a:cubicBezTo>
                      <a:pt x="20202" y="50139"/>
                      <a:pt x="20434" y="50411"/>
                      <a:pt x="20282" y="50664"/>
                    </a:cubicBezTo>
                    <a:cubicBezTo>
                      <a:pt x="19798" y="51444"/>
                      <a:pt x="19032" y="51791"/>
                      <a:pt x="18246" y="51791"/>
                    </a:cubicBezTo>
                    <a:cubicBezTo>
                      <a:pt x="18058" y="51791"/>
                      <a:pt x="17868" y="51771"/>
                      <a:pt x="17680" y="51732"/>
                    </a:cubicBezTo>
                    <a:cubicBezTo>
                      <a:pt x="17013" y="53166"/>
                      <a:pt x="16179" y="54500"/>
                      <a:pt x="15045" y="55601"/>
                    </a:cubicBezTo>
                    <a:cubicBezTo>
                      <a:pt x="14878" y="55768"/>
                      <a:pt x="14678" y="55935"/>
                      <a:pt x="14478" y="56068"/>
                    </a:cubicBezTo>
                    <a:cubicBezTo>
                      <a:pt x="15879" y="55935"/>
                      <a:pt x="17313" y="55801"/>
                      <a:pt x="18714" y="55668"/>
                    </a:cubicBezTo>
                    <a:cubicBezTo>
                      <a:pt x="18948" y="55668"/>
                      <a:pt x="18981" y="56035"/>
                      <a:pt x="18748" y="56102"/>
                    </a:cubicBezTo>
                    <a:cubicBezTo>
                      <a:pt x="16780" y="56735"/>
                      <a:pt x="14678" y="57169"/>
                      <a:pt x="12577" y="57403"/>
                    </a:cubicBezTo>
                    <a:cubicBezTo>
                      <a:pt x="10942" y="58337"/>
                      <a:pt x="9107" y="59004"/>
                      <a:pt x="7340" y="59537"/>
                    </a:cubicBezTo>
                    <a:cubicBezTo>
                      <a:pt x="5005" y="60271"/>
                      <a:pt x="2503" y="61038"/>
                      <a:pt x="1" y="61439"/>
                    </a:cubicBezTo>
                    <a:cubicBezTo>
                      <a:pt x="1435" y="61505"/>
                      <a:pt x="2870" y="61572"/>
                      <a:pt x="4304" y="61606"/>
                    </a:cubicBezTo>
                    <a:cubicBezTo>
                      <a:pt x="4926" y="61613"/>
                      <a:pt x="5549" y="61617"/>
                      <a:pt x="6171" y="61617"/>
                    </a:cubicBezTo>
                    <a:cubicBezTo>
                      <a:pt x="8317" y="61617"/>
                      <a:pt x="10464" y="61568"/>
                      <a:pt x="12610" y="61439"/>
                    </a:cubicBezTo>
                    <a:cubicBezTo>
                      <a:pt x="14978" y="61272"/>
                      <a:pt x="21583" y="61539"/>
                      <a:pt x="22017" y="58303"/>
                    </a:cubicBezTo>
                    <a:cubicBezTo>
                      <a:pt x="22050" y="58103"/>
                      <a:pt x="22183" y="57970"/>
                      <a:pt x="22350" y="57936"/>
                    </a:cubicBezTo>
                    <a:cubicBezTo>
                      <a:pt x="21950" y="53200"/>
                      <a:pt x="22284" y="48263"/>
                      <a:pt x="22284" y="43493"/>
                    </a:cubicBezTo>
                    <a:cubicBezTo>
                      <a:pt x="22317" y="38689"/>
                      <a:pt x="22317" y="33852"/>
                      <a:pt x="22317" y="29049"/>
                    </a:cubicBezTo>
                    <a:cubicBezTo>
                      <a:pt x="22317" y="24112"/>
                      <a:pt x="22317" y="19142"/>
                      <a:pt x="22317" y="14205"/>
                    </a:cubicBezTo>
                    <a:cubicBezTo>
                      <a:pt x="22350" y="9902"/>
                      <a:pt x="21850" y="5199"/>
                      <a:pt x="22484" y="929"/>
                    </a:cubicBezTo>
                    <a:cubicBezTo>
                      <a:pt x="22160" y="174"/>
                      <a:pt x="21247" y="0"/>
                      <a:pt x="202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9" name="Google Shape;12369;p37"/>
              <p:cNvSpPr/>
              <p:nvPr/>
            </p:nvSpPr>
            <p:spPr>
              <a:xfrm>
                <a:off x="5132175" y="1609925"/>
                <a:ext cx="120100" cy="669675"/>
              </a:xfrm>
              <a:custGeom>
                <a:rect b="b" l="l" r="r" t="t"/>
                <a:pathLst>
                  <a:path extrusionOk="0" h="26787" w="4804">
                    <a:moveTo>
                      <a:pt x="2902" y="1"/>
                    </a:moveTo>
                    <a:cubicBezTo>
                      <a:pt x="200" y="935"/>
                      <a:pt x="467" y="4537"/>
                      <a:pt x="434" y="6939"/>
                    </a:cubicBezTo>
                    <a:cubicBezTo>
                      <a:pt x="401" y="9140"/>
                      <a:pt x="367" y="11342"/>
                      <a:pt x="334" y="13544"/>
                    </a:cubicBezTo>
                    <a:cubicBezTo>
                      <a:pt x="267" y="15879"/>
                      <a:pt x="234" y="18180"/>
                      <a:pt x="200" y="20515"/>
                    </a:cubicBezTo>
                    <a:cubicBezTo>
                      <a:pt x="167" y="21916"/>
                      <a:pt x="0" y="23417"/>
                      <a:pt x="401" y="24785"/>
                    </a:cubicBezTo>
                    <a:cubicBezTo>
                      <a:pt x="667" y="25719"/>
                      <a:pt x="1401" y="26520"/>
                      <a:pt x="2269" y="26786"/>
                    </a:cubicBezTo>
                    <a:cubicBezTo>
                      <a:pt x="3403" y="24218"/>
                      <a:pt x="4003" y="21316"/>
                      <a:pt x="4370" y="18581"/>
                    </a:cubicBezTo>
                    <a:cubicBezTo>
                      <a:pt x="4370" y="16779"/>
                      <a:pt x="4437" y="14978"/>
                      <a:pt x="4403" y="13210"/>
                    </a:cubicBezTo>
                    <a:cubicBezTo>
                      <a:pt x="4403" y="11309"/>
                      <a:pt x="4303" y="9407"/>
                      <a:pt x="4237" y="7506"/>
                    </a:cubicBezTo>
                    <a:cubicBezTo>
                      <a:pt x="4137" y="5538"/>
                      <a:pt x="4804" y="1368"/>
                      <a:pt x="29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0" name="Google Shape;12370;p37"/>
              <p:cNvSpPr/>
              <p:nvPr/>
            </p:nvSpPr>
            <p:spPr>
              <a:xfrm>
                <a:off x="4503375" y="1603250"/>
                <a:ext cx="159325" cy="736850"/>
              </a:xfrm>
              <a:custGeom>
                <a:rect b="b" l="l" r="r" t="t"/>
                <a:pathLst>
                  <a:path extrusionOk="0" h="29474" w="6373">
                    <a:moveTo>
                      <a:pt x="2803" y="1"/>
                    </a:moveTo>
                    <a:cubicBezTo>
                      <a:pt x="2503" y="34"/>
                      <a:pt x="2236" y="168"/>
                      <a:pt x="1969" y="334"/>
                    </a:cubicBezTo>
                    <a:cubicBezTo>
                      <a:pt x="2002" y="401"/>
                      <a:pt x="2002" y="468"/>
                      <a:pt x="1936" y="534"/>
                    </a:cubicBezTo>
                    <a:cubicBezTo>
                      <a:pt x="134" y="2169"/>
                      <a:pt x="301" y="4604"/>
                      <a:pt x="168" y="6839"/>
                    </a:cubicBezTo>
                    <a:cubicBezTo>
                      <a:pt x="68" y="8974"/>
                      <a:pt x="34" y="11142"/>
                      <a:pt x="34" y="13277"/>
                    </a:cubicBezTo>
                    <a:cubicBezTo>
                      <a:pt x="1" y="17814"/>
                      <a:pt x="568" y="22383"/>
                      <a:pt x="501" y="26920"/>
                    </a:cubicBezTo>
                    <a:cubicBezTo>
                      <a:pt x="501" y="26987"/>
                      <a:pt x="501" y="27053"/>
                      <a:pt x="468" y="27087"/>
                    </a:cubicBezTo>
                    <a:cubicBezTo>
                      <a:pt x="535" y="27487"/>
                      <a:pt x="668" y="27887"/>
                      <a:pt x="835" y="28254"/>
                    </a:cubicBezTo>
                    <a:cubicBezTo>
                      <a:pt x="835" y="28221"/>
                      <a:pt x="835" y="28188"/>
                      <a:pt x="835" y="28154"/>
                    </a:cubicBezTo>
                    <a:cubicBezTo>
                      <a:pt x="851" y="28042"/>
                      <a:pt x="936" y="27991"/>
                      <a:pt x="1028" y="27991"/>
                    </a:cubicBezTo>
                    <a:cubicBezTo>
                      <a:pt x="1127" y="27991"/>
                      <a:pt x="1234" y="28050"/>
                      <a:pt x="1269" y="28154"/>
                    </a:cubicBezTo>
                    <a:cubicBezTo>
                      <a:pt x="1988" y="29030"/>
                      <a:pt x="2629" y="29474"/>
                      <a:pt x="3183" y="29474"/>
                    </a:cubicBezTo>
                    <a:cubicBezTo>
                      <a:pt x="3579" y="29474"/>
                      <a:pt x="3931" y="29247"/>
                      <a:pt x="4237" y="28788"/>
                    </a:cubicBezTo>
                    <a:cubicBezTo>
                      <a:pt x="4671" y="28454"/>
                      <a:pt x="4971" y="27954"/>
                      <a:pt x="5071" y="27387"/>
                    </a:cubicBezTo>
                    <a:cubicBezTo>
                      <a:pt x="5205" y="26820"/>
                      <a:pt x="5238" y="26220"/>
                      <a:pt x="5271" y="25652"/>
                    </a:cubicBezTo>
                    <a:cubicBezTo>
                      <a:pt x="5338" y="24518"/>
                      <a:pt x="5338" y="23351"/>
                      <a:pt x="5338" y="22217"/>
                    </a:cubicBezTo>
                    <a:cubicBezTo>
                      <a:pt x="5405" y="19782"/>
                      <a:pt x="5472" y="17347"/>
                      <a:pt x="5538" y="14945"/>
                    </a:cubicBezTo>
                    <a:cubicBezTo>
                      <a:pt x="5605" y="12376"/>
                      <a:pt x="5705" y="9808"/>
                      <a:pt x="5772" y="7239"/>
                    </a:cubicBezTo>
                    <a:cubicBezTo>
                      <a:pt x="5872" y="4737"/>
                      <a:pt x="6372" y="168"/>
                      <a:pt x="28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1" name="Google Shape;12371;p37"/>
              <p:cNvSpPr/>
              <p:nvPr/>
            </p:nvSpPr>
            <p:spPr>
              <a:xfrm>
                <a:off x="4949550" y="1613675"/>
                <a:ext cx="130100" cy="696400"/>
              </a:xfrm>
              <a:custGeom>
                <a:rect b="b" l="l" r="r" t="t"/>
                <a:pathLst>
                  <a:path extrusionOk="0" h="27856" w="5204">
                    <a:moveTo>
                      <a:pt x="2849" y="1"/>
                    </a:moveTo>
                    <a:cubicBezTo>
                      <a:pt x="2118" y="1"/>
                      <a:pt x="1392" y="426"/>
                      <a:pt x="967" y="1152"/>
                    </a:cubicBezTo>
                    <a:cubicBezTo>
                      <a:pt x="667" y="2219"/>
                      <a:pt x="534" y="3320"/>
                      <a:pt x="500" y="4421"/>
                    </a:cubicBezTo>
                    <a:cubicBezTo>
                      <a:pt x="534" y="7489"/>
                      <a:pt x="434" y="10558"/>
                      <a:pt x="400" y="13627"/>
                    </a:cubicBezTo>
                    <a:cubicBezTo>
                      <a:pt x="334" y="16930"/>
                      <a:pt x="434" y="20299"/>
                      <a:pt x="33" y="23568"/>
                    </a:cubicBezTo>
                    <a:cubicBezTo>
                      <a:pt x="33" y="23634"/>
                      <a:pt x="33" y="23701"/>
                      <a:pt x="0" y="23734"/>
                    </a:cubicBezTo>
                    <a:cubicBezTo>
                      <a:pt x="33" y="24802"/>
                      <a:pt x="133" y="25869"/>
                      <a:pt x="701" y="26870"/>
                    </a:cubicBezTo>
                    <a:cubicBezTo>
                      <a:pt x="767" y="26937"/>
                      <a:pt x="734" y="27037"/>
                      <a:pt x="701" y="27103"/>
                    </a:cubicBezTo>
                    <a:cubicBezTo>
                      <a:pt x="1055" y="27522"/>
                      <a:pt x="1487" y="27855"/>
                      <a:pt x="1970" y="27855"/>
                    </a:cubicBezTo>
                    <a:cubicBezTo>
                      <a:pt x="2488" y="27855"/>
                      <a:pt x="3065" y="27473"/>
                      <a:pt x="3669" y="26403"/>
                    </a:cubicBezTo>
                    <a:cubicBezTo>
                      <a:pt x="3836" y="26136"/>
                      <a:pt x="3869" y="25669"/>
                      <a:pt x="3936" y="25369"/>
                    </a:cubicBezTo>
                    <a:cubicBezTo>
                      <a:pt x="4203" y="23968"/>
                      <a:pt x="4370" y="22534"/>
                      <a:pt x="4537" y="21099"/>
                    </a:cubicBezTo>
                    <a:cubicBezTo>
                      <a:pt x="4770" y="18731"/>
                      <a:pt x="4937" y="16329"/>
                      <a:pt x="5037" y="13927"/>
                    </a:cubicBezTo>
                    <a:cubicBezTo>
                      <a:pt x="5137" y="11359"/>
                      <a:pt x="5137" y="8824"/>
                      <a:pt x="5137" y="6289"/>
                    </a:cubicBezTo>
                    <a:cubicBezTo>
                      <a:pt x="5137" y="5188"/>
                      <a:pt x="5204" y="4087"/>
                      <a:pt x="5137" y="3020"/>
                    </a:cubicBezTo>
                    <a:cubicBezTo>
                      <a:pt x="5070" y="2286"/>
                      <a:pt x="5004" y="1719"/>
                      <a:pt x="4603" y="1085"/>
                    </a:cubicBezTo>
                    <a:cubicBezTo>
                      <a:pt x="4149" y="333"/>
                      <a:pt x="3497" y="1"/>
                      <a:pt x="28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2" name="Google Shape;12372;p37"/>
              <p:cNvSpPr/>
              <p:nvPr/>
            </p:nvSpPr>
            <p:spPr>
              <a:xfrm>
                <a:off x="4482550" y="1371425"/>
                <a:ext cx="40875" cy="159300"/>
              </a:xfrm>
              <a:custGeom>
                <a:rect b="b" l="l" r="r" t="t"/>
                <a:pathLst>
                  <a:path extrusionOk="0" h="6372" w="1635">
                    <a:moveTo>
                      <a:pt x="400" y="0"/>
                    </a:moveTo>
                    <a:cubicBezTo>
                      <a:pt x="133" y="101"/>
                      <a:pt x="234" y="834"/>
                      <a:pt x="300" y="1035"/>
                    </a:cubicBezTo>
                    <a:cubicBezTo>
                      <a:pt x="360" y="1184"/>
                      <a:pt x="232" y="1307"/>
                      <a:pt x="85" y="1307"/>
                    </a:cubicBezTo>
                    <a:cubicBezTo>
                      <a:pt x="68" y="1307"/>
                      <a:pt x="51" y="1305"/>
                      <a:pt x="33" y="1301"/>
                    </a:cubicBezTo>
                    <a:lnTo>
                      <a:pt x="33" y="1301"/>
                    </a:lnTo>
                    <a:cubicBezTo>
                      <a:pt x="0" y="3036"/>
                      <a:pt x="167" y="4704"/>
                      <a:pt x="634" y="6372"/>
                    </a:cubicBezTo>
                    <a:cubicBezTo>
                      <a:pt x="967" y="5504"/>
                      <a:pt x="1134" y="4570"/>
                      <a:pt x="1201" y="3603"/>
                    </a:cubicBezTo>
                    <a:cubicBezTo>
                      <a:pt x="1234" y="2802"/>
                      <a:pt x="1635" y="301"/>
                      <a:pt x="4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3" name="Google Shape;12373;p37"/>
              <p:cNvSpPr/>
              <p:nvPr/>
            </p:nvSpPr>
            <p:spPr>
              <a:xfrm>
                <a:off x="5132175" y="1609925"/>
                <a:ext cx="120100" cy="672900"/>
              </a:xfrm>
              <a:custGeom>
                <a:rect b="b" l="l" r="r" t="t"/>
                <a:pathLst>
                  <a:path extrusionOk="0" h="26916" w="4804">
                    <a:moveTo>
                      <a:pt x="2902" y="1"/>
                    </a:moveTo>
                    <a:cubicBezTo>
                      <a:pt x="200" y="935"/>
                      <a:pt x="467" y="4537"/>
                      <a:pt x="434" y="6939"/>
                    </a:cubicBezTo>
                    <a:cubicBezTo>
                      <a:pt x="401" y="9140"/>
                      <a:pt x="367" y="11342"/>
                      <a:pt x="334" y="13544"/>
                    </a:cubicBezTo>
                    <a:cubicBezTo>
                      <a:pt x="267" y="15879"/>
                      <a:pt x="234" y="18180"/>
                      <a:pt x="200" y="20515"/>
                    </a:cubicBezTo>
                    <a:cubicBezTo>
                      <a:pt x="167" y="21916"/>
                      <a:pt x="0" y="23417"/>
                      <a:pt x="401" y="24785"/>
                    </a:cubicBezTo>
                    <a:cubicBezTo>
                      <a:pt x="747" y="25957"/>
                      <a:pt x="1837" y="26916"/>
                      <a:pt x="2958" y="26916"/>
                    </a:cubicBezTo>
                    <a:cubicBezTo>
                      <a:pt x="3242" y="26916"/>
                      <a:pt x="3527" y="26854"/>
                      <a:pt x="3803" y="26720"/>
                    </a:cubicBezTo>
                    <a:cubicBezTo>
                      <a:pt x="4370" y="26286"/>
                      <a:pt x="4604" y="25552"/>
                      <a:pt x="4737" y="24785"/>
                    </a:cubicBezTo>
                    <a:cubicBezTo>
                      <a:pt x="4704" y="24752"/>
                      <a:pt x="4670" y="24685"/>
                      <a:pt x="4670" y="24618"/>
                    </a:cubicBezTo>
                    <a:cubicBezTo>
                      <a:pt x="4137" y="20916"/>
                      <a:pt x="4437" y="16946"/>
                      <a:pt x="4403" y="13210"/>
                    </a:cubicBezTo>
                    <a:cubicBezTo>
                      <a:pt x="4403" y="11309"/>
                      <a:pt x="4303" y="9407"/>
                      <a:pt x="4237" y="7506"/>
                    </a:cubicBezTo>
                    <a:cubicBezTo>
                      <a:pt x="4137" y="5538"/>
                      <a:pt x="4804" y="1368"/>
                      <a:pt x="29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4" name="Google Shape;12374;p37"/>
              <p:cNvSpPr/>
              <p:nvPr/>
            </p:nvSpPr>
            <p:spPr>
              <a:xfrm>
                <a:off x="4707700" y="1622425"/>
                <a:ext cx="177650" cy="701375"/>
              </a:xfrm>
              <a:custGeom>
                <a:rect b="b" l="l" r="r" t="t"/>
                <a:pathLst>
                  <a:path extrusionOk="0" h="28055" w="7106">
                    <a:moveTo>
                      <a:pt x="3837" y="1"/>
                    </a:moveTo>
                    <a:cubicBezTo>
                      <a:pt x="3636" y="1"/>
                      <a:pt x="3403" y="68"/>
                      <a:pt x="3169" y="134"/>
                    </a:cubicBezTo>
                    <a:cubicBezTo>
                      <a:pt x="3136" y="168"/>
                      <a:pt x="3103" y="201"/>
                      <a:pt x="3069" y="201"/>
                    </a:cubicBezTo>
                    <a:cubicBezTo>
                      <a:pt x="0" y="1402"/>
                      <a:pt x="834" y="5538"/>
                      <a:pt x="834" y="8107"/>
                    </a:cubicBezTo>
                    <a:cubicBezTo>
                      <a:pt x="834" y="10275"/>
                      <a:pt x="834" y="12443"/>
                      <a:pt x="834" y="14611"/>
                    </a:cubicBezTo>
                    <a:cubicBezTo>
                      <a:pt x="834" y="16780"/>
                      <a:pt x="834" y="18948"/>
                      <a:pt x="801" y="21116"/>
                    </a:cubicBezTo>
                    <a:cubicBezTo>
                      <a:pt x="801" y="22250"/>
                      <a:pt x="467" y="26020"/>
                      <a:pt x="1502" y="27421"/>
                    </a:cubicBezTo>
                    <a:cubicBezTo>
                      <a:pt x="1557" y="27393"/>
                      <a:pt x="1612" y="27377"/>
                      <a:pt x="1663" y="27377"/>
                    </a:cubicBezTo>
                    <a:cubicBezTo>
                      <a:pt x="1734" y="27377"/>
                      <a:pt x="1796" y="27409"/>
                      <a:pt x="1835" y="27487"/>
                    </a:cubicBezTo>
                    <a:cubicBezTo>
                      <a:pt x="1902" y="27654"/>
                      <a:pt x="2069" y="27821"/>
                      <a:pt x="2235" y="27921"/>
                    </a:cubicBezTo>
                    <a:cubicBezTo>
                      <a:pt x="2319" y="27938"/>
                      <a:pt x="2404" y="27946"/>
                      <a:pt x="2493" y="27946"/>
                    </a:cubicBezTo>
                    <a:cubicBezTo>
                      <a:pt x="2759" y="27946"/>
                      <a:pt x="3053" y="27871"/>
                      <a:pt x="3403" y="27721"/>
                    </a:cubicBezTo>
                    <a:cubicBezTo>
                      <a:pt x="3451" y="27703"/>
                      <a:pt x="3499" y="27694"/>
                      <a:pt x="3543" y="27694"/>
                    </a:cubicBezTo>
                    <a:cubicBezTo>
                      <a:pt x="3746" y="27694"/>
                      <a:pt x="3897" y="27863"/>
                      <a:pt x="3870" y="28054"/>
                    </a:cubicBezTo>
                    <a:cubicBezTo>
                      <a:pt x="4437" y="27921"/>
                      <a:pt x="4971" y="27687"/>
                      <a:pt x="5171" y="27354"/>
                    </a:cubicBezTo>
                    <a:cubicBezTo>
                      <a:pt x="5229" y="27276"/>
                      <a:pt x="5300" y="27243"/>
                      <a:pt x="5368" y="27243"/>
                    </a:cubicBezTo>
                    <a:cubicBezTo>
                      <a:pt x="5416" y="27243"/>
                      <a:pt x="5463" y="27260"/>
                      <a:pt x="5504" y="27287"/>
                    </a:cubicBezTo>
                    <a:cubicBezTo>
                      <a:pt x="6805" y="25786"/>
                      <a:pt x="6272" y="22250"/>
                      <a:pt x="6305" y="20582"/>
                    </a:cubicBezTo>
                    <a:cubicBezTo>
                      <a:pt x="6372" y="18381"/>
                      <a:pt x="6438" y="16179"/>
                      <a:pt x="6472" y="13978"/>
                    </a:cubicBezTo>
                    <a:cubicBezTo>
                      <a:pt x="6538" y="11643"/>
                      <a:pt x="6605" y="9308"/>
                      <a:pt x="6672" y="6939"/>
                    </a:cubicBezTo>
                    <a:cubicBezTo>
                      <a:pt x="6705" y="4704"/>
                      <a:pt x="7106" y="1302"/>
                      <a:pt x="4704" y="301"/>
                    </a:cubicBezTo>
                    <a:cubicBezTo>
                      <a:pt x="4679" y="313"/>
                      <a:pt x="4651" y="321"/>
                      <a:pt x="4619" y="321"/>
                    </a:cubicBezTo>
                    <a:cubicBezTo>
                      <a:pt x="4564" y="321"/>
                      <a:pt x="4500" y="298"/>
                      <a:pt x="4437" y="234"/>
                    </a:cubicBezTo>
                    <a:cubicBezTo>
                      <a:pt x="4437" y="234"/>
                      <a:pt x="4404" y="201"/>
                      <a:pt x="4370" y="168"/>
                    </a:cubicBezTo>
                    <a:cubicBezTo>
                      <a:pt x="4237" y="134"/>
                      <a:pt x="4103" y="101"/>
                      <a:pt x="3970" y="68"/>
                    </a:cubicBezTo>
                    <a:cubicBezTo>
                      <a:pt x="3903" y="68"/>
                      <a:pt x="3870" y="34"/>
                      <a:pt x="3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5" name="Google Shape;12375;p37"/>
              <p:cNvSpPr/>
              <p:nvPr/>
            </p:nvSpPr>
            <p:spPr>
              <a:xfrm>
                <a:off x="4445850" y="2378800"/>
                <a:ext cx="861475" cy="172125"/>
              </a:xfrm>
              <a:custGeom>
                <a:rect b="b" l="l" r="r" t="t"/>
                <a:pathLst>
                  <a:path extrusionOk="0" h="6885" w="34459">
                    <a:moveTo>
                      <a:pt x="2102" y="868"/>
                    </a:moveTo>
                    <a:cubicBezTo>
                      <a:pt x="2119" y="874"/>
                      <a:pt x="2135" y="879"/>
                      <a:pt x="2152" y="885"/>
                    </a:cubicBezTo>
                    <a:lnTo>
                      <a:pt x="2152" y="885"/>
                    </a:lnTo>
                    <a:cubicBezTo>
                      <a:pt x="2135" y="877"/>
                      <a:pt x="2119" y="868"/>
                      <a:pt x="2102" y="868"/>
                    </a:cubicBezTo>
                    <a:close/>
                    <a:moveTo>
                      <a:pt x="2152" y="885"/>
                    </a:moveTo>
                    <a:lnTo>
                      <a:pt x="2152" y="885"/>
                    </a:lnTo>
                    <a:cubicBezTo>
                      <a:pt x="2168" y="893"/>
                      <a:pt x="2185" y="902"/>
                      <a:pt x="2202" y="902"/>
                    </a:cubicBezTo>
                    <a:cubicBezTo>
                      <a:pt x="2185" y="896"/>
                      <a:pt x="2168" y="890"/>
                      <a:pt x="2152" y="885"/>
                    </a:cubicBezTo>
                    <a:close/>
                    <a:moveTo>
                      <a:pt x="34291" y="1"/>
                    </a:moveTo>
                    <a:cubicBezTo>
                      <a:pt x="33891" y="134"/>
                      <a:pt x="33524" y="234"/>
                      <a:pt x="33124" y="368"/>
                    </a:cubicBezTo>
                    <a:cubicBezTo>
                      <a:pt x="33191" y="368"/>
                      <a:pt x="33257" y="435"/>
                      <a:pt x="33291" y="501"/>
                    </a:cubicBezTo>
                    <a:cubicBezTo>
                      <a:pt x="33291" y="568"/>
                      <a:pt x="33291" y="601"/>
                      <a:pt x="33291" y="635"/>
                    </a:cubicBezTo>
                    <a:cubicBezTo>
                      <a:pt x="33257" y="802"/>
                      <a:pt x="33124" y="835"/>
                      <a:pt x="32991" y="835"/>
                    </a:cubicBezTo>
                    <a:cubicBezTo>
                      <a:pt x="32924" y="802"/>
                      <a:pt x="32890" y="802"/>
                      <a:pt x="32857" y="802"/>
                    </a:cubicBezTo>
                    <a:cubicBezTo>
                      <a:pt x="32724" y="735"/>
                      <a:pt x="32657" y="568"/>
                      <a:pt x="32724" y="468"/>
                    </a:cubicBezTo>
                    <a:lnTo>
                      <a:pt x="32724" y="468"/>
                    </a:lnTo>
                    <a:cubicBezTo>
                      <a:pt x="32123" y="635"/>
                      <a:pt x="31523" y="802"/>
                      <a:pt x="30922" y="968"/>
                    </a:cubicBezTo>
                    <a:cubicBezTo>
                      <a:pt x="31056" y="1035"/>
                      <a:pt x="31056" y="1302"/>
                      <a:pt x="30856" y="1369"/>
                    </a:cubicBezTo>
                    <a:cubicBezTo>
                      <a:pt x="26521" y="2761"/>
                      <a:pt x="21767" y="3072"/>
                      <a:pt x="17190" y="3072"/>
                    </a:cubicBezTo>
                    <a:cubicBezTo>
                      <a:pt x="16941" y="3072"/>
                      <a:pt x="16693" y="3072"/>
                      <a:pt x="16445" y="3070"/>
                    </a:cubicBezTo>
                    <a:cubicBezTo>
                      <a:pt x="11642" y="3070"/>
                      <a:pt x="6638" y="2670"/>
                      <a:pt x="2068" y="1168"/>
                    </a:cubicBezTo>
                    <a:cubicBezTo>
                      <a:pt x="1935" y="1102"/>
                      <a:pt x="1935" y="868"/>
                      <a:pt x="2102" y="868"/>
                    </a:cubicBezTo>
                    <a:cubicBezTo>
                      <a:pt x="2102" y="868"/>
                      <a:pt x="2102" y="868"/>
                      <a:pt x="2102" y="868"/>
                    </a:cubicBezTo>
                    <a:lnTo>
                      <a:pt x="2102" y="868"/>
                    </a:lnTo>
                    <a:cubicBezTo>
                      <a:pt x="1438" y="646"/>
                      <a:pt x="801" y="422"/>
                      <a:pt x="134" y="168"/>
                    </a:cubicBezTo>
                    <a:cubicBezTo>
                      <a:pt x="134" y="1635"/>
                      <a:pt x="100" y="3070"/>
                      <a:pt x="0" y="4538"/>
                    </a:cubicBezTo>
                    <a:cubicBezTo>
                      <a:pt x="34" y="4638"/>
                      <a:pt x="67" y="4738"/>
                      <a:pt x="134" y="4804"/>
                    </a:cubicBezTo>
                    <a:cubicBezTo>
                      <a:pt x="267" y="5038"/>
                      <a:pt x="501" y="5171"/>
                      <a:pt x="601" y="5405"/>
                    </a:cubicBezTo>
                    <a:cubicBezTo>
                      <a:pt x="2636" y="6672"/>
                      <a:pt x="5871" y="6372"/>
                      <a:pt x="8073" y="6506"/>
                    </a:cubicBezTo>
                    <a:cubicBezTo>
                      <a:pt x="10875" y="6639"/>
                      <a:pt x="13643" y="6806"/>
                      <a:pt x="16412" y="6873"/>
                    </a:cubicBezTo>
                    <a:cubicBezTo>
                      <a:pt x="17034" y="6880"/>
                      <a:pt x="17657" y="6884"/>
                      <a:pt x="18279" y="6884"/>
                    </a:cubicBezTo>
                    <a:cubicBezTo>
                      <a:pt x="20425" y="6884"/>
                      <a:pt x="22572" y="6835"/>
                      <a:pt x="24718" y="6706"/>
                    </a:cubicBezTo>
                    <a:cubicBezTo>
                      <a:pt x="27086" y="6539"/>
                      <a:pt x="33691" y="6806"/>
                      <a:pt x="34158" y="3570"/>
                    </a:cubicBezTo>
                    <a:cubicBezTo>
                      <a:pt x="34158" y="3370"/>
                      <a:pt x="34291" y="3237"/>
                      <a:pt x="34458" y="3203"/>
                    </a:cubicBezTo>
                    <a:cubicBezTo>
                      <a:pt x="34358" y="2136"/>
                      <a:pt x="34325" y="1068"/>
                      <a:pt x="342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6" name="Google Shape;12376;p37"/>
              <p:cNvSpPr/>
              <p:nvPr/>
            </p:nvSpPr>
            <p:spPr>
              <a:xfrm>
                <a:off x="4445000" y="1006150"/>
                <a:ext cx="865650" cy="211850"/>
              </a:xfrm>
              <a:custGeom>
                <a:rect b="b" l="l" r="r" t="t"/>
                <a:pathLst>
                  <a:path extrusionOk="0" h="8474" w="34626">
                    <a:moveTo>
                      <a:pt x="26587" y="3770"/>
                    </a:moveTo>
                    <a:cubicBezTo>
                      <a:pt x="27020" y="3770"/>
                      <a:pt x="27020" y="4438"/>
                      <a:pt x="26587" y="4438"/>
                    </a:cubicBezTo>
                    <a:cubicBezTo>
                      <a:pt x="26186" y="4438"/>
                      <a:pt x="26186" y="3770"/>
                      <a:pt x="26587" y="3770"/>
                    </a:cubicBezTo>
                    <a:close/>
                    <a:moveTo>
                      <a:pt x="3303" y="1"/>
                    </a:moveTo>
                    <a:cubicBezTo>
                      <a:pt x="2845" y="479"/>
                      <a:pt x="2138" y="707"/>
                      <a:pt x="1415" y="707"/>
                    </a:cubicBezTo>
                    <a:cubicBezTo>
                      <a:pt x="927" y="707"/>
                      <a:pt x="431" y="603"/>
                      <a:pt x="1" y="401"/>
                    </a:cubicBezTo>
                    <a:lnTo>
                      <a:pt x="1" y="401"/>
                    </a:lnTo>
                    <a:cubicBezTo>
                      <a:pt x="201" y="2936"/>
                      <a:pt x="234" y="5505"/>
                      <a:pt x="234" y="8073"/>
                    </a:cubicBezTo>
                    <a:cubicBezTo>
                      <a:pt x="568" y="8140"/>
                      <a:pt x="885" y="8148"/>
                      <a:pt x="1206" y="8148"/>
                    </a:cubicBezTo>
                    <a:cubicBezTo>
                      <a:pt x="1313" y="8148"/>
                      <a:pt x="1421" y="8148"/>
                      <a:pt x="1529" y="8148"/>
                    </a:cubicBezTo>
                    <a:cubicBezTo>
                      <a:pt x="1747" y="8148"/>
                      <a:pt x="1969" y="8151"/>
                      <a:pt x="2203" y="8174"/>
                    </a:cubicBezTo>
                    <a:cubicBezTo>
                      <a:pt x="2670" y="8240"/>
                      <a:pt x="3137" y="8340"/>
                      <a:pt x="3604" y="8407"/>
                    </a:cubicBezTo>
                    <a:cubicBezTo>
                      <a:pt x="3737" y="8440"/>
                      <a:pt x="3837" y="8440"/>
                      <a:pt x="3970" y="8474"/>
                    </a:cubicBezTo>
                    <a:cubicBezTo>
                      <a:pt x="5541" y="8319"/>
                      <a:pt x="7146" y="8270"/>
                      <a:pt x="8758" y="8270"/>
                    </a:cubicBezTo>
                    <a:cubicBezTo>
                      <a:pt x="11482" y="8270"/>
                      <a:pt x="14229" y="8409"/>
                      <a:pt x="16876" y="8409"/>
                    </a:cubicBezTo>
                    <a:cubicBezTo>
                      <a:pt x="17055" y="8409"/>
                      <a:pt x="17235" y="8408"/>
                      <a:pt x="17413" y="8407"/>
                    </a:cubicBezTo>
                    <a:cubicBezTo>
                      <a:pt x="20621" y="8407"/>
                      <a:pt x="23947" y="8210"/>
                      <a:pt x="27239" y="8210"/>
                    </a:cubicBezTo>
                    <a:cubicBezTo>
                      <a:pt x="28227" y="8210"/>
                      <a:pt x="29212" y="8227"/>
                      <a:pt x="30189" y="8274"/>
                    </a:cubicBezTo>
                    <a:cubicBezTo>
                      <a:pt x="30623" y="8207"/>
                      <a:pt x="31090" y="8174"/>
                      <a:pt x="31523" y="8107"/>
                    </a:cubicBezTo>
                    <a:cubicBezTo>
                      <a:pt x="31661" y="8088"/>
                      <a:pt x="31797" y="8080"/>
                      <a:pt x="31932" y="8080"/>
                    </a:cubicBezTo>
                    <a:cubicBezTo>
                      <a:pt x="32747" y="8080"/>
                      <a:pt x="33524" y="8378"/>
                      <a:pt x="34325" y="8407"/>
                    </a:cubicBezTo>
                    <a:cubicBezTo>
                      <a:pt x="34259" y="5939"/>
                      <a:pt x="34292" y="3437"/>
                      <a:pt x="34626" y="1102"/>
                    </a:cubicBezTo>
                    <a:cubicBezTo>
                      <a:pt x="34302" y="347"/>
                      <a:pt x="33389" y="173"/>
                      <a:pt x="32407" y="173"/>
                    </a:cubicBezTo>
                    <a:cubicBezTo>
                      <a:pt x="31565" y="173"/>
                      <a:pt x="30672" y="301"/>
                      <a:pt x="30056" y="301"/>
                    </a:cubicBezTo>
                    <a:cubicBezTo>
                      <a:pt x="28288" y="268"/>
                      <a:pt x="26487" y="368"/>
                      <a:pt x="24719" y="34"/>
                    </a:cubicBezTo>
                    <a:cubicBezTo>
                      <a:pt x="23455" y="564"/>
                      <a:pt x="22042" y="882"/>
                      <a:pt x="20693" y="882"/>
                    </a:cubicBezTo>
                    <a:cubicBezTo>
                      <a:pt x="19833" y="882"/>
                      <a:pt x="19000" y="753"/>
                      <a:pt x="18247" y="468"/>
                    </a:cubicBezTo>
                    <a:cubicBezTo>
                      <a:pt x="17720" y="2314"/>
                      <a:pt x="15987" y="3704"/>
                      <a:pt x="13789" y="3704"/>
                    </a:cubicBezTo>
                    <a:cubicBezTo>
                      <a:pt x="13763" y="3704"/>
                      <a:pt x="13737" y="3704"/>
                      <a:pt x="13711" y="3704"/>
                    </a:cubicBezTo>
                    <a:cubicBezTo>
                      <a:pt x="13524" y="5637"/>
                      <a:pt x="11996" y="7365"/>
                      <a:pt x="9973" y="7365"/>
                    </a:cubicBezTo>
                    <a:cubicBezTo>
                      <a:pt x="9831" y="7365"/>
                      <a:pt x="9687" y="7357"/>
                      <a:pt x="9541" y="7340"/>
                    </a:cubicBezTo>
                    <a:cubicBezTo>
                      <a:pt x="7473" y="7073"/>
                      <a:pt x="6239" y="5205"/>
                      <a:pt x="6272" y="3270"/>
                    </a:cubicBezTo>
                    <a:lnTo>
                      <a:pt x="6272" y="3270"/>
                    </a:lnTo>
                    <a:cubicBezTo>
                      <a:pt x="6081" y="3308"/>
                      <a:pt x="5901" y="3326"/>
                      <a:pt x="5730" y="3326"/>
                    </a:cubicBezTo>
                    <a:cubicBezTo>
                      <a:pt x="4112" y="3326"/>
                      <a:pt x="3394" y="1691"/>
                      <a:pt x="33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7" name="Google Shape;12377;p37"/>
              <p:cNvSpPr/>
              <p:nvPr/>
            </p:nvSpPr>
            <p:spPr>
              <a:xfrm>
                <a:off x="5179700" y="1010475"/>
                <a:ext cx="130950" cy="205875"/>
              </a:xfrm>
              <a:custGeom>
                <a:rect b="b" l="l" r="r" t="t"/>
                <a:pathLst>
                  <a:path extrusionOk="0" h="8235" w="5238">
                    <a:moveTo>
                      <a:pt x="3019" y="0"/>
                    </a:moveTo>
                    <a:cubicBezTo>
                      <a:pt x="2177" y="0"/>
                      <a:pt x="1284" y="128"/>
                      <a:pt x="668" y="128"/>
                    </a:cubicBezTo>
                    <a:lnTo>
                      <a:pt x="1" y="128"/>
                    </a:lnTo>
                    <a:cubicBezTo>
                      <a:pt x="1001" y="2296"/>
                      <a:pt x="1201" y="5899"/>
                      <a:pt x="1268" y="7233"/>
                    </a:cubicBezTo>
                    <a:cubicBezTo>
                      <a:pt x="1302" y="7500"/>
                      <a:pt x="1302" y="7767"/>
                      <a:pt x="1302" y="8034"/>
                    </a:cubicBezTo>
                    <a:cubicBezTo>
                      <a:pt x="1568" y="8001"/>
                      <a:pt x="1869" y="7967"/>
                      <a:pt x="2135" y="7934"/>
                    </a:cubicBezTo>
                    <a:cubicBezTo>
                      <a:pt x="2273" y="7915"/>
                      <a:pt x="2409" y="7907"/>
                      <a:pt x="2544" y="7907"/>
                    </a:cubicBezTo>
                    <a:cubicBezTo>
                      <a:pt x="3359" y="7907"/>
                      <a:pt x="4136" y="8205"/>
                      <a:pt x="4937" y="8234"/>
                    </a:cubicBezTo>
                    <a:cubicBezTo>
                      <a:pt x="4871" y="5766"/>
                      <a:pt x="4904" y="3264"/>
                      <a:pt x="5238" y="929"/>
                    </a:cubicBezTo>
                    <a:cubicBezTo>
                      <a:pt x="4914" y="174"/>
                      <a:pt x="4001" y="0"/>
                      <a:pt x="30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8" name="Google Shape;12378;p37"/>
              <p:cNvSpPr/>
              <p:nvPr/>
            </p:nvSpPr>
            <p:spPr>
              <a:xfrm>
                <a:off x="4492550" y="1290525"/>
                <a:ext cx="45875" cy="45900"/>
              </a:xfrm>
              <a:custGeom>
                <a:rect b="b" l="l" r="r" t="t"/>
                <a:pathLst>
                  <a:path extrusionOk="0" h="1836" w="1835">
                    <a:moveTo>
                      <a:pt x="934" y="1"/>
                    </a:moveTo>
                    <a:cubicBezTo>
                      <a:pt x="401" y="1"/>
                      <a:pt x="0" y="401"/>
                      <a:pt x="0" y="935"/>
                    </a:cubicBezTo>
                    <a:cubicBezTo>
                      <a:pt x="0" y="1435"/>
                      <a:pt x="401" y="1835"/>
                      <a:pt x="934" y="1835"/>
                    </a:cubicBezTo>
                    <a:cubicBezTo>
                      <a:pt x="1435" y="1835"/>
                      <a:pt x="1835" y="1435"/>
                      <a:pt x="1835" y="935"/>
                    </a:cubicBezTo>
                    <a:cubicBezTo>
                      <a:pt x="1835" y="401"/>
                      <a:pt x="1435" y="1"/>
                      <a:pt x="9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9" name="Google Shape;12379;p37"/>
              <p:cNvSpPr/>
              <p:nvPr/>
            </p:nvSpPr>
            <p:spPr>
              <a:xfrm>
                <a:off x="5433150" y="1252175"/>
                <a:ext cx="93500" cy="31875"/>
              </a:xfrm>
              <a:custGeom>
                <a:rect b="b" l="l" r="r" t="t"/>
                <a:pathLst>
                  <a:path extrusionOk="0" h="1275" w="3740">
                    <a:moveTo>
                      <a:pt x="470" y="0"/>
                    </a:moveTo>
                    <a:cubicBezTo>
                      <a:pt x="175" y="0"/>
                      <a:pt x="1" y="447"/>
                      <a:pt x="303" y="668"/>
                    </a:cubicBezTo>
                    <a:cubicBezTo>
                      <a:pt x="670" y="968"/>
                      <a:pt x="1171" y="1068"/>
                      <a:pt x="1638" y="1135"/>
                    </a:cubicBezTo>
                    <a:cubicBezTo>
                      <a:pt x="2070" y="1192"/>
                      <a:pt x="2527" y="1275"/>
                      <a:pt x="2965" y="1275"/>
                    </a:cubicBezTo>
                    <a:cubicBezTo>
                      <a:pt x="3035" y="1275"/>
                      <a:pt x="3104" y="1273"/>
                      <a:pt x="3172" y="1268"/>
                    </a:cubicBezTo>
                    <a:cubicBezTo>
                      <a:pt x="3672" y="1268"/>
                      <a:pt x="3739" y="601"/>
                      <a:pt x="3306" y="434"/>
                    </a:cubicBezTo>
                    <a:cubicBezTo>
                      <a:pt x="3036" y="337"/>
                      <a:pt x="2749" y="317"/>
                      <a:pt x="2457" y="317"/>
                    </a:cubicBezTo>
                    <a:cubicBezTo>
                      <a:pt x="2246" y="317"/>
                      <a:pt x="2033" y="327"/>
                      <a:pt x="1821" y="327"/>
                    </a:cubicBezTo>
                    <a:cubicBezTo>
                      <a:pt x="1420" y="327"/>
                      <a:pt x="1025" y="289"/>
                      <a:pt x="670" y="67"/>
                    </a:cubicBezTo>
                    <a:cubicBezTo>
                      <a:pt x="600" y="20"/>
                      <a:pt x="532" y="0"/>
                      <a:pt x="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0" name="Google Shape;12380;p37"/>
              <p:cNvSpPr/>
              <p:nvPr/>
            </p:nvSpPr>
            <p:spPr>
              <a:xfrm>
                <a:off x="5551625" y="1270525"/>
                <a:ext cx="30050" cy="30050"/>
              </a:xfrm>
              <a:custGeom>
                <a:rect b="b" l="l" r="r" t="t"/>
                <a:pathLst>
                  <a:path extrusionOk="0" h="1202" w="1202">
                    <a:moveTo>
                      <a:pt x="601" y="0"/>
                    </a:moveTo>
                    <a:cubicBezTo>
                      <a:pt x="268" y="0"/>
                      <a:pt x="1" y="300"/>
                      <a:pt x="1" y="601"/>
                    </a:cubicBezTo>
                    <a:cubicBezTo>
                      <a:pt x="1" y="934"/>
                      <a:pt x="268" y="1201"/>
                      <a:pt x="601" y="1201"/>
                    </a:cubicBezTo>
                    <a:cubicBezTo>
                      <a:pt x="935" y="1201"/>
                      <a:pt x="1202" y="934"/>
                      <a:pt x="1202" y="601"/>
                    </a:cubicBezTo>
                    <a:cubicBezTo>
                      <a:pt x="1202" y="300"/>
                      <a:pt x="935" y="0"/>
                      <a:pt x="6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1" name="Google Shape;12381;p37"/>
              <p:cNvSpPr/>
              <p:nvPr/>
            </p:nvSpPr>
            <p:spPr>
              <a:xfrm>
                <a:off x="5065450" y="1269675"/>
                <a:ext cx="46725" cy="49050"/>
              </a:xfrm>
              <a:custGeom>
                <a:rect b="b" l="l" r="r" t="t"/>
                <a:pathLst>
                  <a:path extrusionOk="0" h="1962" w="1869">
                    <a:moveTo>
                      <a:pt x="901" y="1"/>
                    </a:moveTo>
                    <a:cubicBezTo>
                      <a:pt x="434" y="1"/>
                      <a:pt x="1" y="435"/>
                      <a:pt x="1" y="935"/>
                    </a:cubicBezTo>
                    <a:cubicBezTo>
                      <a:pt x="1" y="1235"/>
                      <a:pt x="67" y="1469"/>
                      <a:pt x="301" y="1702"/>
                    </a:cubicBezTo>
                    <a:cubicBezTo>
                      <a:pt x="437" y="1877"/>
                      <a:pt x="665" y="1962"/>
                      <a:pt x="890" y="1962"/>
                    </a:cubicBezTo>
                    <a:cubicBezTo>
                      <a:pt x="1050" y="1962"/>
                      <a:pt x="1210" y="1919"/>
                      <a:pt x="1335" y="1836"/>
                    </a:cubicBezTo>
                    <a:cubicBezTo>
                      <a:pt x="1669" y="1669"/>
                      <a:pt x="1869" y="1302"/>
                      <a:pt x="1835" y="935"/>
                    </a:cubicBezTo>
                    <a:cubicBezTo>
                      <a:pt x="1802" y="668"/>
                      <a:pt x="1735" y="468"/>
                      <a:pt x="1568" y="268"/>
                    </a:cubicBezTo>
                    <a:cubicBezTo>
                      <a:pt x="1402" y="101"/>
                      <a:pt x="1168" y="1"/>
                      <a:pt x="9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2" name="Google Shape;12382;p37"/>
              <p:cNvSpPr/>
              <p:nvPr/>
            </p:nvSpPr>
            <p:spPr>
              <a:xfrm>
                <a:off x="5104650" y="1516325"/>
                <a:ext cx="40875" cy="47750"/>
              </a:xfrm>
              <a:custGeom>
                <a:rect b="b" l="l" r="r" t="t"/>
                <a:pathLst>
                  <a:path extrusionOk="0" h="1910" w="1635">
                    <a:moveTo>
                      <a:pt x="822" y="0"/>
                    </a:moveTo>
                    <a:cubicBezTo>
                      <a:pt x="659" y="0"/>
                      <a:pt x="501" y="59"/>
                      <a:pt x="367" y="175"/>
                    </a:cubicBezTo>
                    <a:cubicBezTo>
                      <a:pt x="101" y="409"/>
                      <a:pt x="34" y="809"/>
                      <a:pt x="34" y="1109"/>
                    </a:cubicBezTo>
                    <a:cubicBezTo>
                      <a:pt x="0" y="1543"/>
                      <a:pt x="401" y="1910"/>
                      <a:pt x="834" y="1910"/>
                    </a:cubicBezTo>
                    <a:cubicBezTo>
                      <a:pt x="1268" y="1910"/>
                      <a:pt x="1635" y="1543"/>
                      <a:pt x="1635" y="1109"/>
                    </a:cubicBezTo>
                    <a:cubicBezTo>
                      <a:pt x="1635" y="809"/>
                      <a:pt x="1535" y="409"/>
                      <a:pt x="1301" y="175"/>
                    </a:cubicBezTo>
                    <a:cubicBezTo>
                      <a:pt x="1151" y="59"/>
                      <a:pt x="985" y="0"/>
                      <a:pt x="8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3" name="Google Shape;12383;p37"/>
              <p:cNvSpPr/>
              <p:nvPr/>
            </p:nvSpPr>
            <p:spPr>
              <a:xfrm>
                <a:off x="4838625" y="1445100"/>
                <a:ext cx="40900" cy="48525"/>
              </a:xfrm>
              <a:custGeom>
                <a:rect b="b" l="l" r="r" t="t"/>
                <a:pathLst>
                  <a:path extrusionOk="0" h="1941" w="1636">
                    <a:moveTo>
                      <a:pt x="732" y="1"/>
                    </a:moveTo>
                    <a:cubicBezTo>
                      <a:pt x="623" y="1"/>
                      <a:pt x="521" y="33"/>
                      <a:pt x="468" y="122"/>
                    </a:cubicBezTo>
                    <a:cubicBezTo>
                      <a:pt x="201" y="456"/>
                      <a:pt x="67" y="789"/>
                      <a:pt x="34" y="1223"/>
                    </a:cubicBezTo>
                    <a:cubicBezTo>
                      <a:pt x="1" y="1523"/>
                      <a:pt x="267" y="1824"/>
                      <a:pt x="568" y="1924"/>
                    </a:cubicBezTo>
                    <a:cubicBezTo>
                      <a:pt x="619" y="1935"/>
                      <a:pt x="672" y="1941"/>
                      <a:pt x="724" y="1941"/>
                    </a:cubicBezTo>
                    <a:cubicBezTo>
                      <a:pt x="977" y="1941"/>
                      <a:pt x="1230" y="1811"/>
                      <a:pt x="1368" y="1590"/>
                    </a:cubicBezTo>
                    <a:cubicBezTo>
                      <a:pt x="1635" y="1056"/>
                      <a:pt x="1535" y="356"/>
                      <a:pt x="1001" y="56"/>
                    </a:cubicBezTo>
                    <a:cubicBezTo>
                      <a:pt x="924" y="25"/>
                      <a:pt x="825" y="1"/>
                      <a:pt x="7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4" name="Google Shape;12384;p37"/>
              <p:cNvSpPr/>
              <p:nvPr/>
            </p:nvSpPr>
            <p:spPr>
              <a:xfrm>
                <a:off x="4645150" y="1468250"/>
                <a:ext cx="39225" cy="40050"/>
              </a:xfrm>
              <a:custGeom>
                <a:rect b="b" l="l" r="r" t="t"/>
                <a:pathLst>
                  <a:path extrusionOk="0" h="1602" w="1569">
                    <a:moveTo>
                      <a:pt x="757" y="1"/>
                    </a:moveTo>
                    <a:cubicBezTo>
                      <a:pt x="657" y="1"/>
                      <a:pt x="557" y="30"/>
                      <a:pt x="468" y="97"/>
                    </a:cubicBezTo>
                    <a:cubicBezTo>
                      <a:pt x="101" y="330"/>
                      <a:pt x="1" y="697"/>
                      <a:pt x="134" y="1098"/>
                    </a:cubicBezTo>
                    <a:cubicBezTo>
                      <a:pt x="197" y="1379"/>
                      <a:pt x="464" y="1601"/>
                      <a:pt x="744" y="1601"/>
                    </a:cubicBezTo>
                    <a:cubicBezTo>
                      <a:pt x="763" y="1601"/>
                      <a:pt x="782" y="1600"/>
                      <a:pt x="801" y="1598"/>
                    </a:cubicBezTo>
                    <a:cubicBezTo>
                      <a:pt x="1001" y="1598"/>
                      <a:pt x="1135" y="1531"/>
                      <a:pt x="1302" y="1398"/>
                    </a:cubicBezTo>
                    <a:cubicBezTo>
                      <a:pt x="1468" y="1231"/>
                      <a:pt x="1568" y="931"/>
                      <a:pt x="1468" y="731"/>
                    </a:cubicBezTo>
                    <a:cubicBezTo>
                      <a:pt x="1435" y="597"/>
                      <a:pt x="1402" y="497"/>
                      <a:pt x="1335" y="397"/>
                    </a:cubicBezTo>
                    <a:lnTo>
                      <a:pt x="1335" y="397"/>
                    </a:lnTo>
                    <a:cubicBezTo>
                      <a:pt x="1336" y="398"/>
                      <a:pt x="1337" y="399"/>
                      <a:pt x="1337" y="399"/>
                    </a:cubicBezTo>
                    <a:cubicBezTo>
                      <a:pt x="1344" y="399"/>
                      <a:pt x="1201" y="191"/>
                      <a:pt x="1199" y="191"/>
                    </a:cubicBezTo>
                    <a:lnTo>
                      <a:pt x="1199" y="191"/>
                    </a:lnTo>
                    <a:cubicBezTo>
                      <a:pt x="1198" y="191"/>
                      <a:pt x="1212" y="212"/>
                      <a:pt x="1249" y="268"/>
                    </a:cubicBezTo>
                    <a:lnTo>
                      <a:pt x="1249" y="268"/>
                    </a:lnTo>
                    <a:cubicBezTo>
                      <a:pt x="1135" y="106"/>
                      <a:pt x="946" y="1"/>
                      <a:pt x="7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5" name="Google Shape;12385;p37"/>
              <p:cNvSpPr/>
              <p:nvPr/>
            </p:nvSpPr>
            <p:spPr>
              <a:xfrm>
                <a:off x="4733550" y="1359475"/>
                <a:ext cx="2250" cy="2800"/>
              </a:xfrm>
              <a:custGeom>
                <a:rect b="b" l="l" r="r" t="t"/>
                <a:pathLst>
                  <a:path extrusionOk="0" h="112" w="90">
                    <a:moveTo>
                      <a:pt x="87" y="1"/>
                    </a:moveTo>
                    <a:cubicBezTo>
                      <a:pt x="83" y="1"/>
                      <a:pt x="59" y="33"/>
                      <a:pt x="1" y="112"/>
                    </a:cubicBezTo>
                    <a:cubicBezTo>
                      <a:pt x="34" y="78"/>
                      <a:pt x="34" y="78"/>
                      <a:pt x="67" y="45"/>
                    </a:cubicBezTo>
                    <a:cubicBezTo>
                      <a:pt x="81" y="17"/>
                      <a:pt x="89" y="1"/>
                      <a:pt x="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6" name="Google Shape;12386;p37"/>
              <p:cNvSpPr/>
              <p:nvPr/>
            </p:nvSpPr>
            <p:spPr>
              <a:xfrm>
                <a:off x="4730225" y="1353900"/>
                <a:ext cx="35875" cy="35650"/>
              </a:xfrm>
              <a:custGeom>
                <a:rect b="b" l="l" r="r" t="t"/>
                <a:pathLst>
                  <a:path extrusionOk="0" h="1426" w="1435">
                    <a:moveTo>
                      <a:pt x="667" y="0"/>
                    </a:moveTo>
                    <a:cubicBezTo>
                      <a:pt x="483" y="0"/>
                      <a:pt x="303" y="114"/>
                      <a:pt x="200" y="268"/>
                    </a:cubicBezTo>
                    <a:cubicBezTo>
                      <a:pt x="134" y="368"/>
                      <a:pt x="67" y="501"/>
                      <a:pt x="33" y="501"/>
                    </a:cubicBezTo>
                    <a:cubicBezTo>
                      <a:pt x="0" y="668"/>
                      <a:pt x="33" y="802"/>
                      <a:pt x="67" y="968"/>
                    </a:cubicBezTo>
                    <a:cubicBezTo>
                      <a:pt x="121" y="1275"/>
                      <a:pt x="380" y="1425"/>
                      <a:pt x="648" y="1425"/>
                    </a:cubicBezTo>
                    <a:cubicBezTo>
                      <a:pt x="876" y="1425"/>
                      <a:pt x="1112" y="1316"/>
                      <a:pt x="1234" y="1102"/>
                    </a:cubicBezTo>
                    <a:cubicBezTo>
                      <a:pt x="1301" y="1035"/>
                      <a:pt x="1334" y="968"/>
                      <a:pt x="1334" y="868"/>
                    </a:cubicBezTo>
                    <a:cubicBezTo>
                      <a:pt x="1434" y="568"/>
                      <a:pt x="1301" y="268"/>
                      <a:pt x="1034" y="101"/>
                    </a:cubicBezTo>
                    <a:cubicBezTo>
                      <a:pt x="967" y="68"/>
                      <a:pt x="901" y="68"/>
                      <a:pt x="834" y="34"/>
                    </a:cubicBezTo>
                    <a:cubicBezTo>
                      <a:pt x="779" y="11"/>
                      <a:pt x="723" y="0"/>
                      <a:pt x="6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7" name="Google Shape;12387;p37"/>
              <p:cNvSpPr/>
              <p:nvPr/>
            </p:nvSpPr>
            <p:spPr>
              <a:xfrm>
                <a:off x="4889325" y="1567300"/>
                <a:ext cx="36900" cy="41300"/>
              </a:xfrm>
              <a:custGeom>
                <a:rect b="b" l="l" r="r" t="t"/>
                <a:pathLst>
                  <a:path extrusionOk="0" h="1652" w="1476">
                    <a:moveTo>
                      <a:pt x="602" y="0"/>
                    </a:moveTo>
                    <a:cubicBezTo>
                      <a:pt x="299" y="0"/>
                      <a:pt x="1" y="196"/>
                      <a:pt x="41" y="538"/>
                    </a:cubicBezTo>
                    <a:cubicBezTo>
                      <a:pt x="74" y="705"/>
                      <a:pt x="74" y="872"/>
                      <a:pt x="107" y="1038"/>
                    </a:cubicBezTo>
                    <a:cubicBezTo>
                      <a:pt x="141" y="1339"/>
                      <a:pt x="341" y="1539"/>
                      <a:pt x="641" y="1639"/>
                    </a:cubicBezTo>
                    <a:cubicBezTo>
                      <a:pt x="680" y="1648"/>
                      <a:pt x="720" y="1652"/>
                      <a:pt x="760" y="1652"/>
                    </a:cubicBezTo>
                    <a:cubicBezTo>
                      <a:pt x="1024" y="1652"/>
                      <a:pt x="1288" y="1466"/>
                      <a:pt x="1375" y="1205"/>
                    </a:cubicBezTo>
                    <a:cubicBezTo>
                      <a:pt x="1475" y="872"/>
                      <a:pt x="1242" y="571"/>
                      <a:pt x="1108" y="271"/>
                    </a:cubicBezTo>
                    <a:cubicBezTo>
                      <a:pt x="1002" y="86"/>
                      <a:pt x="801" y="0"/>
                      <a:pt x="6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8" name="Google Shape;12388;p37"/>
              <p:cNvSpPr/>
              <p:nvPr/>
            </p:nvSpPr>
            <p:spPr>
              <a:xfrm>
                <a:off x="5208900" y="1380725"/>
                <a:ext cx="37550" cy="35725"/>
              </a:xfrm>
              <a:custGeom>
                <a:rect b="b" l="l" r="r" t="t"/>
                <a:pathLst>
                  <a:path extrusionOk="0" h="1429" w="1502">
                    <a:moveTo>
                      <a:pt x="750" y="0"/>
                    </a:moveTo>
                    <a:cubicBezTo>
                      <a:pt x="641" y="0"/>
                      <a:pt x="532" y="30"/>
                      <a:pt x="434" y="95"/>
                    </a:cubicBezTo>
                    <a:cubicBezTo>
                      <a:pt x="33" y="296"/>
                      <a:pt x="0" y="796"/>
                      <a:pt x="300" y="1130"/>
                    </a:cubicBezTo>
                    <a:cubicBezTo>
                      <a:pt x="267" y="1096"/>
                      <a:pt x="250" y="1079"/>
                      <a:pt x="246" y="1079"/>
                    </a:cubicBezTo>
                    <a:lnTo>
                      <a:pt x="246" y="1079"/>
                    </a:lnTo>
                    <a:cubicBezTo>
                      <a:pt x="242" y="1079"/>
                      <a:pt x="250" y="1096"/>
                      <a:pt x="267" y="1130"/>
                    </a:cubicBezTo>
                    <a:cubicBezTo>
                      <a:pt x="383" y="1332"/>
                      <a:pt x="599" y="1428"/>
                      <a:pt x="815" y="1428"/>
                    </a:cubicBezTo>
                    <a:cubicBezTo>
                      <a:pt x="1097" y="1428"/>
                      <a:pt x="1378" y="1265"/>
                      <a:pt x="1434" y="963"/>
                    </a:cubicBezTo>
                    <a:cubicBezTo>
                      <a:pt x="1501" y="729"/>
                      <a:pt x="1468" y="529"/>
                      <a:pt x="1334" y="329"/>
                    </a:cubicBezTo>
                    <a:cubicBezTo>
                      <a:pt x="1200" y="127"/>
                      <a:pt x="974" y="0"/>
                      <a:pt x="7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9" name="Google Shape;12389;p37"/>
              <p:cNvSpPr/>
              <p:nvPr/>
            </p:nvSpPr>
            <p:spPr>
              <a:xfrm>
                <a:off x="4912850" y="1332750"/>
                <a:ext cx="23375" cy="23400"/>
              </a:xfrm>
              <a:custGeom>
                <a:rect b="b" l="l" r="r" t="t"/>
                <a:pathLst>
                  <a:path extrusionOk="0" h="936" w="935">
                    <a:moveTo>
                      <a:pt x="507" y="1"/>
                    </a:moveTo>
                    <a:cubicBezTo>
                      <a:pt x="399" y="1"/>
                      <a:pt x="288" y="38"/>
                      <a:pt x="200" y="113"/>
                    </a:cubicBezTo>
                    <a:cubicBezTo>
                      <a:pt x="0" y="347"/>
                      <a:pt x="100" y="680"/>
                      <a:pt x="367" y="814"/>
                    </a:cubicBezTo>
                    <a:cubicBezTo>
                      <a:pt x="367" y="814"/>
                      <a:pt x="401" y="814"/>
                      <a:pt x="434" y="847"/>
                    </a:cubicBezTo>
                    <a:cubicBezTo>
                      <a:pt x="467" y="880"/>
                      <a:pt x="501" y="880"/>
                      <a:pt x="534" y="880"/>
                    </a:cubicBezTo>
                    <a:cubicBezTo>
                      <a:pt x="534" y="880"/>
                      <a:pt x="534" y="914"/>
                      <a:pt x="567" y="914"/>
                    </a:cubicBezTo>
                    <a:cubicBezTo>
                      <a:pt x="595" y="927"/>
                      <a:pt x="623" y="936"/>
                      <a:pt x="650" y="936"/>
                    </a:cubicBezTo>
                    <a:cubicBezTo>
                      <a:pt x="689" y="936"/>
                      <a:pt x="728" y="919"/>
                      <a:pt x="768" y="880"/>
                    </a:cubicBezTo>
                    <a:cubicBezTo>
                      <a:pt x="934" y="747"/>
                      <a:pt x="934" y="513"/>
                      <a:pt x="901" y="313"/>
                    </a:cubicBezTo>
                    <a:cubicBezTo>
                      <a:pt x="859" y="105"/>
                      <a:pt x="687" y="1"/>
                      <a:pt x="5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0" name="Google Shape;12390;p37"/>
              <p:cNvSpPr/>
              <p:nvPr/>
            </p:nvSpPr>
            <p:spPr>
              <a:xfrm>
                <a:off x="4657000" y="2332625"/>
                <a:ext cx="60075" cy="53150"/>
              </a:xfrm>
              <a:custGeom>
                <a:rect b="b" l="l" r="r" t="t"/>
                <a:pathLst>
                  <a:path extrusionOk="0" h="2126" w="2403">
                    <a:moveTo>
                      <a:pt x="949" y="0"/>
                    </a:moveTo>
                    <a:cubicBezTo>
                      <a:pt x="899" y="0"/>
                      <a:pt x="848" y="4"/>
                      <a:pt x="794" y="13"/>
                    </a:cubicBezTo>
                    <a:cubicBezTo>
                      <a:pt x="780" y="12"/>
                      <a:pt x="765" y="12"/>
                      <a:pt x="750" y="12"/>
                    </a:cubicBezTo>
                    <a:cubicBezTo>
                      <a:pt x="336" y="12"/>
                      <a:pt x="1" y="461"/>
                      <a:pt x="194" y="847"/>
                    </a:cubicBezTo>
                    <a:cubicBezTo>
                      <a:pt x="194" y="947"/>
                      <a:pt x="227" y="1081"/>
                      <a:pt x="261" y="1181"/>
                    </a:cubicBezTo>
                    <a:cubicBezTo>
                      <a:pt x="361" y="1648"/>
                      <a:pt x="594" y="1948"/>
                      <a:pt x="1061" y="2081"/>
                    </a:cubicBezTo>
                    <a:cubicBezTo>
                      <a:pt x="1152" y="2112"/>
                      <a:pt x="1242" y="2126"/>
                      <a:pt x="1330" y="2126"/>
                    </a:cubicBezTo>
                    <a:cubicBezTo>
                      <a:pt x="1920" y="2126"/>
                      <a:pt x="2403" y="1495"/>
                      <a:pt x="2229" y="914"/>
                    </a:cubicBezTo>
                    <a:cubicBezTo>
                      <a:pt x="2095" y="447"/>
                      <a:pt x="1795" y="247"/>
                      <a:pt x="1361" y="80"/>
                    </a:cubicBezTo>
                    <a:cubicBezTo>
                      <a:pt x="1215" y="31"/>
                      <a:pt x="1086" y="0"/>
                      <a:pt x="9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1" name="Google Shape;12391;p37"/>
              <p:cNvSpPr/>
              <p:nvPr/>
            </p:nvSpPr>
            <p:spPr>
              <a:xfrm>
                <a:off x="4885325" y="2330350"/>
                <a:ext cx="50050" cy="48750"/>
              </a:xfrm>
              <a:custGeom>
                <a:rect b="b" l="l" r="r" t="t"/>
                <a:pathLst>
                  <a:path extrusionOk="0" h="1950" w="2002">
                    <a:moveTo>
                      <a:pt x="788" y="0"/>
                    </a:moveTo>
                    <a:cubicBezTo>
                      <a:pt x="668" y="0"/>
                      <a:pt x="545" y="35"/>
                      <a:pt x="434" y="104"/>
                    </a:cubicBezTo>
                    <a:cubicBezTo>
                      <a:pt x="201" y="238"/>
                      <a:pt x="1" y="571"/>
                      <a:pt x="134" y="872"/>
                    </a:cubicBezTo>
                    <a:cubicBezTo>
                      <a:pt x="134" y="872"/>
                      <a:pt x="134" y="905"/>
                      <a:pt x="134" y="905"/>
                    </a:cubicBezTo>
                    <a:cubicBezTo>
                      <a:pt x="167" y="938"/>
                      <a:pt x="167" y="938"/>
                      <a:pt x="167" y="938"/>
                    </a:cubicBezTo>
                    <a:cubicBezTo>
                      <a:pt x="167" y="1038"/>
                      <a:pt x="167" y="1138"/>
                      <a:pt x="201" y="1238"/>
                    </a:cubicBezTo>
                    <a:cubicBezTo>
                      <a:pt x="301" y="1572"/>
                      <a:pt x="601" y="1872"/>
                      <a:pt x="935" y="1939"/>
                    </a:cubicBezTo>
                    <a:cubicBezTo>
                      <a:pt x="997" y="1946"/>
                      <a:pt x="1057" y="1950"/>
                      <a:pt x="1117" y="1950"/>
                    </a:cubicBezTo>
                    <a:cubicBezTo>
                      <a:pt x="1344" y="1950"/>
                      <a:pt x="1550" y="1891"/>
                      <a:pt x="1735" y="1705"/>
                    </a:cubicBezTo>
                    <a:cubicBezTo>
                      <a:pt x="1935" y="1505"/>
                      <a:pt x="2002" y="1205"/>
                      <a:pt x="1935" y="938"/>
                    </a:cubicBezTo>
                    <a:cubicBezTo>
                      <a:pt x="1869" y="738"/>
                      <a:pt x="1768" y="571"/>
                      <a:pt x="1602" y="405"/>
                    </a:cubicBezTo>
                    <a:cubicBezTo>
                      <a:pt x="1502" y="304"/>
                      <a:pt x="1368" y="238"/>
                      <a:pt x="1235" y="204"/>
                    </a:cubicBezTo>
                    <a:cubicBezTo>
                      <a:pt x="1118" y="68"/>
                      <a:pt x="956" y="0"/>
                      <a:pt x="7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2" name="Google Shape;12392;p37"/>
              <p:cNvSpPr/>
              <p:nvPr/>
            </p:nvSpPr>
            <p:spPr>
              <a:xfrm>
                <a:off x="5104650" y="2290175"/>
                <a:ext cx="53400" cy="46125"/>
              </a:xfrm>
              <a:custGeom>
                <a:rect b="b" l="l" r="r" t="t"/>
                <a:pathLst>
                  <a:path extrusionOk="0" h="1845" w="2136">
                    <a:moveTo>
                      <a:pt x="1113" y="1"/>
                    </a:moveTo>
                    <a:cubicBezTo>
                      <a:pt x="985" y="1"/>
                      <a:pt x="855" y="27"/>
                      <a:pt x="734" y="77"/>
                    </a:cubicBezTo>
                    <a:cubicBezTo>
                      <a:pt x="704" y="97"/>
                      <a:pt x="673" y="115"/>
                      <a:pt x="643" y="131"/>
                    </a:cubicBezTo>
                    <a:lnTo>
                      <a:pt x="643" y="131"/>
                    </a:lnTo>
                    <a:cubicBezTo>
                      <a:pt x="653" y="124"/>
                      <a:pt x="661" y="117"/>
                      <a:pt x="668" y="110"/>
                    </a:cubicBezTo>
                    <a:lnTo>
                      <a:pt x="634" y="110"/>
                    </a:lnTo>
                    <a:cubicBezTo>
                      <a:pt x="267" y="177"/>
                      <a:pt x="0" y="611"/>
                      <a:pt x="0" y="977"/>
                    </a:cubicBezTo>
                    <a:cubicBezTo>
                      <a:pt x="0" y="1444"/>
                      <a:pt x="401" y="1811"/>
                      <a:pt x="868" y="1845"/>
                    </a:cubicBezTo>
                    <a:cubicBezTo>
                      <a:pt x="1101" y="1845"/>
                      <a:pt x="1368" y="1811"/>
                      <a:pt x="1568" y="1678"/>
                    </a:cubicBezTo>
                    <a:cubicBezTo>
                      <a:pt x="1969" y="1411"/>
                      <a:pt x="2135" y="877"/>
                      <a:pt x="1868" y="444"/>
                    </a:cubicBezTo>
                    <a:cubicBezTo>
                      <a:pt x="1705" y="141"/>
                      <a:pt x="1412" y="1"/>
                      <a:pt x="11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3" name="Google Shape;12393;p37"/>
              <p:cNvSpPr/>
              <p:nvPr/>
            </p:nvSpPr>
            <p:spPr>
              <a:xfrm>
                <a:off x="5121325" y="2292075"/>
                <a:ext cx="1700" cy="875"/>
              </a:xfrm>
              <a:custGeom>
                <a:rect b="b" l="l" r="r" t="t"/>
                <a:pathLst>
                  <a:path extrusionOk="0" h="35" w="68">
                    <a:moveTo>
                      <a:pt x="67" y="1"/>
                    </a:moveTo>
                    <a:cubicBezTo>
                      <a:pt x="67" y="1"/>
                      <a:pt x="67" y="1"/>
                      <a:pt x="1" y="34"/>
                    </a:cubicBezTo>
                    <a:cubicBezTo>
                      <a:pt x="34" y="34"/>
                      <a:pt x="34" y="34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4" name="Google Shape;12394;p37"/>
              <p:cNvSpPr/>
              <p:nvPr/>
            </p:nvSpPr>
            <p:spPr>
              <a:xfrm>
                <a:off x="4885700" y="1955375"/>
                <a:ext cx="41350" cy="42775"/>
              </a:xfrm>
              <a:custGeom>
                <a:rect b="b" l="l" r="r" t="t"/>
                <a:pathLst>
                  <a:path extrusionOk="0" h="1711" w="1654">
                    <a:moveTo>
                      <a:pt x="891" y="0"/>
                    </a:moveTo>
                    <a:cubicBezTo>
                      <a:pt x="571" y="0"/>
                      <a:pt x="241" y="195"/>
                      <a:pt x="186" y="526"/>
                    </a:cubicBezTo>
                    <a:cubicBezTo>
                      <a:pt x="186" y="560"/>
                      <a:pt x="186" y="560"/>
                      <a:pt x="186" y="560"/>
                    </a:cubicBezTo>
                    <a:cubicBezTo>
                      <a:pt x="152" y="626"/>
                      <a:pt x="119" y="726"/>
                      <a:pt x="86" y="793"/>
                    </a:cubicBezTo>
                    <a:cubicBezTo>
                      <a:pt x="0" y="1191"/>
                      <a:pt x="327" y="1710"/>
                      <a:pt x="756" y="1710"/>
                    </a:cubicBezTo>
                    <a:cubicBezTo>
                      <a:pt x="830" y="1710"/>
                      <a:pt x="907" y="1695"/>
                      <a:pt x="986" y="1660"/>
                    </a:cubicBezTo>
                    <a:cubicBezTo>
                      <a:pt x="1420" y="1527"/>
                      <a:pt x="1653" y="1193"/>
                      <a:pt x="1653" y="726"/>
                    </a:cubicBezTo>
                    <a:cubicBezTo>
                      <a:pt x="1653" y="393"/>
                      <a:pt x="1420" y="93"/>
                      <a:pt x="1086" y="26"/>
                    </a:cubicBezTo>
                    <a:cubicBezTo>
                      <a:pt x="1023" y="9"/>
                      <a:pt x="957" y="0"/>
                      <a:pt x="8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5" name="Google Shape;12395;p37"/>
              <p:cNvSpPr/>
              <p:nvPr/>
            </p:nvSpPr>
            <p:spPr>
              <a:xfrm>
                <a:off x="4325750" y="715650"/>
                <a:ext cx="1386025" cy="1860950"/>
              </a:xfrm>
              <a:custGeom>
                <a:rect b="b" l="l" r="r" t="t"/>
                <a:pathLst>
                  <a:path extrusionOk="0" h="74438" w="55441">
                    <a:moveTo>
                      <a:pt x="16281" y="916"/>
                    </a:moveTo>
                    <a:cubicBezTo>
                      <a:pt x="17834" y="916"/>
                      <a:pt x="19142" y="1960"/>
                      <a:pt x="20482" y="3115"/>
                    </a:cubicBezTo>
                    <a:cubicBezTo>
                      <a:pt x="20551" y="3174"/>
                      <a:pt x="20635" y="3201"/>
                      <a:pt x="20717" y="3201"/>
                    </a:cubicBezTo>
                    <a:cubicBezTo>
                      <a:pt x="20909" y="3201"/>
                      <a:pt x="21086" y="3049"/>
                      <a:pt x="21016" y="2815"/>
                    </a:cubicBezTo>
                    <a:cubicBezTo>
                      <a:pt x="20983" y="2815"/>
                      <a:pt x="20983" y="2781"/>
                      <a:pt x="20983" y="2781"/>
                    </a:cubicBezTo>
                    <a:cubicBezTo>
                      <a:pt x="21139" y="2753"/>
                      <a:pt x="21295" y="2740"/>
                      <a:pt x="21449" y="2740"/>
                    </a:cubicBezTo>
                    <a:cubicBezTo>
                      <a:pt x="22216" y="2740"/>
                      <a:pt x="22951" y="3060"/>
                      <a:pt x="23618" y="3448"/>
                    </a:cubicBezTo>
                    <a:cubicBezTo>
                      <a:pt x="23551" y="3515"/>
                      <a:pt x="23484" y="3582"/>
                      <a:pt x="23418" y="3649"/>
                    </a:cubicBezTo>
                    <a:cubicBezTo>
                      <a:pt x="23255" y="3811"/>
                      <a:pt x="23400" y="4061"/>
                      <a:pt x="23585" y="4061"/>
                    </a:cubicBezTo>
                    <a:cubicBezTo>
                      <a:pt x="23628" y="4061"/>
                      <a:pt x="23674" y="4047"/>
                      <a:pt x="23718" y="4016"/>
                    </a:cubicBezTo>
                    <a:cubicBezTo>
                      <a:pt x="25130" y="3152"/>
                      <a:pt x="27605" y="1689"/>
                      <a:pt x="29491" y="1689"/>
                    </a:cubicBezTo>
                    <a:cubicBezTo>
                      <a:pt x="30812" y="1689"/>
                      <a:pt x="31845" y="2406"/>
                      <a:pt x="32024" y="4549"/>
                    </a:cubicBezTo>
                    <a:cubicBezTo>
                      <a:pt x="32047" y="4809"/>
                      <a:pt x="32272" y="4968"/>
                      <a:pt x="32483" y="4968"/>
                    </a:cubicBezTo>
                    <a:cubicBezTo>
                      <a:pt x="32571" y="4968"/>
                      <a:pt x="32656" y="4941"/>
                      <a:pt x="32724" y="4883"/>
                    </a:cubicBezTo>
                    <a:cubicBezTo>
                      <a:pt x="32900" y="4865"/>
                      <a:pt x="33070" y="4856"/>
                      <a:pt x="33236" y="4856"/>
                    </a:cubicBezTo>
                    <a:cubicBezTo>
                      <a:pt x="34608" y="4856"/>
                      <a:pt x="35603" y="5481"/>
                      <a:pt x="35960" y="6851"/>
                    </a:cubicBezTo>
                    <a:cubicBezTo>
                      <a:pt x="36007" y="7087"/>
                      <a:pt x="36222" y="7223"/>
                      <a:pt x="36438" y="7223"/>
                    </a:cubicBezTo>
                    <a:cubicBezTo>
                      <a:pt x="36527" y="7223"/>
                      <a:pt x="36616" y="7200"/>
                      <a:pt x="36694" y="7151"/>
                    </a:cubicBezTo>
                    <a:cubicBezTo>
                      <a:pt x="37383" y="6781"/>
                      <a:pt x="38157" y="6521"/>
                      <a:pt x="38905" y="6521"/>
                    </a:cubicBezTo>
                    <a:cubicBezTo>
                      <a:pt x="39641" y="6521"/>
                      <a:pt x="40351" y="6773"/>
                      <a:pt x="40930" y="7418"/>
                    </a:cubicBezTo>
                    <a:cubicBezTo>
                      <a:pt x="42364" y="9019"/>
                      <a:pt x="41330" y="10854"/>
                      <a:pt x="39329" y="11054"/>
                    </a:cubicBezTo>
                    <a:cubicBezTo>
                      <a:pt x="37514" y="11032"/>
                      <a:pt x="35630" y="10913"/>
                      <a:pt x="33756" y="10913"/>
                    </a:cubicBezTo>
                    <a:cubicBezTo>
                      <a:pt x="32737" y="10913"/>
                      <a:pt x="31722" y="10948"/>
                      <a:pt x="30723" y="11054"/>
                    </a:cubicBezTo>
                    <a:cubicBezTo>
                      <a:pt x="31156" y="10787"/>
                      <a:pt x="31557" y="10520"/>
                      <a:pt x="31924" y="10220"/>
                    </a:cubicBezTo>
                    <a:cubicBezTo>
                      <a:pt x="32069" y="10074"/>
                      <a:pt x="31935" y="9801"/>
                      <a:pt x="31765" y="9801"/>
                    </a:cubicBezTo>
                    <a:cubicBezTo>
                      <a:pt x="31741" y="9801"/>
                      <a:pt x="31716" y="9807"/>
                      <a:pt x="31690" y="9820"/>
                    </a:cubicBezTo>
                    <a:cubicBezTo>
                      <a:pt x="30289" y="10353"/>
                      <a:pt x="28955" y="10954"/>
                      <a:pt x="27487" y="11254"/>
                    </a:cubicBezTo>
                    <a:cubicBezTo>
                      <a:pt x="26019" y="11521"/>
                      <a:pt x="24618" y="11387"/>
                      <a:pt x="23151" y="11454"/>
                    </a:cubicBezTo>
                    <a:cubicBezTo>
                      <a:pt x="23251" y="10654"/>
                      <a:pt x="23151" y="9786"/>
                      <a:pt x="22784" y="8919"/>
                    </a:cubicBezTo>
                    <a:cubicBezTo>
                      <a:pt x="22740" y="8820"/>
                      <a:pt x="22657" y="8779"/>
                      <a:pt x="22568" y="8779"/>
                    </a:cubicBezTo>
                    <a:cubicBezTo>
                      <a:pt x="22387" y="8779"/>
                      <a:pt x="22183" y="8951"/>
                      <a:pt x="22250" y="9153"/>
                    </a:cubicBezTo>
                    <a:cubicBezTo>
                      <a:pt x="23032" y="11905"/>
                      <a:pt x="21379" y="14424"/>
                      <a:pt x="18612" y="14424"/>
                    </a:cubicBezTo>
                    <a:cubicBezTo>
                      <a:pt x="18429" y="14424"/>
                      <a:pt x="18240" y="14412"/>
                      <a:pt x="18047" y="14390"/>
                    </a:cubicBezTo>
                    <a:cubicBezTo>
                      <a:pt x="18032" y="14388"/>
                      <a:pt x="18017" y="14387"/>
                      <a:pt x="18002" y="14387"/>
                    </a:cubicBezTo>
                    <a:cubicBezTo>
                      <a:pt x="17758" y="14387"/>
                      <a:pt x="17580" y="14637"/>
                      <a:pt x="17580" y="14857"/>
                    </a:cubicBezTo>
                    <a:cubicBezTo>
                      <a:pt x="17549" y="16872"/>
                      <a:pt x="16178" y="17800"/>
                      <a:pt x="14802" y="17800"/>
                    </a:cubicBezTo>
                    <a:cubicBezTo>
                      <a:pt x="13219" y="17800"/>
                      <a:pt x="11630" y="16570"/>
                      <a:pt x="12076" y="14356"/>
                    </a:cubicBezTo>
                    <a:cubicBezTo>
                      <a:pt x="12104" y="14074"/>
                      <a:pt x="11917" y="13719"/>
                      <a:pt x="11636" y="13719"/>
                    </a:cubicBezTo>
                    <a:cubicBezTo>
                      <a:pt x="11585" y="13719"/>
                      <a:pt x="11532" y="13730"/>
                      <a:pt x="11476" y="13756"/>
                    </a:cubicBezTo>
                    <a:cubicBezTo>
                      <a:pt x="11108" y="13905"/>
                      <a:pt x="10790" y="13973"/>
                      <a:pt x="10515" y="13973"/>
                    </a:cubicBezTo>
                    <a:cubicBezTo>
                      <a:pt x="8517" y="13973"/>
                      <a:pt x="8782" y="10430"/>
                      <a:pt x="8841" y="9052"/>
                    </a:cubicBezTo>
                    <a:cubicBezTo>
                      <a:pt x="8841" y="8953"/>
                      <a:pt x="8758" y="8889"/>
                      <a:pt x="8676" y="8889"/>
                    </a:cubicBezTo>
                    <a:cubicBezTo>
                      <a:pt x="8621" y="8889"/>
                      <a:pt x="8567" y="8918"/>
                      <a:pt x="8540" y="8986"/>
                    </a:cubicBezTo>
                    <a:cubicBezTo>
                      <a:pt x="8307" y="9486"/>
                      <a:pt x="8140" y="10153"/>
                      <a:pt x="8107" y="10820"/>
                    </a:cubicBezTo>
                    <a:cubicBezTo>
                      <a:pt x="7373" y="10987"/>
                      <a:pt x="6806" y="11387"/>
                      <a:pt x="6005" y="11387"/>
                    </a:cubicBezTo>
                    <a:cubicBezTo>
                      <a:pt x="5171" y="11354"/>
                      <a:pt x="4504" y="10854"/>
                      <a:pt x="3770" y="10520"/>
                    </a:cubicBezTo>
                    <a:cubicBezTo>
                      <a:pt x="3741" y="10506"/>
                      <a:pt x="3710" y="10499"/>
                      <a:pt x="3681" y="10499"/>
                    </a:cubicBezTo>
                    <a:cubicBezTo>
                      <a:pt x="3575" y="10499"/>
                      <a:pt x="3485" y="10583"/>
                      <a:pt x="3537" y="10687"/>
                    </a:cubicBezTo>
                    <a:cubicBezTo>
                      <a:pt x="3637" y="11087"/>
                      <a:pt x="3870" y="11387"/>
                      <a:pt x="4171" y="11654"/>
                    </a:cubicBezTo>
                    <a:cubicBezTo>
                      <a:pt x="3970" y="14323"/>
                      <a:pt x="3937" y="17025"/>
                      <a:pt x="3937" y="19760"/>
                    </a:cubicBezTo>
                    <a:cubicBezTo>
                      <a:pt x="468" y="18626"/>
                      <a:pt x="2069" y="13923"/>
                      <a:pt x="2403" y="11321"/>
                    </a:cubicBezTo>
                    <a:cubicBezTo>
                      <a:pt x="2403" y="11287"/>
                      <a:pt x="2403" y="11254"/>
                      <a:pt x="2403" y="11221"/>
                    </a:cubicBezTo>
                    <a:cubicBezTo>
                      <a:pt x="2469" y="11187"/>
                      <a:pt x="2503" y="11154"/>
                      <a:pt x="2569" y="11121"/>
                    </a:cubicBezTo>
                    <a:cubicBezTo>
                      <a:pt x="2703" y="11021"/>
                      <a:pt x="2636" y="10787"/>
                      <a:pt x="2503" y="10720"/>
                    </a:cubicBezTo>
                    <a:cubicBezTo>
                      <a:pt x="2136" y="10520"/>
                      <a:pt x="1735" y="10453"/>
                      <a:pt x="1435" y="10087"/>
                    </a:cubicBezTo>
                    <a:cubicBezTo>
                      <a:pt x="935" y="9486"/>
                      <a:pt x="1135" y="8719"/>
                      <a:pt x="1602" y="8152"/>
                    </a:cubicBezTo>
                    <a:cubicBezTo>
                      <a:pt x="2403" y="7251"/>
                      <a:pt x="3637" y="7018"/>
                      <a:pt x="4771" y="6818"/>
                    </a:cubicBezTo>
                    <a:cubicBezTo>
                      <a:pt x="5138" y="6751"/>
                      <a:pt x="5205" y="6384"/>
                      <a:pt x="5038" y="6117"/>
                    </a:cubicBezTo>
                    <a:cubicBezTo>
                      <a:pt x="4971" y="4716"/>
                      <a:pt x="5838" y="3482"/>
                      <a:pt x="7206" y="3082"/>
                    </a:cubicBezTo>
                    <a:cubicBezTo>
                      <a:pt x="7531" y="2992"/>
                      <a:pt x="7845" y="2952"/>
                      <a:pt x="8149" y="2952"/>
                    </a:cubicBezTo>
                    <a:cubicBezTo>
                      <a:pt x="9093" y="2952"/>
                      <a:pt x="9951" y="3336"/>
                      <a:pt x="10809" y="3815"/>
                    </a:cubicBezTo>
                    <a:cubicBezTo>
                      <a:pt x="10877" y="3858"/>
                      <a:pt x="10948" y="3877"/>
                      <a:pt x="11017" y="3877"/>
                    </a:cubicBezTo>
                    <a:cubicBezTo>
                      <a:pt x="11217" y="3877"/>
                      <a:pt x="11401" y="3722"/>
                      <a:pt x="11476" y="3549"/>
                    </a:cubicBezTo>
                    <a:cubicBezTo>
                      <a:pt x="12543" y="3448"/>
                      <a:pt x="13077" y="2181"/>
                      <a:pt x="14044" y="1614"/>
                    </a:cubicBezTo>
                    <a:cubicBezTo>
                      <a:pt x="14854" y="1122"/>
                      <a:pt x="15592" y="916"/>
                      <a:pt x="16281" y="916"/>
                    </a:cubicBezTo>
                    <a:close/>
                    <a:moveTo>
                      <a:pt x="43513" y="25629"/>
                    </a:moveTo>
                    <a:cubicBezTo>
                      <a:pt x="44083" y="25629"/>
                      <a:pt x="44674" y="25768"/>
                      <a:pt x="45233" y="26065"/>
                    </a:cubicBezTo>
                    <a:cubicBezTo>
                      <a:pt x="46868" y="26965"/>
                      <a:pt x="47702" y="28667"/>
                      <a:pt x="48169" y="30401"/>
                    </a:cubicBezTo>
                    <a:cubicBezTo>
                      <a:pt x="48902" y="33303"/>
                      <a:pt x="48802" y="36606"/>
                      <a:pt x="48602" y="39574"/>
                    </a:cubicBezTo>
                    <a:cubicBezTo>
                      <a:pt x="48435" y="42743"/>
                      <a:pt x="48069" y="45979"/>
                      <a:pt x="47468" y="49115"/>
                    </a:cubicBezTo>
                    <a:cubicBezTo>
                      <a:pt x="46934" y="51733"/>
                      <a:pt x="45199" y="54934"/>
                      <a:pt x="42705" y="54934"/>
                    </a:cubicBezTo>
                    <a:cubicBezTo>
                      <a:pt x="41927" y="54934"/>
                      <a:pt x="41075" y="54622"/>
                      <a:pt x="40163" y="53885"/>
                    </a:cubicBezTo>
                    <a:cubicBezTo>
                      <a:pt x="40163" y="49548"/>
                      <a:pt x="40163" y="45178"/>
                      <a:pt x="40163" y="40842"/>
                    </a:cubicBezTo>
                    <a:cubicBezTo>
                      <a:pt x="40163" y="37073"/>
                      <a:pt x="40163" y="33270"/>
                      <a:pt x="40163" y="29500"/>
                    </a:cubicBezTo>
                    <a:cubicBezTo>
                      <a:pt x="40163" y="29467"/>
                      <a:pt x="40196" y="29467"/>
                      <a:pt x="40196" y="29434"/>
                    </a:cubicBezTo>
                    <a:cubicBezTo>
                      <a:pt x="40230" y="29300"/>
                      <a:pt x="40263" y="29134"/>
                      <a:pt x="40296" y="29000"/>
                    </a:cubicBezTo>
                    <a:cubicBezTo>
                      <a:pt x="40363" y="28967"/>
                      <a:pt x="40396" y="28900"/>
                      <a:pt x="40396" y="28800"/>
                    </a:cubicBezTo>
                    <a:cubicBezTo>
                      <a:pt x="40347" y="26834"/>
                      <a:pt x="41838" y="25629"/>
                      <a:pt x="43513" y="25629"/>
                    </a:cubicBezTo>
                    <a:close/>
                    <a:moveTo>
                      <a:pt x="40330" y="18493"/>
                    </a:moveTo>
                    <a:cubicBezTo>
                      <a:pt x="41864" y="20728"/>
                      <a:pt x="45633" y="20327"/>
                      <a:pt x="48235" y="20627"/>
                    </a:cubicBezTo>
                    <a:cubicBezTo>
                      <a:pt x="51704" y="21028"/>
                      <a:pt x="52772" y="23663"/>
                      <a:pt x="53406" y="26665"/>
                    </a:cubicBezTo>
                    <a:cubicBezTo>
                      <a:pt x="54006" y="29667"/>
                      <a:pt x="54306" y="32703"/>
                      <a:pt x="54373" y="35738"/>
                    </a:cubicBezTo>
                    <a:cubicBezTo>
                      <a:pt x="54473" y="41509"/>
                      <a:pt x="53639" y="47280"/>
                      <a:pt x="52005" y="52817"/>
                    </a:cubicBezTo>
                    <a:cubicBezTo>
                      <a:pt x="51237" y="55486"/>
                      <a:pt x="50237" y="58488"/>
                      <a:pt x="47735" y="60022"/>
                    </a:cubicBezTo>
                    <a:cubicBezTo>
                      <a:pt x="45982" y="61095"/>
                      <a:pt x="43942" y="61285"/>
                      <a:pt x="41920" y="61285"/>
                    </a:cubicBezTo>
                    <a:cubicBezTo>
                      <a:pt x="41364" y="61285"/>
                      <a:pt x="40810" y="61271"/>
                      <a:pt x="40263" y="61257"/>
                    </a:cubicBezTo>
                    <a:cubicBezTo>
                      <a:pt x="40230" y="59389"/>
                      <a:pt x="40196" y="57521"/>
                      <a:pt x="40196" y="55686"/>
                    </a:cubicBezTo>
                    <a:cubicBezTo>
                      <a:pt x="40196" y="55552"/>
                      <a:pt x="40196" y="55419"/>
                      <a:pt x="40196" y="55252"/>
                    </a:cubicBezTo>
                    <a:cubicBezTo>
                      <a:pt x="40797" y="55815"/>
                      <a:pt x="41527" y="56053"/>
                      <a:pt x="42293" y="56053"/>
                    </a:cubicBezTo>
                    <a:cubicBezTo>
                      <a:pt x="44203" y="56053"/>
                      <a:pt x="46339" y="54570"/>
                      <a:pt x="47268" y="52951"/>
                    </a:cubicBezTo>
                    <a:cubicBezTo>
                      <a:pt x="48502" y="50749"/>
                      <a:pt x="48702" y="48014"/>
                      <a:pt x="49036" y="45545"/>
                    </a:cubicBezTo>
                    <a:cubicBezTo>
                      <a:pt x="49403" y="42810"/>
                      <a:pt x="49670" y="40008"/>
                      <a:pt x="49703" y="37239"/>
                    </a:cubicBezTo>
                    <a:cubicBezTo>
                      <a:pt x="49770" y="33270"/>
                      <a:pt x="49836" y="27366"/>
                      <a:pt x="45734" y="25197"/>
                    </a:cubicBezTo>
                    <a:cubicBezTo>
                      <a:pt x="45109" y="24869"/>
                      <a:pt x="44400" y="24716"/>
                      <a:pt x="43697" y="24716"/>
                    </a:cubicBezTo>
                    <a:cubicBezTo>
                      <a:pt x="42185" y="24716"/>
                      <a:pt x="40699" y="25425"/>
                      <a:pt x="40130" y="26632"/>
                    </a:cubicBezTo>
                    <a:lnTo>
                      <a:pt x="40130" y="26398"/>
                    </a:lnTo>
                    <a:cubicBezTo>
                      <a:pt x="40130" y="23863"/>
                      <a:pt x="40296" y="21161"/>
                      <a:pt x="40330" y="18493"/>
                    </a:cubicBezTo>
                    <a:close/>
                    <a:moveTo>
                      <a:pt x="8073" y="11621"/>
                    </a:moveTo>
                    <a:cubicBezTo>
                      <a:pt x="8164" y="13311"/>
                      <a:pt x="8882" y="14946"/>
                      <a:pt x="10500" y="14946"/>
                    </a:cubicBezTo>
                    <a:cubicBezTo>
                      <a:pt x="10671" y="14946"/>
                      <a:pt x="10851" y="14928"/>
                      <a:pt x="11042" y="14890"/>
                    </a:cubicBezTo>
                    <a:lnTo>
                      <a:pt x="11042" y="14890"/>
                    </a:lnTo>
                    <a:cubicBezTo>
                      <a:pt x="11009" y="16825"/>
                      <a:pt x="12243" y="18693"/>
                      <a:pt x="14311" y="18960"/>
                    </a:cubicBezTo>
                    <a:cubicBezTo>
                      <a:pt x="14457" y="18977"/>
                      <a:pt x="14601" y="18985"/>
                      <a:pt x="14743" y="18985"/>
                    </a:cubicBezTo>
                    <a:cubicBezTo>
                      <a:pt x="16766" y="18985"/>
                      <a:pt x="18294" y="17257"/>
                      <a:pt x="18481" y="15324"/>
                    </a:cubicBezTo>
                    <a:cubicBezTo>
                      <a:pt x="18507" y="15324"/>
                      <a:pt x="18533" y="15324"/>
                      <a:pt x="18559" y="15324"/>
                    </a:cubicBezTo>
                    <a:cubicBezTo>
                      <a:pt x="20757" y="15324"/>
                      <a:pt x="22490" y="13934"/>
                      <a:pt x="23017" y="12088"/>
                    </a:cubicBezTo>
                    <a:cubicBezTo>
                      <a:pt x="23770" y="12373"/>
                      <a:pt x="24603" y="12502"/>
                      <a:pt x="25463" y="12502"/>
                    </a:cubicBezTo>
                    <a:cubicBezTo>
                      <a:pt x="26812" y="12502"/>
                      <a:pt x="28225" y="12184"/>
                      <a:pt x="29489" y="11654"/>
                    </a:cubicBezTo>
                    <a:cubicBezTo>
                      <a:pt x="31257" y="11988"/>
                      <a:pt x="33058" y="11888"/>
                      <a:pt x="34826" y="11921"/>
                    </a:cubicBezTo>
                    <a:cubicBezTo>
                      <a:pt x="35442" y="11921"/>
                      <a:pt x="36335" y="11793"/>
                      <a:pt x="37177" y="11793"/>
                    </a:cubicBezTo>
                    <a:cubicBezTo>
                      <a:pt x="38159" y="11793"/>
                      <a:pt x="39072" y="11967"/>
                      <a:pt x="39396" y="12722"/>
                    </a:cubicBezTo>
                    <a:cubicBezTo>
                      <a:pt x="38762" y="16992"/>
                      <a:pt x="39262" y="21695"/>
                      <a:pt x="39229" y="25998"/>
                    </a:cubicBezTo>
                    <a:cubicBezTo>
                      <a:pt x="39229" y="30935"/>
                      <a:pt x="39229" y="35905"/>
                      <a:pt x="39229" y="40842"/>
                    </a:cubicBezTo>
                    <a:cubicBezTo>
                      <a:pt x="39229" y="45645"/>
                      <a:pt x="39229" y="50482"/>
                      <a:pt x="39196" y="55286"/>
                    </a:cubicBezTo>
                    <a:cubicBezTo>
                      <a:pt x="39196" y="60056"/>
                      <a:pt x="38862" y="64993"/>
                      <a:pt x="39262" y="69729"/>
                    </a:cubicBezTo>
                    <a:cubicBezTo>
                      <a:pt x="39095" y="69763"/>
                      <a:pt x="38962" y="69896"/>
                      <a:pt x="38929" y="70096"/>
                    </a:cubicBezTo>
                    <a:cubicBezTo>
                      <a:pt x="38495" y="73332"/>
                      <a:pt x="31890" y="73065"/>
                      <a:pt x="29522" y="73232"/>
                    </a:cubicBezTo>
                    <a:cubicBezTo>
                      <a:pt x="27376" y="73361"/>
                      <a:pt x="25229" y="73410"/>
                      <a:pt x="23083" y="73410"/>
                    </a:cubicBezTo>
                    <a:cubicBezTo>
                      <a:pt x="22461" y="73410"/>
                      <a:pt x="21838" y="73406"/>
                      <a:pt x="21216" y="73399"/>
                    </a:cubicBezTo>
                    <a:cubicBezTo>
                      <a:pt x="18447" y="73332"/>
                      <a:pt x="15679" y="73165"/>
                      <a:pt x="12877" y="73032"/>
                    </a:cubicBezTo>
                    <a:cubicBezTo>
                      <a:pt x="10675" y="72898"/>
                      <a:pt x="7440" y="73198"/>
                      <a:pt x="5405" y="71931"/>
                    </a:cubicBezTo>
                    <a:cubicBezTo>
                      <a:pt x="5305" y="71697"/>
                      <a:pt x="5071" y="71564"/>
                      <a:pt x="4938" y="71330"/>
                    </a:cubicBezTo>
                    <a:cubicBezTo>
                      <a:pt x="4871" y="71264"/>
                      <a:pt x="4838" y="71164"/>
                      <a:pt x="4804" y="71064"/>
                    </a:cubicBezTo>
                    <a:cubicBezTo>
                      <a:pt x="5105" y="66160"/>
                      <a:pt x="4871" y="61190"/>
                      <a:pt x="4871" y="56286"/>
                    </a:cubicBezTo>
                    <a:cubicBezTo>
                      <a:pt x="4871" y="51316"/>
                      <a:pt x="4838" y="46379"/>
                      <a:pt x="4871" y="41409"/>
                    </a:cubicBezTo>
                    <a:cubicBezTo>
                      <a:pt x="4938" y="36572"/>
                      <a:pt x="4938" y="31769"/>
                      <a:pt x="4938" y="26932"/>
                    </a:cubicBezTo>
                    <a:cubicBezTo>
                      <a:pt x="4938" y="21995"/>
                      <a:pt x="5138" y="16958"/>
                      <a:pt x="4771" y="12021"/>
                    </a:cubicBezTo>
                    <a:lnTo>
                      <a:pt x="4771" y="12021"/>
                    </a:lnTo>
                    <a:cubicBezTo>
                      <a:pt x="5201" y="12223"/>
                      <a:pt x="5697" y="12327"/>
                      <a:pt x="6185" y="12327"/>
                    </a:cubicBezTo>
                    <a:cubicBezTo>
                      <a:pt x="6908" y="12327"/>
                      <a:pt x="7615" y="12099"/>
                      <a:pt x="8073" y="11621"/>
                    </a:cubicBezTo>
                    <a:close/>
                    <a:moveTo>
                      <a:pt x="16481" y="0"/>
                    </a:moveTo>
                    <a:cubicBezTo>
                      <a:pt x="15637" y="0"/>
                      <a:pt x="14802" y="201"/>
                      <a:pt x="14044" y="580"/>
                    </a:cubicBezTo>
                    <a:cubicBezTo>
                      <a:pt x="13044" y="1113"/>
                      <a:pt x="12276" y="2581"/>
                      <a:pt x="11276" y="3015"/>
                    </a:cubicBezTo>
                    <a:cubicBezTo>
                      <a:pt x="10483" y="2351"/>
                      <a:pt x="9415" y="2037"/>
                      <a:pt x="8349" y="2037"/>
                    </a:cubicBezTo>
                    <a:cubicBezTo>
                      <a:pt x="6096" y="2037"/>
                      <a:pt x="3852" y="3438"/>
                      <a:pt x="4237" y="5884"/>
                    </a:cubicBezTo>
                    <a:cubicBezTo>
                      <a:pt x="2503" y="6217"/>
                      <a:pt x="468" y="6918"/>
                      <a:pt x="168" y="8919"/>
                    </a:cubicBezTo>
                    <a:cubicBezTo>
                      <a:pt x="1" y="9820"/>
                      <a:pt x="768" y="11254"/>
                      <a:pt x="1735" y="11387"/>
                    </a:cubicBezTo>
                    <a:cubicBezTo>
                      <a:pt x="1087" y="13365"/>
                      <a:pt x="324" y="20605"/>
                      <a:pt x="3182" y="20605"/>
                    </a:cubicBezTo>
                    <a:cubicBezTo>
                      <a:pt x="3410" y="20605"/>
                      <a:pt x="3661" y="20559"/>
                      <a:pt x="3937" y="20461"/>
                    </a:cubicBezTo>
                    <a:cubicBezTo>
                      <a:pt x="3937" y="22495"/>
                      <a:pt x="3970" y="24530"/>
                      <a:pt x="3970" y="26532"/>
                    </a:cubicBezTo>
                    <a:cubicBezTo>
                      <a:pt x="3970" y="31502"/>
                      <a:pt x="4004" y="36439"/>
                      <a:pt x="4037" y="41409"/>
                    </a:cubicBezTo>
                    <a:cubicBezTo>
                      <a:pt x="4104" y="46246"/>
                      <a:pt x="4037" y="51049"/>
                      <a:pt x="4037" y="55886"/>
                    </a:cubicBezTo>
                    <a:cubicBezTo>
                      <a:pt x="4037" y="60956"/>
                      <a:pt x="3804" y="66093"/>
                      <a:pt x="4137" y="71164"/>
                    </a:cubicBezTo>
                    <a:cubicBezTo>
                      <a:pt x="4137" y="71197"/>
                      <a:pt x="4171" y="71230"/>
                      <a:pt x="4171" y="71264"/>
                    </a:cubicBezTo>
                    <a:cubicBezTo>
                      <a:pt x="4070" y="71330"/>
                      <a:pt x="4004" y="71497"/>
                      <a:pt x="4104" y="71597"/>
                    </a:cubicBezTo>
                    <a:cubicBezTo>
                      <a:pt x="5638" y="73665"/>
                      <a:pt x="8173" y="73632"/>
                      <a:pt x="10508" y="73799"/>
                    </a:cubicBezTo>
                    <a:cubicBezTo>
                      <a:pt x="14478" y="74099"/>
                      <a:pt x="18447" y="74366"/>
                      <a:pt x="22417" y="74433"/>
                    </a:cubicBezTo>
                    <a:cubicBezTo>
                      <a:pt x="22786" y="74436"/>
                      <a:pt x="23156" y="74437"/>
                      <a:pt x="23526" y="74437"/>
                    </a:cubicBezTo>
                    <a:cubicBezTo>
                      <a:pt x="27098" y="74437"/>
                      <a:pt x="30692" y="74282"/>
                      <a:pt x="34259" y="73799"/>
                    </a:cubicBezTo>
                    <a:cubicBezTo>
                      <a:pt x="36527" y="73499"/>
                      <a:pt x="39562" y="73198"/>
                      <a:pt x="39963" y="70430"/>
                    </a:cubicBezTo>
                    <a:cubicBezTo>
                      <a:pt x="40029" y="70363"/>
                      <a:pt x="40096" y="70263"/>
                      <a:pt x="40096" y="70130"/>
                    </a:cubicBezTo>
                    <a:cubicBezTo>
                      <a:pt x="40363" y="67561"/>
                      <a:pt x="40363" y="64926"/>
                      <a:pt x="40296" y="62291"/>
                    </a:cubicBezTo>
                    <a:lnTo>
                      <a:pt x="40296" y="62291"/>
                    </a:lnTo>
                    <a:cubicBezTo>
                      <a:pt x="40697" y="62308"/>
                      <a:pt x="41095" y="62317"/>
                      <a:pt x="41489" y="62317"/>
                    </a:cubicBezTo>
                    <a:cubicBezTo>
                      <a:pt x="45752" y="62317"/>
                      <a:pt x="49559" y="61228"/>
                      <a:pt x="51604" y="56953"/>
                    </a:cubicBezTo>
                    <a:cubicBezTo>
                      <a:pt x="54039" y="51816"/>
                      <a:pt x="54940" y="45612"/>
                      <a:pt x="55274" y="40008"/>
                    </a:cubicBezTo>
                    <a:cubicBezTo>
                      <a:pt x="55440" y="36906"/>
                      <a:pt x="55374" y="33804"/>
                      <a:pt x="55007" y="30735"/>
                    </a:cubicBezTo>
                    <a:cubicBezTo>
                      <a:pt x="54740" y="28233"/>
                      <a:pt x="54473" y="25398"/>
                      <a:pt x="53372" y="23096"/>
                    </a:cubicBezTo>
                    <a:cubicBezTo>
                      <a:pt x="52505" y="21228"/>
                      <a:pt x="51037" y="20094"/>
                      <a:pt x="49003" y="19727"/>
                    </a:cubicBezTo>
                    <a:cubicBezTo>
                      <a:pt x="46334" y="19260"/>
                      <a:pt x="41664" y="20327"/>
                      <a:pt x="40330" y="17358"/>
                    </a:cubicBezTo>
                    <a:cubicBezTo>
                      <a:pt x="40296" y="15657"/>
                      <a:pt x="40196" y="13956"/>
                      <a:pt x="39929" y="12355"/>
                    </a:cubicBezTo>
                    <a:cubicBezTo>
                      <a:pt x="39929" y="12221"/>
                      <a:pt x="39963" y="12155"/>
                      <a:pt x="39963" y="12055"/>
                    </a:cubicBezTo>
                    <a:cubicBezTo>
                      <a:pt x="39977" y="12055"/>
                      <a:pt x="39991" y="12055"/>
                      <a:pt x="40005" y="12055"/>
                    </a:cubicBezTo>
                    <a:cubicBezTo>
                      <a:pt x="41785" y="12055"/>
                      <a:pt x="43094" y="9972"/>
                      <a:pt x="42531" y="8185"/>
                    </a:cubicBezTo>
                    <a:cubicBezTo>
                      <a:pt x="41947" y="6409"/>
                      <a:pt x="40413" y="5665"/>
                      <a:pt x="38790" y="5665"/>
                    </a:cubicBezTo>
                    <a:cubicBezTo>
                      <a:pt x="38097" y="5665"/>
                      <a:pt x="37386" y="5801"/>
                      <a:pt x="36727" y="6050"/>
                    </a:cubicBezTo>
                    <a:cubicBezTo>
                      <a:pt x="36228" y="4817"/>
                      <a:pt x="35172" y="4038"/>
                      <a:pt x="33965" y="4038"/>
                    </a:cubicBezTo>
                    <a:cubicBezTo>
                      <a:pt x="33637" y="4038"/>
                      <a:pt x="33299" y="4095"/>
                      <a:pt x="32958" y="4216"/>
                    </a:cubicBezTo>
                    <a:cubicBezTo>
                      <a:pt x="33091" y="2414"/>
                      <a:pt x="31423" y="947"/>
                      <a:pt x="29689" y="713"/>
                    </a:cubicBezTo>
                    <a:cubicBezTo>
                      <a:pt x="29450" y="679"/>
                      <a:pt x="29216" y="662"/>
                      <a:pt x="28984" y="662"/>
                    </a:cubicBezTo>
                    <a:cubicBezTo>
                      <a:pt x="27209" y="662"/>
                      <a:pt x="25646" y="1630"/>
                      <a:pt x="24318" y="2781"/>
                    </a:cubicBezTo>
                    <a:cubicBezTo>
                      <a:pt x="23715" y="2178"/>
                      <a:pt x="22931" y="1925"/>
                      <a:pt x="22134" y="1925"/>
                    </a:cubicBezTo>
                    <a:cubicBezTo>
                      <a:pt x="21653" y="1925"/>
                      <a:pt x="21168" y="2018"/>
                      <a:pt x="20716" y="2181"/>
                    </a:cubicBezTo>
                    <a:cubicBezTo>
                      <a:pt x="19948" y="880"/>
                      <a:pt x="18281" y="113"/>
                      <a:pt x="16846" y="13"/>
                    </a:cubicBezTo>
                    <a:cubicBezTo>
                      <a:pt x="16724" y="4"/>
                      <a:pt x="16603" y="0"/>
                      <a:pt x="164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6" name="Google Shape;12396;p37"/>
              <p:cNvSpPr/>
              <p:nvPr/>
            </p:nvSpPr>
            <p:spPr>
              <a:xfrm>
                <a:off x="4575950" y="946550"/>
                <a:ext cx="59225" cy="77300"/>
              </a:xfrm>
              <a:custGeom>
                <a:rect b="b" l="l" r="r" t="t"/>
                <a:pathLst>
                  <a:path extrusionOk="0" h="3092" w="2369">
                    <a:moveTo>
                      <a:pt x="1251" y="1"/>
                    </a:moveTo>
                    <a:cubicBezTo>
                      <a:pt x="1210" y="1"/>
                      <a:pt x="1169" y="15"/>
                      <a:pt x="1134" y="50"/>
                    </a:cubicBezTo>
                    <a:cubicBezTo>
                      <a:pt x="334" y="750"/>
                      <a:pt x="0" y="1818"/>
                      <a:pt x="100" y="2885"/>
                    </a:cubicBezTo>
                    <a:cubicBezTo>
                      <a:pt x="100" y="3001"/>
                      <a:pt x="201" y="3092"/>
                      <a:pt x="315" y="3092"/>
                    </a:cubicBezTo>
                    <a:cubicBezTo>
                      <a:pt x="332" y="3092"/>
                      <a:pt x="349" y="3090"/>
                      <a:pt x="367" y="3085"/>
                    </a:cubicBezTo>
                    <a:cubicBezTo>
                      <a:pt x="1534" y="2852"/>
                      <a:pt x="2368" y="1584"/>
                      <a:pt x="1901" y="417"/>
                    </a:cubicBezTo>
                    <a:cubicBezTo>
                      <a:pt x="1876" y="366"/>
                      <a:pt x="1836" y="344"/>
                      <a:pt x="1796" y="344"/>
                    </a:cubicBezTo>
                    <a:cubicBezTo>
                      <a:pt x="1732" y="344"/>
                      <a:pt x="1668" y="401"/>
                      <a:pt x="1668" y="484"/>
                    </a:cubicBezTo>
                    <a:cubicBezTo>
                      <a:pt x="1835" y="1351"/>
                      <a:pt x="1368" y="2252"/>
                      <a:pt x="534" y="2552"/>
                    </a:cubicBezTo>
                    <a:cubicBezTo>
                      <a:pt x="567" y="1718"/>
                      <a:pt x="867" y="951"/>
                      <a:pt x="1401" y="217"/>
                    </a:cubicBezTo>
                    <a:cubicBezTo>
                      <a:pt x="1475" y="118"/>
                      <a:pt x="1366" y="1"/>
                      <a:pt x="12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7" name="Google Shape;12397;p37"/>
              <p:cNvSpPr/>
              <p:nvPr/>
            </p:nvSpPr>
            <p:spPr>
              <a:xfrm>
                <a:off x="4610975" y="890975"/>
                <a:ext cx="51725" cy="50800"/>
              </a:xfrm>
              <a:custGeom>
                <a:rect b="b" l="l" r="r" t="t"/>
                <a:pathLst>
                  <a:path extrusionOk="0" h="2032" w="2069">
                    <a:moveTo>
                      <a:pt x="1399" y="0"/>
                    </a:moveTo>
                    <a:cubicBezTo>
                      <a:pt x="1378" y="0"/>
                      <a:pt x="1356" y="2"/>
                      <a:pt x="1334" y="5"/>
                    </a:cubicBezTo>
                    <a:cubicBezTo>
                      <a:pt x="1201" y="38"/>
                      <a:pt x="1101" y="138"/>
                      <a:pt x="1168" y="272"/>
                    </a:cubicBezTo>
                    <a:cubicBezTo>
                      <a:pt x="1301" y="472"/>
                      <a:pt x="1468" y="605"/>
                      <a:pt x="1534" y="839"/>
                    </a:cubicBezTo>
                    <a:cubicBezTo>
                      <a:pt x="1568" y="1072"/>
                      <a:pt x="1468" y="1306"/>
                      <a:pt x="1234" y="1406"/>
                    </a:cubicBezTo>
                    <a:cubicBezTo>
                      <a:pt x="1157" y="1437"/>
                      <a:pt x="1044" y="1460"/>
                      <a:pt x="935" y="1460"/>
                    </a:cubicBezTo>
                    <a:cubicBezTo>
                      <a:pt x="809" y="1460"/>
                      <a:pt x="688" y="1428"/>
                      <a:pt x="634" y="1339"/>
                    </a:cubicBezTo>
                    <a:cubicBezTo>
                      <a:pt x="534" y="1139"/>
                      <a:pt x="701" y="739"/>
                      <a:pt x="867" y="605"/>
                    </a:cubicBezTo>
                    <a:cubicBezTo>
                      <a:pt x="986" y="516"/>
                      <a:pt x="920" y="294"/>
                      <a:pt x="786" y="294"/>
                    </a:cubicBezTo>
                    <a:cubicBezTo>
                      <a:pt x="769" y="294"/>
                      <a:pt x="752" y="298"/>
                      <a:pt x="734" y="305"/>
                    </a:cubicBezTo>
                    <a:cubicBezTo>
                      <a:pt x="267" y="505"/>
                      <a:pt x="0" y="905"/>
                      <a:pt x="100" y="1406"/>
                    </a:cubicBezTo>
                    <a:cubicBezTo>
                      <a:pt x="184" y="1823"/>
                      <a:pt x="591" y="2031"/>
                      <a:pt x="995" y="2031"/>
                    </a:cubicBezTo>
                    <a:cubicBezTo>
                      <a:pt x="1076" y="2031"/>
                      <a:pt x="1156" y="2023"/>
                      <a:pt x="1234" y="2006"/>
                    </a:cubicBezTo>
                    <a:cubicBezTo>
                      <a:pt x="1701" y="1906"/>
                      <a:pt x="2035" y="1506"/>
                      <a:pt x="2068" y="1005"/>
                    </a:cubicBezTo>
                    <a:cubicBezTo>
                      <a:pt x="2068" y="624"/>
                      <a:pt x="1826" y="0"/>
                      <a:pt x="13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8" name="Google Shape;12398;p37"/>
              <p:cNvSpPr/>
              <p:nvPr/>
            </p:nvSpPr>
            <p:spPr>
              <a:xfrm>
                <a:off x="5417825" y="1242950"/>
                <a:ext cx="107975" cy="42500"/>
              </a:xfrm>
              <a:custGeom>
                <a:rect b="b" l="l" r="r" t="t"/>
                <a:pathLst>
                  <a:path extrusionOk="0" h="1700" w="4319">
                    <a:moveTo>
                      <a:pt x="1451" y="0"/>
                    </a:moveTo>
                    <a:cubicBezTo>
                      <a:pt x="1241" y="0"/>
                      <a:pt x="1161" y="307"/>
                      <a:pt x="1383" y="403"/>
                    </a:cubicBezTo>
                    <a:cubicBezTo>
                      <a:pt x="1884" y="570"/>
                      <a:pt x="2384" y="703"/>
                      <a:pt x="2884" y="836"/>
                    </a:cubicBezTo>
                    <a:cubicBezTo>
                      <a:pt x="2985" y="870"/>
                      <a:pt x="3518" y="936"/>
                      <a:pt x="3552" y="1003"/>
                    </a:cubicBezTo>
                    <a:cubicBezTo>
                      <a:pt x="3652" y="1237"/>
                      <a:pt x="3218" y="1170"/>
                      <a:pt x="3018" y="1203"/>
                    </a:cubicBezTo>
                    <a:cubicBezTo>
                      <a:pt x="2982" y="1204"/>
                      <a:pt x="2946" y="1205"/>
                      <a:pt x="2910" y="1205"/>
                    </a:cubicBezTo>
                    <a:cubicBezTo>
                      <a:pt x="1901" y="1205"/>
                      <a:pt x="1186" y="754"/>
                      <a:pt x="316" y="303"/>
                    </a:cubicBezTo>
                    <a:cubicBezTo>
                      <a:pt x="293" y="294"/>
                      <a:pt x="270" y="289"/>
                      <a:pt x="248" y="289"/>
                    </a:cubicBezTo>
                    <a:cubicBezTo>
                      <a:pt x="109" y="289"/>
                      <a:pt x="1" y="454"/>
                      <a:pt x="116" y="570"/>
                    </a:cubicBezTo>
                    <a:cubicBezTo>
                      <a:pt x="583" y="1137"/>
                      <a:pt x="1317" y="1437"/>
                      <a:pt x="2017" y="1570"/>
                    </a:cubicBezTo>
                    <a:cubicBezTo>
                      <a:pt x="2311" y="1639"/>
                      <a:pt x="2687" y="1700"/>
                      <a:pt x="3049" y="1700"/>
                    </a:cubicBezTo>
                    <a:cubicBezTo>
                      <a:pt x="3386" y="1700"/>
                      <a:pt x="3711" y="1648"/>
                      <a:pt x="3952" y="1504"/>
                    </a:cubicBezTo>
                    <a:cubicBezTo>
                      <a:pt x="4319" y="1303"/>
                      <a:pt x="4285" y="936"/>
                      <a:pt x="3985" y="703"/>
                    </a:cubicBezTo>
                    <a:cubicBezTo>
                      <a:pt x="3752" y="536"/>
                      <a:pt x="3418" y="503"/>
                      <a:pt x="3151" y="436"/>
                    </a:cubicBezTo>
                    <a:cubicBezTo>
                      <a:pt x="2584" y="303"/>
                      <a:pt x="2051" y="136"/>
                      <a:pt x="1483" y="2"/>
                    </a:cubicBezTo>
                    <a:cubicBezTo>
                      <a:pt x="1472" y="1"/>
                      <a:pt x="1462" y="0"/>
                      <a:pt x="14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9" name="Google Shape;12399;p37"/>
              <p:cNvSpPr/>
              <p:nvPr/>
            </p:nvSpPr>
            <p:spPr>
              <a:xfrm>
                <a:off x="5542450" y="1273100"/>
                <a:ext cx="45675" cy="30825"/>
              </a:xfrm>
              <a:custGeom>
                <a:rect b="b" l="l" r="r" t="t"/>
                <a:pathLst>
                  <a:path extrusionOk="0" h="1233" w="1827">
                    <a:moveTo>
                      <a:pt x="458" y="0"/>
                    </a:moveTo>
                    <a:cubicBezTo>
                      <a:pt x="428" y="0"/>
                      <a:pt x="396" y="9"/>
                      <a:pt x="368" y="31"/>
                    </a:cubicBezTo>
                    <a:cubicBezTo>
                      <a:pt x="1" y="431"/>
                      <a:pt x="234" y="1165"/>
                      <a:pt x="802" y="1232"/>
                    </a:cubicBezTo>
                    <a:cubicBezTo>
                      <a:pt x="812" y="1232"/>
                      <a:pt x="823" y="1233"/>
                      <a:pt x="834" y="1233"/>
                    </a:cubicBezTo>
                    <a:cubicBezTo>
                      <a:pt x="1355" y="1233"/>
                      <a:pt x="1827" y="456"/>
                      <a:pt x="1402" y="64"/>
                    </a:cubicBezTo>
                    <a:cubicBezTo>
                      <a:pt x="1350" y="20"/>
                      <a:pt x="1295" y="2"/>
                      <a:pt x="1245" y="2"/>
                    </a:cubicBezTo>
                    <a:cubicBezTo>
                      <a:pt x="1103" y="2"/>
                      <a:pt x="995" y="150"/>
                      <a:pt x="1068" y="298"/>
                    </a:cubicBezTo>
                    <a:cubicBezTo>
                      <a:pt x="1165" y="522"/>
                      <a:pt x="1168" y="900"/>
                      <a:pt x="843" y="900"/>
                    </a:cubicBezTo>
                    <a:cubicBezTo>
                      <a:pt x="830" y="900"/>
                      <a:pt x="816" y="899"/>
                      <a:pt x="802" y="898"/>
                    </a:cubicBezTo>
                    <a:cubicBezTo>
                      <a:pt x="501" y="898"/>
                      <a:pt x="368" y="464"/>
                      <a:pt x="568" y="231"/>
                    </a:cubicBezTo>
                    <a:cubicBezTo>
                      <a:pt x="673" y="126"/>
                      <a:pt x="571" y="0"/>
                      <a:pt x="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0" name="Google Shape;12400;p37"/>
              <p:cNvSpPr/>
              <p:nvPr/>
            </p:nvSpPr>
            <p:spPr>
              <a:xfrm>
                <a:off x="4502550" y="1211425"/>
                <a:ext cx="780575" cy="28925"/>
              </a:xfrm>
              <a:custGeom>
                <a:rect b="b" l="l" r="r" t="t"/>
                <a:pathLst>
                  <a:path extrusionOk="0" h="1157" w="31223">
                    <a:moveTo>
                      <a:pt x="24980" y="1"/>
                    </a:moveTo>
                    <a:cubicBezTo>
                      <a:pt x="21679" y="1"/>
                      <a:pt x="18343" y="196"/>
                      <a:pt x="15111" y="196"/>
                    </a:cubicBezTo>
                    <a:cubicBezTo>
                      <a:pt x="14949" y="197"/>
                      <a:pt x="14787" y="198"/>
                      <a:pt x="14625" y="198"/>
                    </a:cubicBezTo>
                    <a:cubicBezTo>
                      <a:pt x="11921" y="198"/>
                      <a:pt x="9132" y="54"/>
                      <a:pt x="6371" y="54"/>
                    </a:cubicBezTo>
                    <a:cubicBezTo>
                      <a:pt x="4271" y="54"/>
                      <a:pt x="2187" y="137"/>
                      <a:pt x="167" y="430"/>
                    </a:cubicBezTo>
                    <a:cubicBezTo>
                      <a:pt x="1" y="463"/>
                      <a:pt x="1" y="696"/>
                      <a:pt x="167" y="730"/>
                    </a:cubicBezTo>
                    <a:cubicBezTo>
                      <a:pt x="2159" y="1018"/>
                      <a:pt x="4213" y="1103"/>
                      <a:pt x="6282" y="1103"/>
                    </a:cubicBezTo>
                    <a:cubicBezTo>
                      <a:pt x="9239" y="1103"/>
                      <a:pt x="12227" y="930"/>
                      <a:pt x="15111" y="930"/>
                    </a:cubicBezTo>
                    <a:cubicBezTo>
                      <a:pt x="18366" y="951"/>
                      <a:pt x="21727" y="1157"/>
                      <a:pt x="25052" y="1157"/>
                    </a:cubicBezTo>
                    <a:cubicBezTo>
                      <a:pt x="27009" y="1157"/>
                      <a:pt x="28953" y="1086"/>
                      <a:pt x="30856" y="863"/>
                    </a:cubicBezTo>
                    <a:cubicBezTo>
                      <a:pt x="31223" y="830"/>
                      <a:pt x="31223" y="329"/>
                      <a:pt x="30856" y="296"/>
                    </a:cubicBezTo>
                    <a:cubicBezTo>
                      <a:pt x="28930" y="71"/>
                      <a:pt x="26961" y="1"/>
                      <a:pt x="249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1" name="Google Shape;12401;p37"/>
              <p:cNvSpPr/>
              <p:nvPr/>
            </p:nvSpPr>
            <p:spPr>
              <a:xfrm>
                <a:off x="4485875" y="1291425"/>
                <a:ext cx="60900" cy="54500"/>
              </a:xfrm>
              <a:custGeom>
                <a:rect b="b" l="l" r="r" t="t"/>
                <a:pathLst>
                  <a:path extrusionOk="0" h="2180" w="2436">
                    <a:moveTo>
                      <a:pt x="1752" y="1"/>
                    </a:moveTo>
                    <a:cubicBezTo>
                      <a:pt x="1654" y="1"/>
                      <a:pt x="1582" y="127"/>
                      <a:pt x="1635" y="232"/>
                    </a:cubicBezTo>
                    <a:cubicBezTo>
                      <a:pt x="1835" y="632"/>
                      <a:pt x="1935" y="1599"/>
                      <a:pt x="1235" y="1599"/>
                    </a:cubicBezTo>
                    <a:cubicBezTo>
                      <a:pt x="1001" y="1599"/>
                      <a:pt x="701" y="1466"/>
                      <a:pt x="634" y="1232"/>
                    </a:cubicBezTo>
                    <a:cubicBezTo>
                      <a:pt x="511" y="924"/>
                      <a:pt x="873" y="558"/>
                      <a:pt x="1192" y="558"/>
                    </a:cubicBezTo>
                    <a:cubicBezTo>
                      <a:pt x="1218" y="558"/>
                      <a:pt x="1243" y="560"/>
                      <a:pt x="1268" y="565"/>
                    </a:cubicBezTo>
                    <a:cubicBezTo>
                      <a:pt x="1280" y="567"/>
                      <a:pt x="1291" y="568"/>
                      <a:pt x="1302" y="568"/>
                    </a:cubicBezTo>
                    <a:cubicBezTo>
                      <a:pt x="1475" y="568"/>
                      <a:pt x="1525" y="328"/>
                      <a:pt x="1368" y="265"/>
                    </a:cubicBezTo>
                    <a:cubicBezTo>
                      <a:pt x="1257" y="226"/>
                      <a:pt x="1143" y="207"/>
                      <a:pt x="1032" y="207"/>
                    </a:cubicBezTo>
                    <a:cubicBezTo>
                      <a:pt x="575" y="207"/>
                      <a:pt x="154" y="523"/>
                      <a:pt x="101" y="1032"/>
                    </a:cubicBezTo>
                    <a:cubicBezTo>
                      <a:pt x="0" y="1566"/>
                      <a:pt x="434" y="2000"/>
                      <a:pt x="934" y="2133"/>
                    </a:cubicBezTo>
                    <a:cubicBezTo>
                      <a:pt x="1035" y="2165"/>
                      <a:pt x="1137" y="2179"/>
                      <a:pt x="1238" y="2179"/>
                    </a:cubicBezTo>
                    <a:cubicBezTo>
                      <a:pt x="1669" y="2179"/>
                      <a:pt x="2073" y="1905"/>
                      <a:pt x="2235" y="1499"/>
                    </a:cubicBezTo>
                    <a:cubicBezTo>
                      <a:pt x="2436" y="966"/>
                      <a:pt x="2302" y="298"/>
                      <a:pt x="1835" y="32"/>
                    </a:cubicBezTo>
                    <a:cubicBezTo>
                      <a:pt x="1807" y="10"/>
                      <a:pt x="1778" y="1"/>
                      <a:pt x="17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2" name="Google Shape;12402;p37"/>
              <p:cNvSpPr/>
              <p:nvPr/>
            </p:nvSpPr>
            <p:spPr>
              <a:xfrm>
                <a:off x="4470875" y="1363850"/>
                <a:ext cx="59225" cy="199475"/>
              </a:xfrm>
              <a:custGeom>
                <a:rect b="b" l="l" r="r" t="t"/>
                <a:pathLst>
                  <a:path extrusionOk="0" h="7979" w="2369">
                    <a:moveTo>
                      <a:pt x="937" y="1"/>
                    </a:moveTo>
                    <a:cubicBezTo>
                      <a:pt x="764" y="1"/>
                      <a:pt x="743" y="272"/>
                      <a:pt x="901" y="303"/>
                    </a:cubicBezTo>
                    <a:cubicBezTo>
                      <a:pt x="2102" y="604"/>
                      <a:pt x="1701" y="3105"/>
                      <a:pt x="1668" y="3906"/>
                    </a:cubicBezTo>
                    <a:cubicBezTo>
                      <a:pt x="1601" y="4873"/>
                      <a:pt x="1434" y="5807"/>
                      <a:pt x="1101" y="6675"/>
                    </a:cubicBezTo>
                    <a:cubicBezTo>
                      <a:pt x="567" y="4740"/>
                      <a:pt x="400" y="2805"/>
                      <a:pt x="534" y="737"/>
                    </a:cubicBezTo>
                    <a:cubicBezTo>
                      <a:pt x="550" y="604"/>
                      <a:pt x="450" y="537"/>
                      <a:pt x="346" y="537"/>
                    </a:cubicBezTo>
                    <a:cubicBezTo>
                      <a:pt x="242" y="537"/>
                      <a:pt x="133" y="604"/>
                      <a:pt x="133" y="737"/>
                    </a:cubicBezTo>
                    <a:cubicBezTo>
                      <a:pt x="0" y="3072"/>
                      <a:pt x="234" y="5440"/>
                      <a:pt x="701" y="7742"/>
                    </a:cubicBezTo>
                    <a:cubicBezTo>
                      <a:pt x="738" y="7892"/>
                      <a:pt x="891" y="7979"/>
                      <a:pt x="1042" y="7979"/>
                    </a:cubicBezTo>
                    <a:cubicBezTo>
                      <a:pt x="1160" y="7979"/>
                      <a:pt x="1276" y="7926"/>
                      <a:pt x="1334" y="7809"/>
                    </a:cubicBezTo>
                    <a:cubicBezTo>
                      <a:pt x="2202" y="6141"/>
                      <a:pt x="2368" y="4273"/>
                      <a:pt x="2335" y="2405"/>
                    </a:cubicBezTo>
                    <a:cubicBezTo>
                      <a:pt x="2302" y="1304"/>
                      <a:pt x="2235" y="170"/>
                      <a:pt x="967" y="3"/>
                    </a:cubicBezTo>
                    <a:cubicBezTo>
                      <a:pt x="957" y="1"/>
                      <a:pt x="947" y="1"/>
                      <a:pt x="9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3" name="Google Shape;12403;p37"/>
              <p:cNvSpPr/>
              <p:nvPr/>
            </p:nvSpPr>
            <p:spPr>
              <a:xfrm>
                <a:off x="4494225" y="2400500"/>
                <a:ext cx="728875" cy="55125"/>
              </a:xfrm>
              <a:custGeom>
                <a:rect b="b" l="l" r="r" t="t"/>
                <a:pathLst>
                  <a:path extrusionOk="0" h="2205" w="29155">
                    <a:moveTo>
                      <a:pt x="167" y="0"/>
                    </a:moveTo>
                    <a:cubicBezTo>
                      <a:pt x="0" y="0"/>
                      <a:pt x="0" y="234"/>
                      <a:pt x="133" y="300"/>
                    </a:cubicBezTo>
                    <a:cubicBezTo>
                      <a:pt x="4703" y="1802"/>
                      <a:pt x="9707" y="2202"/>
                      <a:pt x="14510" y="2202"/>
                    </a:cubicBezTo>
                    <a:cubicBezTo>
                      <a:pt x="14758" y="2204"/>
                      <a:pt x="15006" y="2204"/>
                      <a:pt x="15255" y="2204"/>
                    </a:cubicBezTo>
                    <a:cubicBezTo>
                      <a:pt x="19832" y="2204"/>
                      <a:pt x="24586" y="1893"/>
                      <a:pt x="28921" y="501"/>
                    </a:cubicBezTo>
                    <a:cubicBezTo>
                      <a:pt x="29154" y="434"/>
                      <a:pt x="29121" y="67"/>
                      <a:pt x="28887" y="67"/>
                    </a:cubicBezTo>
                    <a:cubicBezTo>
                      <a:pt x="24084" y="467"/>
                      <a:pt x="19347" y="1201"/>
                      <a:pt x="14510" y="1201"/>
                    </a:cubicBezTo>
                    <a:cubicBezTo>
                      <a:pt x="9707" y="1201"/>
                      <a:pt x="4970" y="467"/>
                      <a:pt x="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4" name="Google Shape;12404;p37"/>
              <p:cNvSpPr/>
              <p:nvPr/>
            </p:nvSpPr>
            <p:spPr>
              <a:xfrm>
                <a:off x="5262250" y="2387150"/>
                <a:ext cx="15875" cy="12525"/>
              </a:xfrm>
              <a:custGeom>
                <a:rect b="b" l="l" r="r" t="t"/>
                <a:pathLst>
                  <a:path extrusionOk="0" h="501" w="635">
                    <a:moveTo>
                      <a:pt x="335" y="1"/>
                    </a:moveTo>
                    <a:cubicBezTo>
                      <a:pt x="268" y="1"/>
                      <a:pt x="234" y="34"/>
                      <a:pt x="201" y="34"/>
                    </a:cubicBezTo>
                    <a:cubicBezTo>
                      <a:pt x="1" y="101"/>
                      <a:pt x="1" y="367"/>
                      <a:pt x="201" y="468"/>
                    </a:cubicBezTo>
                    <a:cubicBezTo>
                      <a:pt x="234" y="468"/>
                      <a:pt x="268" y="468"/>
                      <a:pt x="335" y="501"/>
                    </a:cubicBezTo>
                    <a:cubicBezTo>
                      <a:pt x="468" y="501"/>
                      <a:pt x="601" y="468"/>
                      <a:pt x="635" y="301"/>
                    </a:cubicBezTo>
                    <a:cubicBezTo>
                      <a:pt x="635" y="267"/>
                      <a:pt x="635" y="234"/>
                      <a:pt x="635" y="167"/>
                    </a:cubicBezTo>
                    <a:cubicBezTo>
                      <a:pt x="601" y="34"/>
                      <a:pt x="468" y="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5" name="Google Shape;12405;p37"/>
              <p:cNvSpPr/>
              <p:nvPr/>
            </p:nvSpPr>
            <p:spPr>
              <a:xfrm>
                <a:off x="4475875" y="1608800"/>
                <a:ext cx="79575" cy="674950"/>
              </a:xfrm>
              <a:custGeom>
                <a:rect b="b" l="l" r="r" t="t"/>
                <a:pathLst>
                  <a:path extrusionOk="0" h="26998" w="3183">
                    <a:moveTo>
                      <a:pt x="2865" y="1"/>
                    </a:moveTo>
                    <a:cubicBezTo>
                      <a:pt x="2843" y="1"/>
                      <a:pt x="2822" y="4"/>
                      <a:pt x="2802" y="12"/>
                    </a:cubicBezTo>
                    <a:cubicBezTo>
                      <a:pt x="1501" y="646"/>
                      <a:pt x="1101" y="2014"/>
                      <a:pt x="901" y="3348"/>
                    </a:cubicBezTo>
                    <a:cubicBezTo>
                      <a:pt x="567" y="5750"/>
                      <a:pt x="501" y="8218"/>
                      <a:pt x="400" y="10620"/>
                    </a:cubicBezTo>
                    <a:cubicBezTo>
                      <a:pt x="200" y="15890"/>
                      <a:pt x="0" y="21594"/>
                      <a:pt x="1001" y="26765"/>
                    </a:cubicBezTo>
                    <a:cubicBezTo>
                      <a:pt x="1030" y="26927"/>
                      <a:pt x="1151" y="26998"/>
                      <a:pt x="1276" y="26998"/>
                    </a:cubicBezTo>
                    <a:cubicBezTo>
                      <a:pt x="1435" y="26998"/>
                      <a:pt x="1601" y="26884"/>
                      <a:pt x="1601" y="26698"/>
                    </a:cubicBezTo>
                    <a:cubicBezTo>
                      <a:pt x="1668" y="22161"/>
                      <a:pt x="1101" y="17592"/>
                      <a:pt x="1134" y="13055"/>
                    </a:cubicBezTo>
                    <a:cubicBezTo>
                      <a:pt x="1134" y="10920"/>
                      <a:pt x="1168" y="8752"/>
                      <a:pt x="1268" y="6617"/>
                    </a:cubicBezTo>
                    <a:cubicBezTo>
                      <a:pt x="1401" y="4382"/>
                      <a:pt x="1234" y="1947"/>
                      <a:pt x="3036" y="312"/>
                    </a:cubicBezTo>
                    <a:cubicBezTo>
                      <a:pt x="3182" y="195"/>
                      <a:pt x="3020" y="1"/>
                      <a:pt x="28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6" name="Google Shape;12406;p37"/>
              <p:cNvSpPr/>
              <p:nvPr/>
            </p:nvSpPr>
            <p:spPr>
              <a:xfrm>
                <a:off x="4517150" y="1591725"/>
                <a:ext cx="152225" cy="770950"/>
              </a:xfrm>
              <a:custGeom>
                <a:rect b="b" l="l" r="r" t="t"/>
                <a:pathLst>
                  <a:path extrusionOk="0" h="30838" w="6089">
                    <a:moveTo>
                      <a:pt x="2538" y="0"/>
                    </a:moveTo>
                    <a:cubicBezTo>
                      <a:pt x="2332" y="0"/>
                      <a:pt x="2114" y="20"/>
                      <a:pt x="1885" y="61"/>
                    </a:cubicBezTo>
                    <a:cubicBezTo>
                      <a:pt x="1652" y="128"/>
                      <a:pt x="1718" y="462"/>
                      <a:pt x="1918" y="462"/>
                    </a:cubicBezTo>
                    <a:cubicBezTo>
                      <a:pt x="1959" y="461"/>
                      <a:pt x="1999" y="460"/>
                      <a:pt x="2039" y="460"/>
                    </a:cubicBezTo>
                    <a:cubicBezTo>
                      <a:pt x="5844" y="460"/>
                      <a:pt x="5320" y="5158"/>
                      <a:pt x="5221" y="7700"/>
                    </a:cubicBezTo>
                    <a:cubicBezTo>
                      <a:pt x="5154" y="10269"/>
                      <a:pt x="5054" y="12837"/>
                      <a:pt x="4987" y="15406"/>
                    </a:cubicBezTo>
                    <a:cubicBezTo>
                      <a:pt x="4921" y="17808"/>
                      <a:pt x="4854" y="20243"/>
                      <a:pt x="4820" y="22678"/>
                    </a:cubicBezTo>
                    <a:cubicBezTo>
                      <a:pt x="4787" y="23812"/>
                      <a:pt x="4787" y="24979"/>
                      <a:pt x="4720" y="26113"/>
                    </a:cubicBezTo>
                    <a:cubicBezTo>
                      <a:pt x="4687" y="26681"/>
                      <a:pt x="4654" y="27281"/>
                      <a:pt x="4520" y="27848"/>
                    </a:cubicBezTo>
                    <a:cubicBezTo>
                      <a:pt x="4420" y="28415"/>
                      <a:pt x="4120" y="28915"/>
                      <a:pt x="3686" y="29249"/>
                    </a:cubicBezTo>
                    <a:cubicBezTo>
                      <a:pt x="3380" y="29708"/>
                      <a:pt x="3028" y="29935"/>
                      <a:pt x="2632" y="29935"/>
                    </a:cubicBezTo>
                    <a:cubicBezTo>
                      <a:pt x="2078" y="29935"/>
                      <a:pt x="1437" y="29491"/>
                      <a:pt x="718" y="28615"/>
                    </a:cubicBezTo>
                    <a:cubicBezTo>
                      <a:pt x="683" y="28511"/>
                      <a:pt x="576" y="28452"/>
                      <a:pt x="477" y="28452"/>
                    </a:cubicBezTo>
                    <a:cubicBezTo>
                      <a:pt x="385" y="28452"/>
                      <a:pt x="300" y="28503"/>
                      <a:pt x="284" y="28615"/>
                    </a:cubicBezTo>
                    <a:cubicBezTo>
                      <a:pt x="1" y="30075"/>
                      <a:pt x="1126" y="30838"/>
                      <a:pt x="2341" y="30838"/>
                    </a:cubicBezTo>
                    <a:cubicBezTo>
                      <a:pt x="2986" y="30838"/>
                      <a:pt x="3656" y="30623"/>
                      <a:pt x="4153" y="30183"/>
                    </a:cubicBezTo>
                    <a:cubicBezTo>
                      <a:pt x="5087" y="29416"/>
                      <a:pt x="5421" y="28215"/>
                      <a:pt x="5588" y="27047"/>
                    </a:cubicBezTo>
                    <a:cubicBezTo>
                      <a:pt x="5855" y="24679"/>
                      <a:pt x="5754" y="22211"/>
                      <a:pt x="5788" y="19842"/>
                    </a:cubicBezTo>
                    <a:cubicBezTo>
                      <a:pt x="5921" y="15039"/>
                      <a:pt x="6088" y="10235"/>
                      <a:pt x="6021" y="5432"/>
                    </a:cubicBezTo>
                    <a:cubicBezTo>
                      <a:pt x="5990" y="3175"/>
                      <a:pt x="5157" y="0"/>
                      <a:pt x="25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7" name="Google Shape;12407;p37"/>
              <p:cNvSpPr/>
              <p:nvPr/>
            </p:nvSpPr>
            <p:spPr>
              <a:xfrm>
                <a:off x="4703525" y="1619025"/>
                <a:ext cx="104775" cy="719575"/>
              </a:xfrm>
              <a:custGeom>
                <a:rect b="b" l="l" r="r" t="t"/>
                <a:pathLst>
                  <a:path extrusionOk="0" h="28783" w="4191">
                    <a:moveTo>
                      <a:pt x="3172" y="1"/>
                    </a:moveTo>
                    <a:cubicBezTo>
                      <a:pt x="3160" y="1"/>
                      <a:pt x="3148" y="2"/>
                      <a:pt x="3136" y="4"/>
                    </a:cubicBezTo>
                    <a:cubicBezTo>
                      <a:pt x="668" y="337"/>
                      <a:pt x="401" y="2972"/>
                      <a:pt x="334" y="5007"/>
                    </a:cubicBezTo>
                    <a:cubicBezTo>
                      <a:pt x="201" y="8910"/>
                      <a:pt x="234" y="12846"/>
                      <a:pt x="234" y="16782"/>
                    </a:cubicBezTo>
                    <a:cubicBezTo>
                      <a:pt x="234" y="18684"/>
                      <a:pt x="201" y="20585"/>
                      <a:pt x="201" y="22486"/>
                    </a:cubicBezTo>
                    <a:cubicBezTo>
                      <a:pt x="201" y="23854"/>
                      <a:pt x="1" y="25388"/>
                      <a:pt x="401" y="26723"/>
                    </a:cubicBezTo>
                    <a:cubicBezTo>
                      <a:pt x="748" y="27863"/>
                      <a:pt x="1685" y="28782"/>
                      <a:pt x="2759" y="28782"/>
                    </a:cubicBezTo>
                    <a:cubicBezTo>
                      <a:pt x="3130" y="28782"/>
                      <a:pt x="3518" y="28672"/>
                      <a:pt x="3903" y="28424"/>
                    </a:cubicBezTo>
                    <a:cubicBezTo>
                      <a:pt x="4191" y="28223"/>
                      <a:pt x="4008" y="27823"/>
                      <a:pt x="3717" y="27823"/>
                    </a:cubicBezTo>
                    <a:cubicBezTo>
                      <a:pt x="3670" y="27823"/>
                      <a:pt x="3621" y="27834"/>
                      <a:pt x="3570" y="27857"/>
                    </a:cubicBezTo>
                    <a:cubicBezTo>
                      <a:pt x="3242" y="28004"/>
                      <a:pt x="2954" y="28071"/>
                      <a:pt x="2701" y="28071"/>
                    </a:cubicBezTo>
                    <a:cubicBezTo>
                      <a:pt x="428" y="28071"/>
                      <a:pt x="968" y="22663"/>
                      <a:pt x="968" y="21252"/>
                    </a:cubicBezTo>
                    <a:cubicBezTo>
                      <a:pt x="1001" y="19084"/>
                      <a:pt x="1001" y="16916"/>
                      <a:pt x="1001" y="14747"/>
                    </a:cubicBezTo>
                    <a:cubicBezTo>
                      <a:pt x="1001" y="12579"/>
                      <a:pt x="1001" y="10411"/>
                      <a:pt x="1001" y="8243"/>
                    </a:cubicBezTo>
                    <a:cubicBezTo>
                      <a:pt x="1001" y="5674"/>
                      <a:pt x="167" y="1538"/>
                      <a:pt x="3236" y="337"/>
                    </a:cubicBezTo>
                    <a:cubicBezTo>
                      <a:pt x="3426" y="274"/>
                      <a:pt x="3376" y="1"/>
                      <a:pt x="31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8" name="Google Shape;12408;p37"/>
              <p:cNvSpPr/>
              <p:nvPr/>
            </p:nvSpPr>
            <p:spPr>
              <a:xfrm>
                <a:off x="4801100" y="1614100"/>
                <a:ext cx="102600" cy="719175"/>
              </a:xfrm>
              <a:custGeom>
                <a:rect b="b" l="l" r="r" t="t"/>
                <a:pathLst>
                  <a:path extrusionOk="0" h="28767" w="4104">
                    <a:moveTo>
                      <a:pt x="267" y="0"/>
                    </a:moveTo>
                    <a:cubicBezTo>
                      <a:pt x="67" y="0"/>
                      <a:pt x="0" y="367"/>
                      <a:pt x="234" y="401"/>
                    </a:cubicBezTo>
                    <a:cubicBezTo>
                      <a:pt x="3436" y="1001"/>
                      <a:pt x="3003" y="4837"/>
                      <a:pt x="2936" y="7272"/>
                    </a:cubicBezTo>
                    <a:cubicBezTo>
                      <a:pt x="2869" y="9607"/>
                      <a:pt x="2802" y="11976"/>
                      <a:pt x="2736" y="14311"/>
                    </a:cubicBezTo>
                    <a:cubicBezTo>
                      <a:pt x="2702" y="16512"/>
                      <a:pt x="2636" y="18714"/>
                      <a:pt x="2569" y="20915"/>
                    </a:cubicBezTo>
                    <a:cubicBezTo>
                      <a:pt x="2536" y="22783"/>
                      <a:pt x="3236" y="27020"/>
                      <a:pt x="1235" y="28087"/>
                    </a:cubicBezTo>
                    <a:cubicBezTo>
                      <a:pt x="897" y="28271"/>
                      <a:pt x="1068" y="28766"/>
                      <a:pt x="1409" y="28766"/>
                    </a:cubicBezTo>
                    <a:cubicBezTo>
                      <a:pt x="1439" y="28766"/>
                      <a:pt x="1470" y="28762"/>
                      <a:pt x="1502" y="28754"/>
                    </a:cubicBezTo>
                    <a:cubicBezTo>
                      <a:pt x="3303" y="28254"/>
                      <a:pt x="3269" y="26152"/>
                      <a:pt x="3303" y="24618"/>
                    </a:cubicBezTo>
                    <a:cubicBezTo>
                      <a:pt x="3403" y="20915"/>
                      <a:pt x="3436" y="17179"/>
                      <a:pt x="3503" y="13477"/>
                    </a:cubicBezTo>
                    <a:cubicBezTo>
                      <a:pt x="3570" y="10241"/>
                      <a:pt x="4103" y="6672"/>
                      <a:pt x="3603" y="3470"/>
                    </a:cubicBezTo>
                    <a:cubicBezTo>
                      <a:pt x="3336" y="1635"/>
                      <a:pt x="2302" y="0"/>
                      <a:pt x="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9" name="Google Shape;12409;p37"/>
              <p:cNvSpPr/>
              <p:nvPr/>
            </p:nvSpPr>
            <p:spPr>
              <a:xfrm>
                <a:off x="4928300" y="1594275"/>
                <a:ext cx="177200" cy="737275"/>
              </a:xfrm>
              <a:custGeom>
                <a:rect b="b" l="l" r="r" t="t"/>
                <a:pathLst>
                  <a:path extrusionOk="0" h="29491" w="7088">
                    <a:moveTo>
                      <a:pt x="3888" y="0"/>
                    </a:moveTo>
                    <a:cubicBezTo>
                      <a:pt x="2638" y="0"/>
                      <a:pt x="1414" y="868"/>
                      <a:pt x="1150" y="2328"/>
                    </a:cubicBezTo>
                    <a:cubicBezTo>
                      <a:pt x="1111" y="2485"/>
                      <a:pt x="1234" y="2585"/>
                      <a:pt x="1356" y="2585"/>
                    </a:cubicBezTo>
                    <a:cubicBezTo>
                      <a:pt x="1440" y="2585"/>
                      <a:pt x="1523" y="2537"/>
                      <a:pt x="1551" y="2428"/>
                    </a:cubicBezTo>
                    <a:cubicBezTo>
                      <a:pt x="1918" y="1403"/>
                      <a:pt x="2812" y="771"/>
                      <a:pt x="3706" y="771"/>
                    </a:cubicBezTo>
                    <a:cubicBezTo>
                      <a:pt x="4355" y="771"/>
                      <a:pt x="5005" y="1104"/>
                      <a:pt x="5453" y="1861"/>
                    </a:cubicBezTo>
                    <a:cubicBezTo>
                      <a:pt x="5854" y="2495"/>
                      <a:pt x="5920" y="3062"/>
                      <a:pt x="5987" y="3796"/>
                    </a:cubicBezTo>
                    <a:cubicBezTo>
                      <a:pt x="6054" y="4863"/>
                      <a:pt x="5987" y="5964"/>
                      <a:pt x="5987" y="7065"/>
                    </a:cubicBezTo>
                    <a:cubicBezTo>
                      <a:pt x="5987" y="9600"/>
                      <a:pt x="5987" y="12135"/>
                      <a:pt x="5887" y="14703"/>
                    </a:cubicBezTo>
                    <a:cubicBezTo>
                      <a:pt x="5787" y="17105"/>
                      <a:pt x="5620" y="19507"/>
                      <a:pt x="5387" y="21875"/>
                    </a:cubicBezTo>
                    <a:cubicBezTo>
                      <a:pt x="5220" y="23310"/>
                      <a:pt x="5053" y="24744"/>
                      <a:pt x="4786" y="26145"/>
                    </a:cubicBezTo>
                    <a:cubicBezTo>
                      <a:pt x="4719" y="26445"/>
                      <a:pt x="4686" y="26912"/>
                      <a:pt x="4519" y="27179"/>
                    </a:cubicBezTo>
                    <a:cubicBezTo>
                      <a:pt x="3912" y="28250"/>
                      <a:pt x="3340" y="28633"/>
                      <a:pt x="2822" y="28633"/>
                    </a:cubicBezTo>
                    <a:cubicBezTo>
                      <a:pt x="1888" y="28633"/>
                      <a:pt x="1134" y="27387"/>
                      <a:pt x="683" y="26679"/>
                    </a:cubicBezTo>
                    <a:cubicBezTo>
                      <a:pt x="612" y="26566"/>
                      <a:pt x="515" y="26519"/>
                      <a:pt x="420" y="26519"/>
                    </a:cubicBezTo>
                    <a:cubicBezTo>
                      <a:pt x="206" y="26519"/>
                      <a:pt x="1" y="26758"/>
                      <a:pt x="116" y="27012"/>
                    </a:cubicBezTo>
                    <a:cubicBezTo>
                      <a:pt x="793" y="28346"/>
                      <a:pt x="2026" y="29490"/>
                      <a:pt x="3193" y="29490"/>
                    </a:cubicBezTo>
                    <a:cubicBezTo>
                      <a:pt x="3923" y="29490"/>
                      <a:pt x="4627" y="29042"/>
                      <a:pt x="5153" y="27913"/>
                    </a:cubicBezTo>
                    <a:cubicBezTo>
                      <a:pt x="5987" y="26178"/>
                      <a:pt x="6020" y="23810"/>
                      <a:pt x="6221" y="21875"/>
                    </a:cubicBezTo>
                    <a:cubicBezTo>
                      <a:pt x="6521" y="19240"/>
                      <a:pt x="6654" y="16571"/>
                      <a:pt x="6754" y="13869"/>
                    </a:cubicBezTo>
                    <a:cubicBezTo>
                      <a:pt x="6821" y="11334"/>
                      <a:pt x="6821" y="8799"/>
                      <a:pt x="6821" y="6264"/>
                    </a:cubicBezTo>
                    <a:cubicBezTo>
                      <a:pt x="6854" y="4629"/>
                      <a:pt x="7088" y="2561"/>
                      <a:pt x="6087" y="1160"/>
                    </a:cubicBezTo>
                    <a:cubicBezTo>
                      <a:pt x="5511" y="362"/>
                      <a:pt x="4694" y="0"/>
                      <a:pt x="38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0" name="Google Shape;12410;p37"/>
              <p:cNvSpPr/>
              <p:nvPr/>
            </p:nvSpPr>
            <p:spPr>
              <a:xfrm>
                <a:off x="4929525" y="1702700"/>
                <a:ext cx="34225" cy="508625"/>
              </a:xfrm>
              <a:custGeom>
                <a:rect b="b" l="l" r="r" t="t"/>
                <a:pathLst>
                  <a:path extrusionOk="0" h="20345" w="1369">
                    <a:moveTo>
                      <a:pt x="1151" y="1"/>
                    </a:moveTo>
                    <a:cubicBezTo>
                      <a:pt x="1093" y="1"/>
                      <a:pt x="1035" y="42"/>
                      <a:pt x="1035" y="126"/>
                    </a:cubicBezTo>
                    <a:cubicBezTo>
                      <a:pt x="734" y="3428"/>
                      <a:pt x="634" y="6730"/>
                      <a:pt x="467" y="10066"/>
                    </a:cubicBezTo>
                    <a:cubicBezTo>
                      <a:pt x="334" y="13335"/>
                      <a:pt x="0" y="16738"/>
                      <a:pt x="167" y="20007"/>
                    </a:cubicBezTo>
                    <a:cubicBezTo>
                      <a:pt x="184" y="20236"/>
                      <a:pt x="337" y="20344"/>
                      <a:pt x="492" y="20344"/>
                    </a:cubicBezTo>
                    <a:cubicBezTo>
                      <a:pt x="653" y="20344"/>
                      <a:pt x="817" y="20227"/>
                      <a:pt x="834" y="20007"/>
                    </a:cubicBezTo>
                    <a:cubicBezTo>
                      <a:pt x="1235" y="16738"/>
                      <a:pt x="1135" y="13369"/>
                      <a:pt x="1201" y="10066"/>
                    </a:cubicBezTo>
                    <a:cubicBezTo>
                      <a:pt x="1268" y="6764"/>
                      <a:pt x="1368" y="3428"/>
                      <a:pt x="1268" y="126"/>
                    </a:cubicBezTo>
                    <a:cubicBezTo>
                      <a:pt x="1268" y="42"/>
                      <a:pt x="1210" y="1"/>
                      <a:pt x="11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1" name="Google Shape;12411;p37"/>
              <p:cNvSpPr/>
              <p:nvPr/>
            </p:nvSpPr>
            <p:spPr>
              <a:xfrm>
                <a:off x="5093800" y="1597850"/>
                <a:ext cx="181825" cy="707850"/>
              </a:xfrm>
              <a:custGeom>
                <a:rect b="b" l="l" r="r" t="t"/>
                <a:pathLst>
                  <a:path extrusionOk="0" h="28314" w="7273">
                    <a:moveTo>
                      <a:pt x="4747" y="1"/>
                    </a:moveTo>
                    <a:cubicBezTo>
                      <a:pt x="2538" y="1"/>
                      <a:pt x="1526" y="2280"/>
                      <a:pt x="1335" y="4286"/>
                    </a:cubicBezTo>
                    <a:cubicBezTo>
                      <a:pt x="868" y="8589"/>
                      <a:pt x="1102" y="12993"/>
                      <a:pt x="1002" y="17296"/>
                    </a:cubicBezTo>
                    <a:cubicBezTo>
                      <a:pt x="935" y="20198"/>
                      <a:pt x="1" y="24601"/>
                      <a:pt x="1969" y="27069"/>
                    </a:cubicBezTo>
                    <a:cubicBezTo>
                      <a:pt x="2592" y="27853"/>
                      <a:pt x="3529" y="28313"/>
                      <a:pt x="4430" y="28313"/>
                    </a:cubicBezTo>
                    <a:cubicBezTo>
                      <a:pt x="5216" y="28313"/>
                      <a:pt x="5975" y="27962"/>
                      <a:pt x="6472" y="27169"/>
                    </a:cubicBezTo>
                    <a:cubicBezTo>
                      <a:pt x="6624" y="26916"/>
                      <a:pt x="6392" y="26644"/>
                      <a:pt x="6169" y="26644"/>
                    </a:cubicBezTo>
                    <a:cubicBezTo>
                      <a:pt x="6098" y="26644"/>
                      <a:pt x="6028" y="26671"/>
                      <a:pt x="5972" y="26736"/>
                    </a:cubicBezTo>
                    <a:cubicBezTo>
                      <a:pt x="5514" y="27204"/>
                      <a:pt x="4997" y="27403"/>
                      <a:pt x="4488" y="27403"/>
                    </a:cubicBezTo>
                    <a:cubicBezTo>
                      <a:pt x="3366" y="27403"/>
                      <a:pt x="2280" y="26438"/>
                      <a:pt x="1936" y="25268"/>
                    </a:cubicBezTo>
                    <a:cubicBezTo>
                      <a:pt x="1535" y="23900"/>
                      <a:pt x="1702" y="22399"/>
                      <a:pt x="1735" y="20998"/>
                    </a:cubicBezTo>
                    <a:cubicBezTo>
                      <a:pt x="1769" y="18663"/>
                      <a:pt x="1802" y="16362"/>
                      <a:pt x="1869" y="14027"/>
                    </a:cubicBezTo>
                    <a:cubicBezTo>
                      <a:pt x="1902" y="11825"/>
                      <a:pt x="1936" y="9623"/>
                      <a:pt x="1969" y="7422"/>
                    </a:cubicBezTo>
                    <a:cubicBezTo>
                      <a:pt x="2002" y="5020"/>
                      <a:pt x="1735" y="1418"/>
                      <a:pt x="4437" y="484"/>
                    </a:cubicBezTo>
                    <a:cubicBezTo>
                      <a:pt x="6339" y="1851"/>
                      <a:pt x="5672" y="6021"/>
                      <a:pt x="5772" y="7989"/>
                    </a:cubicBezTo>
                    <a:cubicBezTo>
                      <a:pt x="5838" y="9890"/>
                      <a:pt x="5938" y="11792"/>
                      <a:pt x="5938" y="13693"/>
                    </a:cubicBezTo>
                    <a:cubicBezTo>
                      <a:pt x="5972" y="17429"/>
                      <a:pt x="5672" y="21399"/>
                      <a:pt x="6205" y="25101"/>
                    </a:cubicBezTo>
                    <a:cubicBezTo>
                      <a:pt x="6219" y="25241"/>
                      <a:pt x="6304" y="25299"/>
                      <a:pt x="6400" y="25299"/>
                    </a:cubicBezTo>
                    <a:cubicBezTo>
                      <a:pt x="6532" y="25299"/>
                      <a:pt x="6686" y="25189"/>
                      <a:pt x="6706" y="25035"/>
                    </a:cubicBezTo>
                    <a:cubicBezTo>
                      <a:pt x="7273" y="19864"/>
                      <a:pt x="6405" y="14427"/>
                      <a:pt x="6505" y="9223"/>
                    </a:cubicBezTo>
                    <a:cubicBezTo>
                      <a:pt x="6539" y="6922"/>
                      <a:pt x="6906" y="4153"/>
                      <a:pt x="6372" y="1918"/>
                    </a:cubicBezTo>
                    <a:cubicBezTo>
                      <a:pt x="6172" y="1117"/>
                      <a:pt x="5838" y="517"/>
                      <a:pt x="5238" y="283"/>
                    </a:cubicBezTo>
                    <a:cubicBezTo>
                      <a:pt x="5271" y="183"/>
                      <a:pt x="5205" y="17"/>
                      <a:pt x="5071" y="17"/>
                    </a:cubicBezTo>
                    <a:cubicBezTo>
                      <a:pt x="4960" y="6"/>
                      <a:pt x="4853" y="1"/>
                      <a:pt x="47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2" name="Google Shape;12412;p37"/>
              <p:cNvSpPr/>
              <p:nvPr/>
            </p:nvSpPr>
            <p:spPr>
              <a:xfrm>
                <a:off x="4664775" y="1323050"/>
                <a:ext cx="39625" cy="27425"/>
              </a:xfrm>
              <a:custGeom>
                <a:rect b="b" l="l" r="r" t="t"/>
                <a:pathLst>
                  <a:path extrusionOk="0" h="1097" w="1585">
                    <a:moveTo>
                      <a:pt x="795" y="1"/>
                    </a:moveTo>
                    <a:cubicBezTo>
                      <a:pt x="654" y="1"/>
                      <a:pt x="514" y="36"/>
                      <a:pt x="383" y="101"/>
                    </a:cubicBezTo>
                    <a:cubicBezTo>
                      <a:pt x="1" y="292"/>
                      <a:pt x="136" y="939"/>
                      <a:pt x="526" y="939"/>
                    </a:cubicBezTo>
                    <a:cubicBezTo>
                      <a:pt x="545" y="939"/>
                      <a:pt x="564" y="938"/>
                      <a:pt x="583" y="935"/>
                    </a:cubicBezTo>
                    <a:cubicBezTo>
                      <a:pt x="683" y="935"/>
                      <a:pt x="717" y="968"/>
                      <a:pt x="817" y="1035"/>
                    </a:cubicBezTo>
                    <a:cubicBezTo>
                      <a:pt x="881" y="1078"/>
                      <a:pt x="957" y="1097"/>
                      <a:pt x="1033" y="1097"/>
                    </a:cubicBezTo>
                    <a:cubicBezTo>
                      <a:pt x="1194" y="1097"/>
                      <a:pt x="1360" y="1014"/>
                      <a:pt x="1451" y="901"/>
                    </a:cubicBezTo>
                    <a:cubicBezTo>
                      <a:pt x="1584" y="701"/>
                      <a:pt x="1584" y="434"/>
                      <a:pt x="1417" y="268"/>
                    </a:cubicBezTo>
                    <a:cubicBezTo>
                      <a:pt x="1234" y="85"/>
                      <a:pt x="1015" y="1"/>
                      <a:pt x="7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3" name="Google Shape;12413;p37"/>
              <p:cNvSpPr/>
              <p:nvPr/>
            </p:nvSpPr>
            <p:spPr>
              <a:xfrm>
                <a:off x="4618475" y="1363925"/>
                <a:ext cx="23375" cy="23775"/>
              </a:xfrm>
              <a:custGeom>
                <a:rect b="b" l="l" r="r" t="t"/>
                <a:pathLst>
                  <a:path extrusionOk="0" h="951" w="935">
                    <a:moveTo>
                      <a:pt x="467" y="0"/>
                    </a:moveTo>
                    <a:cubicBezTo>
                      <a:pt x="200" y="0"/>
                      <a:pt x="0" y="267"/>
                      <a:pt x="67" y="534"/>
                    </a:cubicBezTo>
                    <a:cubicBezTo>
                      <a:pt x="100" y="701"/>
                      <a:pt x="167" y="801"/>
                      <a:pt x="300" y="901"/>
                    </a:cubicBezTo>
                    <a:cubicBezTo>
                      <a:pt x="351" y="934"/>
                      <a:pt x="409" y="951"/>
                      <a:pt x="467" y="951"/>
                    </a:cubicBezTo>
                    <a:cubicBezTo>
                      <a:pt x="526" y="951"/>
                      <a:pt x="584" y="934"/>
                      <a:pt x="634" y="901"/>
                    </a:cubicBezTo>
                    <a:cubicBezTo>
                      <a:pt x="767" y="801"/>
                      <a:pt x="834" y="701"/>
                      <a:pt x="868" y="534"/>
                    </a:cubicBezTo>
                    <a:cubicBezTo>
                      <a:pt x="934" y="267"/>
                      <a:pt x="734" y="0"/>
                      <a:pt x="4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4" name="Google Shape;12414;p37"/>
              <p:cNvSpPr/>
              <p:nvPr/>
            </p:nvSpPr>
            <p:spPr>
              <a:xfrm>
                <a:off x="4635150" y="1483950"/>
                <a:ext cx="30050" cy="26000"/>
              </a:xfrm>
              <a:custGeom>
                <a:rect b="b" l="l" r="r" t="t"/>
                <a:pathLst>
                  <a:path extrusionOk="0" h="1040" w="1202">
                    <a:moveTo>
                      <a:pt x="742" y="0"/>
                    </a:moveTo>
                    <a:cubicBezTo>
                      <a:pt x="728" y="0"/>
                      <a:pt x="715" y="1"/>
                      <a:pt x="701" y="3"/>
                    </a:cubicBezTo>
                    <a:lnTo>
                      <a:pt x="634" y="3"/>
                    </a:lnTo>
                    <a:cubicBezTo>
                      <a:pt x="0" y="103"/>
                      <a:pt x="0" y="937"/>
                      <a:pt x="634" y="1037"/>
                    </a:cubicBezTo>
                    <a:lnTo>
                      <a:pt x="701" y="1037"/>
                    </a:lnTo>
                    <a:cubicBezTo>
                      <a:pt x="715" y="1038"/>
                      <a:pt x="728" y="1039"/>
                      <a:pt x="742" y="1039"/>
                    </a:cubicBezTo>
                    <a:cubicBezTo>
                      <a:pt x="991" y="1039"/>
                      <a:pt x="1201" y="756"/>
                      <a:pt x="1201" y="503"/>
                    </a:cubicBezTo>
                    <a:cubicBezTo>
                      <a:pt x="1201" y="282"/>
                      <a:pt x="991" y="0"/>
                      <a:pt x="7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5" name="Google Shape;12415;p37"/>
              <p:cNvSpPr/>
              <p:nvPr/>
            </p:nvSpPr>
            <p:spPr>
              <a:xfrm>
                <a:off x="5034600" y="1383050"/>
                <a:ext cx="33350" cy="31575"/>
              </a:xfrm>
              <a:custGeom>
                <a:rect b="b" l="l" r="r" t="t"/>
                <a:pathLst>
                  <a:path extrusionOk="0" h="1263" w="1334">
                    <a:moveTo>
                      <a:pt x="743" y="0"/>
                    </a:moveTo>
                    <a:cubicBezTo>
                      <a:pt x="729" y="0"/>
                      <a:pt x="715" y="1"/>
                      <a:pt x="701" y="2"/>
                    </a:cubicBezTo>
                    <a:lnTo>
                      <a:pt x="668" y="2"/>
                    </a:lnTo>
                    <a:cubicBezTo>
                      <a:pt x="401" y="36"/>
                      <a:pt x="201" y="169"/>
                      <a:pt x="101" y="403"/>
                    </a:cubicBezTo>
                    <a:cubicBezTo>
                      <a:pt x="0" y="636"/>
                      <a:pt x="34" y="903"/>
                      <a:pt x="201" y="1070"/>
                    </a:cubicBezTo>
                    <a:cubicBezTo>
                      <a:pt x="324" y="1194"/>
                      <a:pt x="485" y="1262"/>
                      <a:pt x="655" y="1262"/>
                    </a:cubicBezTo>
                    <a:cubicBezTo>
                      <a:pt x="714" y="1262"/>
                      <a:pt x="774" y="1254"/>
                      <a:pt x="834" y="1237"/>
                    </a:cubicBezTo>
                    <a:cubicBezTo>
                      <a:pt x="1101" y="1170"/>
                      <a:pt x="1235" y="903"/>
                      <a:pt x="1268" y="636"/>
                    </a:cubicBezTo>
                    <a:cubicBezTo>
                      <a:pt x="1301" y="636"/>
                      <a:pt x="1301" y="603"/>
                      <a:pt x="1301" y="603"/>
                    </a:cubicBezTo>
                    <a:cubicBezTo>
                      <a:pt x="1333" y="317"/>
                      <a:pt x="1032" y="0"/>
                      <a:pt x="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6" name="Google Shape;12416;p37"/>
              <p:cNvSpPr/>
              <p:nvPr/>
            </p:nvSpPr>
            <p:spPr>
              <a:xfrm>
                <a:off x="4839450" y="1369750"/>
                <a:ext cx="24225" cy="21925"/>
              </a:xfrm>
              <a:custGeom>
                <a:rect b="b" l="l" r="r" t="t"/>
                <a:pathLst>
                  <a:path extrusionOk="0" h="877" w="969">
                    <a:moveTo>
                      <a:pt x="501" y="1"/>
                    </a:moveTo>
                    <a:cubicBezTo>
                      <a:pt x="134" y="1"/>
                      <a:pt x="1" y="434"/>
                      <a:pt x="201" y="668"/>
                    </a:cubicBezTo>
                    <a:cubicBezTo>
                      <a:pt x="234" y="701"/>
                      <a:pt x="268" y="768"/>
                      <a:pt x="301" y="801"/>
                    </a:cubicBezTo>
                    <a:cubicBezTo>
                      <a:pt x="351" y="851"/>
                      <a:pt x="418" y="876"/>
                      <a:pt x="485" y="876"/>
                    </a:cubicBezTo>
                    <a:cubicBezTo>
                      <a:pt x="551" y="876"/>
                      <a:pt x="618" y="851"/>
                      <a:pt x="668" y="801"/>
                    </a:cubicBezTo>
                    <a:cubicBezTo>
                      <a:pt x="701" y="768"/>
                      <a:pt x="735" y="701"/>
                      <a:pt x="768" y="668"/>
                    </a:cubicBezTo>
                    <a:cubicBezTo>
                      <a:pt x="968" y="434"/>
                      <a:pt x="868" y="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7" name="Google Shape;12417;p37"/>
              <p:cNvSpPr/>
              <p:nvPr/>
            </p:nvSpPr>
            <p:spPr>
              <a:xfrm>
                <a:off x="4838625" y="1458000"/>
                <a:ext cx="20875" cy="22350"/>
              </a:xfrm>
              <a:custGeom>
                <a:rect b="b" l="l" r="r" t="t"/>
                <a:pathLst>
                  <a:path extrusionOk="0" h="894" w="835">
                    <a:moveTo>
                      <a:pt x="499" y="0"/>
                    </a:moveTo>
                    <a:cubicBezTo>
                      <a:pt x="477" y="0"/>
                      <a:pt x="456" y="2"/>
                      <a:pt x="434" y="7"/>
                    </a:cubicBezTo>
                    <a:cubicBezTo>
                      <a:pt x="301" y="73"/>
                      <a:pt x="234" y="140"/>
                      <a:pt x="134" y="240"/>
                    </a:cubicBezTo>
                    <a:cubicBezTo>
                      <a:pt x="1" y="440"/>
                      <a:pt x="1" y="707"/>
                      <a:pt x="234" y="841"/>
                    </a:cubicBezTo>
                    <a:cubicBezTo>
                      <a:pt x="289" y="877"/>
                      <a:pt x="351" y="894"/>
                      <a:pt x="414" y="894"/>
                    </a:cubicBezTo>
                    <a:cubicBezTo>
                      <a:pt x="581" y="894"/>
                      <a:pt x="753" y="777"/>
                      <a:pt x="801" y="607"/>
                    </a:cubicBezTo>
                    <a:cubicBezTo>
                      <a:pt x="834" y="474"/>
                      <a:pt x="834" y="374"/>
                      <a:pt x="801" y="240"/>
                    </a:cubicBezTo>
                    <a:cubicBezTo>
                      <a:pt x="772" y="95"/>
                      <a:pt x="642" y="0"/>
                      <a:pt x="4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8" name="Google Shape;12418;p37"/>
              <p:cNvSpPr/>
              <p:nvPr/>
            </p:nvSpPr>
            <p:spPr>
              <a:xfrm>
                <a:off x="5002900" y="1488925"/>
                <a:ext cx="32875" cy="28125"/>
              </a:xfrm>
              <a:custGeom>
                <a:rect b="b" l="l" r="r" t="t"/>
                <a:pathLst>
                  <a:path extrusionOk="0" h="1125" w="1315">
                    <a:moveTo>
                      <a:pt x="736" y="1"/>
                    </a:moveTo>
                    <a:cubicBezTo>
                      <a:pt x="636" y="1"/>
                      <a:pt x="530" y="41"/>
                      <a:pt x="435" y="137"/>
                    </a:cubicBezTo>
                    <a:cubicBezTo>
                      <a:pt x="268" y="237"/>
                      <a:pt x="101" y="371"/>
                      <a:pt x="68" y="571"/>
                    </a:cubicBezTo>
                    <a:cubicBezTo>
                      <a:pt x="34" y="704"/>
                      <a:pt x="1" y="938"/>
                      <a:pt x="134" y="1038"/>
                    </a:cubicBezTo>
                    <a:cubicBezTo>
                      <a:pt x="198" y="1101"/>
                      <a:pt x="301" y="1125"/>
                      <a:pt x="411" y="1125"/>
                    </a:cubicBezTo>
                    <a:cubicBezTo>
                      <a:pt x="475" y="1125"/>
                      <a:pt x="540" y="1117"/>
                      <a:pt x="601" y="1105"/>
                    </a:cubicBezTo>
                    <a:cubicBezTo>
                      <a:pt x="801" y="1038"/>
                      <a:pt x="902" y="871"/>
                      <a:pt x="1035" y="738"/>
                    </a:cubicBezTo>
                    <a:cubicBezTo>
                      <a:pt x="1314" y="408"/>
                      <a:pt x="1053" y="1"/>
                      <a:pt x="7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9" name="Google Shape;12419;p37"/>
              <p:cNvSpPr/>
              <p:nvPr/>
            </p:nvSpPr>
            <p:spPr>
              <a:xfrm>
                <a:off x="5067950" y="1293875"/>
                <a:ext cx="10875" cy="10025"/>
              </a:xfrm>
              <a:custGeom>
                <a:rect b="b" l="l" r="r" t="t"/>
                <a:pathLst>
                  <a:path extrusionOk="0" h="401" w="435">
                    <a:moveTo>
                      <a:pt x="434" y="0"/>
                    </a:moveTo>
                    <a:cubicBezTo>
                      <a:pt x="1" y="0"/>
                      <a:pt x="1" y="401"/>
                      <a:pt x="434" y="401"/>
                    </a:cubicBezTo>
                    <a:lnTo>
                      <a:pt x="434" y="0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0" name="Google Shape;12420;p37"/>
              <p:cNvSpPr/>
              <p:nvPr/>
            </p:nvSpPr>
            <p:spPr>
              <a:xfrm>
                <a:off x="5109650" y="1545725"/>
                <a:ext cx="31725" cy="16700"/>
              </a:xfrm>
              <a:custGeom>
                <a:rect b="b" l="l" r="r" t="t"/>
                <a:pathLst>
                  <a:path extrusionOk="0" h="668" w="1269">
                    <a:moveTo>
                      <a:pt x="434" y="0"/>
                    </a:moveTo>
                    <a:cubicBezTo>
                      <a:pt x="1" y="0"/>
                      <a:pt x="1" y="667"/>
                      <a:pt x="434" y="667"/>
                    </a:cubicBezTo>
                    <a:cubicBezTo>
                      <a:pt x="1268" y="667"/>
                      <a:pt x="1268" y="0"/>
                      <a:pt x="4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1" name="Google Shape;12421;p37"/>
              <p:cNvSpPr/>
              <p:nvPr/>
            </p:nvSpPr>
            <p:spPr>
              <a:xfrm>
                <a:off x="4907850" y="2337950"/>
                <a:ext cx="31225" cy="26675"/>
              </a:xfrm>
              <a:custGeom>
                <a:rect b="b" l="l" r="r" t="t"/>
                <a:pathLst>
                  <a:path extrusionOk="0" h="1067" w="1249">
                    <a:moveTo>
                      <a:pt x="367" y="0"/>
                    </a:moveTo>
                    <a:cubicBezTo>
                      <a:pt x="167" y="0"/>
                      <a:pt x="34" y="134"/>
                      <a:pt x="34" y="334"/>
                    </a:cubicBezTo>
                    <a:cubicBezTo>
                      <a:pt x="0" y="601"/>
                      <a:pt x="234" y="768"/>
                      <a:pt x="400" y="934"/>
                    </a:cubicBezTo>
                    <a:cubicBezTo>
                      <a:pt x="478" y="1028"/>
                      <a:pt x="571" y="1067"/>
                      <a:pt x="662" y="1067"/>
                    </a:cubicBezTo>
                    <a:cubicBezTo>
                      <a:pt x="962" y="1067"/>
                      <a:pt x="1249" y="649"/>
                      <a:pt x="968" y="367"/>
                    </a:cubicBezTo>
                    <a:cubicBezTo>
                      <a:pt x="767" y="201"/>
                      <a:pt x="634" y="0"/>
                      <a:pt x="3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2" name="Google Shape;12422;p37"/>
              <p:cNvSpPr/>
              <p:nvPr/>
            </p:nvSpPr>
            <p:spPr>
              <a:xfrm>
                <a:off x="5099650" y="1100400"/>
                <a:ext cx="20875" cy="16700"/>
              </a:xfrm>
              <a:custGeom>
                <a:rect b="b" l="l" r="r" t="t"/>
                <a:pathLst>
                  <a:path extrusionOk="0" h="668" w="835">
                    <a:moveTo>
                      <a:pt x="401" y="0"/>
                    </a:moveTo>
                    <a:cubicBezTo>
                      <a:pt x="0" y="0"/>
                      <a:pt x="0" y="668"/>
                      <a:pt x="401" y="668"/>
                    </a:cubicBezTo>
                    <a:cubicBezTo>
                      <a:pt x="834" y="668"/>
                      <a:pt x="834" y="0"/>
                      <a:pt x="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23" name="Google Shape;12423;p37"/>
            <p:cNvGrpSpPr/>
            <p:nvPr/>
          </p:nvGrpSpPr>
          <p:grpSpPr>
            <a:xfrm rot="737031">
              <a:off x="7393310" y="1660258"/>
              <a:ext cx="1149837" cy="1543831"/>
              <a:chOff x="4325750" y="715650"/>
              <a:chExt cx="1386025" cy="1860950"/>
            </a:xfrm>
          </p:grpSpPr>
          <p:sp>
            <p:nvSpPr>
              <p:cNvPr id="12424" name="Google Shape;12424;p37"/>
              <p:cNvSpPr/>
              <p:nvPr/>
            </p:nvSpPr>
            <p:spPr>
              <a:xfrm>
                <a:off x="4337425" y="738550"/>
                <a:ext cx="1047450" cy="471125"/>
              </a:xfrm>
              <a:custGeom>
                <a:rect b="b" l="l" r="r" t="t"/>
                <a:pathLst>
                  <a:path extrusionOk="0" h="18845" w="41898">
                    <a:moveTo>
                      <a:pt x="12341" y="6097"/>
                    </a:moveTo>
                    <a:cubicBezTo>
                      <a:pt x="12768" y="6097"/>
                      <a:pt x="13010" y="6721"/>
                      <a:pt x="13010" y="7102"/>
                    </a:cubicBezTo>
                    <a:cubicBezTo>
                      <a:pt x="12977" y="7603"/>
                      <a:pt x="12643" y="8003"/>
                      <a:pt x="12176" y="8103"/>
                    </a:cubicBezTo>
                    <a:cubicBezTo>
                      <a:pt x="12098" y="8120"/>
                      <a:pt x="12018" y="8128"/>
                      <a:pt x="11937" y="8128"/>
                    </a:cubicBezTo>
                    <a:cubicBezTo>
                      <a:pt x="11533" y="8128"/>
                      <a:pt x="11126" y="7920"/>
                      <a:pt x="11042" y="7503"/>
                    </a:cubicBezTo>
                    <a:cubicBezTo>
                      <a:pt x="10942" y="7002"/>
                      <a:pt x="11209" y="6602"/>
                      <a:pt x="11676" y="6435"/>
                    </a:cubicBezTo>
                    <a:cubicBezTo>
                      <a:pt x="11702" y="6420"/>
                      <a:pt x="11726" y="6413"/>
                      <a:pt x="11747" y="6413"/>
                    </a:cubicBezTo>
                    <a:cubicBezTo>
                      <a:pt x="11868" y="6413"/>
                      <a:pt x="11922" y="6617"/>
                      <a:pt x="11809" y="6702"/>
                    </a:cubicBezTo>
                    <a:cubicBezTo>
                      <a:pt x="11643" y="6836"/>
                      <a:pt x="11476" y="7236"/>
                      <a:pt x="11576" y="7436"/>
                    </a:cubicBezTo>
                    <a:cubicBezTo>
                      <a:pt x="11630" y="7525"/>
                      <a:pt x="11751" y="7557"/>
                      <a:pt x="11877" y="7557"/>
                    </a:cubicBezTo>
                    <a:cubicBezTo>
                      <a:pt x="11986" y="7557"/>
                      <a:pt x="12099" y="7534"/>
                      <a:pt x="12176" y="7503"/>
                    </a:cubicBezTo>
                    <a:cubicBezTo>
                      <a:pt x="12410" y="7403"/>
                      <a:pt x="12510" y="7169"/>
                      <a:pt x="12476" y="6936"/>
                    </a:cubicBezTo>
                    <a:cubicBezTo>
                      <a:pt x="12410" y="6702"/>
                      <a:pt x="12243" y="6569"/>
                      <a:pt x="12110" y="6369"/>
                    </a:cubicBezTo>
                    <a:cubicBezTo>
                      <a:pt x="12043" y="6235"/>
                      <a:pt x="12143" y="6135"/>
                      <a:pt x="12276" y="6102"/>
                    </a:cubicBezTo>
                    <a:cubicBezTo>
                      <a:pt x="12298" y="6099"/>
                      <a:pt x="12320" y="6097"/>
                      <a:pt x="12341" y="6097"/>
                    </a:cubicBezTo>
                    <a:close/>
                    <a:moveTo>
                      <a:pt x="10792" y="8321"/>
                    </a:moveTo>
                    <a:cubicBezTo>
                      <a:pt x="10907" y="8321"/>
                      <a:pt x="11016" y="8438"/>
                      <a:pt x="10942" y="8537"/>
                    </a:cubicBezTo>
                    <a:cubicBezTo>
                      <a:pt x="10408" y="9271"/>
                      <a:pt x="10108" y="10004"/>
                      <a:pt x="10075" y="10872"/>
                    </a:cubicBezTo>
                    <a:cubicBezTo>
                      <a:pt x="10909" y="10572"/>
                      <a:pt x="11376" y="9671"/>
                      <a:pt x="11209" y="8804"/>
                    </a:cubicBezTo>
                    <a:cubicBezTo>
                      <a:pt x="11209" y="8721"/>
                      <a:pt x="11273" y="8664"/>
                      <a:pt x="11337" y="8664"/>
                    </a:cubicBezTo>
                    <a:cubicBezTo>
                      <a:pt x="11377" y="8664"/>
                      <a:pt x="11417" y="8686"/>
                      <a:pt x="11442" y="8737"/>
                    </a:cubicBezTo>
                    <a:cubicBezTo>
                      <a:pt x="11909" y="9904"/>
                      <a:pt x="11075" y="11172"/>
                      <a:pt x="9908" y="11405"/>
                    </a:cubicBezTo>
                    <a:cubicBezTo>
                      <a:pt x="9890" y="11410"/>
                      <a:pt x="9873" y="11412"/>
                      <a:pt x="9856" y="11412"/>
                    </a:cubicBezTo>
                    <a:cubicBezTo>
                      <a:pt x="9742" y="11412"/>
                      <a:pt x="9641" y="11321"/>
                      <a:pt x="9641" y="11205"/>
                    </a:cubicBezTo>
                    <a:cubicBezTo>
                      <a:pt x="9541" y="10138"/>
                      <a:pt x="9875" y="9070"/>
                      <a:pt x="10675" y="8370"/>
                    </a:cubicBezTo>
                    <a:cubicBezTo>
                      <a:pt x="10710" y="8335"/>
                      <a:pt x="10751" y="8321"/>
                      <a:pt x="10792" y="8321"/>
                    </a:cubicBezTo>
                    <a:close/>
                    <a:moveTo>
                      <a:pt x="15814" y="0"/>
                    </a:moveTo>
                    <a:cubicBezTo>
                      <a:pt x="15125" y="0"/>
                      <a:pt x="14387" y="206"/>
                      <a:pt x="13577" y="698"/>
                    </a:cubicBezTo>
                    <a:cubicBezTo>
                      <a:pt x="12610" y="1265"/>
                      <a:pt x="12076" y="2532"/>
                      <a:pt x="11009" y="2633"/>
                    </a:cubicBezTo>
                    <a:cubicBezTo>
                      <a:pt x="10934" y="2806"/>
                      <a:pt x="10750" y="2961"/>
                      <a:pt x="10550" y="2961"/>
                    </a:cubicBezTo>
                    <a:cubicBezTo>
                      <a:pt x="10481" y="2961"/>
                      <a:pt x="10410" y="2942"/>
                      <a:pt x="10342" y="2899"/>
                    </a:cubicBezTo>
                    <a:cubicBezTo>
                      <a:pt x="9484" y="2420"/>
                      <a:pt x="8626" y="2036"/>
                      <a:pt x="7682" y="2036"/>
                    </a:cubicBezTo>
                    <a:cubicBezTo>
                      <a:pt x="7378" y="2036"/>
                      <a:pt x="7064" y="2076"/>
                      <a:pt x="6739" y="2166"/>
                    </a:cubicBezTo>
                    <a:cubicBezTo>
                      <a:pt x="5371" y="2566"/>
                      <a:pt x="4504" y="3800"/>
                      <a:pt x="4571" y="5201"/>
                    </a:cubicBezTo>
                    <a:cubicBezTo>
                      <a:pt x="4738" y="5468"/>
                      <a:pt x="4671" y="5835"/>
                      <a:pt x="4304" y="5902"/>
                    </a:cubicBezTo>
                    <a:cubicBezTo>
                      <a:pt x="3170" y="6102"/>
                      <a:pt x="1936" y="6335"/>
                      <a:pt x="1135" y="7236"/>
                    </a:cubicBezTo>
                    <a:cubicBezTo>
                      <a:pt x="668" y="7803"/>
                      <a:pt x="468" y="8570"/>
                      <a:pt x="968" y="9171"/>
                    </a:cubicBezTo>
                    <a:cubicBezTo>
                      <a:pt x="1268" y="9537"/>
                      <a:pt x="1669" y="9604"/>
                      <a:pt x="2036" y="9804"/>
                    </a:cubicBezTo>
                    <a:cubicBezTo>
                      <a:pt x="2169" y="9871"/>
                      <a:pt x="2236" y="10105"/>
                      <a:pt x="2102" y="10205"/>
                    </a:cubicBezTo>
                    <a:cubicBezTo>
                      <a:pt x="2036" y="10238"/>
                      <a:pt x="2002" y="10271"/>
                      <a:pt x="1936" y="10305"/>
                    </a:cubicBezTo>
                    <a:cubicBezTo>
                      <a:pt x="1936" y="10338"/>
                      <a:pt x="1936" y="10371"/>
                      <a:pt x="1936" y="10405"/>
                    </a:cubicBezTo>
                    <a:cubicBezTo>
                      <a:pt x="1602" y="13007"/>
                      <a:pt x="1" y="17710"/>
                      <a:pt x="3470" y="18844"/>
                    </a:cubicBezTo>
                    <a:cubicBezTo>
                      <a:pt x="3470" y="16109"/>
                      <a:pt x="3503" y="13407"/>
                      <a:pt x="3704" y="10738"/>
                    </a:cubicBezTo>
                    <a:cubicBezTo>
                      <a:pt x="3403" y="10471"/>
                      <a:pt x="3170" y="10171"/>
                      <a:pt x="3070" y="9771"/>
                    </a:cubicBezTo>
                    <a:cubicBezTo>
                      <a:pt x="3018" y="9667"/>
                      <a:pt x="3108" y="9583"/>
                      <a:pt x="3214" y="9583"/>
                    </a:cubicBezTo>
                    <a:cubicBezTo>
                      <a:pt x="3243" y="9583"/>
                      <a:pt x="3274" y="9590"/>
                      <a:pt x="3303" y="9604"/>
                    </a:cubicBezTo>
                    <a:cubicBezTo>
                      <a:pt x="4037" y="9938"/>
                      <a:pt x="4704" y="10438"/>
                      <a:pt x="5538" y="10471"/>
                    </a:cubicBezTo>
                    <a:cubicBezTo>
                      <a:pt x="6339" y="10471"/>
                      <a:pt x="6906" y="10071"/>
                      <a:pt x="7640" y="9904"/>
                    </a:cubicBezTo>
                    <a:cubicBezTo>
                      <a:pt x="7673" y="9237"/>
                      <a:pt x="7840" y="8570"/>
                      <a:pt x="8073" y="8070"/>
                    </a:cubicBezTo>
                    <a:cubicBezTo>
                      <a:pt x="8100" y="8002"/>
                      <a:pt x="8154" y="7973"/>
                      <a:pt x="8209" y="7973"/>
                    </a:cubicBezTo>
                    <a:cubicBezTo>
                      <a:pt x="8291" y="7973"/>
                      <a:pt x="8374" y="8037"/>
                      <a:pt x="8374" y="8136"/>
                    </a:cubicBezTo>
                    <a:cubicBezTo>
                      <a:pt x="8315" y="9514"/>
                      <a:pt x="8050" y="13057"/>
                      <a:pt x="10048" y="13057"/>
                    </a:cubicBezTo>
                    <a:cubicBezTo>
                      <a:pt x="10323" y="13057"/>
                      <a:pt x="10641" y="12989"/>
                      <a:pt x="11009" y="12840"/>
                    </a:cubicBezTo>
                    <a:cubicBezTo>
                      <a:pt x="11058" y="12822"/>
                      <a:pt x="11106" y="12814"/>
                      <a:pt x="11152" y="12814"/>
                    </a:cubicBezTo>
                    <a:cubicBezTo>
                      <a:pt x="11442" y="12814"/>
                      <a:pt x="11638" y="13152"/>
                      <a:pt x="11609" y="13440"/>
                    </a:cubicBezTo>
                    <a:cubicBezTo>
                      <a:pt x="11162" y="15657"/>
                      <a:pt x="12757" y="16897"/>
                      <a:pt x="14343" y="16897"/>
                    </a:cubicBezTo>
                    <a:cubicBezTo>
                      <a:pt x="15716" y="16897"/>
                      <a:pt x="17082" y="15968"/>
                      <a:pt x="17113" y="13941"/>
                    </a:cubicBezTo>
                    <a:cubicBezTo>
                      <a:pt x="17113" y="13721"/>
                      <a:pt x="17321" y="13471"/>
                      <a:pt x="17540" y="13471"/>
                    </a:cubicBezTo>
                    <a:cubicBezTo>
                      <a:pt x="17553" y="13471"/>
                      <a:pt x="17567" y="13472"/>
                      <a:pt x="17580" y="13474"/>
                    </a:cubicBezTo>
                    <a:cubicBezTo>
                      <a:pt x="17773" y="13496"/>
                      <a:pt x="17962" y="13508"/>
                      <a:pt x="18145" y="13508"/>
                    </a:cubicBezTo>
                    <a:cubicBezTo>
                      <a:pt x="20912" y="13508"/>
                      <a:pt x="22565" y="10989"/>
                      <a:pt x="21783" y="8237"/>
                    </a:cubicBezTo>
                    <a:cubicBezTo>
                      <a:pt x="21716" y="8035"/>
                      <a:pt x="21920" y="7863"/>
                      <a:pt x="22101" y="7863"/>
                    </a:cubicBezTo>
                    <a:cubicBezTo>
                      <a:pt x="22190" y="7863"/>
                      <a:pt x="22273" y="7904"/>
                      <a:pt x="22317" y="8003"/>
                    </a:cubicBezTo>
                    <a:cubicBezTo>
                      <a:pt x="22684" y="8870"/>
                      <a:pt x="22784" y="9738"/>
                      <a:pt x="22684" y="10538"/>
                    </a:cubicBezTo>
                    <a:cubicBezTo>
                      <a:pt x="24151" y="10471"/>
                      <a:pt x="25552" y="10605"/>
                      <a:pt x="27020" y="10338"/>
                    </a:cubicBezTo>
                    <a:cubicBezTo>
                      <a:pt x="28488" y="10038"/>
                      <a:pt x="29822" y="9437"/>
                      <a:pt x="31223" y="8904"/>
                    </a:cubicBezTo>
                    <a:cubicBezTo>
                      <a:pt x="31249" y="8891"/>
                      <a:pt x="31274" y="8885"/>
                      <a:pt x="31298" y="8885"/>
                    </a:cubicBezTo>
                    <a:cubicBezTo>
                      <a:pt x="31468" y="8885"/>
                      <a:pt x="31602" y="9158"/>
                      <a:pt x="31457" y="9304"/>
                    </a:cubicBezTo>
                    <a:cubicBezTo>
                      <a:pt x="31090" y="9604"/>
                      <a:pt x="30689" y="9871"/>
                      <a:pt x="30256" y="10138"/>
                    </a:cubicBezTo>
                    <a:cubicBezTo>
                      <a:pt x="31255" y="10032"/>
                      <a:pt x="32270" y="9997"/>
                      <a:pt x="33289" y="9997"/>
                    </a:cubicBezTo>
                    <a:cubicBezTo>
                      <a:pt x="35163" y="9997"/>
                      <a:pt x="37047" y="10116"/>
                      <a:pt x="38862" y="10138"/>
                    </a:cubicBezTo>
                    <a:cubicBezTo>
                      <a:pt x="40863" y="9938"/>
                      <a:pt x="41897" y="8103"/>
                      <a:pt x="40463" y="6502"/>
                    </a:cubicBezTo>
                    <a:cubicBezTo>
                      <a:pt x="39884" y="5857"/>
                      <a:pt x="39174" y="5605"/>
                      <a:pt x="38438" y="5605"/>
                    </a:cubicBezTo>
                    <a:cubicBezTo>
                      <a:pt x="37690" y="5605"/>
                      <a:pt x="36916" y="5865"/>
                      <a:pt x="36227" y="6235"/>
                    </a:cubicBezTo>
                    <a:cubicBezTo>
                      <a:pt x="36149" y="6284"/>
                      <a:pt x="36060" y="6307"/>
                      <a:pt x="35971" y="6307"/>
                    </a:cubicBezTo>
                    <a:cubicBezTo>
                      <a:pt x="35755" y="6307"/>
                      <a:pt x="35540" y="6171"/>
                      <a:pt x="35493" y="5935"/>
                    </a:cubicBezTo>
                    <a:cubicBezTo>
                      <a:pt x="35136" y="4565"/>
                      <a:pt x="34141" y="3940"/>
                      <a:pt x="32769" y="3940"/>
                    </a:cubicBezTo>
                    <a:cubicBezTo>
                      <a:pt x="32603" y="3940"/>
                      <a:pt x="32433" y="3949"/>
                      <a:pt x="32257" y="3967"/>
                    </a:cubicBezTo>
                    <a:cubicBezTo>
                      <a:pt x="32189" y="4025"/>
                      <a:pt x="32104" y="4052"/>
                      <a:pt x="32017" y="4052"/>
                    </a:cubicBezTo>
                    <a:cubicBezTo>
                      <a:pt x="31807" y="4052"/>
                      <a:pt x="31590" y="3893"/>
                      <a:pt x="31590" y="3633"/>
                    </a:cubicBezTo>
                    <a:cubicBezTo>
                      <a:pt x="31398" y="1490"/>
                      <a:pt x="30357" y="773"/>
                      <a:pt x="29031" y="773"/>
                    </a:cubicBezTo>
                    <a:cubicBezTo>
                      <a:pt x="27138" y="773"/>
                      <a:pt x="24663" y="2236"/>
                      <a:pt x="23251" y="3100"/>
                    </a:cubicBezTo>
                    <a:cubicBezTo>
                      <a:pt x="23207" y="3131"/>
                      <a:pt x="23161" y="3145"/>
                      <a:pt x="23118" y="3145"/>
                    </a:cubicBezTo>
                    <a:cubicBezTo>
                      <a:pt x="22933" y="3145"/>
                      <a:pt x="22788" y="2895"/>
                      <a:pt x="22951" y="2733"/>
                    </a:cubicBezTo>
                    <a:cubicBezTo>
                      <a:pt x="23017" y="2666"/>
                      <a:pt x="23084" y="2599"/>
                      <a:pt x="23151" y="2532"/>
                    </a:cubicBezTo>
                    <a:cubicBezTo>
                      <a:pt x="22484" y="2144"/>
                      <a:pt x="21749" y="1824"/>
                      <a:pt x="20982" y="1824"/>
                    </a:cubicBezTo>
                    <a:cubicBezTo>
                      <a:pt x="20828" y="1824"/>
                      <a:pt x="20672" y="1837"/>
                      <a:pt x="20516" y="1865"/>
                    </a:cubicBezTo>
                    <a:cubicBezTo>
                      <a:pt x="20516" y="1865"/>
                      <a:pt x="20516" y="1899"/>
                      <a:pt x="20549" y="1899"/>
                    </a:cubicBezTo>
                    <a:cubicBezTo>
                      <a:pt x="20619" y="2133"/>
                      <a:pt x="20442" y="2285"/>
                      <a:pt x="20250" y="2285"/>
                    </a:cubicBezTo>
                    <a:cubicBezTo>
                      <a:pt x="20168" y="2285"/>
                      <a:pt x="20084" y="2258"/>
                      <a:pt x="20015" y="2199"/>
                    </a:cubicBezTo>
                    <a:cubicBezTo>
                      <a:pt x="18675" y="1044"/>
                      <a:pt x="17367" y="0"/>
                      <a:pt x="15814" y="0"/>
                    </a:cubicBezTo>
                    <a:close/>
                  </a:path>
                </a:pathLst>
              </a:custGeom>
              <a:solidFill>
                <a:srgbClr val="F4F8F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5" name="Google Shape;12425;p37"/>
              <p:cNvSpPr/>
              <p:nvPr/>
            </p:nvSpPr>
            <p:spPr>
              <a:xfrm>
                <a:off x="4337425" y="882150"/>
                <a:ext cx="205175" cy="327525"/>
              </a:xfrm>
              <a:custGeom>
                <a:rect b="b" l="l" r="r" t="t"/>
                <a:pathLst>
                  <a:path extrusionOk="0" h="13101" w="8207">
                    <a:moveTo>
                      <a:pt x="7611" y="0"/>
                    </a:moveTo>
                    <a:cubicBezTo>
                      <a:pt x="6986" y="0"/>
                      <a:pt x="5937" y="1890"/>
                      <a:pt x="5772" y="2192"/>
                    </a:cubicBezTo>
                    <a:cubicBezTo>
                      <a:pt x="5722" y="2267"/>
                      <a:pt x="5649" y="2300"/>
                      <a:pt x="5578" y="2300"/>
                    </a:cubicBezTo>
                    <a:cubicBezTo>
                      <a:pt x="5457" y="2300"/>
                      <a:pt x="5338" y="2206"/>
                      <a:pt x="5338" y="2059"/>
                    </a:cubicBezTo>
                    <a:cubicBezTo>
                      <a:pt x="5271" y="958"/>
                      <a:pt x="4738" y="391"/>
                      <a:pt x="4004" y="224"/>
                    </a:cubicBezTo>
                    <a:cubicBezTo>
                      <a:pt x="2936" y="424"/>
                      <a:pt x="1836" y="658"/>
                      <a:pt x="1135" y="1492"/>
                    </a:cubicBezTo>
                    <a:cubicBezTo>
                      <a:pt x="668" y="2059"/>
                      <a:pt x="468" y="2826"/>
                      <a:pt x="968" y="3427"/>
                    </a:cubicBezTo>
                    <a:cubicBezTo>
                      <a:pt x="1268" y="3793"/>
                      <a:pt x="1669" y="3860"/>
                      <a:pt x="2036" y="4060"/>
                    </a:cubicBezTo>
                    <a:cubicBezTo>
                      <a:pt x="2169" y="4127"/>
                      <a:pt x="2236" y="4361"/>
                      <a:pt x="2102" y="4461"/>
                    </a:cubicBezTo>
                    <a:cubicBezTo>
                      <a:pt x="2036" y="4494"/>
                      <a:pt x="2002" y="4527"/>
                      <a:pt x="1936" y="4561"/>
                    </a:cubicBezTo>
                    <a:cubicBezTo>
                      <a:pt x="1936" y="4594"/>
                      <a:pt x="1936" y="4627"/>
                      <a:pt x="1936" y="4661"/>
                    </a:cubicBezTo>
                    <a:cubicBezTo>
                      <a:pt x="1602" y="7263"/>
                      <a:pt x="1" y="11966"/>
                      <a:pt x="3470" y="13100"/>
                    </a:cubicBezTo>
                    <a:cubicBezTo>
                      <a:pt x="3470" y="10365"/>
                      <a:pt x="3503" y="7663"/>
                      <a:pt x="3704" y="4994"/>
                    </a:cubicBezTo>
                    <a:cubicBezTo>
                      <a:pt x="3403" y="4727"/>
                      <a:pt x="3170" y="4427"/>
                      <a:pt x="3070" y="4027"/>
                    </a:cubicBezTo>
                    <a:cubicBezTo>
                      <a:pt x="3018" y="3923"/>
                      <a:pt x="3108" y="3839"/>
                      <a:pt x="3214" y="3839"/>
                    </a:cubicBezTo>
                    <a:cubicBezTo>
                      <a:pt x="3243" y="3839"/>
                      <a:pt x="3274" y="3846"/>
                      <a:pt x="3303" y="3860"/>
                    </a:cubicBezTo>
                    <a:cubicBezTo>
                      <a:pt x="4037" y="4194"/>
                      <a:pt x="4704" y="4694"/>
                      <a:pt x="5538" y="4727"/>
                    </a:cubicBezTo>
                    <a:cubicBezTo>
                      <a:pt x="6339" y="4727"/>
                      <a:pt x="6906" y="4327"/>
                      <a:pt x="7640" y="4160"/>
                    </a:cubicBezTo>
                    <a:cubicBezTo>
                      <a:pt x="7673" y="3493"/>
                      <a:pt x="7840" y="2826"/>
                      <a:pt x="8073" y="2326"/>
                    </a:cubicBezTo>
                    <a:cubicBezTo>
                      <a:pt x="8073" y="2259"/>
                      <a:pt x="8107" y="2259"/>
                      <a:pt x="8140" y="2226"/>
                    </a:cubicBezTo>
                    <a:cubicBezTo>
                      <a:pt x="8207" y="1559"/>
                      <a:pt x="8173" y="825"/>
                      <a:pt x="7940" y="291"/>
                    </a:cubicBezTo>
                    <a:cubicBezTo>
                      <a:pt x="7858" y="86"/>
                      <a:pt x="7744" y="0"/>
                      <a:pt x="7611" y="0"/>
                    </a:cubicBezTo>
                    <a:close/>
                  </a:path>
                </a:pathLst>
              </a:custGeom>
              <a:solidFill>
                <a:srgbClr val="BFCE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6" name="Google Shape;12426;p37"/>
              <p:cNvSpPr/>
              <p:nvPr/>
            </p:nvSpPr>
            <p:spPr>
              <a:xfrm>
                <a:off x="4545200" y="887675"/>
                <a:ext cx="356375" cy="273300"/>
              </a:xfrm>
              <a:custGeom>
                <a:rect b="b" l="l" r="r" t="t"/>
                <a:pathLst>
                  <a:path extrusionOk="0" h="10932" w="14255">
                    <a:moveTo>
                      <a:pt x="2481" y="2356"/>
                    </a:moveTo>
                    <a:cubicBezTo>
                      <a:pt x="2596" y="2356"/>
                      <a:pt x="2705" y="2473"/>
                      <a:pt x="2631" y="2572"/>
                    </a:cubicBezTo>
                    <a:cubicBezTo>
                      <a:pt x="2097" y="3306"/>
                      <a:pt x="1797" y="4073"/>
                      <a:pt x="1764" y="4907"/>
                    </a:cubicBezTo>
                    <a:cubicBezTo>
                      <a:pt x="2598" y="4607"/>
                      <a:pt x="3098" y="3706"/>
                      <a:pt x="2898" y="2839"/>
                    </a:cubicBezTo>
                    <a:cubicBezTo>
                      <a:pt x="2898" y="2756"/>
                      <a:pt x="2962" y="2699"/>
                      <a:pt x="3026" y="2699"/>
                    </a:cubicBezTo>
                    <a:cubicBezTo>
                      <a:pt x="3066" y="2699"/>
                      <a:pt x="3106" y="2721"/>
                      <a:pt x="3131" y="2772"/>
                    </a:cubicBezTo>
                    <a:cubicBezTo>
                      <a:pt x="3598" y="3939"/>
                      <a:pt x="2764" y="5207"/>
                      <a:pt x="1597" y="5440"/>
                    </a:cubicBezTo>
                    <a:cubicBezTo>
                      <a:pt x="1579" y="5445"/>
                      <a:pt x="1562" y="5447"/>
                      <a:pt x="1545" y="5447"/>
                    </a:cubicBezTo>
                    <a:cubicBezTo>
                      <a:pt x="1431" y="5447"/>
                      <a:pt x="1330" y="5356"/>
                      <a:pt x="1330" y="5240"/>
                    </a:cubicBezTo>
                    <a:cubicBezTo>
                      <a:pt x="1230" y="4173"/>
                      <a:pt x="1564" y="3105"/>
                      <a:pt x="2364" y="2405"/>
                    </a:cubicBezTo>
                    <a:cubicBezTo>
                      <a:pt x="2399" y="2370"/>
                      <a:pt x="2440" y="2356"/>
                      <a:pt x="2481" y="2356"/>
                    </a:cubicBezTo>
                    <a:close/>
                    <a:moveTo>
                      <a:pt x="11782" y="1"/>
                    </a:moveTo>
                    <a:cubicBezTo>
                      <a:pt x="11082" y="1"/>
                      <a:pt x="10412" y="474"/>
                      <a:pt x="10036" y="1137"/>
                    </a:cubicBezTo>
                    <a:cubicBezTo>
                      <a:pt x="9336" y="2305"/>
                      <a:pt x="9069" y="3639"/>
                      <a:pt x="8735" y="4940"/>
                    </a:cubicBezTo>
                    <a:cubicBezTo>
                      <a:pt x="8706" y="5057"/>
                      <a:pt x="8619" y="5110"/>
                      <a:pt x="8528" y="5110"/>
                    </a:cubicBezTo>
                    <a:cubicBezTo>
                      <a:pt x="8411" y="5110"/>
                      <a:pt x="8287" y="5023"/>
                      <a:pt x="8268" y="4873"/>
                    </a:cubicBezTo>
                    <a:cubicBezTo>
                      <a:pt x="8168" y="3939"/>
                      <a:pt x="7801" y="2572"/>
                      <a:pt x="6767" y="2272"/>
                    </a:cubicBezTo>
                    <a:cubicBezTo>
                      <a:pt x="6630" y="2238"/>
                      <a:pt x="6499" y="2222"/>
                      <a:pt x="6374" y="2222"/>
                    </a:cubicBezTo>
                    <a:cubicBezTo>
                      <a:pt x="5381" y="2222"/>
                      <a:pt x="4792" y="3217"/>
                      <a:pt x="4466" y="4106"/>
                    </a:cubicBezTo>
                    <a:cubicBezTo>
                      <a:pt x="4414" y="4210"/>
                      <a:pt x="4308" y="4269"/>
                      <a:pt x="4209" y="4269"/>
                    </a:cubicBezTo>
                    <a:cubicBezTo>
                      <a:pt x="4117" y="4269"/>
                      <a:pt x="4031" y="4218"/>
                      <a:pt x="3999" y="4106"/>
                    </a:cubicBezTo>
                    <a:cubicBezTo>
                      <a:pt x="3801" y="3283"/>
                      <a:pt x="3376" y="2037"/>
                      <a:pt x="2339" y="2037"/>
                    </a:cubicBezTo>
                    <a:cubicBezTo>
                      <a:pt x="2325" y="2037"/>
                      <a:pt x="2311" y="2038"/>
                      <a:pt x="2297" y="2038"/>
                    </a:cubicBezTo>
                    <a:cubicBezTo>
                      <a:pt x="1430" y="2105"/>
                      <a:pt x="763" y="2605"/>
                      <a:pt x="129" y="3172"/>
                    </a:cubicBezTo>
                    <a:cubicBezTo>
                      <a:pt x="96" y="3206"/>
                      <a:pt x="63" y="3206"/>
                      <a:pt x="29" y="3206"/>
                    </a:cubicBezTo>
                    <a:cubicBezTo>
                      <a:pt x="1" y="4825"/>
                      <a:pt x="142" y="7097"/>
                      <a:pt x="1729" y="7097"/>
                    </a:cubicBezTo>
                    <a:cubicBezTo>
                      <a:pt x="2006" y="7097"/>
                      <a:pt x="2327" y="7028"/>
                      <a:pt x="2698" y="6875"/>
                    </a:cubicBezTo>
                    <a:cubicBezTo>
                      <a:pt x="2747" y="6857"/>
                      <a:pt x="2795" y="6849"/>
                      <a:pt x="2841" y="6849"/>
                    </a:cubicBezTo>
                    <a:cubicBezTo>
                      <a:pt x="3131" y="6849"/>
                      <a:pt x="3327" y="7187"/>
                      <a:pt x="3298" y="7475"/>
                    </a:cubicBezTo>
                    <a:cubicBezTo>
                      <a:pt x="2851" y="9692"/>
                      <a:pt x="4446" y="10932"/>
                      <a:pt x="6032" y="10932"/>
                    </a:cubicBezTo>
                    <a:cubicBezTo>
                      <a:pt x="7405" y="10932"/>
                      <a:pt x="8771" y="10003"/>
                      <a:pt x="8802" y="7976"/>
                    </a:cubicBezTo>
                    <a:cubicBezTo>
                      <a:pt x="8802" y="7756"/>
                      <a:pt x="8980" y="7506"/>
                      <a:pt x="9224" y="7506"/>
                    </a:cubicBezTo>
                    <a:cubicBezTo>
                      <a:pt x="9239" y="7506"/>
                      <a:pt x="9254" y="7507"/>
                      <a:pt x="9269" y="7509"/>
                    </a:cubicBezTo>
                    <a:cubicBezTo>
                      <a:pt x="9462" y="7531"/>
                      <a:pt x="9651" y="7543"/>
                      <a:pt x="9834" y="7543"/>
                    </a:cubicBezTo>
                    <a:cubicBezTo>
                      <a:pt x="12601" y="7543"/>
                      <a:pt x="14254" y="5024"/>
                      <a:pt x="13472" y="2272"/>
                    </a:cubicBezTo>
                    <a:cubicBezTo>
                      <a:pt x="13439" y="2138"/>
                      <a:pt x="13505" y="2038"/>
                      <a:pt x="13606" y="1971"/>
                    </a:cubicBezTo>
                    <a:cubicBezTo>
                      <a:pt x="13472" y="1371"/>
                      <a:pt x="13272" y="770"/>
                      <a:pt x="12838" y="404"/>
                    </a:cubicBezTo>
                    <a:cubicBezTo>
                      <a:pt x="12501" y="123"/>
                      <a:pt x="12138" y="1"/>
                      <a:pt x="11782" y="1"/>
                    </a:cubicBezTo>
                    <a:close/>
                  </a:path>
                </a:pathLst>
              </a:custGeom>
              <a:solidFill>
                <a:srgbClr val="BFCE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7" name="Google Shape;12427;p37"/>
              <p:cNvSpPr/>
              <p:nvPr/>
            </p:nvSpPr>
            <p:spPr>
              <a:xfrm>
                <a:off x="4902000" y="883050"/>
                <a:ext cx="451175" cy="120625"/>
              </a:xfrm>
              <a:custGeom>
                <a:rect b="b" l="l" r="r" t="t"/>
                <a:pathLst>
                  <a:path extrusionOk="0" h="4825" w="18047">
                    <a:moveTo>
                      <a:pt x="4345" y="0"/>
                    </a:moveTo>
                    <a:cubicBezTo>
                      <a:pt x="2954" y="0"/>
                      <a:pt x="780" y="1878"/>
                      <a:pt x="1" y="3057"/>
                    </a:cubicBezTo>
                    <a:cubicBezTo>
                      <a:pt x="167" y="3657"/>
                      <a:pt x="167" y="4224"/>
                      <a:pt x="101" y="4758"/>
                    </a:cubicBezTo>
                    <a:cubicBezTo>
                      <a:pt x="1568" y="4691"/>
                      <a:pt x="2969" y="4825"/>
                      <a:pt x="4437" y="4558"/>
                    </a:cubicBezTo>
                    <a:cubicBezTo>
                      <a:pt x="5905" y="4258"/>
                      <a:pt x="7239" y="3657"/>
                      <a:pt x="8640" y="3124"/>
                    </a:cubicBezTo>
                    <a:cubicBezTo>
                      <a:pt x="8666" y="3111"/>
                      <a:pt x="8691" y="3105"/>
                      <a:pt x="8715" y="3105"/>
                    </a:cubicBezTo>
                    <a:cubicBezTo>
                      <a:pt x="8885" y="3105"/>
                      <a:pt x="9019" y="3378"/>
                      <a:pt x="8874" y="3524"/>
                    </a:cubicBezTo>
                    <a:cubicBezTo>
                      <a:pt x="8507" y="3824"/>
                      <a:pt x="8106" y="4091"/>
                      <a:pt x="7673" y="4358"/>
                    </a:cubicBezTo>
                    <a:cubicBezTo>
                      <a:pt x="8672" y="4252"/>
                      <a:pt x="9687" y="4217"/>
                      <a:pt x="10706" y="4217"/>
                    </a:cubicBezTo>
                    <a:cubicBezTo>
                      <a:pt x="12580" y="4217"/>
                      <a:pt x="14464" y="4336"/>
                      <a:pt x="16279" y="4358"/>
                    </a:cubicBezTo>
                    <a:cubicBezTo>
                      <a:pt x="17046" y="4291"/>
                      <a:pt x="17647" y="3958"/>
                      <a:pt x="18047" y="3524"/>
                    </a:cubicBezTo>
                    <a:cubicBezTo>
                      <a:pt x="17838" y="2765"/>
                      <a:pt x="16808" y="2373"/>
                      <a:pt x="15688" y="2373"/>
                    </a:cubicBezTo>
                    <a:cubicBezTo>
                      <a:pt x="14841" y="2373"/>
                      <a:pt x="13943" y="2597"/>
                      <a:pt x="13310" y="3057"/>
                    </a:cubicBezTo>
                    <a:cubicBezTo>
                      <a:pt x="13270" y="3097"/>
                      <a:pt x="13228" y="3114"/>
                      <a:pt x="13188" y="3114"/>
                    </a:cubicBezTo>
                    <a:cubicBezTo>
                      <a:pt x="13061" y="3114"/>
                      <a:pt x="12951" y="2942"/>
                      <a:pt x="12977" y="2790"/>
                    </a:cubicBezTo>
                    <a:cubicBezTo>
                      <a:pt x="13192" y="1746"/>
                      <a:pt x="12798" y="1393"/>
                      <a:pt x="12216" y="1393"/>
                    </a:cubicBezTo>
                    <a:cubicBezTo>
                      <a:pt x="11626" y="1393"/>
                      <a:pt x="10845" y="1754"/>
                      <a:pt x="10308" y="2123"/>
                    </a:cubicBezTo>
                    <a:cubicBezTo>
                      <a:pt x="10263" y="2153"/>
                      <a:pt x="10218" y="2166"/>
                      <a:pt x="10175" y="2166"/>
                    </a:cubicBezTo>
                    <a:cubicBezTo>
                      <a:pt x="10030" y="2166"/>
                      <a:pt x="9915" y="2011"/>
                      <a:pt x="9941" y="1856"/>
                    </a:cubicBezTo>
                    <a:cubicBezTo>
                      <a:pt x="10185" y="828"/>
                      <a:pt x="9796" y="473"/>
                      <a:pt x="9169" y="473"/>
                    </a:cubicBezTo>
                    <a:cubicBezTo>
                      <a:pt x="8170" y="473"/>
                      <a:pt x="6566" y="1377"/>
                      <a:pt x="5972" y="1889"/>
                    </a:cubicBezTo>
                    <a:cubicBezTo>
                      <a:pt x="5919" y="1931"/>
                      <a:pt x="5860" y="1950"/>
                      <a:pt x="5804" y="1950"/>
                    </a:cubicBezTo>
                    <a:cubicBezTo>
                      <a:pt x="5681" y="1950"/>
                      <a:pt x="5571" y="1860"/>
                      <a:pt x="5571" y="1723"/>
                    </a:cubicBezTo>
                    <a:cubicBezTo>
                      <a:pt x="5538" y="468"/>
                      <a:pt x="5039" y="0"/>
                      <a:pt x="4345" y="0"/>
                    </a:cubicBezTo>
                    <a:close/>
                  </a:path>
                </a:pathLst>
              </a:custGeom>
              <a:solidFill>
                <a:srgbClr val="BFCE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8" name="Google Shape;12428;p37"/>
              <p:cNvSpPr/>
              <p:nvPr/>
            </p:nvSpPr>
            <p:spPr>
              <a:xfrm>
                <a:off x="5328975" y="1177950"/>
                <a:ext cx="358625" cy="1069850"/>
              </a:xfrm>
              <a:custGeom>
                <a:rect b="b" l="l" r="r" t="t"/>
                <a:pathLst>
                  <a:path extrusionOk="0" h="42794" w="14345">
                    <a:moveTo>
                      <a:pt x="5005" y="2600"/>
                    </a:moveTo>
                    <a:cubicBezTo>
                      <a:pt x="5016" y="2600"/>
                      <a:pt x="5026" y="2601"/>
                      <a:pt x="5037" y="2602"/>
                    </a:cubicBezTo>
                    <a:cubicBezTo>
                      <a:pt x="5605" y="2736"/>
                      <a:pt x="6138" y="2903"/>
                      <a:pt x="6705" y="3036"/>
                    </a:cubicBezTo>
                    <a:cubicBezTo>
                      <a:pt x="6972" y="3103"/>
                      <a:pt x="7306" y="3136"/>
                      <a:pt x="7539" y="3303"/>
                    </a:cubicBezTo>
                    <a:cubicBezTo>
                      <a:pt x="7839" y="3536"/>
                      <a:pt x="7873" y="3903"/>
                      <a:pt x="7506" y="4104"/>
                    </a:cubicBezTo>
                    <a:cubicBezTo>
                      <a:pt x="7265" y="4248"/>
                      <a:pt x="6940" y="4300"/>
                      <a:pt x="6603" y="4300"/>
                    </a:cubicBezTo>
                    <a:cubicBezTo>
                      <a:pt x="6241" y="4300"/>
                      <a:pt x="5865" y="4239"/>
                      <a:pt x="5571" y="4170"/>
                    </a:cubicBezTo>
                    <a:cubicBezTo>
                      <a:pt x="4871" y="4037"/>
                      <a:pt x="4137" y="3737"/>
                      <a:pt x="3670" y="3170"/>
                    </a:cubicBezTo>
                    <a:cubicBezTo>
                      <a:pt x="3555" y="3054"/>
                      <a:pt x="3663" y="2889"/>
                      <a:pt x="3802" y="2889"/>
                    </a:cubicBezTo>
                    <a:cubicBezTo>
                      <a:pt x="3824" y="2889"/>
                      <a:pt x="3847" y="2894"/>
                      <a:pt x="3870" y="2903"/>
                    </a:cubicBezTo>
                    <a:cubicBezTo>
                      <a:pt x="4740" y="3354"/>
                      <a:pt x="5455" y="3805"/>
                      <a:pt x="6464" y="3805"/>
                    </a:cubicBezTo>
                    <a:cubicBezTo>
                      <a:pt x="6500" y="3805"/>
                      <a:pt x="6536" y="3804"/>
                      <a:pt x="6572" y="3803"/>
                    </a:cubicBezTo>
                    <a:cubicBezTo>
                      <a:pt x="6772" y="3770"/>
                      <a:pt x="7206" y="3837"/>
                      <a:pt x="7106" y="3603"/>
                    </a:cubicBezTo>
                    <a:cubicBezTo>
                      <a:pt x="7072" y="3536"/>
                      <a:pt x="6539" y="3470"/>
                      <a:pt x="6438" y="3436"/>
                    </a:cubicBezTo>
                    <a:cubicBezTo>
                      <a:pt x="5938" y="3303"/>
                      <a:pt x="5438" y="3170"/>
                      <a:pt x="4937" y="3003"/>
                    </a:cubicBezTo>
                    <a:cubicBezTo>
                      <a:pt x="4715" y="2907"/>
                      <a:pt x="4795" y="2600"/>
                      <a:pt x="5005" y="2600"/>
                    </a:cubicBezTo>
                    <a:close/>
                    <a:moveTo>
                      <a:pt x="9784" y="3808"/>
                    </a:moveTo>
                    <a:cubicBezTo>
                      <a:pt x="9834" y="3808"/>
                      <a:pt x="9889" y="3826"/>
                      <a:pt x="9941" y="3870"/>
                    </a:cubicBezTo>
                    <a:cubicBezTo>
                      <a:pt x="10366" y="4262"/>
                      <a:pt x="9894" y="5039"/>
                      <a:pt x="9342" y="5039"/>
                    </a:cubicBezTo>
                    <a:cubicBezTo>
                      <a:pt x="9330" y="5039"/>
                      <a:pt x="9319" y="5038"/>
                      <a:pt x="9307" y="5038"/>
                    </a:cubicBezTo>
                    <a:cubicBezTo>
                      <a:pt x="8773" y="4971"/>
                      <a:pt x="8540" y="4237"/>
                      <a:pt x="8907" y="3870"/>
                    </a:cubicBezTo>
                    <a:cubicBezTo>
                      <a:pt x="8942" y="3835"/>
                      <a:pt x="8981" y="3821"/>
                      <a:pt x="9017" y="3821"/>
                    </a:cubicBezTo>
                    <a:cubicBezTo>
                      <a:pt x="9122" y="3821"/>
                      <a:pt x="9206" y="3938"/>
                      <a:pt x="9107" y="4037"/>
                    </a:cubicBezTo>
                    <a:cubicBezTo>
                      <a:pt x="8907" y="4270"/>
                      <a:pt x="9040" y="4704"/>
                      <a:pt x="9341" y="4704"/>
                    </a:cubicBezTo>
                    <a:cubicBezTo>
                      <a:pt x="9355" y="4705"/>
                      <a:pt x="9369" y="4706"/>
                      <a:pt x="9382" y="4706"/>
                    </a:cubicBezTo>
                    <a:cubicBezTo>
                      <a:pt x="9707" y="4706"/>
                      <a:pt x="9704" y="4328"/>
                      <a:pt x="9607" y="4104"/>
                    </a:cubicBezTo>
                    <a:cubicBezTo>
                      <a:pt x="9534" y="3956"/>
                      <a:pt x="9642" y="3808"/>
                      <a:pt x="9784" y="3808"/>
                    </a:cubicBezTo>
                    <a:close/>
                    <a:moveTo>
                      <a:pt x="201" y="1"/>
                    </a:moveTo>
                    <a:cubicBezTo>
                      <a:pt x="167" y="2669"/>
                      <a:pt x="1" y="5371"/>
                      <a:pt x="1" y="7906"/>
                    </a:cubicBezTo>
                    <a:lnTo>
                      <a:pt x="1" y="8140"/>
                    </a:lnTo>
                    <a:cubicBezTo>
                      <a:pt x="570" y="6933"/>
                      <a:pt x="2056" y="6224"/>
                      <a:pt x="3568" y="6224"/>
                    </a:cubicBezTo>
                    <a:cubicBezTo>
                      <a:pt x="4271" y="6224"/>
                      <a:pt x="4980" y="6377"/>
                      <a:pt x="5605" y="6705"/>
                    </a:cubicBezTo>
                    <a:cubicBezTo>
                      <a:pt x="9707" y="8874"/>
                      <a:pt x="9641" y="14778"/>
                      <a:pt x="9574" y="18747"/>
                    </a:cubicBezTo>
                    <a:cubicBezTo>
                      <a:pt x="9541" y="21516"/>
                      <a:pt x="9274" y="24318"/>
                      <a:pt x="8907" y="27053"/>
                    </a:cubicBezTo>
                    <a:cubicBezTo>
                      <a:pt x="8573" y="29522"/>
                      <a:pt x="8373" y="32257"/>
                      <a:pt x="7139" y="34459"/>
                    </a:cubicBezTo>
                    <a:cubicBezTo>
                      <a:pt x="6210" y="36078"/>
                      <a:pt x="4074" y="37561"/>
                      <a:pt x="2164" y="37561"/>
                    </a:cubicBezTo>
                    <a:cubicBezTo>
                      <a:pt x="1398" y="37561"/>
                      <a:pt x="668" y="37323"/>
                      <a:pt x="67" y="36760"/>
                    </a:cubicBezTo>
                    <a:cubicBezTo>
                      <a:pt x="67" y="36927"/>
                      <a:pt x="67" y="37060"/>
                      <a:pt x="67" y="37194"/>
                    </a:cubicBezTo>
                    <a:cubicBezTo>
                      <a:pt x="67" y="39029"/>
                      <a:pt x="101" y="40897"/>
                      <a:pt x="134" y="42765"/>
                    </a:cubicBezTo>
                    <a:cubicBezTo>
                      <a:pt x="681" y="42779"/>
                      <a:pt x="1235" y="42793"/>
                      <a:pt x="1791" y="42793"/>
                    </a:cubicBezTo>
                    <a:cubicBezTo>
                      <a:pt x="3811" y="42793"/>
                      <a:pt x="5846" y="42603"/>
                      <a:pt x="7573" y="41530"/>
                    </a:cubicBezTo>
                    <a:cubicBezTo>
                      <a:pt x="10108" y="39996"/>
                      <a:pt x="11108" y="36994"/>
                      <a:pt x="11876" y="34325"/>
                    </a:cubicBezTo>
                    <a:cubicBezTo>
                      <a:pt x="13510" y="28788"/>
                      <a:pt x="14344" y="23017"/>
                      <a:pt x="14244" y="17280"/>
                    </a:cubicBezTo>
                    <a:cubicBezTo>
                      <a:pt x="14177" y="14211"/>
                      <a:pt x="13877" y="11175"/>
                      <a:pt x="13277" y="8173"/>
                    </a:cubicBezTo>
                    <a:cubicBezTo>
                      <a:pt x="12643" y="5171"/>
                      <a:pt x="11575" y="2536"/>
                      <a:pt x="8106" y="2135"/>
                    </a:cubicBezTo>
                    <a:cubicBezTo>
                      <a:pt x="5471" y="1835"/>
                      <a:pt x="1735" y="2236"/>
                      <a:pt x="201" y="1"/>
                    </a:cubicBezTo>
                    <a:close/>
                  </a:path>
                </a:pathLst>
              </a:custGeom>
              <a:solidFill>
                <a:srgbClr val="C5E2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9" name="Google Shape;12429;p37"/>
              <p:cNvSpPr/>
              <p:nvPr/>
            </p:nvSpPr>
            <p:spPr>
              <a:xfrm>
                <a:off x="5330650" y="1830075"/>
                <a:ext cx="340250" cy="417725"/>
              </a:xfrm>
              <a:custGeom>
                <a:rect b="b" l="l" r="r" t="t"/>
                <a:pathLst>
                  <a:path extrusionOk="0" h="16709" w="13610">
                    <a:moveTo>
                      <a:pt x="13610" y="1"/>
                    </a:moveTo>
                    <a:cubicBezTo>
                      <a:pt x="13343" y="768"/>
                      <a:pt x="13043" y="1502"/>
                      <a:pt x="12709" y="2236"/>
                    </a:cubicBezTo>
                    <a:cubicBezTo>
                      <a:pt x="11609" y="4638"/>
                      <a:pt x="10107" y="6906"/>
                      <a:pt x="8073" y="8640"/>
                    </a:cubicBezTo>
                    <a:cubicBezTo>
                      <a:pt x="7339" y="9241"/>
                      <a:pt x="6305" y="10108"/>
                      <a:pt x="5337" y="10242"/>
                    </a:cubicBezTo>
                    <a:cubicBezTo>
                      <a:pt x="4370" y="10972"/>
                      <a:pt x="3192" y="11469"/>
                      <a:pt x="2087" y="11469"/>
                    </a:cubicBezTo>
                    <a:cubicBezTo>
                      <a:pt x="1326" y="11469"/>
                      <a:pt x="599" y="11233"/>
                      <a:pt x="0" y="10675"/>
                    </a:cubicBezTo>
                    <a:cubicBezTo>
                      <a:pt x="0" y="10842"/>
                      <a:pt x="0" y="10975"/>
                      <a:pt x="0" y="11109"/>
                    </a:cubicBezTo>
                    <a:cubicBezTo>
                      <a:pt x="0" y="12944"/>
                      <a:pt x="34" y="14812"/>
                      <a:pt x="67" y="16680"/>
                    </a:cubicBezTo>
                    <a:cubicBezTo>
                      <a:pt x="614" y="16694"/>
                      <a:pt x="1168" y="16708"/>
                      <a:pt x="1724" y="16708"/>
                    </a:cubicBezTo>
                    <a:cubicBezTo>
                      <a:pt x="3746" y="16708"/>
                      <a:pt x="5786" y="16518"/>
                      <a:pt x="7539" y="15445"/>
                    </a:cubicBezTo>
                    <a:cubicBezTo>
                      <a:pt x="10041" y="13911"/>
                      <a:pt x="11041" y="10909"/>
                      <a:pt x="11809" y="8240"/>
                    </a:cubicBezTo>
                    <a:cubicBezTo>
                      <a:pt x="12609" y="5538"/>
                      <a:pt x="13210" y="2803"/>
                      <a:pt x="13610" y="1"/>
                    </a:cubicBezTo>
                    <a:close/>
                  </a:path>
                </a:pathLst>
              </a:custGeom>
              <a:solidFill>
                <a:srgbClr val="83A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0" name="Google Shape;12430;p37"/>
              <p:cNvSpPr/>
              <p:nvPr/>
            </p:nvSpPr>
            <p:spPr>
              <a:xfrm>
                <a:off x="5328975" y="1177950"/>
                <a:ext cx="61725" cy="203500"/>
              </a:xfrm>
              <a:custGeom>
                <a:rect b="b" l="l" r="r" t="t"/>
                <a:pathLst>
                  <a:path extrusionOk="0" h="8140" w="2469">
                    <a:moveTo>
                      <a:pt x="201" y="1"/>
                    </a:moveTo>
                    <a:cubicBezTo>
                      <a:pt x="167" y="2669"/>
                      <a:pt x="1" y="5371"/>
                      <a:pt x="1" y="7906"/>
                    </a:cubicBezTo>
                    <a:lnTo>
                      <a:pt x="1" y="8140"/>
                    </a:lnTo>
                    <a:cubicBezTo>
                      <a:pt x="401" y="7239"/>
                      <a:pt x="1368" y="6605"/>
                      <a:pt x="2469" y="6338"/>
                    </a:cubicBezTo>
                    <a:cubicBezTo>
                      <a:pt x="2402" y="5938"/>
                      <a:pt x="2336" y="5538"/>
                      <a:pt x="2269" y="5138"/>
                    </a:cubicBezTo>
                    <a:cubicBezTo>
                      <a:pt x="2069" y="4003"/>
                      <a:pt x="1802" y="2602"/>
                      <a:pt x="1869" y="1302"/>
                    </a:cubicBezTo>
                    <a:cubicBezTo>
                      <a:pt x="1201" y="1035"/>
                      <a:pt x="601" y="634"/>
                      <a:pt x="201" y="1"/>
                    </a:cubicBezTo>
                    <a:close/>
                  </a:path>
                </a:pathLst>
              </a:custGeom>
              <a:solidFill>
                <a:srgbClr val="83A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1" name="Google Shape;12431;p37"/>
              <p:cNvSpPr/>
              <p:nvPr/>
            </p:nvSpPr>
            <p:spPr>
              <a:xfrm>
                <a:off x="4445000" y="1006150"/>
                <a:ext cx="865650" cy="1544775"/>
              </a:xfrm>
              <a:custGeom>
                <a:rect b="b" l="l" r="r" t="t"/>
                <a:pathLst>
                  <a:path extrusionOk="0" h="61791" w="34626">
                    <a:moveTo>
                      <a:pt x="26587" y="3770"/>
                    </a:moveTo>
                    <a:cubicBezTo>
                      <a:pt x="27020" y="3770"/>
                      <a:pt x="27020" y="4438"/>
                      <a:pt x="26587" y="4438"/>
                    </a:cubicBezTo>
                    <a:cubicBezTo>
                      <a:pt x="26186" y="4438"/>
                      <a:pt x="26186" y="3770"/>
                      <a:pt x="26587" y="3770"/>
                    </a:cubicBezTo>
                    <a:close/>
                    <a:moveTo>
                      <a:pt x="27282" y="8212"/>
                    </a:moveTo>
                    <a:cubicBezTo>
                      <a:pt x="29263" y="8212"/>
                      <a:pt x="31232" y="8282"/>
                      <a:pt x="33158" y="8507"/>
                    </a:cubicBezTo>
                    <a:cubicBezTo>
                      <a:pt x="33525" y="8540"/>
                      <a:pt x="33525" y="9041"/>
                      <a:pt x="33158" y="9074"/>
                    </a:cubicBezTo>
                    <a:cubicBezTo>
                      <a:pt x="31255" y="9297"/>
                      <a:pt x="29311" y="9368"/>
                      <a:pt x="27354" y="9368"/>
                    </a:cubicBezTo>
                    <a:cubicBezTo>
                      <a:pt x="24029" y="9368"/>
                      <a:pt x="20668" y="9162"/>
                      <a:pt x="17413" y="9141"/>
                    </a:cubicBezTo>
                    <a:cubicBezTo>
                      <a:pt x="14529" y="9141"/>
                      <a:pt x="11541" y="9314"/>
                      <a:pt x="8584" y="9314"/>
                    </a:cubicBezTo>
                    <a:cubicBezTo>
                      <a:pt x="6515" y="9314"/>
                      <a:pt x="4461" y="9229"/>
                      <a:pt x="2469" y="8941"/>
                    </a:cubicBezTo>
                    <a:cubicBezTo>
                      <a:pt x="2303" y="8907"/>
                      <a:pt x="2303" y="8674"/>
                      <a:pt x="2469" y="8641"/>
                    </a:cubicBezTo>
                    <a:cubicBezTo>
                      <a:pt x="4489" y="8348"/>
                      <a:pt x="6573" y="8265"/>
                      <a:pt x="8673" y="8265"/>
                    </a:cubicBezTo>
                    <a:cubicBezTo>
                      <a:pt x="11434" y="8265"/>
                      <a:pt x="14223" y="8409"/>
                      <a:pt x="16927" y="8409"/>
                    </a:cubicBezTo>
                    <a:cubicBezTo>
                      <a:pt x="17089" y="8409"/>
                      <a:pt x="17251" y="8408"/>
                      <a:pt x="17413" y="8407"/>
                    </a:cubicBezTo>
                    <a:cubicBezTo>
                      <a:pt x="20645" y="8407"/>
                      <a:pt x="23981" y="8212"/>
                      <a:pt x="27282" y="8212"/>
                    </a:cubicBezTo>
                    <a:close/>
                    <a:moveTo>
                      <a:pt x="25352" y="11509"/>
                    </a:moveTo>
                    <a:lnTo>
                      <a:pt x="25352" y="11910"/>
                    </a:lnTo>
                    <a:cubicBezTo>
                      <a:pt x="24919" y="11910"/>
                      <a:pt x="24919" y="11509"/>
                      <a:pt x="25352" y="11509"/>
                    </a:cubicBezTo>
                    <a:close/>
                    <a:moveTo>
                      <a:pt x="3387" y="11412"/>
                    </a:moveTo>
                    <a:cubicBezTo>
                      <a:pt x="3413" y="11412"/>
                      <a:pt x="3442" y="11421"/>
                      <a:pt x="3470" y="11443"/>
                    </a:cubicBezTo>
                    <a:cubicBezTo>
                      <a:pt x="3937" y="11709"/>
                      <a:pt x="4071" y="12377"/>
                      <a:pt x="3870" y="12910"/>
                    </a:cubicBezTo>
                    <a:cubicBezTo>
                      <a:pt x="3708" y="13316"/>
                      <a:pt x="3304" y="13590"/>
                      <a:pt x="2873" y="13590"/>
                    </a:cubicBezTo>
                    <a:cubicBezTo>
                      <a:pt x="2772" y="13590"/>
                      <a:pt x="2670" y="13576"/>
                      <a:pt x="2569" y="13544"/>
                    </a:cubicBezTo>
                    <a:cubicBezTo>
                      <a:pt x="2069" y="13411"/>
                      <a:pt x="1635" y="12977"/>
                      <a:pt x="1736" y="12443"/>
                    </a:cubicBezTo>
                    <a:cubicBezTo>
                      <a:pt x="1789" y="11934"/>
                      <a:pt x="2210" y="11618"/>
                      <a:pt x="2667" y="11618"/>
                    </a:cubicBezTo>
                    <a:cubicBezTo>
                      <a:pt x="2778" y="11618"/>
                      <a:pt x="2892" y="11637"/>
                      <a:pt x="3003" y="11676"/>
                    </a:cubicBezTo>
                    <a:cubicBezTo>
                      <a:pt x="3160" y="11739"/>
                      <a:pt x="3110" y="11979"/>
                      <a:pt x="2937" y="11979"/>
                    </a:cubicBezTo>
                    <a:cubicBezTo>
                      <a:pt x="2926" y="11979"/>
                      <a:pt x="2915" y="11978"/>
                      <a:pt x="2903" y="11976"/>
                    </a:cubicBezTo>
                    <a:cubicBezTo>
                      <a:pt x="2878" y="11971"/>
                      <a:pt x="2853" y="11969"/>
                      <a:pt x="2827" y="11969"/>
                    </a:cubicBezTo>
                    <a:cubicBezTo>
                      <a:pt x="2508" y="11969"/>
                      <a:pt x="2146" y="12335"/>
                      <a:pt x="2269" y="12643"/>
                    </a:cubicBezTo>
                    <a:cubicBezTo>
                      <a:pt x="2336" y="12877"/>
                      <a:pt x="2636" y="13010"/>
                      <a:pt x="2870" y="13010"/>
                    </a:cubicBezTo>
                    <a:cubicBezTo>
                      <a:pt x="3570" y="13010"/>
                      <a:pt x="3470" y="12043"/>
                      <a:pt x="3270" y="11643"/>
                    </a:cubicBezTo>
                    <a:cubicBezTo>
                      <a:pt x="3217" y="11538"/>
                      <a:pt x="3289" y="11412"/>
                      <a:pt x="3387" y="11412"/>
                    </a:cubicBezTo>
                    <a:close/>
                    <a:moveTo>
                      <a:pt x="9586" y="12677"/>
                    </a:moveTo>
                    <a:cubicBezTo>
                      <a:pt x="9806" y="12677"/>
                      <a:pt x="10025" y="12761"/>
                      <a:pt x="10208" y="12944"/>
                    </a:cubicBezTo>
                    <a:cubicBezTo>
                      <a:pt x="10375" y="13110"/>
                      <a:pt x="10375" y="13377"/>
                      <a:pt x="10242" y="13577"/>
                    </a:cubicBezTo>
                    <a:cubicBezTo>
                      <a:pt x="10151" y="13690"/>
                      <a:pt x="9985" y="13773"/>
                      <a:pt x="9824" y="13773"/>
                    </a:cubicBezTo>
                    <a:cubicBezTo>
                      <a:pt x="9748" y="13773"/>
                      <a:pt x="9672" y="13754"/>
                      <a:pt x="9608" y="13711"/>
                    </a:cubicBezTo>
                    <a:cubicBezTo>
                      <a:pt x="9508" y="13644"/>
                      <a:pt x="9508" y="13611"/>
                      <a:pt x="9374" y="13611"/>
                    </a:cubicBezTo>
                    <a:cubicBezTo>
                      <a:pt x="9355" y="13614"/>
                      <a:pt x="9336" y="13615"/>
                      <a:pt x="9317" y="13615"/>
                    </a:cubicBezTo>
                    <a:cubicBezTo>
                      <a:pt x="8927" y="13615"/>
                      <a:pt x="8792" y="12968"/>
                      <a:pt x="9174" y="12777"/>
                    </a:cubicBezTo>
                    <a:cubicBezTo>
                      <a:pt x="9305" y="12712"/>
                      <a:pt x="9445" y="12677"/>
                      <a:pt x="9586" y="12677"/>
                    </a:cubicBezTo>
                    <a:close/>
                    <a:moveTo>
                      <a:pt x="7406" y="14311"/>
                    </a:moveTo>
                    <a:cubicBezTo>
                      <a:pt x="7673" y="14311"/>
                      <a:pt x="7873" y="14578"/>
                      <a:pt x="7807" y="14845"/>
                    </a:cubicBezTo>
                    <a:cubicBezTo>
                      <a:pt x="7773" y="15012"/>
                      <a:pt x="7706" y="15112"/>
                      <a:pt x="7573" y="15212"/>
                    </a:cubicBezTo>
                    <a:cubicBezTo>
                      <a:pt x="7523" y="15245"/>
                      <a:pt x="7465" y="15262"/>
                      <a:pt x="7406" y="15262"/>
                    </a:cubicBezTo>
                    <a:cubicBezTo>
                      <a:pt x="7348" y="15262"/>
                      <a:pt x="7290" y="15245"/>
                      <a:pt x="7239" y="15212"/>
                    </a:cubicBezTo>
                    <a:cubicBezTo>
                      <a:pt x="7106" y="15112"/>
                      <a:pt x="7039" y="15012"/>
                      <a:pt x="7006" y="14845"/>
                    </a:cubicBezTo>
                    <a:cubicBezTo>
                      <a:pt x="6939" y="14578"/>
                      <a:pt x="7139" y="14311"/>
                      <a:pt x="7406" y="14311"/>
                    </a:cubicBezTo>
                    <a:close/>
                    <a:moveTo>
                      <a:pt x="16279" y="14545"/>
                    </a:moveTo>
                    <a:cubicBezTo>
                      <a:pt x="16646" y="14545"/>
                      <a:pt x="16746" y="14978"/>
                      <a:pt x="16546" y="15212"/>
                    </a:cubicBezTo>
                    <a:cubicBezTo>
                      <a:pt x="16513" y="15245"/>
                      <a:pt x="16479" y="15312"/>
                      <a:pt x="16446" y="15345"/>
                    </a:cubicBezTo>
                    <a:cubicBezTo>
                      <a:pt x="16396" y="15395"/>
                      <a:pt x="16329" y="15420"/>
                      <a:pt x="16263" y="15420"/>
                    </a:cubicBezTo>
                    <a:cubicBezTo>
                      <a:pt x="16196" y="15420"/>
                      <a:pt x="16129" y="15395"/>
                      <a:pt x="16079" y="15345"/>
                    </a:cubicBezTo>
                    <a:cubicBezTo>
                      <a:pt x="16046" y="15312"/>
                      <a:pt x="16012" y="15245"/>
                      <a:pt x="15979" y="15212"/>
                    </a:cubicBezTo>
                    <a:cubicBezTo>
                      <a:pt x="15779" y="14978"/>
                      <a:pt x="15912" y="14545"/>
                      <a:pt x="16279" y="14545"/>
                    </a:cubicBezTo>
                    <a:close/>
                    <a:moveTo>
                      <a:pt x="24327" y="15076"/>
                    </a:moveTo>
                    <a:cubicBezTo>
                      <a:pt x="24616" y="15076"/>
                      <a:pt x="24917" y="15393"/>
                      <a:pt x="24885" y="15679"/>
                    </a:cubicBezTo>
                    <a:cubicBezTo>
                      <a:pt x="24885" y="15679"/>
                      <a:pt x="24852" y="15712"/>
                      <a:pt x="24852" y="15712"/>
                    </a:cubicBezTo>
                    <a:cubicBezTo>
                      <a:pt x="24819" y="15979"/>
                      <a:pt x="24685" y="16246"/>
                      <a:pt x="24418" y="16313"/>
                    </a:cubicBezTo>
                    <a:cubicBezTo>
                      <a:pt x="24358" y="16330"/>
                      <a:pt x="24298" y="16338"/>
                      <a:pt x="24239" y="16338"/>
                    </a:cubicBezTo>
                    <a:cubicBezTo>
                      <a:pt x="24069" y="16338"/>
                      <a:pt x="23908" y="16270"/>
                      <a:pt x="23785" y="16146"/>
                    </a:cubicBezTo>
                    <a:cubicBezTo>
                      <a:pt x="23618" y="15979"/>
                      <a:pt x="23584" y="15712"/>
                      <a:pt x="23685" y="15479"/>
                    </a:cubicBezTo>
                    <a:cubicBezTo>
                      <a:pt x="23785" y="15245"/>
                      <a:pt x="23985" y="15112"/>
                      <a:pt x="24252" y="15078"/>
                    </a:cubicBezTo>
                    <a:lnTo>
                      <a:pt x="24285" y="15078"/>
                    </a:lnTo>
                    <a:cubicBezTo>
                      <a:pt x="24299" y="15077"/>
                      <a:pt x="24313" y="15076"/>
                      <a:pt x="24327" y="15076"/>
                    </a:cubicBezTo>
                    <a:close/>
                    <a:moveTo>
                      <a:pt x="16244" y="18074"/>
                    </a:moveTo>
                    <a:cubicBezTo>
                      <a:pt x="16387" y="18074"/>
                      <a:pt x="16517" y="18169"/>
                      <a:pt x="16546" y="18314"/>
                    </a:cubicBezTo>
                    <a:cubicBezTo>
                      <a:pt x="16579" y="18448"/>
                      <a:pt x="16579" y="18548"/>
                      <a:pt x="16546" y="18681"/>
                    </a:cubicBezTo>
                    <a:cubicBezTo>
                      <a:pt x="16498" y="18851"/>
                      <a:pt x="16326" y="18968"/>
                      <a:pt x="16159" y="18968"/>
                    </a:cubicBezTo>
                    <a:cubicBezTo>
                      <a:pt x="16096" y="18968"/>
                      <a:pt x="16034" y="18951"/>
                      <a:pt x="15979" y="18915"/>
                    </a:cubicBezTo>
                    <a:cubicBezTo>
                      <a:pt x="15746" y="18781"/>
                      <a:pt x="15746" y="18514"/>
                      <a:pt x="15879" y="18314"/>
                    </a:cubicBezTo>
                    <a:cubicBezTo>
                      <a:pt x="15979" y="18214"/>
                      <a:pt x="16046" y="18147"/>
                      <a:pt x="16179" y="18081"/>
                    </a:cubicBezTo>
                    <a:cubicBezTo>
                      <a:pt x="16201" y="18076"/>
                      <a:pt x="16222" y="18074"/>
                      <a:pt x="16244" y="18074"/>
                    </a:cubicBezTo>
                    <a:close/>
                    <a:moveTo>
                      <a:pt x="8348" y="19112"/>
                    </a:moveTo>
                    <a:cubicBezTo>
                      <a:pt x="8597" y="19112"/>
                      <a:pt x="8807" y="19394"/>
                      <a:pt x="8807" y="19615"/>
                    </a:cubicBezTo>
                    <a:cubicBezTo>
                      <a:pt x="8807" y="19868"/>
                      <a:pt x="8597" y="20151"/>
                      <a:pt x="8348" y="20151"/>
                    </a:cubicBezTo>
                    <a:cubicBezTo>
                      <a:pt x="8334" y="20151"/>
                      <a:pt x="8321" y="20150"/>
                      <a:pt x="8307" y="20149"/>
                    </a:cubicBezTo>
                    <a:lnTo>
                      <a:pt x="8240" y="20149"/>
                    </a:lnTo>
                    <a:cubicBezTo>
                      <a:pt x="7606" y="20049"/>
                      <a:pt x="7606" y="19215"/>
                      <a:pt x="8240" y="19115"/>
                    </a:cubicBezTo>
                    <a:lnTo>
                      <a:pt x="8307" y="19115"/>
                    </a:lnTo>
                    <a:cubicBezTo>
                      <a:pt x="8321" y="19113"/>
                      <a:pt x="8334" y="19112"/>
                      <a:pt x="8348" y="19112"/>
                    </a:cubicBezTo>
                    <a:close/>
                    <a:moveTo>
                      <a:pt x="23052" y="19312"/>
                    </a:moveTo>
                    <a:cubicBezTo>
                      <a:pt x="23369" y="19312"/>
                      <a:pt x="23630" y="19719"/>
                      <a:pt x="23351" y="20049"/>
                    </a:cubicBezTo>
                    <a:cubicBezTo>
                      <a:pt x="23218" y="20182"/>
                      <a:pt x="23117" y="20349"/>
                      <a:pt x="22917" y="20416"/>
                    </a:cubicBezTo>
                    <a:cubicBezTo>
                      <a:pt x="22856" y="20428"/>
                      <a:pt x="22791" y="20436"/>
                      <a:pt x="22727" y="20436"/>
                    </a:cubicBezTo>
                    <a:cubicBezTo>
                      <a:pt x="22617" y="20436"/>
                      <a:pt x="22514" y="20412"/>
                      <a:pt x="22450" y="20349"/>
                    </a:cubicBezTo>
                    <a:cubicBezTo>
                      <a:pt x="22317" y="20249"/>
                      <a:pt x="22350" y="20015"/>
                      <a:pt x="22384" y="19882"/>
                    </a:cubicBezTo>
                    <a:cubicBezTo>
                      <a:pt x="22417" y="19682"/>
                      <a:pt x="22584" y="19548"/>
                      <a:pt x="22751" y="19448"/>
                    </a:cubicBezTo>
                    <a:cubicBezTo>
                      <a:pt x="22846" y="19352"/>
                      <a:pt x="22952" y="19312"/>
                      <a:pt x="23052" y="19312"/>
                    </a:cubicBezTo>
                    <a:close/>
                    <a:moveTo>
                      <a:pt x="27020" y="21583"/>
                    </a:moveTo>
                    <a:cubicBezTo>
                      <a:pt x="27854" y="21583"/>
                      <a:pt x="27854" y="22250"/>
                      <a:pt x="27020" y="22250"/>
                    </a:cubicBezTo>
                    <a:cubicBezTo>
                      <a:pt x="26587" y="22250"/>
                      <a:pt x="26587" y="21583"/>
                      <a:pt x="27020" y="21583"/>
                    </a:cubicBezTo>
                    <a:close/>
                    <a:moveTo>
                      <a:pt x="1972" y="14309"/>
                    </a:moveTo>
                    <a:cubicBezTo>
                      <a:pt x="1982" y="14309"/>
                      <a:pt x="1992" y="14309"/>
                      <a:pt x="2002" y="14311"/>
                    </a:cubicBezTo>
                    <a:cubicBezTo>
                      <a:pt x="3270" y="14478"/>
                      <a:pt x="3337" y="15612"/>
                      <a:pt x="3370" y="16713"/>
                    </a:cubicBezTo>
                    <a:cubicBezTo>
                      <a:pt x="3403" y="18581"/>
                      <a:pt x="3237" y="20449"/>
                      <a:pt x="2369" y="22117"/>
                    </a:cubicBezTo>
                    <a:cubicBezTo>
                      <a:pt x="2311" y="22234"/>
                      <a:pt x="2195" y="22287"/>
                      <a:pt x="2077" y="22287"/>
                    </a:cubicBezTo>
                    <a:cubicBezTo>
                      <a:pt x="1926" y="22287"/>
                      <a:pt x="1773" y="22200"/>
                      <a:pt x="1736" y="22050"/>
                    </a:cubicBezTo>
                    <a:cubicBezTo>
                      <a:pt x="1269" y="19748"/>
                      <a:pt x="1035" y="17380"/>
                      <a:pt x="1168" y="15045"/>
                    </a:cubicBezTo>
                    <a:cubicBezTo>
                      <a:pt x="1168" y="14912"/>
                      <a:pt x="1277" y="14845"/>
                      <a:pt x="1381" y="14845"/>
                    </a:cubicBezTo>
                    <a:cubicBezTo>
                      <a:pt x="1485" y="14845"/>
                      <a:pt x="1585" y="14912"/>
                      <a:pt x="1569" y="15045"/>
                    </a:cubicBezTo>
                    <a:cubicBezTo>
                      <a:pt x="1435" y="17113"/>
                      <a:pt x="1602" y="19048"/>
                      <a:pt x="2136" y="20983"/>
                    </a:cubicBezTo>
                    <a:cubicBezTo>
                      <a:pt x="2469" y="20115"/>
                      <a:pt x="2636" y="19181"/>
                      <a:pt x="2703" y="18214"/>
                    </a:cubicBezTo>
                    <a:cubicBezTo>
                      <a:pt x="2736" y="17413"/>
                      <a:pt x="3137" y="14912"/>
                      <a:pt x="1936" y="14611"/>
                    </a:cubicBezTo>
                    <a:cubicBezTo>
                      <a:pt x="1778" y="14580"/>
                      <a:pt x="1799" y="14309"/>
                      <a:pt x="1972" y="14309"/>
                    </a:cubicBezTo>
                    <a:close/>
                    <a:moveTo>
                      <a:pt x="20532" y="27863"/>
                    </a:moveTo>
                    <a:cubicBezTo>
                      <a:pt x="20591" y="27863"/>
                      <a:pt x="20649" y="27904"/>
                      <a:pt x="20649" y="27988"/>
                    </a:cubicBezTo>
                    <a:cubicBezTo>
                      <a:pt x="20749" y="31290"/>
                      <a:pt x="20649" y="34626"/>
                      <a:pt x="20582" y="37928"/>
                    </a:cubicBezTo>
                    <a:cubicBezTo>
                      <a:pt x="20516" y="41231"/>
                      <a:pt x="20616" y="44600"/>
                      <a:pt x="20215" y="47869"/>
                    </a:cubicBezTo>
                    <a:cubicBezTo>
                      <a:pt x="20198" y="48089"/>
                      <a:pt x="20034" y="48206"/>
                      <a:pt x="19873" y="48206"/>
                    </a:cubicBezTo>
                    <a:cubicBezTo>
                      <a:pt x="19718" y="48206"/>
                      <a:pt x="19565" y="48098"/>
                      <a:pt x="19548" y="47869"/>
                    </a:cubicBezTo>
                    <a:cubicBezTo>
                      <a:pt x="19381" y="44600"/>
                      <a:pt x="19715" y="41197"/>
                      <a:pt x="19848" y="37928"/>
                    </a:cubicBezTo>
                    <a:cubicBezTo>
                      <a:pt x="20015" y="34626"/>
                      <a:pt x="20115" y="31290"/>
                      <a:pt x="20416" y="27988"/>
                    </a:cubicBezTo>
                    <a:cubicBezTo>
                      <a:pt x="20416" y="27904"/>
                      <a:pt x="20474" y="27863"/>
                      <a:pt x="20532" y="27863"/>
                    </a:cubicBezTo>
                    <a:close/>
                    <a:moveTo>
                      <a:pt x="4100" y="24107"/>
                    </a:moveTo>
                    <a:cubicBezTo>
                      <a:pt x="4255" y="24107"/>
                      <a:pt x="4417" y="24301"/>
                      <a:pt x="4271" y="24418"/>
                    </a:cubicBezTo>
                    <a:cubicBezTo>
                      <a:pt x="2469" y="26053"/>
                      <a:pt x="2603" y="28488"/>
                      <a:pt x="2503" y="30723"/>
                    </a:cubicBezTo>
                    <a:cubicBezTo>
                      <a:pt x="2403" y="32858"/>
                      <a:pt x="2369" y="35026"/>
                      <a:pt x="2369" y="37161"/>
                    </a:cubicBezTo>
                    <a:cubicBezTo>
                      <a:pt x="2336" y="41698"/>
                      <a:pt x="2903" y="46267"/>
                      <a:pt x="2836" y="50804"/>
                    </a:cubicBezTo>
                    <a:cubicBezTo>
                      <a:pt x="2836" y="50990"/>
                      <a:pt x="2670" y="51104"/>
                      <a:pt x="2511" y="51104"/>
                    </a:cubicBezTo>
                    <a:cubicBezTo>
                      <a:pt x="2386" y="51104"/>
                      <a:pt x="2265" y="51033"/>
                      <a:pt x="2236" y="50871"/>
                    </a:cubicBezTo>
                    <a:cubicBezTo>
                      <a:pt x="1235" y="45700"/>
                      <a:pt x="1435" y="39996"/>
                      <a:pt x="1635" y="34726"/>
                    </a:cubicBezTo>
                    <a:cubicBezTo>
                      <a:pt x="1736" y="32324"/>
                      <a:pt x="1802" y="29856"/>
                      <a:pt x="2136" y="27454"/>
                    </a:cubicBezTo>
                    <a:cubicBezTo>
                      <a:pt x="2336" y="26120"/>
                      <a:pt x="2736" y="24752"/>
                      <a:pt x="4037" y="24118"/>
                    </a:cubicBezTo>
                    <a:cubicBezTo>
                      <a:pt x="4057" y="24110"/>
                      <a:pt x="4078" y="24107"/>
                      <a:pt x="4100" y="24107"/>
                    </a:cubicBezTo>
                    <a:close/>
                    <a:moveTo>
                      <a:pt x="30699" y="23669"/>
                    </a:moveTo>
                    <a:cubicBezTo>
                      <a:pt x="30805" y="23669"/>
                      <a:pt x="30912" y="23674"/>
                      <a:pt x="31023" y="23685"/>
                    </a:cubicBezTo>
                    <a:cubicBezTo>
                      <a:pt x="31157" y="23685"/>
                      <a:pt x="31223" y="23851"/>
                      <a:pt x="31190" y="23951"/>
                    </a:cubicBezTo>
                    <a:cubicBezTo>
                      <a:pt x="31790" y="24185"/>
                      <a:pt x="32124" y="24785"/>
                      <a:pt x="32324" y="25586"/>
                    </a:cubicBezTo>
                    <a:cubicBezTo>
                      <a:pt x="32858" y="27821"/>
                      <a:pt x="32491" y="30590"/>
                      <a:pt x="32457" y="32891"/>
                    </a:cubicBezTo>
                    <a:cubicBezTo>
                      <a:pt x="32357" y="38095"/>
                      <a:pt x="33225" y="43532"/>
                      <a:pt x="32658" y="48703"/>
                    </a:cubicBezTo>
                    <a:cubicBezTo>
                      <a:pt x="32638" y="48857"/>
                      <a:pt x="32484" y="48967"/>
                      <a:pt x="32352" y="48967"/>
                    </a:cubicBezTo>
                    <a:cubicBezTo>
                      <a:pt x="32256" y="48967"/>
                      <a:pt x="32171" y="48909"/>
                      <a:pt x="32157" y="48769"/>
                    </a:cubicBezTo>
                    <a:cubicBezTo>
                      <a:pt x="31624" y="45067"/>
                      <a:pt x="31924" y="41097"/>
                      <a:pt x="31890" y="37361"/>
                    </a:cubicBezTo>
                    <a:cubicBezTo>
                      <a:pt x="31890" y="35460"/>
                      <a:pt x="31790" y="33558"/>
                      <a:pt x="31724" y="31657"/>
                    </a:cubicBezTo>
                    <a:cubicBezTo>
                      <a:pt x="31624" y="29689"/>
                      <a:pt x="32291" y="25519"/>
                      <a:pt x="30389" y="24152"/>
                    </a:cubicBezTo>
                    <a:cubicBezTo>
                      <a:pt x="27687" y="25086"/>
                      <a:pt x="27954" y="28688"/>
                      <a:pt x="27921" y="31090"/>
                    </a:cubicBezTo>
                    <a:cubicBezTo>
                      <a:pt x="27888" y="33291"/>
                      <a:pt x="27854" y="35493"/>
                      <a:pt x="27821" y="37695"/>
                    </a:cubicBezTo>
                    <a:cubicBezTo>
                      <a:pt x="27754" y="40030"/>
                      <a:pt x="27721" y="42331"/>
                      <a:pt x="27687" y="44666"/>
                    </a:cubicBezTo>
                    <a:cubicBezTo>
                      <a:pt x="27654" y="46067"/>
                      <a:pt x="27487" y="47568"/>
                      <a:pt x="27888" y="48936"/>
                    </a:cubicBezTo>
                    <a:cubicBezTo>
                      <a:pt x="28232" y="50106"/>
                      <a:pt x="29318" y="51071"/>
                      <a:pt x="30440" y="51071"/>
                    </a:cubicBezTo>
                    <a:cubicBezTo>
                      <a:pt x="30949" y="51071"/>
                      <a:pt x="31466" y="50872"/>
                      <a:pt x="31924" y="50404"/>
                    </a:cubicBezTo>
                    <a:cubicBezTo>
                      <a:pt x="31980" y="50339"/>
                      <a:pt x="32050" y="50312"/>
                      <a:pt x="32121" y="50312"/>
                    </a:cubicBezTo>
                    <a:cubicBezTo>
                      <a:pt x="32344" y="50312"/>
                      <a:pt x="32576" y="50584"/>
                      <a:pt x="32424" y="50837"/>
                    </a:cubicBezTo>
                    <a:cubicBezTo>
                      <a:pt x="31927" y="51630"/>
                      <a:pt x="31168" y="51981"/>
                      <a:pt x="30382" y="51981"/>
                    </a:cubicBezTo>
                    <a:cubicBezTo>
                      <a:pt x="29481" y="51981"/>
                      <a:pt x="28544" y="51521"/>
                      <a:pt x="27921" y="50737"/>
                    </a:cubicBezTo>
                    <a:cubicBezTo>
                      <a:pt x="25953" y="48269"/>
                      <a:pt x="26887" y="43866"/>
                      <a:pt x="26954" y="40964"/>
                    </a:cubicBezTo>
                    <a:cubicBezTo>
                      <a:pt x="27054" y="36661"/>
                      <a:pt x="26820" y="32257"/>
                      <a:pt x="27287" y="27954"/>
                    </a:cubicBezTo>
                    <a:cubicBezTo>
                      <a:pt x="27478" y="25948"/>
                      <a:pt x="28490" y="23669"/>
                      <a:pt x="30699" y="23669"/>
                    </a:cubicBezTo>
                    <a:close/>
                    <a:moveTo>
                      <a:pt x="23220" y="23525"/>
                    </a:moveTo>
                    <a:cubicBezTo>
                      <a:pt x="24026" y="23525"/>
                      <a:pt x="24843" y="23887"/>
                      <a:pt x="25419" y="24685"/>
                    </a:cubicBezTo>
                    <a:cubicBezTo>
                      <a:pt x="26420" y="26086"/>
                      <a:pt x="26186" y="28154"/>
                      <a:pt x="26186" y="29789"/>
                    </a:cubicBezTo>
                    <a:cubicBezTo>
                      <a:pt x="26153" y="32324"/>
                      <a:pt x="26153" y="34859"/>
                      <a:pt x="26086" y="37394"/>
                    </a:cubicBezTo>
                    <a:cubicBezTo>
                      <a:pt x="25986" y="40096"/>
                      <a:pt x="25853" y="42765"/>
                      <a:pt x="25553" y="45400"/>
                    </a:cubicBezTo>
                    <a:cubicBezTo>
                      <a:pt x="25352" y="47335"/>
                      <a:pt x="25319" y="49703"/>
                      <a:pt x="24485" y="51438"/>
                    </a:cubicBezTo>
                    <a:cubicBezTo>
                      <a:pt x="23959" y="52567"/>
                      <a:pt x="23255" y="53015"/>
                      <a:pt x="22525" y="53015"/>
                    </a:cubicBezTo>
                    <a:cubicBezTo>
                      <a:pt x="21358" y="53015"/>
                      <a:pt x="20125" y="51871"/>
                      <a:pt x="19448" y="50537"/>
                    </a:cubicBezTo>
                    <a:cubicBezTo>
                      <a:pt x="19333" y="50283"/>
                      <a:pt x="19538" y="50044"/>
                      <a:pt x="19752" y="50044"/>
                    </a:cubicBezTo>
                    <a:cubicBezTo>
                      <a:pt x="19847" y="50044"/>
                      <a:pt x="19944" y="50091"/>
                      <a:pt x="20015" y="50204"/>
                    </a:cubicBezTo>
                    <a:cubicBezTo>
                      <a:pt x="20466" y="50912"/>
                      <a:pt x="21220" y="52158"/>
                      <a:pt x="22154" y="52158"/>
                    </a:cubicBezTo>
                    <a:cubicBezTo>
                      <a:pt x="22672" y="52158"/>
                      <a:pt x="23244" y="51775"/>
                      <a:pt x="23851" y="50704"/>
                    </a:cubicBezTo>
                    <a:cubicBezTo>
                      <a:pt x="24018" y="50437"/>
                      <a:pt x="24051" y="49970"/>
                      <a:pt x="24118" y="49670"/>
                    </a:cubicBezTo>
                    <a:cubicBezTo>
                      <a:pt x="24385" y="48269"/>
                      <a:pt x="24552" y="46835"/>
                      <a:pt x="24719" y="45400"/>
                    </a:cubicBezTo>
                    <a:cubicBezTo>
                      <a:pt x="24985" y="43032"/>
                      <a:pt x="25119" y="40630"/>
                      <a:pt x="25219" y="38228"/>
                    </a:cubicBezTo>
                    <a:cubicBezTo>
                      <a:pt x="25319" y="35660"/>
                      <a:pt x="25319" y="33125"/>
                      <a:pt x="25319" y="30590"/>
                    </a:cubicBezTo>
                    <a:cubicBezTo>
                      <a:pt x="25319" y="29489"/>
                      <a:pt x="25386" y="28388"/>
                      <a:pt x="25319" y="27321"/>
                    </a:cubicBezTo>
                    <a:cubicBezTo>
                      <a:pt x="25252" y="26587"/>
                      <a:pt x="25186" y="26020"/>
                      <a:pt x="24785" y="25386"/>
                    </a:cubicBezTo>
                    <a:cubicBezTo>
                      <a:pt x="24337" y="24629"/>
                      <a:pt x="23687" y="24296"/>
                      <a:pt x="23038" y="24296"/>
                    </a:cubicBezTo>
                    <a:cubicBezTo>
                      <a:pt x="22144" y="24296"/>
                      <a:pt x="21250" y="24928"/>
                      <a:pt x="20883" y="25953"/>
                    </a:cubicBezTo>
                    <a:cubicBezTo>
                      <a:pt x="20855" y="26062"/>
                      <a:pt x="20772" y="26110"/>
                      <a:pt x="20688" y="26110"/>
                    </a:cubicBezTo>
                    <a:cubicBezTo>
                      <a:pt x="20566" y="26110"/>
                      <a:pt x="20443" y="26010"/>
                      <a:pt x="20482" y="25853"/>
                    </a:cubicBezTo>
                    <a:cubicBezTo>
                      <a:pt x="20746" y="24393"/>
                      <a:pt x="21970" y="23525"/>
                      <a:pt x="23220" y="23525"/>
                    </a:cubicBezTo>
                    <a:close/>
                    <a:moveTo>
                      <a:pt x="14511" y="24318"/>
                    </a:moveTo>
                    <a:cubicBezTo>
                      <a:pt x="16546" y="24318"/>
                      <a:pt x="17580" y="25953"/>
                      <a:pt x="17847" y="27788"/>
                    </a:cubicBezTo>
                    <a:cubicBezTo>
                      <a:pt x="18347" y="30990"/>
                      <a:pt x="17814" y="34559"/>
                      <a:pt x="17747" y="37795"/>
                    </a:cubicBezTo>
                    <a:cubicBezTo>
                      <a:pt x="17680" y="41497"/>
                      <a:pt x="17647" y="45233"/>
                      <a:pt x="17547" y="48936"/>
                    </a:cubicBezTo>
                    <a:cubicBezTo>
                      <a:pt x="17513" y="50470"/>
                      <a:pt x="17547" y="52572"/>
                      <a:pt x="15746" y="53072"/>
                    </a:cubicBezTo>
                    <a:cubicBezTo>
                      <a:pt x="15714" y="53080"/>
                      <a:pt x="15683" y="53084"/>
                      <a:pt x="15653" y="53084"/>
                    </a:cubicBezTo>
                    <a:cubicBezTo>
                      <a:pt x="15312" y="53084"/>
                      <a:pt x="15141" y="52589"/>
                      <a:pt x="15479" y="52405"/>
                    </a:cubicBezTo>
                    <a:cubicBezTo>
                      <a:pt x="17480" y="51338"/>
                      <a:pt x="16780" y="47101"/>
                      <a:pt x="16813" y="45233"/>
                    </a:cubicBezTo>
                    <a:cubicBezTo>
                      <a:pt x="16880" y="43032"/>
                      <a:pt x="16946" y="40830"/>
                      <a:pt x="16980" y="38629"/>
                    </a:cubicBezTo>
                    <a:cubicBezTo>
                      <a:pt x="17046" y="36294"/>
                      <a:pt x="17113" y="33925"/>
                      <a:pt x="17180" y="31590"/>
                    </a:cubicBezTo>
                    <a:cubicBezTo>
                      <a:pt x="17247" y="29155"/>
                      <a:pt x="17680" y="25319"/>
                      <a:pt x="14478" y="24719"/>
                    </a:cubicBezTo>
                    <a:cubicBezTo>
                      <a:pt x="14244" y="24685"/>
                      <a:pt x="14311" y="24318"/>
                      <a:pt x="14511" y="24318"/>
                    </a:cubicBezTo>
                    <a:close/>
                    <a:moveTo>
                      <a:pt x="13513" y="24516"/>
                    </a:moveTo>
                    <a:cubicBezTo>
                      <a:pt x="13717" y="24516"/>
                      <a:pt x="13767" y="24789"/>
                      <a:pt x="13577" y="24852"/>
                    </a:cubicBezTo>
                    <a:cubicBezTo>
                      <a:pt x="10508" y="26053"/>
                      <a:pt x="11342" y="30189"/>
                      <a:pt x="11342" y="32758"/>
                    </a:cubicBezTo>
                    <a:cubicBezTo>
                      <a:pt x="11342" y="34926"/>
                      <a:pt x="11342" y="37094"/>
                      <a:pt x="11342" y="39262"/>
                    </a:cubicBezTo>
                    <a:cubicBezTo>
                      <a:pt x="11342" y="41431"/>
                      <a:pt x="11342" y="43599"/>
                      <a:pt x="11309" y="45767"/>
                    </a:cubicBezTo>
                    <a:cubicBezTo>
                      <a:pt x="11309" y="47178"/>
                      <a:pt x="10769" y="52586"/>
                      <a:pt x="13042" y="52586"/>
                    </a:cubicBezTo>
                    <a:cubicBezTo>
                      <a:pt x="13295" y="52586"/>
                      <a:pt x="13583" y="52519"/>
                      <a:pt x="13911" y="52372"/>
                    </a:cubicBezTo>
                    <a:cubicBezTo>
                      <a:pt x="13962" y="52349"/>
                      <a:pt x="14011" y="52338"/>
                      <a:pt x="14058" y="52338"/>
                    </a:cubicBezTo>
                    <a:cubicBezTo>
                      <a:pt x="14349" y="52338"/>
                      <a:pt x="14532" y="52738"/>
                      <a:pt x="14244" y="52939"/>
                    </a:cubicBezTo>
                    <a:cubicBezTo>
                      <a:pt x="13859" y="53187"/>
                      <a:pt x="13471" y="53297"/>
                      <a:pt x="13100" y="53297"/>
                    </a:cubicBezTo>
                    <a:cubicBezTo>
                      <a:pt x="12026" y="53297"/>
                      <a:pt x="11089" y="52378"/>
                      <a:pt x="10742" y="51238"/>
                    </a:cubicBezTo>
                    <a:cubicBezTo>
                      <a:pt x="10342" y="49903"/>
                      <a:pt x="10542" y="48369"/>
                      <a:pt x="10542" y="47001"/>
                    </a:cubicBezTo>
                    <a:cubicBezTo>
                      <a:pt x="10542" y="45100"/>
                      <a:pt x="10575" y="43199"/>
                      <a:pt x="10575" y="41297"/>
                    </a:cubicBezTo>
                    <a:cubicBezTo>
                      <a:pt x="10575" y="37361"/>
                      <a:pt x="10542" y="33425"/>
                      <a:pt x="10675" y="29522"/>
                    </a:cubicBezTo>
                    <a:cubicBezTo>
                      <a:pt x="10742" y="27487"/>
                      <a:pt x="11009" y="24852"/>
                      <a:pt x="13477" y="24519"/>
                    </a:cubicBezTo>
                    <a:cubicBezTo>
                      <a:pt x="13489" y="24517"/>
                      <a:pt x="13501" y="24516"/>
                      <a:pt x="13513" y="24516"/>
                    </a:cubicBezTo>
                    <a:close/>
                    <a:moveTo>
                      <a:pt x="5424" y="23423"/>
                    </a:moveTo>
                    <a:cubicBezTo>
                      <a:pt x="8043" y="23423"/>
                      <a:pt x="8876" y="26598"/>
                      <a:pt x="8907" y="28855"/>
                    </a:cubicBezTo>
                    <a:cubicBezTo>
                      <a:pt x="8974" y="33658"/>
                      <a:pt x="8807" y="38462"/>
                      <a:pt x="8674" y="43265"/>
                    </a:cubicBezTo>
                    <a:cubicBezTo>
                      <a:pt x="8640" y="45634"/>
                      <a:pt x="8741" y="48102"/>
                      <a:pt x="8474" y="50470"/>
                    </a:cubicBezTo>
                    <a:cubicBezTo>
                      <a:pt x="8307" y="51638"/>
                      <a:pt x="7973" y="52839"/>
                      <a:pt x="7039" y="53606"/>
                    </a:cubicBezTo>
                    <a:cubicBezTo>
                      <a:pt x="6542" y="54046"/>
                      <a:pt x="5872" y="54261"/>
                      <a:pt x="5227" y="54261"/>
                    </a:cubicBezTo>
                    <a:cubicBezTo>
                      <a:pt x="4012" y="54261"/>
                      <a:pt x="2887" y="53498"/>
                      <a:pt x="3170" y="52038"/>
                    </a:cubicBezTo>
                    <a:cubicBezTo>
                      <a:pt x="3186" y="51926"/>
                      <a:pt x="3271" y="51875"/>
                      <a:pt x="3363" y="51875"/>
                    </a:cubicBezTo>
                    <a:cubicBezTo>
                      <a:pt x="3462" y="51875"/>
                      <a:pt x="3569" y="51934"/>
                      <a:pt x="3604" y="52038"/>
                    </a:cubicBezTo>
                    <a:cubicBezTo>
                      <a:pt x="4323" y="52914"/>
                      <a:pt x="4964" y="53358"/>
                      <a:pt x="5518" y="53358"/>
                    </a:cubicBezTo>
                    <a:cubicBezTo>
                      <a:pt x="5914" y="53358"/>
                      <a:pt x="6266" y="53131"/>
                      <a:pt x="6572" y="52672"/>
                    </a:cubicBezTo>
                    <a:cubicBezTo>
                      <a:pt x="7006" y="52338"/>
                      <a:pt x="7306" y="51838"/>
                      <a:pt x="7406" y="51271"/>
                    </a:cubicBezTo>
                    <a:cubicBezTo>
                      <a:pt x="7540" y="50704"/>
                      <a:pt x="7573" y="50104"/>
                      <a:pt x="7606" y="49536"/>
                    </a:cubicBezTo>
                    <a:cubicBezTo>
                      <a:pt x="7673" y="48402"/>
                      <a:pt x="7673" y="47235"/>
                      <a:pt x="7706" y="46101"/>
                    </a:cubicBezTo>
                    <a:cubicBezTo>
                      <a:pt x="7740" y="43666"/>
                      <a:pt x="7807" y="41231"/>
                      <a:pt x="7873" y="38829"/>
                    </a:cubicBezTo>
                    <a:cubicBezTo>
                      <a:pt x="7940" y="36260"/>
                      <a:pt x="8040" y="33692"/>
                      <a:pt x="8107" y="31123"/>
                    </a:cubicBezTo>
                    <a:cubicBezTo>
                      <a:pt x="8206" y="28581"/>
                      <a:pt x="8730" y="23883"/>
                      <a:pt x="4925" y="23883"/>
                    </a:cubicBezTo>
                    <a:cubicBezTo>
                      <a:pt x="4885" y="23883"/>
                      <a:pt x="4845" y="23884"/>
                      <a:pt x="4804" y="23885"/>
                    </a:cubicBezTo>
                    <a:cubicBezTo>
                      <a:pt x="4604" y="23885"/>
                      <a:pt x="4538" y="23551"/>
                      <a:pt x="4771" y="23484"/>
                    </a:cubicBezTo>
                    <a:cubicBezTo>
                      <a:pt x="5000" y="23443"/>
                      <a:pt x="5218" y="23423"/>
                      <a:pt x="5424" y="23423"/>
                    </a:cubicBezTo>
                    <a:close/>
                    <a:moveTo>
                      <a:pt x="18881" y="53272"/>
                    </a:moveTo>
                    <a:cubicBezTo>
                      <a:pt x="19148" y="53272"/>
                      <a:pt x="19281" y="53473"/>
                      <a:pt x="19482" y="53639"/>
                    </a:cubicBezTo>
                    <a:cubicBezTo>
                      <a:pt x="19763" y="53921"/>
                      <a:pt x="19476" y="54339"/>
                      <a:pt x="19176" y="54339"/>
                    </a:cubicBezTo>
                    <a:cubicBezTo>
                      <a:pt x="19085" y="54339"/>
                      <a:pt x="18992" y="54300"/>
                      <a:pt x="18914" y="54206"/>
                    </a:cubicBezTo>
                    <a:cubicBezTo>
                      <a:pt x="18748" y="54040"/>
                      <a:pt x="18514" y="53873"/>
                      <a:pt x="18548" y="53606"/>
                    </a:cubicBezTo>
                    <a:cubicBezTo>
                      <a:pt x="18548" y="53406"/>
                      <a:pt x="18681" y="53272"/>
                      <a:pt x="18881" y="53272"/>
                    </a:cubicBezTo>
                    <a:close/>
                    <a:moveTo>
                      <a:pt x="33025" y="55241"/>
                    </a:moveTo>
                    <a:cubicBezTo>
                      <a:pt x="33158" y="55241"/>
                      <a:pt x="33291" y="55274"/>
                      <a:pt x="33325" y="55407"/>
                    </a:cubicBezTo>
                    <a:cubicBezTo>
                      <a:pt x="33325" y="55474"/>
                      <a:pt x="33325" y="55507"/>
                      <a:pt x="33325" y="55541"/>
                    </a:cubicBezTo>
                    <a:cubicBezTo>
                      <a:pt x="33291" y="55708"/>
                      <a:pt x="33158" y="55741"/>
                      <a:pt x="33025" y="55741"/>
                    </a:cubicBezTo>
                    <a:cubicBezTo>
                      <a:pt x="32958" y="55708"/>
                      <a:pt x="32924" y="55708"/>
                      <a:pt x="32891" y="55708"/>
                    </a:cubicBezTo>
                    <a:cubicBezTo>
                      <a:pt x="32691" y="55607"/>
                      <a:pt x="32691" y="55341"/>
                      <a:pt x="32891" y="55274"/>
                    </a:cubicBezTo>
                    <a:cubicBezTo>
                      <a:pt x="32924" y="55274"/>
                      <a:pt x="32958" y="55241"/>
                      <a:pt x="33025" y="55241"/>
                    </a:cubicBezTo>
                    <a:close/>
                    <a:moveTo>
                      <a:pt x="2136" y="55774"/>
                    </a:moveTo>
                    <a:cubicBezTo>
                      <a:pt x="6939" y="56241"/>
                      <a:pt x="11676" y="56975"/>
                      <a:pt x="16479" y="56975"/>
                    </a:cubicBezTo>
                    <a:cubicBezTo>
                      <a:pt x="21316" y="56975"/>
                      <a:pt x="26053" y="56241"/>
                      <a:pt x="30856" y="55841"/>
                    </a:cubicBezTo>
                    <a:cubicBezTo>
                      <a:pt x="31090" y="55841"/>
                      <a:pt x="31123" y="56208"/>
                      <a:pt x="30890" y="56275"/>
                    </a:cubicBezTo>
                    <a:cubicBezTo>
                      <a:pt x="26555" y="57667"/>
                      <a:pt x="21801" y="57978"/>
                      <a:pt x="17224" y="57978"/>
                    </a:cubicBezTo>
                    <a:cubicBezTo>
                      <a:pt x="16975" y="57978"/>
                      <a:pt x="16727" y="57978"/>
                      <a:pt x="16479" y="57976"/>
                    </a:cubicBezTo>
                    <a:cubicBezTo>
                      <a:pt x="11676" y="57976"/>
                      <a:pt x="6672" y="57576"/>
                      <a:pt x="2102" y="56074"/>
                    </a:cubicBezTo>
                    <a:cubicBezTo>
                      <a:pt x="1969" y="56008"/>
                      <a:pt x="1969" y="55774"/>
                      <a:pt x="2136" y="55774"/>
                    </a:cubicBezTo>
                    <a:close/>
                    <a:moveTo>
                      <a:pt x="3303" y="1"/>
                    </a:moveTo>
                    <a:cubicBezTo>
                      <a:pt x="2845" y="479"/>
                      <a:pt x="2138" y="707"/>
                      <a:pt x="1415" y="707"/>
                    </a:cubicBezTo>
                    <a:cubicBezTo>
                      <a:pt x="927" y="707"/>
                      <a:pt x="431" y="603"/>
                      <a:pt x="1" y="401"/>
                    </a:cubicBezTo>
                    <a:lnTo>
                      <a:pt x="1" y="401"/>
                    </a:lnTo>
                    <a:cubicBezTo>
                      <a:pt x="401" y="5338"/>
                      <a:pt x="168" y="10375"/>
                      <a:pt x="168" y="15312"/>
                    </a:cubicBezTo>
                    <a:cubicBezTo>
                      <a:pt x="168" y="20149"/>
                      <a:pt x="168" y="24952"/>
                      <a:pt x="101" y="29789"/>
                    </a:cubicBezTo>
                    <a:cubicBezTo>
                      <a:pt x="68" y="34759"/>
                      <a:pt x="101" y="39696"/>
                      <a:pt x="101" y="44666"/>
                    </a:cubicBezTo>
                    <a:cubicBezTo>
                      <a:pt x="101" y="49570"/>
                      <a:pt x="335" y="54540"/>
                      <a:pt x="34" y="59444"/>
                    </a:cubicBezTo>
                    <a:cubicBezTo>
                      <a:pt x="68" y="59544"/>
                      <a:pt x="101" y="59644"/>
                      <a:pt x="168" y="59710"/>
                    </a:cubicBezTo>
                    <a:cubicBezTo>
                      <a:pt x="301" y="59944"/>
                      <a:pt x="535" y="60077"/>
                      <a:pt x="635" y="60311"/>
                    </a:cubicBezTo>
                    <a:cubicBezTo>
                      <a:pt x="2670" y="61578"/>
                      <a:pt x="5905" y="61278"/>
                      <a:pt x="8107" y="61412"/>
                    </a:cubicBezTo>
                    <a:cubicBezTo>
                      <a:pt x="10909" y="61545"/>
                      <a:pt x="13677" y="61712"/>
                      <a:pt x="16446" y="61779"/>
                    </a:cubicBezTo>
                    <a:cubicBezTo>
                      <a:pt x="17068" y="61786"/>
                      <a:pt x="17691" y="61790"/>
                      <a:pt x="18313" y="61790"/>
                    </a:cubicBezTo>
                    <a:cubicBezTo>
                      <a:pt x="20459" y="61790"/>
                      <a:pt x="22606" y="61741"/>
                      <a:pt x="24752" y="61612"/>
                    </a:cubicBezTo>
                    <a:cubicBezTo>
                      <a:pt x="27120" y="61445"/>
                      <a:pt x="33725" y="61712"/>
                      <a:pt x="34192" y="58476"/>
                    </a:cubicBezTo>
                    <a:cubicBezTo>
                      <a:pt x="34192" y="58276"/>
                      <a:pt x="34325" y="58143"/>
                      <a:pt x="34492" y="58109"/>
                    </a:cubicBezTo>
                    <a:cubicBezTo>
                      <a:pt x="34092" y="53373"/>
                      <a:pt x="34426" y="48436"/>
                      <a:pt x="34459" y="43666"/>
                    </a:cubicBezTo>
                    <a:cubicBezTo>
                      <a:pt x="34459" y="38862"/>
                      <a:pt x="34459" y="34025"/>
                      <a:pt x="34459" y="29222"/>
                    </a:cubicBezTo>
                    <a:cubicBezTo>
                      <a:pt x="34459" y="24285"/>
                      <a:pt x="34459" y="19315"/>
                      <a:pt x="34492" y="14378"/>
                    </a:cubicBezTo>
                    <a:cubicBezTo>
                      <a:pt x="34492" y="10075"/>
                      <a:pt x="33992" y="5372"/>
                      <a:pt x="34626" y="1102"/>
                    </a:cubicBezTo>
                    <a:cubicBezTo>
                      <a:pt x="34302" y="347"/>
                      <a:pt x="33389" y="173"/>
                      <a:pt x="32407" y="173"/>
                    </a:cubicBezTo>
                    <a:cubicBezTo>
                      <a:pt x="31565" y="173"/>
                      <a:pt x="30672" y="301"/>
                      <a:pt x="30056" y="301"/>
                    </a:cubicBezTo>
                    <a:cubicBezTo>
                      <a:pt x="28288" y="268"/>
                      <a:pt x="26487" y="368"/>
                      <a:pt x="24719" y="34"/>
                    </a:cubicBezTo>
                    <a:cubicBezTo>
                      <a:pt x="23455" y="564"/>
                      <a:pt x="22042" y="882"/>
                      <a:pt x="20693" y="882"/>
                    </a:cubicBezTo>
                    <a:cubicBezTo>
                      <a:pt x="19833" y="882"/>
                      <a:pt x="19000" y="753"/>
                      <a:pt x="18247" y="468"/>
                    </a:cubicBezTo>
                    <a:cubicBezTo>
                      <a:pt x="17720" y="2314"/>
                      <a:pt x="15987" y="3704"/>
                      <a:pt x="13789" y="3704"/>
                    </a:cubicBezTo>
                    <a:cubicBezTo>
                      <a:pt x="13763" y="3704"/>
                      <a:pt x="13737" y="3704"/>
                      <a:pt x="13711" y="3704"/>
                    </a:cubicBezTo>
                    <a:cubicBezTo>
                      <a:pt x="13524" y="5637"/>
                      <a:pt x="11996" y="7365"/>
                      <a:pt x="9973" y="7365"/>
                    </a:cubicBezTo>
                    <a:cubicBezTo>
                      <a:pt x="9831" y="7365"/>
                      <a:pt x="9687" y="7357"/>
                      <a:pt x="9541" y="7340"/>
                    </a:cubicBezTo>
                    <a:cubicBezTo>
                      <a:pt x="7473" y="7073"/>
                      <a:pt x="6239" y="5205"/>
                      <a:pt x="6272" y="3270"/>
                    </a:cubicBezTo>
                    <a:lnTo>
                      <a:pt x="6272" y="3270"/>
                    </a:lnTo>
                    <a:cubicBezTo>
                      <a:pt x="6085" y="3308"/>
                      <a:pt x="5907" y="3326"/>
                      <a:pt x="5738" y="3326"/>
                    </a:cubicBezTo>
                    <a:cubicBezTo>
                      <a:pt x="4140" y="3326"/>
                      <a:pt x="3394" y="1691"/>
                      <a:pt x="3303" y="1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2" name="Google Shape;12432;p37"/>
              <p:cNvSpPr/>
              <p:nvPr/>
            </p:nvSpPr>
            <p:spPr>
              <a:xfrm>
                <a:off x="5132175" y="1609925"/>
                <a:ext cx="120100" cy="669675"/>
              </a:xfrm>
              <a:custGeom>
                <a:rect b="b" l="l" r="r" t="t"/>
                <a:pathLst>
                  <a:path extrusionOk="0" h="26787" w="4804">
                    <a:moveTo>
                      <a:pt x="2902" y="1"/>
                    </a:moveTo>
                    <a:cubicBezTo>
                      <a:pt x="200" y="935"/>
                      <a:pt x="467" y="4537"/>
                      <a:pt x="434" y="6939"/>
                    </a:cubicBezTo>
                    <a:cubicBezTo>
                      <a:pt x="401" y="9140"/>
                      <a:pt x="367" y="11342"/>
                      <a:pt x="334" y="13544"/>
                    </a:cubicBezTo>
                    <a:cubicBezTo>
                      <a:pt x="267" y="15879"/>
                      <a:pt x="234" y="18180"/>
                      <a:pt x="200" y="20515"/>
                    </a:cubicBezTo>
                    <a:cubicBezTo>
                      <a:pt x="167" y="21916"/>
                      <a:pt x="0" y="23417"/>
                      <a:pt x="401" y="24785"/>
                    </a:cubicBezTo>
                    <a:cubicBezTo>
                      <a:pt x="667" y="25719"/>
                      <a:pt x="1401" y="26520"/>
                      <a:pt x="2269" y="26786"/>
                    </a:cubicBezTo>
                    <a:cubicBezTo>
                      <a:pt x="3403" y="24218"/>
                      <a:pt x="4003" y="21316"/>
                      <a:pt x="4370" y="18581"/>
                    </a:cubicBezTo>
                    <a:cubicBezTo>
                      <a:pt x="4370" y="16779"/>
                      <a:pt x="4437" y="14978"/>
                      <a:pt x="4403" y="13210"/>
                    </a:cubicBezTo>
                    <a:cubicBezTo>
                      <a:pt x="4403" y="11309"/>
                      <a:pt x="4303" y="9407"/>
                      <a:pt x="4237" y="7506"/>
                    </a:cubicBezTo>
                    <a:cubicBezTo>
                      <a:pt x="4137" y="5538"/>
                      <a:pt x="4804" y="1368"/>
                      <a:pt x="2902" y="1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3" name="Google Shape;12433;p37"/>
              <p:cNvSpPr/>
              <p:nvPr/>
            </p:nvSpPr>
            <p:spPr>
              <a:xfrm>
                <a:off x="4503375" y="1603250"/>
                <a:ext cx="159325" cy="736850"/>
              </a:xfrm>
              <a:custGeom>
                <a:rect b="b" l="l" r="r" t="t"/>
                <a:pathLst>
                  <a:path extrusionOk="0" h="29474" w="6373">
                    <a:moveTo>
                      <a:pt x="2803" y="1"/>
                    </a:moveTo>
                    <a:cubicBezTo>
                      <a:pt x="2503" y="34"/>
                      <a:pt x="2236" y="168"/>
                      <a:pt x="1969" y="334"/>
                    </a:cubicBezTo>
                    <a:cubicBezTo>
                      <a:pt x="2002" y="401"/>
                      <a:pt x="2002" y="468"/>
                      <a:pt x="1936" y="534"/>
                    </a:cubicBezTo>
                    <a:cubicBezTo>
                      <a:pt x="134" y="2169"/>
                      <a:pt x="301" y="4604"/>
                      <a:pt x="168" y="6839"/>
                    </a:cubicBezTo>
                    <a:cubicBezTo>
                      <a:pt x="68" y="8974"/>
                      <a:pt x="34" y="11142"/>
                      <a:pt x="34" y="13277"/>
                    </a:cubicBezTo>
                    <a:cubicBezTo>
                      <a:pt x="1" y="17814"/>
                      <a:pt x="568" y="22383"/>
                      <a:pt x="501" y="26920"/>
                    </a:cubicBezTo>
                    <a:cubicBezTo>
                      <a:pt x="501" y="26987"/>
                      <a:pt x="501" y="27053"/>
                      <a:pt x="468" y="27087"/>
                    </a:cubicBezTo>
                    <a:cubicBezTo>
                      <a:pt x="535" y="27487"/>
                      <a:pt x="668" y="27887"/>
                      <a:pt x="835" y="28254"/>
                    </a:cubicBezTo>
                    <a:cubicBezTo>
                      <a:pt x="835" y="28221"/>
                      <a:pt x="835" y="28188"/>
                      <a:pt x="835" y="28154"/>
                    </a:cubicBezTo>
                    <a:cubicBezTo>
                      <a:pt x="851" y="28042"/>
                      <a:pt x="936" y="27991"/>
                      <a:pt x="1028" y="27991"/>
                    </a:cubicBezTo>
                    <a:cubicBezTo>
                      <a:pt x="1127" y="27991"/>
                      <a:pt x="1234" y="28050"/>
                      <a:pt x="1269" y="28154"/>
                    </a:cubicBezTo>
                    <a:cubicBezTo>
                      <a:pt x="1988" y="29030"/>
                      <a:pt x="2629" y="29474"/>
                      <a:pt x="3183" y="29474"/>
                    </a:cubicBezTo>
                    <a:cubicBezTo>
                      <a:pt x="3579" y="29474"/>
                      <a:pt x="3931" y="29247"/>
                      <a:pt x="4237" y="28788"/>
                    </a:cubicBezTo>
                    <a:cubicBezTo>
                      <a:pt x="4671" y="28454"/>
                      <a:pt x="4971" y="27954"/>
                      <a:pt x="5071" y="27387"/>
                    </a:cubicBezTo>
                    <a:cubicBezTo>
                      <a:pt x="5205" y="26820"/>
                      <a:pt x="5238" y="26220"/>
                      <a:pt x="5271" y="25652"/>
                    </a:cubicBezTo>
                    <a:cubicBezTo>
                      <a:pt x="5338" y="24518"/>
                      <a:pt x="5338" y="23351"/>
                      <a:pt x="5338" y="22217"/>
                    </a:cubicBezTo>
                    <a:cubicBezTo>
                      <a:pt x="5405" y="19782"/>
                      <a:pt x="5472" y="17347"/>
                      <a:pt x="5538" y="14945"/>
                    </a:cubicBezTo>
                    <a:cubicBezTo>
                      <a:pt x="5605" y="12376"/>
                      <a:pt x="5705" y="9808"/>
                      <a:pt x="5772" y="7239"/>
                    </a:cubicBezTo>
                    <a:cubicBezTo>
                      <a:pt x="5872" y="4737"/>
                      <a:pt x="6372" y="168"/>
                      <a:pt x="2803" y="1"/>
                    </a:cubicBezTo>
                    <a:close/>
                  </a:path>
                </a:pathLst>
              </a:custGeom>
              <a:solidFill>
                <a:srgbClr val="FFEA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4" name="Google Shape;12434;p37"/>
              <p:cNvSpPr/>
              <p:nvPr/>
            </p:nvSpPr>
            <p:spPr>
              <a:xfrm>
                <a:off x="4949550" y="1613675"/>
                <a:ext cx="130100" cy="696400"/>
              </a:xfrm>
              <a:custGeom>
                <a:rect b="b" l="l" r="r" t="t"/>
                <a:pathLst>
                  <a:path extrusionOk="0" h="27856" w="5204">
                    <a:moveTo>
                      <a:pt x="2849" y="1"/>
                    </a:moveTo>
                    <a:cubicBezTo>
                      <a:pt x="2118" y="1"/>
                      <a:pt x="1392" y="426"/>
                      <a:pt x="967" y="1152"/>
                    </a:cubicBezTo>
                    <a:cubicBezTo>
                      <a:pt x="667" y="2219"/>
                      <a:pt x="534" y="3320"/>
                      <a:pt x="500" y="4421"/>
                    </a:cubicBezTo>
                    <a:cubicBezTo>
                      <a:pt x="534" y="7489"/>
                      <a:pt x="434" y="10558"/>
                      <a:pt x="400" y="13627"/>
                    </a:cubicBezTo>
                    <a:cubicBezTo>
                      <a:pt x="334" y="16930"/>
                      <a:pt x="434" y="20299"/>
                      <a:pt x="33" y="23568"/>
                    </a:cubicBezTo>
                    <a:cubicBezTo>
                      <a:pt x="33" y="23634"/>
                      <a:pt x="33" y="23701"/>
                      <a:pt x="0" y="23734"/>
                    </a:cubicBezTo>
                    <a:cubicBezTo>
                      <a:pt x="33" y="24802"/>
                      <a:pt x="133" y="25869"/>
                      <a:pt x="701" y="26870"/>
                    </a:cubicBezTo>
                    <a:cubicBezTo>
                      <a:pt x="767" y="26937"/>
                      <a:pt x="734" y="27037"/>
                      <a:pt x="701" y="27103"/>
                    </a:cubicBezTo>
                    <a:cubicBezTo>
                      <a:pt x="1055" y="27522"/>
                      <a:pt x="1487" y="27855"/>
                      <a:pt x="1970" y="27855"/>
                    </a:cubicBezTo>
                    <a:cubicBezTo>
                      <a:pt x="2488" y="27855"/>
                      <a:pt x="3065" y="27473"/>
                      <a:pt x="3669" y="26403"/>
                    </a:cubicBezTo>
                    <a:cubicBezTo>
                      <a:pt x="3836" y="26136"/>
                      <a:pt x="3869" y="25669"/>
                      <a:pt x="3936" y="25369"/>
                    </a:cubicBezTo>
                    <a:cubicBezTo>
                      <a:pt x="4203" y="23968"/>
                      <a:pt x="4370" y="22534"/>
                      <a:pt x="4537" y="21099"/>
                    </a:cubicBezTo>
                    <a:cubicBezTo>
                      <a:pt x="4770" y="18731"/>
                      <a:pt x="4937" y="16329"/>
                      <a:pt x="5037" y="13927"/>
                    </a:cubicBezTo>
                    <a:cubicBezTo>
                      <a:pt x="5137" y="11359"/>
                      <a:pt x="5137" y="8824"/>
                      <a:pt x="5137" y="6289"/>
                    </a:cubicBezTo>
                    <a:cubicBezTo>
                      <a:pt x="5137" y="5188"/>
                      <a:pt x="5204" y="4087"/>
                      <a:pt x="5137" y="3020"/>
                    </a:cubicBezTo>
                    <a:cubicBezTo>
                      <a:pt x="5070" y="2286"/>
                      <a:pt x="5004" y="1719"/>
                      <a:pt x="4603" y="1085"/>
                    </a:cubicBezTo>
                    <a:cubicBezTo>
                      <a:pt x="4149" y="333"/>
                      <a:pt x="3497" y="1"/>
                      <a:pt x="2849" y="1"/>
                    </a:cubicBezTo>
                    <a:close/>
                  </a:path>
                </a:pathLst>
              </a:custGeom>
              <a:solidFill>
                <a:srgbClr val="FFEA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5" name="Google Shape;12435;p37"/>
              <p:cNvSpPr/>
              <p:nvPr/>
            </p:nvSpPr>
            <p:spPr>
              <a:xfrm>
                <a:off x="4482550" y="1371425"/>
                <a:ext cx="40875" cy="159300"/>
              </a:xfrm>
              <a:custGeom>
                <a:rect b="b" l="l" r="r" t="t"/>
                <a:pathLst>
                  <a:path extrusionOk="0" h="6372" w="1635">
                    <a:moveTo>
                      <a:pt x="400" y="0"/>
                    </a:moveTo>
                    <a:cubicBezTo>
                      <a:pt x="133" y="101"/>
                      <a:pt x="234" y="834"/>
                      <a:pt x="300" y="1035"/>
                    </a:cubicBezTo>
                    <a:cubicBezTo>
                      <a:pt x="360" y="1184"/>
                      <a:pt x="232" y="1307"/>
                      <a:pt x="85" y="1307"/>
                    </a:cubicBezTo>
                    <a:cubicBezTo>
                      <a:pt x="68" y="1307"/>
                      <a:pt x="51" y="1305"/>
                      <a:pt x="33" y="1301"/>
                    </a:cubicBezTo>
                    <a:lnTo>
                      <a:pt x="33" y="1301"/>
                    </a:lnTo>
                    <a:cubicBezTo>
                      <a:pt x="0" y="3036"/>
                      <a:pt x="167" y="4704"/>
                      <a:pt x="634" y="6372"/>
                    </a:cubicBezTo>
                    <a:cubicBezTo>
                      <a:pt x="967" y="5504"/>
                      <a:pt x="1134" y="4570"/>
                      <a:pt x="1201" y="3603"/>
                    </a:cubicBezTo>
                    <a:cubicBezTo>
                      <a:pt x="1234" y="2802"/>
                      <a:pt x="1635" y="301"/>
                      <a:pt x="434" y="0"/>
                    </a:cubicBezTo>
                    <a:close/>
                  </a:path>
                </a:pathLst>
              </a:custGeom>
              <a:solidFill>
                <a:srgbClr val="FFEA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6" name="Google Shape;12436;p37"/>
              <p:cNvSpPr/>
              <p:nvPr/>
            </p:nvSpPr>
            <p:spPr>
              <a:xfrm>
                <a:off x="5132175" y="1609925"/>
                <a:ext cx="120100" cy="672900"/>
              </a:xfrm>
              <a:custGeom>
                <a:rect b="b" l="l" r="r" t="t"/>
                <a:pathLst>
                  <a:path extrusionOk="0" h="26916" w="4804">
                    <a:moveTo>
                      <a:pt x="2902" y="1"/>
                    </a:moveTo>
                    <a:cubicBezTo>
                      <a:pt x="200" y="935"/>
                      <a:pt x="467" y="4537"/>
                      <a:pt x="434" y="6939"/>
                    </a:cubicBezTo>
                    <a:cubicBezTo>
                      <a:pt x="401" y="9140"/>
                      <a:pt x="367" y="11342"/>
                      <a:pt x="334" y="13544"/>
                    </a:cubicBezTo>
                    <a:cubicBezTo>
                      <a:pt x="267" y="15879"/>
                      <a:pt x="234" y="18180"/>
                      <a:pt x="200" y="20515"/>
                    </a:cubicBezTo>
                    <a:cubicBezTo>
                      <a:pt x="167" y="21916"/>
                      <a:pt x="0" y="23417"/>
                      <a:pt x="401" y="24785"/>
                    </a:cubicBezTo>
                    <a:cubicBezTo>
                      <a:pt x="747" y="25957"/>
                      <a:pt x="1837" y="26916"/>
                      <a:pt x="2958" y="26916"/>
                    </a:cubicBezTo>
                    <a:cubicBezTo>
                      <a:pt x="3242" y="26916"/>
                      <a:pt x="3527" y="26854"/>
                      <a:pt x="3803" y="26720"/>
                    </a:cubicBezTo>
                    <a:cubicBezTo>
                      <a:pt x="4370" y="26286"/>
                      <a:pt x="4604" y="25552"/>
                      <a:pt x="4737" y="24785"/>
                    </a:cubicBezTo>
                    <a:cubicBezTo>
                      <a:pt x="4704" y="24752"/>
                      <a:pt x="4670" y="24685"/>
                      <a:pt x="4670" y="24618"/>
                    </a:cubicBezTo>
                    <a:cubicBezTo>
                      <a:pt x="4137" y="20916"/>
                      <a:pt x="4437" y="16946"/>
                      <a:pt x="4403" y="13210"/>
                    </a:cubicBezTo>
                    <a:cubicBezTo>
                      <a:pt x="4403" y="11309"/>
                      <a:pt x="4303" y="9407"/>
                      <a:pt x="4237" y="7506"/>
                    </a:cubicBezTo>
                    <a:cubicBezTo>
                      <a:pt x="4137" y="5538"/>
                      <a:pt x="4804" y="1368"/>
                      <a:pt x="2902" y="1"/>
                    </a:cubicBezTo>
                    <a:close/>
                  </a:path>
                </a:pathLst>
              </a:custGeom>
              <a:solidFill>
                <a:srgbClr val="FFEA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7" name="Google Shape;12437;p37"/>
              <p:cNvSpPr/>
              <p:nvPr/>
            </p:nvSpPr>
            <p:spPr>
              <a:xfrm>
                <a:off x="4707700" y="1622425"/>
                <a:ext cx="177650" cy="701375"/>
              </a:xfrm>
              <a:custGeom>
                <a:rect b="b" l="l" r="r" t="t"/>
                <a:pathLst>
                  <a:path extrusionOk="0" h="28055" w="7106">
                    <a:moveTo>
                      <a:pt x="3837" y="1"/>
                    </a:moveTo>
                    <a:cubicBezTo>
                      <a:pt x="3636" y="1"/>
                      <a:pt x="3403" y="68"/>
                      <a:pt x="3169" y="134"/>
                    </a:cubicBezTo>
                    <a:cubicBezTo>
                      <a:pt x="3136" y="168"/>
                      <a:pt x="3103" y="201"/>
                      <a:pt x="3069" y="201"/>
                    </a:cubicBezTo>
                    <a:cubicBezTo>
                      <a:pt x="0" y="1402"/>
                      <a:pt x="834" y="5538"/>
                      <a:pt x="834" y="8107"/>
                    </a:cubicBezTo>
                    <a:cubicBezTo>
                      <a:pt x="834" y="10275"/>
                      <a:pt x="834" y="12443"/>
                      <a:pt x="834" y="14611"/>
                    </a:cubicBezTo>
                    <a:cubicBezTo>
                      <a:pt x="834" y="16780"/>
                      <a:pt x="834" y="18948"/>
                      <a:pt x="801" y="21116"/>
                    </a:cubicBezTo>
                    <a:cubicBezTo>
                      <a:pt x="801" y="22250"/>
                      <a:pt x="467" y="26020"/>
                      <a:pt x="1502" y="27421"/>
                    </a:cubicBezTo>
                    <a:cubicBezTo>
                      <a:pt x="1557" y="27393"/>
                      <a:pt x="1612" y="27377"/>
                      <a:pt x="1663" y="27377"/>
                    </a:cubicBezTo>
                    <a:cubicBezTo>
                      <a:pt x="1734" y="27377"/>
                      <a:pt x="1796" y="27409"/>
                      <a:pt x="1835" y="27487"/>
                    </a:cubicBezTo>
                    <a:cubicBezTo>
                      <a:pt x="1902" y="27654"/>
                      <a:pt x="2069" y="27821"/>
                      <a:pt x="2235" y="27921"/>
                    </a:cubicBezTo>
                    <a:cubicBezTo>
                      <a:pt x="2319" y="27938"/>
                      <a:pt x="2404" y="27946"/>
                      <a:pt x="2493" y="27946"/>
                    </a:cubicBezTo>
                    <a:cubicBezTo>
                      <a:pt x="2759" y="27946"/>
                      <a:pt x="3053" y="27871"/>
                      <a:pt x="3403" y="27721"/>
                    </a:cubicBezTo>
                    <a:cubicBezTo>
                      <a:pt x="3451" y="27703"/>
                      <a:pt x="3499" y="27694"/>
                      <a:pt x="3543" y="27694"/>
                    </a:cubicBezTo>
                    <a:cubicBezTo>
                      <a:pt x="3746" y="27694"/>
                      <a:pt x="3897" y="27863"/>
                      <a:pt x="3870" y="28054"/>
                    </a:cubicBezTo>
                    <a:cubicBezTo>
                      <a:pt x="4437" y="27921"/>
                      <a:pt x="4971" y="27687"/>
                      <a:pt x="5171" y="27354"/>
                    </a:cubicBezTo>
                    <a:cubicBezTo>
                      <a:pt x="5229" y="27276"/>
                      <a:pt x="5300" y="27243"/>
                      <a:pt x="5368" y="27243"/>
                    </a:cubicBezTo>
                    <a:cubicBezTo>
                      <a:pt x="5416" y="27243"/>
                      <a:pt x="5463" y="27260"/>
                      <a:pt x="5504" y="27287"/>
                    </a:cubicBezTo>
                    <a:cubicBezTo>
                      <a:pt x="6805" y="25786"/>
                      <a:pt x="6272" y="22250"/>
                      <a:pt x="6305" y="20582"/>
                    </a:cubicBezTo>
                    <a:cubicBezTo>
                      <a:pt x="6372" y="18381"/>
                      <a:pt x="6438" y="16179"/>
                      <a:pt x="6472" y="13978"/>
                    </a:cubicBezTo>
                    <a:cubicBezTo>
                      <a:pt x="6538" y="11643"/>
                      <a:pt x="6605" y="9308"/>
                      <a:pt x="6672" y="6939"/>
                    </a:cubicBezTo>
                    <a:cubicBezTo>
                      <a:pt x="6705" y="4704"/>
                      <a:pt x="7106" y="1302"/>
                      <a:pt x="4704" y="301"/>
                    </a:cubicBezTo>
                    <a:cubicBezTo>
                      <a:pt x="4679" y="313"/>
                      <a:pt x="4651" y="321"/>
                      <a:pt x="4619" y="321"/>
                    </a:cubicBezTo>
                    <a:cubicBezTo>
                      <a:pt x="4564" y="321"/>
                      <a:pt x="4500" y="298"/>
                      <a:pt x="4437" y="234"/>
                    </a:cubicBezTo>
                    <a:cubicBezTo>
                      <a:pt x="4437" y="234"/>
                      <a:pt x="4404" y="201"/>
                      <a:pt x="4370" y="168"/>
                    </a:cubicBezTo>
                    <a:cubicBezTo>
                      <a:pt x="4237" y="134"/>
                      <a:pt x="4103" y="101"/>
                      <a:pt x="3970" y="68"/>
                    </a:cubicBezTo>
                    <a:cubicBezTo>
                      <a:pt x="3903" y="68"/>
                      <a:pt x="3870" y="34"/>
                      <a:pt x="3837" y="1"/>
                    </a:cubicBezTo>
                    <a:close/>
                  </a:path>
                </a:pathLst>
              </a:custGeom>
              <a:solidFill>
                <a:srgbClr val="FFEA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8" name="Google Shape;12438;p37"/>
              <p:cNvSpPr/>
              <p:nvPr/>
            </p:nvSpPr>
            <p:spPr>
              <a:xfrm>
                <a:off x="4445850" y="2378800"/>
                <a:ext cx="861475" cy="172125"/>
              </a:xfrm>
              <a:custGeom>
                <a:rect b="b" l="l" r="r" t="t"/>
                <a:pathLst>
                  <a:path extrusionOk="0" h="6885" w="34459">
                    <a:moveTo>
                      <a:pt x="2102" y="868"/>
                    </a:moveTo>
                    <a:cubicBezTo>
                      <a:pt x="2119" y="874"/>
                      <a:pt x="2135" y="879"/>
                      <a:pt x="2152" y="885"/>
                    </a:cubicBezTo>
                    <a:lnTo>
                      <a:pt x="2152" y="885"/>
                    </a:lnTo>
                    <a:cubicBezTo>
                      <a:pt x="2135" y="877"/>
                      <a:pt x="2119" y="868"/>
                      <a:pt x="2102" y="868"/>
                    </a:cubicBezTo>
                    <a:close/>
                    <a:moveTo>
                      <a:pt x="2152" y="885"/>
                    </a:moveTo>
                    <a:lnTo>
                      <a:pt x="2152" y="885"/>
                    </a:lnTo>
                    <a:cubicBezTo>
                      <a:pt x="2168" y="893"/>
                      <a:pt x="2185" y="902"/>
                      <a:pt x="2202" y="902"/>
                    </a:cubicBezTo>
                    <a:cubicBezTo>
                      <a:pt x="2185" y="896"/>
                      <a:pt x="2168" y="890"/>
                      <a:pt x="2152" y="885"/>
                    </a:cubicBezTo>
                    <a:close/>
                    <a:moveTo>
                      <a:pt x="34291" y="1"/>
                    </a:moveTo>
                    <a:cubicBezTo>
                      <a:pt x="33891" y="134"/>
                      <a:pt x="33524" y="234"/>
                      <a:pt x="33124" y="368"/>
                    </a:cubicBezTo>
                    <a:cubicBezTo>
                      <a:pt x="33191" y="368"/>
                      <a:pt x="33257" y="435"/>
                      <a:pt x="33291" y="501"/>
                    </a:cubicBezTo>
                    <a:cubicBezTo>
                      <a:pt x="33291" y="568"/>
                      <a:pt x="33291" y="601"/>
                      <a:pt x="33291" y="635"/>
                    </a:cubicBezTo>
                    <a:cubicBezTo>
                      <a:pt x="33257" y="802"/>
                      <a:pt x="33124" y="835"/>
                      <a:pt x="32991" y="835"/>
                    </a:cubicBezTo>
                    <a:cubicBezTo>
                      <a:pt x="32924" y="802"/>
                      <a:pt x="32890" y="802"/>
                      <a:pt x="32857" y="802"/>
                    </a:cubicBezTo>
                    <a:cubicBezTo>
                      <a:pt x="32724" y="735"/>
                      <a:pt x="32657" y="568"/>
                      <a:pt x="32724" y="468"/>
                    </a:cubicBezTo>
                    <a:lnTo>
                      <a:pt x="32724" y="468"/>
                    </a:lnTo>
                    <a:cubicBezTo>
                      <a:pt x="32123" y="635"/>
                      <a:pt x="31523" y="802"/>
                      <a:pt x="30922" y="968"/>
                    </a:cubicBezTo>
                    <a:cubicBezTo>
                      <a:pt x="31056" y="1035"/>
                      <a:pt x="31056" y="1302"/>
                      <a:pt x="30856" y="1369"/>
                    </a:cubicBezTo>
                    <a:cubicBezTo>
                      <a:pt x="26521" y="2761"/>
                      <a:pt x="21767" y="3072"/>
                      <a:pt x="17190" y="3072"/>
                    </a:cubicBezTo>
                    <a:cubicBezTo>
                      <a:pt x="16941" y="3072"/>
                      <a:pt x="16693" y="3072"/>
                      <a:pt x="16445" y="3070"/>
                    </a:cubicBezTo>
                    <a:cubicBezTo>
                      <a:pt x="11642" y="3070"/>
                      <a:pt x="6638" y="2670"/>
                      <a:pt x="2068" y="1168"/>
                    </a:cubicBezTo>
                    <a:cubicBezTo>
                      <a:pt x="1935" y="1102"/>
                      <a:pt x="1935" y="868"/>
                      <a:pt x="2102" y="868"/>
                    </a:cubicBezTo>
                    <a:cubicBezTo>
                      <a:pt x="2102" y="868"/>
                      <a:pt x="2102" y="868"/>
                      <a:pt x="2102" y="868"/>
                    </a:cubicBezTo>
                    <a:lnTo>
                      <a:pt x="2102" y="868"/>
                    </a:lnTo>
                    <a:cubicBezTo>
                      <a:pt x="1438" y="646"/>
                      <a:pt x="801" y="422"/>
                      <a:pt x="134" y="168"/>
                    </a:cubicBezTo>
                    <a:cubicBezTo>
                      <a:pt x="134" y="1635"/>
                      <a:pt x="100" y="3070"/>
                      <a:pt x="0" y="4538"/>
                    </a:cubicBezTo>
                    <a:cubicBezTo>
                      <a:pt x="34" y="4638"/>
                      <a:pt x="67" y="4738"/>
                      <a:pt x="134" y="4804"/>
                    </a:cubicBezTo>
                    <a:cubicBezTo>
                      <a:pt x="267" y="5038"/>
                      <a:pt x="501" y="5171"/>
                      <a:pt x="601" y="5405"/>
                    </a:cubicBezTo>
                    <a:cubicBezTo>
                      <a:pt x="2636" y="6672"/>
                      <a:pt x="5871" y="6372"/>
                      <a:pt x="8073" y="6506"/>
                    </a:cubicBezTo>
                    <a:cubicBezTo>
                      <a:pt x="10875" y="6639"/>
                      <a:pt x="13643" y="6806"/>
                      <a:pt x="16412" y="6873"/>
                    </a:cubicBezTo>
                    <a:cubicBezTo>
                      <a:pt x="17034" y="6880"/>
                      <a:pt x="17657" y="6884"/>
                      <a:pt x="18279" y="6884"/>
                    </a:cubicBezTo>
                    <a:cubicBezTo>
                      <a:pt x="20425" y="6884"/>
                      <a:pt x="22572" y="6835"/>
                      <a:pt x="24718" y="6706"/>
                    </a:cubicBezTo>
                    <a:cubicBezTo>
                      <a:pt x="27086" y="6539"/>
                      <a:pt x="33691" y="6806"/>
                      <a:pt x="34158" y="3570"/>
                    </a:cubicBezTo>
                    <a:cubicBezTo>
                      <a:pt x="34158" y="3370"/>
                      <a:pt x="34291" y="3237"/>
                      <a:pt x="34458" y="3203"/>
                    </a:cubicBezTo>
                    <a:cubicBezTo>
                      <a:pt x="34358" y="2136"/>
                      <a:pt x="34325" y="1068"/>
                      <a:pt x="34291" y="1"/>
                    </a:cubicBezTo>
                    <a:close/>
                  </a:path>
                </a:pathLst>
              </a:custGeom>
              <a:solidFill>
                <a:srgbClr val="83A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9" name="Google Shape;12439;p37"/>
              <p:cNvSpPr/>
              <p:nvPr/>
            </p:nvSpPr>
            <p:spPr>
              <a:xfrm>
                <a:off x="4445000" y="1006150"/>
                <a:ext cx="865650" cy="211850"/>
              </a:xfrm>
              <a:custGeom>
                <a:rect b="b" l="l" r="r" t="t"/>
                <a:pathLst>
                  <a:path extrusionOk="0" h="8474" w="34626">
                    <a:moveTo>
                      <a:pt x="26587" y="3770"/>
                    </a:moveTo>
                    <a:cubicBezTo>
                      <a:pt x="27020" y="3770"/>
                      <a:pt x="27020" y="4438"/>
                      <a:pt x="26587" y="4438"/>
                    </a:cubicBezTo>
                    <a:cubicBezTo>
                      <a:pt x="26186" y="4438"/>
                      <a:pt x="26186" y="3770"/>
                      <a:pt x="26587" y="3770"/>
                    </a:cubicBezTo>
                    <a:close/>
                    <a:moveTo>
                      <a:pt x="3303" y="1"/>
                    </a:moveTo>
                    <a:cubicBezTo>
                      <a:pt x="2845" y="479"/>
                      <a:pt x="2138" y="707"/>
                      <a:pt x="1415" y="707"/>
                    </a:cubicBezTo>
                    <a:cubicBezTo>
                      <a:pt x="927" y="707"/>
                      <a:pt x="431" y="603"/>
                      <a:pt x="1" y="401"/>
                    </a:cubicBezTo>
                    <a:lnTo>
                      <a:pt x="1" y="401"/>
                    </a:lnTo>
                    <a:cubicBezTo>
                      <a:pt x="201" y="2936"/>
                      <a:pt x="234" y="5505"/>
                      <a:pt x="234" y="8073"/>
                    </a:cubicBezTo>
                    <a:cubicBezTo>
                      <a:pt x="568" y="8140"/>
                      <a:pt x="885" y="8148"/>
                      <a:pt x="1206" y="8148"/>
                    </a:cubicBezTo>
                    <a:cubicBezTo>
                      <a:pt x="1313" y="8148"/>
                      <a:pt x="1421" y="8148"/>
                      <a:pt x="1529" y="8148"/>
                    </a:cubicBezTo>
                    <a:cubicBezTo>
                      <a:pt x="1747" y="8148"/>
                      <a:pt x="1969" y="8151"/>
                      <a:pt x="2203" y="8174"/>
                    </a:cubicBezTo>
                    <a:cubicBezTo>
                      <a:pt x="2670" y="8240"/>
                      <a:pt x="3137" y="8340"/>
                      <a:pt x="3604" y="8407"/>
                    </a:cubicBezTo>
                    <a:cubicBezTo>
                      <a:pt x="3737" y="8440"/>
                      <a:pt x="3837" y="8440"/>
                      <a:pt x="3970" y="8474"/>
                    </a:cubicBezTo>
                    <a:cubicBezTo>
                      <a:pt x="5541" y="8319"/>
                      <a:pt x="7146" y="8270"/>
                      <a:pt x="8758" y="8270"/>
                    </a:cubicBezTo>
                    <a:cubicBezTo>
                      <a:pt x="11482" y="8270"/>
                      <a:pt x="14229" y="8409"/>
                      <a:pt x="16876" y="8409"/>
                    </a:cubicBezTo>
                    <a:cubicBezTo>
                      <a:pt x="17055" y="8409"/>
                      <a:pt x="17235" y="8408"/>
                      <a:pt x="17413" y="8407"/>
                    </a:cubicBezTo>
                    <a:cubicBezTo>
                      <a:pt x="20621" y="8407"/>
                      <a:pt x="23947" y="8210"/>
                      <a:pt x="27239" y="8210"/>
                    </a:cubicBezTo>
                    <a:cubicBezTo>
                      <a:pt x="28227" y="8210"/>
                      <a:pt x="29212" y="8227"/>
                      <a:pt x="30189" y="8274"/>
                    </a:cubicBezTo>
                    <a:cubicBezTo>
                      <a:pt x="30623" y="8207"/>
                      <a:pt x="31090" y="8174"/>
                      <a:pt x="31523" y="8107"/>
                    </a:cubicBezTo>
                    <a:cubicBezTo>
                      <a:pt x="31661" y="8088"/>
                      <a:pt x="31797" y="8080"/>
                      <a:pt x="31932" y="8080"/>
                    </a:cubicBezTo>
                    <a:cubicBezTo>
                      <a:pt x="32747" y="8080"/>
                      <a:pt x="33524" y="8378"/>
                      <a:pt x="34325" y="8407"/>
                    </a:cubicBezTo>
                    <a:cubicBezTo>
                      <a:pt x="34259" y="5939"/>
                      <a:pt x="34292" y="3437"/>
                      <a:pt x="34626" y="1102"/>
                    </a:cubicBezTo>
                    <a:cubicBezTo>
                      <a:pt x="34302" y="347"/>
                      <a:pt x="33389" y="173"/>
                      <a:pt x="32407" y="173"/>
                    </a:cubicBezTo>
                    <a:cubicBezTo>
                      <a:pt x="31565" y="173"/>
                      <a:pt x="30672" y="301"/>
                      <a:pt x="30056" y="301"/>
                    </a:cubicBezTo>
                    <a:cubicBezTo>
                      <a:pt x="28288" y="268"/>
                      <a:pt x="26487" y="368"/>
                      <a:pt x="24719" y="34"/>
                    </a:cubicBezTo>
                    <a:cubicBezTo>
                      <a:pt x="23455" y="564"/>
                      <a:pt x="22042" y="882"/>
                      <a:pt x="20693" y="882"/>
                    </a:cubicBezTo>
                    <a:cubicBezTo>
                      <a:pt x="19833" y="882"/>
                      <a:pt x="19000" y="753"/>
                      <a:pt x="18247" y="468"/>
                    </a:cubicBezTo>
                    <a:cubicBezTo>
                      <a:pt x="17720" y="2314"/>
                      <a:pt x="15987" y="3704"/>
                      <a:pt x="13789" y="3704"/>
                    </a:cubicBezTo>
                    <a:cubicBezTo>
                      <a:pt x="13763" y="3704"/>
                      <a:pt x="13737" y="3704"/>
                      <a:pt x="13711" y="3704"/>
                    </a:cubicBezTo>
                    <a:cubicBezTo>
                      <a:pt x="13524" y="5637"/>
                      <a:pt x="11996" y="7365"/>
                      <a:pt x="9973" y="7365"/>
                    </a:cubicBezTo>
                    <a:cubicBezTo>
                      <a:pt x="9831" y="7365"/>
                      <a:pt x="9687" y="7357"/>
                      <a:pt x="9541" y="7340"/>
                    </a:cubicBezTo>
                    <a:cubicBezTo>
                      <a:pt x="7473" y="7073"/>
                      <a:pt x="6239" y="5205"/>
                      <a:pt x="6272" y="3270"/>
                    </a:cubicBezTo>
                    <a:lnTo>
                      <a:pt x="6272" y="3270"/>
                    </a:lnTo>
                    <a:cubicBezTo>
                      <a:pt x="6081" y="3308"/>
                      <a:pt x="5901" y="3326"/>
                      <a:pt x="5730" y="3326"/>
                    </a:cubicBezTo>
                    <a:cubicBezTo>
                      <a:pt x="4112" y="3326"/>
                      <a:pt x="3394" y="1691"/>
                      <a:pt x="3303" y="1"/>
                    </a:cubicBezTo>
                    <a:close/>
                  </a:path>
                </a:pathLst>
              </a:custGeom>
              <a:solidFill>
                <a:srgbClr val="F4F8F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0" name="Google Shape;12440;p37"/>
              <p:cNvSpPr/>
              <p:nvPr/>
            </p:nvSpPr>
            <p:spPr>
              <a:xfrm>
                <a:off x="5179700" y="1010475"/>
                <a:ext cx="130950" cy="205875"/>
              </a:xfrm>
              <a:custGeom>
                <a:rect b="b" l="l" r="r" t="t"/>
                <a:pathLst>
                  <a:path extrusionOk="0" h="8235" w="5238">
                    <a:moveTo>
                      <a:pt x="3019" y="0"/>
                    </a:moveTo>
                    <a:cubicBezTo>
                      <a:pt x="2177" y="0"/>
                      <a:pt x="1284" y="128"/>
                      <a:pt x="668" y="128"/>
                    </a:cubicBezTo>
                    <a:lnTo>
                      <a:pt x="1" y="128"/>
                    </a:lnTo>
                    <a:cubicBezTo>
                      <a:pt x="1001" y="2296"/>
                      <a:pt x="1201" y="5899"/>
                      <a:pt x="1268" y="7233"/>
                    </a:cubicBezTo>
                    <a:cubicBezTo>
                      <a:pt x="1302" y="7500"/>
                      <a:pt x="1302" y="7767"/>
                      <a:pt x="1302" y="8034"/>
                    </a:cubicBezTo>
                    <a:cubicBezTo>
                      <a:pt x="1568" y="8001"/>
                      <a:pt x="1869" y="7967"/>
                      <a:pt x="2135" y="7934"/>
                    </a:cubicBezTo>
                    <a:cubicBezTo>
                      <a:pt x="2273" y="7915"/>
                      <a:pt x="2409" y="7907"/>
                      <a:pt x="2544" y="7907"/>
                    </a:cubicBezTo>
                    <a:cubicBezTo>
                      <a:pt x="3359" y="7907"/>
                      <a:pt x="4136" y="8205"/>
                      <a:pt x="4937" y="8234"/>
                    </a:cubicBezTo>
                    <a:cubicBezTo>
                      <a:pt x="4871" y="5766"/>
                      <a:pt x="4904" y="3264"/>
                      <a:pt x="5238" y="929"/>
                    </a:cubicBezTo>
                    <a:cubicBezTo>
                      <a:pt x="4914" y="174"/>
                      <a:pt x="4001" y="0"/>
                      <a:pt x="3019" y="0"/>
                    </a:cubicBezTo>
                    <a:close/>
                  </a:path>
                </a:pathLst>
              </a:custGeom>
              <a:solidFill>
                <a:srgbClr val="C5E2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1" name="Google Shape;12441;p37"/>
              <p:cNvSpPr/>
              <p:nvPr/>
            </p:nvSpPr>
            <p:spPr>
              <a:xfrm>
                <a:off x="4492550" y="1290525"/>
                <a:ext cx="45875" cy="45900"/>
              </a:xfrm>
              <a:custGeom>
                <a:rect b="b" l="l" r="r" t="t"/>
                <a:pathLst>
                  <a:path extrusionOk="0" h="1836" w="1835">
                    <a:moveTo>
                      <a:pt x="934" y="1"/>
                    </a:moveTo>
                    <a:cubicBezTo>
                      <a:pt x="401" y="1"/>
                      <a:pt x="0" y="401"/>
                      <a:pt x="0" y="935"/>
                    </a:cubicBezTo>
                    <a:cubicBezTo>
                      <a:pt x="0" y="1435"/>
                      <a:pt x="401" y="1835"/>
                      <a:pt x="934" y="1835"/>
                    </a:cubicBezTo>
                    <a:cubicBezTo>
                      <a:pt x="1435" y="1835"/>
                      <a:pt x="1835" y="1435"/>
                      <a:pt x="1835" y="935"/>
                    </a:cubicBezTo>
                    <a:cubicBezTo>
                      <a:pt x="1835" y="401"/>
                      <a:pt x="1435" y="1"/>
                      <a:pt x="93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2" name="Google Shape;12442;p37"/>
              <p:cNvSpPr/>
              <p:nvPr/>
            </p:nvSpPr>
            <p:spPr>
              <a:xfrm>
                <a:off x="5433150" y="1252175"/>
                <a:ext cx="93500" cy="31875"/>
              </a:xfrm>
              <a:custGeom>
                <a:rect b="b" l="l" r="r" t="t"/>
                <a:pathLst>
                  <a:path extrusionOk="0" h="1275" w="3740">
                    <a:moveTo>
                      <a:pt x="470" y="0"/>
                    </a:moveTo>
                    <a:cubicBezTo>
                      <a:pt x="175" y="0"/>
                      <a:pt x="1" y="447"/>
                      <a:pt x="303" y="668"/>
                    </a:cubicBezTo>
                    <a:cubicBezTo>
                      <a:pt x="670" y="968"/>
                      <a:pt x="1171" y="1068"/>
                      <a:pt x="1638" y="1135"/>
                    </a:cubicBezTo>
                    <a:cubicBezTo>
                      <a:pt x="2070" y="1192"/>
                      <a:pt x="2527" y="1275"/>
                      <a:pt x="2965" y="1275"/>
                    </a:cubicBezTo>
                    <a:cubicBezTo>
                      <a:pt x="3035" y="1275"/>
                      <a:pt x="3104" y="1273"/>
                      <a:pt x="3172" y="1268"/>
                    </a:cubicBezTo>
                    <a:cubicBezTo>
                      <a:pt x="3672" y="1268"/>
                      <a:pt x="3739" y="601"/>
                      <a:pt x="3306" y="434"/>
                    </a:cubicBezTo>
                    <a:cubicBezTo>
                      <a:pt x="3036" y="337"/>
                      <a:pt x="2749" y="317"/>
                      <a:pt x="2457" y="317"/>
                    </a:cubicBezTo>
                    <a:cubicBezTo>
                      <a:pt x="2246" y="317"/>
                      <a:pt x="2033" y="327"/>
                      <a:pt x="1821" y="327"/>
                    </a:cubicBezTo>
                    <a:cubicBezTo>
                      <a:pt x="1420" y="327"/>
                      <a:pt x="1025" y="289"/>
                      <a:pt x="670" y="67"/>
                    </a:cubicBezTo>
                    <a:cubicBezTo>
                      <a:pt x="600" y="20"/>
                      <a:pt x="532" y="0"/>
                      <a:pt x="4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3" name="Google Shape;12443;p37"/>
              <p:cNvSpPr/>
              <p:nvPr/>
            </p:nvSpPr>
            <p:spPr>
              <a:xfrm>
                <a:off x="5551625" y="1270525"/>
                <a:ext cx="30050" cy="30050"/>
              </a:xfrm>
              <a:custGeom>
                <a:rect b="b" l="l" r="r" t="t"/>
                <a:pathLst>
                  <a:path extrusionOk="0" h="1202" w="1202">
                    <a:moveTo>
                      <a:pt x="601" y="0"/>
                    </a:moveTo>
                    <a:cubicBezTo>
                      <a:pt x="268" y="0"/>
                      <a:pt x="1" y="300"/>
                      <a:pt x="1" y="601"/>
                    </a:cubicBezTo>
                    <a:cubicBezTo>
                      <a:pt x="1" y="934"/>
                      <a:pt x="268" y="1201"/>
                      <a:pt x="601" y="1201"/>
                    </a:cubicBezTo>
                    <a:cubicBezTo>
                      <a:pt x="935" y="1201"/>
                      <a:pt x="1202" y="934"/>
                      <a:pt x="1202" y="601"/>
                    </a:cubicBezTo>
                    <a:cubicBezTo>
                      <a:pt x="1202" y="300"/>
                      <a:pt x="935" y="0"/>
                      <a:pt x="6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4" name="Google Shape;12444;p37"/>
              <p:cNvSpPr/>
              <p:nvPr/>
            </p:nvSpPr>
            <p:spPr>
              <a:xfrm>
                <a:off x="5065450" y="1269675"/>
                <a:ext cx="46725" cy="49050"/>
              </a:xfrm>
              <a:custGeom>
                <a:rect b="b" l="l" r="r" t="t"/>
                <a:pathLst>
                  <a:path extrusionOk="0" h="1962" w="1869">
                    <a:moveTo>
                      <a:pt x="901" y="1"/>
                    </a:moveTo>
                    <a:cubicBezTo>
                      <a:pt x="434" y="1"/>
                      <a:pt x="1" y="435"/>
                      <a:pt x="1" y="935"/>
                    </a:cubicBezTo>
                    <a:cubicBezTo>
                      <a:pt x="1" y="1235"/>
                      <a:pt x="67" y="1469"/>
                      <a:pt x="301" y="1702"/>
                    </a:cubicBezTo>
                    <a:cubicBezTo>
                      <a:pt x="437" y="1877"/>
                      <a:pt x="665" y="1962"/>
                      <a:pt x="890" y="1962"/>
                    </a:cubicBezTo>
                    <a:cubicBezTo>
                      <a:pt x="1050" y="1962"/>
                      <a:pt x="1210" y="1919"/>
                      <a:pt x="1335" y="1836"/>
                    </a:cubicBezTo>
                    <a:cubicBezTo>
                      <a:pt x="1669" y="1669"/>
                      <a:pt x="1869" y="1302"/>
                      <a:pt x="1835" y="935"/>
                    </a:cubicBezTo>
                    <a:cubicBezTo>
                      <a:pt x="1802" y="668"/>
                      <a:pt x="1735" y="468"/>
                      <a:pt x="1568" y="268"/>
                    </a:cubicBezTo>
                    <a:cubicBezTo>
                      <a:pt x="1402" y="101"/>
                      <a:pt x="1168" y="1"/>
                      <a:pt x="9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5" name="Google Shape;12445;p37"/>
              <p:cNvSpPr/>
              <p:nvPr/>
            </p:nvSpPr>
            <p:spPr>
              <a:xfrm>
                <a:off x="5104650" y="1516325"/>
                <a:ext cx="40875" cy="47750"/>
              </a:xfrm>
              <a:custGeom>
                <a:rect b="b" l="l" r="r" t="t"/>
                <a:pathLst>
                  <a:path extrusionOk="0" h="1910" w="1635">
                    <a:moveTo>
                      <a:pt x="822" y="0"/>
                    </a:moveTo>
                    <a:cubicBezTo>
                      <a:pt x="659" y="0"/>
                      <a:pt x="501" y="59"/>
                      <a:pt x="367" y="175"/>
                    </a:cubicBezTo>
                    <a:cubicBezTo>
                      <a:pt x="101" y="409"/>
                      <a:pt x="34" y="809"/>
                      <a:pt x="34" y="1109"/>
                    </a:cubicBezTo>
                    <a:cubicBezTo>
                      <a:pt x="0" y="1543"/>
                      <a:pt x="401" y="1910"/>
                      <a:pt x="834" y="1910"/>
                    </a:cubicBezTo>
                    <a:cubicBezTo>
                      <a:pt x="1268" y="1910"/>
                      <a:pt x="1635" y="1543"/>
                      <a:pt x="1635" y="1109"/>
                    </a:cubicBezTo>
                    <a:cubicBezTo>
                      <a:pt x="1635" y="809"/>
                      <a:pt x="1535" y="409"/>
                      <a:pt x="1301" y="175"/>
                    </a:cubicBezTo>
                    <a:cubicBezTo>
                      <a:pt x="1151" y="59"/>
                      <a:pt x="985" y="0"/>
                      <a:pt x="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6" name="Google Shape;12446;p37"/>
              <p:cNvSpPr/>
              <p:nvPr/>
            </p:nvSpPr>
            <p:spPr>
              <a:xfrm>
                <a:off x="4838625" y="1445100"/>
                <a:ext cx="40900" cy="48525"/>
              </a:xfrm>
              <a:custGeom>
                <a:rect b="b" l="l" r="r" t="t"/>
                <a:pathLst>
                  <a:path extrusionOk="0" h="1941" w="1636">
                    <a:moveTo>
                      <a:pt x="732" y="1"/>
                    </a:moveTo>
                    <a:cubicBezTo>
                      <a:pt x="623" y="1"/>
                      <a:pt x="521" y="33"/>
                      <a:pt x="468" y="122"/>
                    </a:cubicBezTo>
                    <a:cubicBezTo>
                      <a:pt x="201" y="456"/>
                      <a:pt x="67" y="789"/>
                      <a:pt x="34" y="1223"/>
                    </a:cubicBezTo>
                    <a:cubicBezTo>
                      <a:pt x="1" y="1523"/>
                      <a:pt x="267" y="1824"/>
                      <a:pt x="568" y="1924"/>
                    </a:cubicBezTo>
                    <a:cubicBezTo>
                      <a:pt x="619" y="1935"/>
                      <a:pt x="672" y="1941"/>
                      <a:pt x="724" y="1941"/>
                    </a:cubicBezTo>
                    <a:cubicBezTo>
                      <a:pt x="977" y="1941"/>
                      <a:pt x="1230" y="1811"/>
                      <a:pt x="1368" y="1590"/>
                    </a:cubicBezTo>
                    <a:cubicBezTo>
                      <a:pt x="1635" y="1056"/>
                      <a:pt x="1535" y="356"/>
                      <a:pt x="1001" y="56"/>
                    </a:cubicBezTo>
                    <a:cubicBezTo>
                      <a:pt x="924" y="25"/>
                      <a:pt x="825" y="1"/>
                      <a:pt x="7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7" name="Google Shape;12447;p37"/>
              <p:cNvSpPr/>
              <p:nvPr/>
            </p:nvSpPr>
            <p:spPr>
              <a:xfrm>
                <a:off x="4645150" y="1468250"/>
                <a:ext cx="39225" cy="40050"/>
              </a:xfrm>
              <a:custGeom>
                <a:rect b="b" l="l" r="r" t="t"/>
                <a:pathLst>
                  <a:path extrusionOk="0" h="1602" w="1569">
                    <a:moveTo>
                      <a:pt x="757" y="1"/>
                    </a:moveTo>
                    <a:cubicBezTo>
                      <a:pt x="657" y="1"/>
                      <a:pt x="557" y="30"/>
                      <a:pt x="468" y="97"/>
                    </a:cubicBezTo>
                    <a:cubicBezTo>
                      <a:pt x="101" y="330"/>
                      <a:pt x="1" y="697"/>
                      <a:pt x="134" y="1098"/>
                    </a:cubicBezTo>
                    <a:cubicBezTo>
                      <a:pt x="197" y="1379"/>
                      <a:pt x="464" y="1601"/>
                      <a:pt x="744" y="1601"/>
                    </a:cubicBezTo>
                    <a:cubicBezTo>
                      <a:pt x="763" y="1601"/>
                      <a:pt x="782" y="1600"/>
                      <a:pt x="801" y="1598"/>
                    </a:cubicBezTo>
                    <a:cubicBezTo>
                      <a:pt x="1001" y="1598"/>
                      <a:pt x="1135" y="1531"/>
                      <a:pt x="1302" y="1398"/>
                    </a:cubicBezTo>
                    <a:cubicBezTo>
                      <a:pt x="1468" y="1231"/>
                      <a:pt x="1568" y="931"/>
                      <a:pt x="1468" y="731"/>
                    </a:cubicBezTo>
                    <a:cubicBezTo>
                      <a:pt x="1435" y="597"/>
                      <a:pt x="1402" y="497"/>
                      <a:pt x="1335" y="397"/>
                    </a:cubicBezTo>
                    <a:lnTo>
                      <a:pt x="1335" y="397"/>
                    </a:lnTo>
                    <a:cubicBezTo>
                      <a:pt x="1336" y="398"/>
                      <a:pt x="1337" y="399"/>
                      <a:pt x="1337" y="399"/>
                    </a:cubicBezTo>
                    <a:cubicBezTo>
                      <a:pt x="1344" y="399"/>
                      <a:pt x="1201" y="191"/>
                      <a:pt x="1199" y="191"/>
                    </a:cubicBezTo>
                    <a:lnTo>
                      <a:pt x="1199" y="191"/>
                    </a:lnTo>
                    <a:cubicBezTo>
                      <a:pt x="1198" y="191"/>
                      <a:pt x="1212" y="212"/>
                      <a:pt x="1249" y="268"/>
                    </a:cubicBezTo>
                    <a:lnTo>
                      <a:pt x="1249" y="268"/>
                    </a:lnTo>
                    <a:cubicBezTo>
                      <a:pt x="1135" y="106"/>
                      <a:pt x="946" y="1"/>
                      <a:pt x="7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8" name="Google Shape;12448;p37"/>
              <p:cNvSpPr/>
              <p:nvPr/>
            </p:nvSpPr>
            <p:spPr>
              <a:xfrm>
                <a:off x="4733550" y="1359475"/>
                <a:ext cx="2250" cy="2800"/>
              </a:xfrm>
              <a:custGeom>
                <a:rect b="b" l="l" r="r" t="t"/>
                <a:pathLst>
                  <a:path extrusionOk="0" h="112" w="90">
                    <a:moveTo>
                      <a:pt x="87" y="1"/>
                    </a:moveTo>
                    <a:cubicBezTo>
                      <a:pt x="83" y="1"/>
                      <a:pt x="59" y="33"/>
                      <a:pt x="1" y="112"/>
                    </a:cubicBezTo>
                    <a:cubicBezTo>
                      <a:pt x="34" y="78"/>
                      <a:pt x="34" y="78"/>
                      <a:pt x="67" y="45"/>
                    </a:cubicBezTo>
                    <a:cubicBezTo>
                      <a:pt x="81" y="17"/>
                      <a:pt x="89" y="1"/>
                      <a:pt x="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9" name="Google Shape;12449;p37"/>
              <p:cNvSpPr/>
              <p:nvPr/>
            </p:nvSpPr>
            <p:spPr>
              <a:xfrm>
                <a:off x="4730225" y="1353900"/>
                <a:ext cx="35875" cy="35650"/>
              </a:xfrm>
              <a:custGeom>
                <a:rect b="b" l="l" r="r" t="t"/>
                <a:pathLst>
                  <a:path extrusionOk="0" h="1426" w="1435">
                    <a:moveTo>
                      <a:pt x="667" y="0"/>
                    </a:moveTo>
                    <a:cubicBezTo>
                      <a:pt x="483" y="0"/>
                      <a:pt x="303" y="114"/>
                      <a:pt x="200" y="268"/>
                    </a:cubicBezTo>
                    <a:cubicBezTo>
                      <a:pt x="134" y="368"/>
                      <a:pt x="67" y="501"/>
                      <a:pt x="33" y="501"/>
                    </a:cubicBezTo>
                    <a:cubicBezTo>
                      <a:pt x="0" y="668"/>
                      <a:pt x="33" y="802"/>
                      <a:pt x="67" y="968"/>
                    </a:cubicBezTo>
                    <a:cubicBezTo>
                      <a:pt x="121" y="1275"/>
                      <a:pt x="380" y="1425"/>
                      <a:pt x="648" y="1425"/>
                    </a:cubicBezTo>
                    <a:cubicBezTo>
                      <a:pt x="876" y="1425"/>
                      <a:pt x="1112" y="1316"/>
                      <a:pt x="1234" y="1102"/>
                    </a:cubicBezTo>
                    <a:cubicBezTo>
                      <a:pt x="1301" y="1035"/>
                      <a:pt x="1334" y="968"/>
                      <a:pt x="1334" y="868"/>
                    </a:cubicBezTo>
                    <a:cubicBezTo>
                      <a:pt x="1434" y="568"/>
                      <a:pt x="1301" y="268"/>
                      <a:pt x="1034" y="101"/>
                    </a:cubicBezTo>
                    <a:cubicBezTo>
                      <a:pt x="967" y="68"/>
                      <a:pt x="901" y="68"/>
                      <a:pt x="834" y="34"/>
                    </a:cubicBezTo>
                    <a:cubicBezTo>
                      <a:pt x="779" y="11"/>
                      <a:pt x="723" y="0"/>
                      <a:pt x="6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0" name="Google Shape;12450;p37"/>
              <p:cNvSpPr/>
              <p:nvPr/>
            </p:nvSpPr>
            <p:spPr>
              <a:xfrm>
                <a:off x="4889325" y="1567300"/>
                <a:ext cx="36900" cy="41300"/>
              </a:xfrm>
              <a:custGeom>
                <a:rect b="b" l="l" r="r" t="t"/>
                <a:pathLst>
                  <a:path extrusionOk="0" h="1652" w="1476">
                    <a:moveTo>
                      <a:pt x="602" y="0"/>
                    </a:moveTo>
                    <a:cubicBezTo>
                      <a:pt x="299" y="0"/>
                      <a:pt x="1" y="196"/>
                      <a:pt x="41" y="538"/>
                    </a:cubicBezTo>
                    <a:cubicBezTo>
                      <a:pt x="74" y="705"/>
                      <a:pt x="74" y="872"/>
                      <a:pt x="107" y="1038"/>
                    </a:cubicBezTo>
                    <a:cubicBezTo>
                      <a:pt x="141" y="1339"/>
                      <a:pt x="341" y="1539"/>
                      <a:pt x="641" y="1639"/>
                    </a:cubicBezTo>
                    <a:cubicBezTo>
                      <a:pt x="680" y="1648"/>
                      <a:pt x="720" y="1652"/>
                      <a:pt x="760" y="1652"/>
                    </a:cubicBezTo>
                    <a:cubicBezTo>
                      <a:pt x="1024" y="1652"/>
                      <a:pt x="1288" y="1466"/>
                      <a:pt x="1375" y="1205"/>
                    </a:cubicBezTo>
                    <a:cubicBezTo>
                      <a:pt x="1475" y="872"/>
                      <a:pt x="1242" y="571"/>
                      <a:pt x="1108" y="271"/>
                    </a:cubicBezTo>
                    <a:cubicBezTo>
                      <a:pt x="1002" y="86"/>
                      <a:pt x="801" y="0"/>
                      <a:pt x="6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1" name="Google Shape;12451;p37"/>
              <p:cNvSpPr/>
              <p:nvPr/>
            </p:nvSpPr>
            <p:spPr>
              <a:xfrm>
                <a:off x="5208900" y="1380725"/>
                <a:ext cx="37550" cy="35725"/>
              </a:xfrm>
              <a:custGeom>
                <a:rect b="b" l="l" r="r" t="t"/>
                <a:pathLst>
                  <a:path extrusionOk="0" h="1429" w="1502">
                    <a:moveTo>
                      <a:pt x="750" y="0"/>
                    </a:moveTo>
                    <a:cubicBezTo>
                      <a:pt x="641" y="0"/>
                      <a:pt x="532" y="30"/>
                      <a:pt x="434" y="95"/>
                    </a:cubicBezTo>
                    <a:cubicBezTo>
                      <a:pt x="33" y="296"/>
                      <a:pt x="0" y="796"/>
                      <a:pt x="300" y="1130"/>
                    </a:cubicBezTo>
                    <a:cubicBezTo>
                      <a:pt x="267" y="1096"/>
                      <a:pt x="250" y="1079"/>
                      <a:pt x="246" y="1079"/>
                    </a:cubicBezTo>
                    <a:lnTo>
                      <a:pt x="246" y="1079"/>
                    </a:lnTo>
                    <a:cubicBezTo>
                      <a:pt x="242" y="1079"/>
                      <a:pt x="250" y="1096"/>
                      <a:pt x="267" y="1130"/>
                    </a:cubicBezTo>
                    <a:cubicBezTo>
                      <a:pt x="383" y="1332"/>
                      <a:pt x="599" y="1428"/>
                      <a:pt x="815" y="1428"/>
                    </a:cubicBezTo>
                    <a:cubicBezTo>
                      <a:pt x="1097" y="1428"/>
                      <a:pt x="1378" y="1265"/>
                      <a:pt x="1434" y="963"/>
                    </a:cubicBezTo>
                    <a:cubicBezTo>
                      <a:pt x="1501" y="729"/>
                      <a:pt x="1468" y="529"/>
                      <a:pt x="1334" y="329"/>
                    </a:cubicBezTo>
                    <a:cubicBezTo>
                      <a:pt x="1200" y="127"/>
                      <a:pt x="974" y="0"/>
                      <a:pt x="7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2" name="Google Shape;12452;p37"/>
              <p:cNvSpPr/>
              <p:nvPr/>
            </p:nvSpPr>
            <p:spPr>
              <a:xfrm>
                <a:off x="4912850" y="1332750"/>
                <a:ext cx="23375" cy="23400"/>
              </a:xfrm>
              <a:custGeom>
                <a:rect b="b" l="l" r="r" t="t"/>
                <a:pathLst>
                  <a:path extrusionOk="0" h="936" w="935">
                    <a:moveTo>
                      <a:pt x="507" y="1"/>
                    </a:moveTo>
                    <a:cubicBezTo>
                      <a:pt x="399" y="1"/>
                      <a:pt x="288" y="38"/>
                      <a:pt x="200" y="113"/>
                    </a:cubicBezTo>
                    <a:cubicBezTo>
                      <a:pt x="0" y="347"/>
                      <a:pt x="100" y="680"/>
                      <a:pt x="367" y="814"/>
                    </a:cubicBezTo>
                    <a:cubicBezTo>
                      <a:pt x="367" y="814"/>
                      <a:pt x="401" y="814"/>
                      <a:pt x="434" y="847"/>
                    </a:cubicBezTo>
                    <a:cubicBezTo>
                      <a:pt x="467" y="880"/>
                      <a:pt x="501" y="880"/>
                      <a:pt x="534" y="880"/>
                    </a:cubicBezTo>
                    <a:cubicBezTo>
                      <a:pt x="534" y="880"/>
                      <a:pt x="534" y="914"/>
                      <a:pt x="567" y="914"/>
                    </a:cubicBezTo>
                    <a:cubicBezTo>
                      <a:pt x="595" y="927"/>
                      <a:pt x="623" y="936"/>
                      <a:pt x="650" y="936"/>
                    </a:cubicBezTo>
                    <a:cubicBezTo>
                      <a:pt x="689" y="936"/>
                      <a:pt x="728" y="919"/>
                      <a:pt x="768" y="880"/>
                    </a:cubicBezTo>
                    <a:cubicBezTo>
                      <a:pt x="934" y="747"/>
                      <a:pt x="934" y="513"/>
                      <a:pt x="901" y="313"/>
                    </a:cubicBezTo>
                    <a:cubicBezTo>
                      <a:pt x="859" y="105"/>
                      <a:pt x="687" y="1"/>
                      <a:pt x="5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3" name="Google Shape;12453;p37"/>
              <p:cNvSpPr/>
              <p:nvPr/>
            </p:nvSpPr>
            <p:spPr>
              <a:xfrm>
                <a:off x="4657000" y="2332625"/>
                <a:ext cx="60075" cy="53150"/>
              </a:xfrm>
              <a:custGeom>
                <a:rect b="b" l="l" r="r" t="t"/>
                <a:pathLst>
                  <a:path extrusionOk="0" h="2126" w="2403">
                    <a:moveTo>
                      <a:pt x="949" y="0"/>
                    </a:moveTo>
                    <a:cubicBezTo>
                      <a:pt x="899" y="0"/>
                      <a:pt x="848" y="4"/>
                      <a:pt x="794" y="13"/>
                    </a:cubicBezTo>
                    <a:cubicBezTo>
                      <a:pt x="780" y="12"/>
                      <a:pt x="765" y="12"/>
                      <a:pt x="750" y="12"/>
                    </a:cubicBezTo>
                    <a:cubicBezTo>
                      <a:pt x="336" y="12"/>
                      <a:pt x="1" y="461"/>
                      <a:pt x="194" y="847"/>
                    </a:cubicBezTo>
                    <a:cubicBezTo>
                      <a:pt x="194" y="947"/>
                      <a:pt x="227" y="1081"/>
                      <a:pt x="261" y="1181"/>
                    </a:cubicBezTo>
                    <a:cubicBezTo>
                      <a:pt x="361" y="1648"/>
                      <a:pt x="594" y="1948"/>
                      <a:pt x="1061" y="2081"/>
                    </a:cubicBezTo>
                    <a:cubicBezTo>
                      <a:pt x="1152" y="2112"/>
                      <a:pt x="1242" y="2126"/>
                      <a:pt x="1330" y="2126"/>
                    </a:cubicBezTo>
                    <a:cubicBezTo>
                      <a:pt x="1920" y="2126"/>
                      <a:pt x="2403" y="1495"/>
                      <a:pt x="2229" y="914"/>
                    </a:cubicBezTo>
                    <a:cubicBezTo>
                      <a:pt x="2095" y="447"/>
                      <a:pt x="1795" y="247"/>
                      <a:pt x="1361" y="80"/>
                    </a:cubicBezTo>
                    <a:cubicBezTo>
                      <a:pt x="1215" y="31"/>
                      <a:pt x="1086" y="0"/>
                      <a:pt x="9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4" name="Google Shape;12454;p37"/>
              <p:cNvSpPr/>
              <p:nvPr/>
            </p:nvSpPr>
            <p:spPr>
              <a:xfrm>
                <a:off x="4885325" y="2330350"/>
                <a:ext cx="50050" cy="48750"/>
              </a:xfrm>
              <a:custGeom>
                <a:rect b="b" l="l" r="r" t="t"/>
                <a:pathLst>
                  <a:path extrusionOk="0" h="1950" w="2002">
                    <a:moveTo>
                      <a:pt x="788" y="0"/>
                    </a:moveTo>
                    <a:cubicBezTo>
                      <a:pt x="668" y="0"/>
                      <a:pt x="545" y="35"/>
                      <a:pt x="434" y="104"/>
                    </a:cubicBezTo>
                    <a:cubicBezTo>
                      <a:pt x="201" y="238"/>
                      <a:pt x="1" y="571"/>
                      <a:pt x="134" y="872"/>
                    </a:cubicBezTo>
                    <a:cubicBezTo>
                      <a:pt x="134" y="872"/>
                      <a:pt x="134" y="905"/>
                      <a:pt x="134" y="905"/>
                    </a:cubicBezTo>
                    <a:cubicBezTo>
                      <a:pt x="167" y="938"/>
                      <a:pt x="167" y="938"/>
                      <a:pt x="167" y="938"/>
                    </a:cubicBezTo>
                    <a:cubicBezTo>
                      <a:pt x="167" y="1038"/>
                      <a:pt x="167" y="1138"/>
                      <a:pt x="201" y="1238"/>
                    </a:cubicBezTo>
                    <a:cubicBezTo>
                      <a:pt x="301" y="1572"/>
                      <a:pt x="601" y="1872"/>
                      <a:pt x="935" y="1939"/>
                    </a:cubicBezTo>
                    <a:cubicBezTo>
                      <a:pt x="997" y="1946"/>
                      <a:pt x="1057" y="1950"/>
                      <a:pt x="1117" y="1950"/>
                    </a:cubicBezTo>
                    <a:cubicBezTo>
                      <a:pt x="1344" y="1950"/>
                      <a:pt x="1550" y="1891"/>
                      <a:pt x="1735" y="1705"/>
                    </a:cubicBezTo>
                    <a:cubicBezTo>
                      <a:pt x="1935" y="1505"/>
                      <a:pt x="2002" y="1205"/>
                      <a:pt x="1935" y="938"/>
                    </a:cubicBezTo>
                    <a:cubicBezTo>
                      <a:pt x="1869" y="738"/>
                      <a:pt x="1768" y="571"/>
                      <a:pt x="1602" y="405"/>
                    </a:cubicBezTo>
                    <a:cubicBezTo>
                      <a:pt x="1502" y="304"/>
                      <a:pt x="1368" y="238"/>
                      <a:pt x="1235" y="204"/>
                    </a:cubicBezTo>
                    <a:cubicBezTo>
                      <a:pt x="1118" y="68"/>
                      <a:pt x="956" y="0"/>
                      <a:pt x="7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5" name="Google Shape;12455;p37"/>
              <p:cNvSpPr/>
              <p:nvPr/>
            </p:nvSpPr>
            <p:spPr>
              <a:xfrm>
                <a:off x="5104650" y="2290175"/>
                <a:ext cx="53400" cy="46125"/>
              </a:xfrm>
              <a:custGeom>
                <a:rect b="b" l="l" r="r" t="t"/>
                <a:pathLst>
                  <a:path extrusionOk="0" h="1845" w="2136">
                    <a:moveTo>
                      <a:pt x="1113" y="1"/>
                    </a:moveTo>
                    <a:cubicBezTo>
                      <a:pt x="985" y="1"/>
                      <a:pt x="855" y="27"/>
                      <a:pt x="734" y="77"/>
                    </a:cubicBezTo>
                    <a:cubicBezTo>
                      <a:pt x="704" y="97"/>
                      <a:pt x="673" y="115"/>
                      <a:pt x="643" y="131"/>
                    </a:cubicBezTo>
                    <a:lnTo>
                      <a:pt x="643" y="131"/>
                    </a:lnTo>
                    <a:cubicBezTo>
                      <a:pt x="653" y="124"/>
                      <a:pt x="661" y="117"/>
                      <a:pt x="668" y="110"/>
                    </a:cubicBezTo>
                    <a:lnTo>
                      <a:pt x="634" y="110"/>
                    </a:lnTo>
                    <a:cubicBezTo>
                      <a:pt x="267" y="177"/>
                      <a:pt x="0" y="611"/>
                      <a:pt x="0" y="977"/>
                    </a:cubicBezTo>
                    <a:cubicBezTo>
                      <a:pt x="0" y="1444"/>
                      <a:pt x="401" y="1811"/>
                      <a:pt x="868" y="1845"/>
                    </a:cubicBezTo>
                    <a:cubicBezTo>
                      <a:pt x="1101" y="1845"/>
                      <a:pt x="1368" y="1811"/>
                      <a:pt x="1568" y="1678"/>
                    </a:cubicBezTo>
                    <a:cubicBezTo>
                      <a:pt x="1969" y="1411"/>
                      <a:pt x="2135" y="877"/>
                      <a:pt x="1868" y="444"/>
                    </a:cubicBezTo>
                    <a:cubicBezTo>
                      <a:pt x="1705" y="141"/>
                      <a:pt x="1412" y="1"/>
                      <a:pt x="11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6" name="Google Shape;12456;p37"/>
              <p:cNvSpPr/>
              <p:nvPr/>
            </p:nvSpPr>
            <p:spPr>
              <a:xfrm>
                <a:off x="5121325" y="2292075"/>
                <a:ext cx="1700" cy="875"/>
              </a:xfrm>
              <a:custGeom>
                <a:rect b="b" l="l" r="r" t="t"/>
                <a:pathLst>
                  <a:path extrusionOk="0" h="35" w="68">
                    <a:moveTo>
                      <a:pt x="67" y="1"/>
                    </a:moveTo>
                    <a:cubicBezTo>
                      <a:pt x="67" y="1"/>
                      <a:pt x="67" y="1"/>
                      <a:pt x="1" y="34"/>
                    </a:cubicBezTo>
                    <a:cubicBezTo>
                      <a:pt x="34" y="34"/>
                      <a:pt x="34" y="34"/>
                      <a:pt x="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7" name="Google Shape;12457;p37"/>
              <p:cNvSpPr/>
              <p:nvPr/>
            </p:nvSpPr>
            <p:spPr>
              <a:xfrm>
                <a:off x="4885700" y="1955375"/>
                <a:ext cx="41350" cy="42775"/>
              </a:xfrm>
              <a:custGeom>
                <a:rect b="b" l="l" r="r" t="t"/>
                <a:pathLst>
                  <a:path extrusionOk="0" h="1711" w="1654">
                    <a:moveTo>
                      <a:pt x="891" y="0"/>
                    </a:moveTo>
                    <a:cubicBezTo>
                      <a:pt x="571" y="0"/>
                      <a:pt x="241" y="195"/>
                      <a:pt x="186" y="526"/>
                    </a:cubicBezTo>
                    <a:cubicBezTo>
                      <a:pt x="186" y="560"/>
                      <a:pt x="186" y="560"/>
                      <a:pt x="186" y="560"/>
                    </a:cubicBezTo>
                    <a:cubicBezTo>
                      <a:pt x="152" y="626"/>
                      <a:pt x="119" y="726"/>
                      <a:pt x="86" y="793"/>
                    </a:cubicBezTo>
                    <a:cubicBezTo>
                      <a:pt x="0" y="1191"/>
                      <a:pt x="327" y="1710"/>
                      <a:pt x="756" y="1710"/>
                    </a:cubicBezTo>
                    <a:cubicBezTo>
                      <a:pt x="830" y="1710"/>
                      <a:pt x="907" y="1695"/>
                      <a:pt x="986" y="1660"/>
                    </a:cubicBezTo>
                    <a:cubicBezTo>
                      <a:pt x="1420" y="1527"/>
                      <a:pt x="1653" y="1193"/>
                      <a:pt x="1653" y="726"/>
                    </a:cubicBezTo>
                    <a:cubicBezTo>
                      <a:pt x="1653" y="393"/>
                      <a:pt x="1420" y="93"/>
                      <a:pt x="1086" y="26"/>
                    </a:cubicBezTo>
                    <a:cubicBezTo>
                      <a:pt x="1023" y="9"/>
                      <a:pt x="957" y="0"/>
                      <a:pt x="8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8" name="Google Shape;12458;p37"/>
              <p:cNvSpPr/>
              <p:nvPr/>
            </p:nvSpPr>
            <p:spPr>
              <a:xfrm>
                <a:off x="4325750" y="715650"/>
                <a:ext cx="1386025" cy="1860950"/>
              </a:xfrm>
              <a:custGeom>
                <a:rect b="b" l="l" r="r" t="t"/>
                <a:pathLst>
                  <a:path extrusionOk="0" h="74438" w="55441">
                    <a:moveTo>
                      <a:pt x="16281" y="916"/>
                    </a:moveTo>
                    <a:cubicBezTo>
                      <a:pt x="17834" y="916"/>
                      <a:pt x="19142" y="1960"/>
                      <a:pt x="20482" y="3115"/>
                    </a:cubicBezTo>
                    <a:cubicBezTo>
                      <a:pt x="20551" y="3174"/>
                      <a:pt x="20635" y="3201"/>
                      <a:pt x="20717" y="3201"/>
                    </a:cubicBezTo>
                    <a:cubicBezTo>
                      <a:pt x="20909" y="3201"/>
                      <a:pt x="21086" y="3049"/>
                      <a:pt x="21016" y="2815"/>
                    </a:cubicBezTo>
                    <a:cubicBezTo>
                      <a:pt x="20983" y="2815"/>
                      <a:pt x="20983" y="2781"/>
                      <a:pt x="20983" y="2781"/>
                    </a:cubicBezTo>
                    <a:cubicBezTo>
                      <a:pt x="21139" y="2753"/>
                      <a:pt x="21295" y="2740"/>
                      <a:pt x="21449" y="2740"/>
                    </a:cubicBezTo>
                    <a:cubicBezTo>
                      <a:pt x="22216" y="2740"/>
                      <a:pt x="22951" y="3060"/>
                      <a:pt x="23618" y="3448"/>
                    </a:cubicBezTo>
                    <a:cubicBezTo>
                      <a:pt x="23551" y="3515"/>
                      <a:pt x="23484" y="3582"/>
                      <a:pt x="23418" y="3649"/>
                    </a:cubicBezTo>
                    <a:cubicBezTo>
                      <a:pt x="23255" y="3811"/>
                      <a:pt x="23400" y="4061"/>
                      <a:pt x="23585" y="4061"/>
                    </a:cubicBezTo>
                    <a:cubicBezTo>
                      <a:pt x="23628" y="4061"/>
                      <a:pt x="23674" y="4047"/>
                      <a:pt x="23718" y="4016"/>
                    </a:cubicBezTo>
                    <a:cubicBezTo>
                      <a:pt x="25130" y="3152"/>
                      <a:pt x="27605" y="1689"/>
                      <a:pt x="29491" y="1689"/>
                    </a:cubicBezTo>
                    <a:cubicBezTo>
                      <a:pt x="30812" y="1689"/>
                      <a:pt x="31845" y="2406"/>
                      <a:pt x="32024" y="4549"/>
                    </a:cubicBezTo>
                    <a:cubicBezTo>
                      <a:pt x="32047" y="4809"/>
                      <a:pt x="32272" y="4968"/>
                      <a:pt x="32483" y="4968"/>
                    </a:cubicBezTo>
                    <a:cubicBezTo>
                      <a:pt x="32571" y="4968"/>
                      <a:pt x="32656" y="4941"/>
                      <a:pt x="32724" y="4883"/>
                    </a:cubicBezTo>
                    <a:cubicBezTo>
                      <a:pt x="32900" y="4865"/>
                      <a:pt x="33070" y="4856"/>
                      <a:pt x="33236" y="4856"/>
                    </a:cubicBezTo>
                    <a:cubicBezTo>
                      <a:pt x="34608" y="4856"/>
                      <a:pt x="35603" y="5481"/>
                      <a:pt x="35960" y="6851"/>
                    </a:cubicBezTo>
                    <a:cubicBezTo>
                      <a:pt x="36007" y="7087"/>
                      <a:pt x="36222" y="7223"/>
                      <a:pt x="36438" y="7223"/>
                    </a:cubicBezTo>
                    <a:cubicBezTo>
                      <a:pt x="36527" y="7223"/>
                      <a:pt x="36616" y="7200"/>
                      <a:pt x="36694" y="7151"/>
                    </a:cubicBezTo>
                    <a:cubicBezTo>
                      <a:pt x="37383" y="6781"/>
                      <a:pt x="38157" y="6521"/>
                      <a:pt x="38905" y="6521"/>
                    </a:cubicBezTo>
                    <a:cubicBezTo>
                      <a:pt x="39641" y="6521"/>
                      <a:pt x="40351" y="6773"/>
                      <a:pt x="40930" y="7418"/>
                    </a:cubicBezTo>
                    <a:cubicBezTo>
                      <a:pt x="42364" y="9019"/>
                      <a:pt x="41330" y="10854"/>
                      <a:pt x="39329" y="11054"/>
                    </a:cubicBezTo>
                    <a:cubicBezTo>
                      <a:pt x="37514" y="11032"/>
                      <a:pt x="35630" y="10913"/>
                      <a:pt x="33756" y="10913"/>
                    </a:cubicBezTo>
                    <a:cubicBezTo>
                      <a:pt x="32737" y="10913"/>
                      <a:pt x="31722" y="10948"/>
                      <a:pt x="30723" y="11054"/>
                    </a:cubicBezTo>
                    <a:cubicBezTo>
                      <a:pt x="31156" y="10787"/>
                      <a:pt x="31557" y="10520"/>
                      <a:pt x="31924" y="10220"/>
                    </a:cubicBezTo>
                    <a:cubicBezTo>
                      <a:pt x="32069" y="10074"/>
                      <a:pt x="31935" y="9801"/>
                      <a:pt x="31765" y="9801"/>
                    </a:cubicBezTo>
                    <a:cubicBezTo>
                      <a:pt x="31741" y="9801"/>
                      <a:pt x="31716" y="9807"/>
                      <a:pt x="31690" y="9820"/>
                    </a:cubicBezTo>
                    <a:cubicBezTo>
                      <a:pt x="30289" y="10353"/>
                      <a:pt x="28955" y="10954"/>
                      <a:pt x="27487" y="11254"/>
                    </a:cubicBezTo>
                    <a:cubicBezTo>
                      <a:pt x="26019" y="11521"/>
                      <a:pt x="24618" y="11387"/>
                      <a:pt x="23151" y="11454"/>
                    </a:cubicBezTo>
                    <a:cubicBezTo>
                      <a:pt x="23251" y="10654"/>
                      <a:pt x="23151" y="9786"/>
                      <a:pt x="22784" y="8919"/>
                    </a:cubicBezTo>
                    <a:cubicBezTo>
                      <a:pt x="22740" y="8820"/>
                      <a:pt x="22657" y="8779"/>
                      <a:pt x="22568" y="8779"/>
                    </a:cubicBezTo>
                    <a:cubicBezTo>
                      <a:pt x="22387" y="8779"/>
                      <a:pt x="22183" y="8951"/>
                      <a:pt x="22250" y="9153"/>
                    </a:cubicBezTo>
                    <a:cubicBezTo>
                      <a:pt x="23032" y="11905"/>
                      <a:pt x="21379" y="14424"/>
                      <a:pt x="18612" y="14424"/>
                    </a:cubicBezTo>
                    <a:cubicBezTo>
                      <a:pt x="18429" y="14424"/>
                      <a:pt x="18240" y="14412"/>
                      <a:pt x="18047" y="14390"/>
                    </a:cubicBezTo>
                    <a:cubicBezTo>
                      <a:pt x="18032" y="14388"/>
                      <a:pt x="18017" y="14387"/>
                      <a:pt x="18002" y="14387"/>
                    </a:cubicBezTo>
                    <a:cubicBezTo>
                      <a:pt x="17758" y="14387"/>
                      <a:pt x="17580" y="14637"/>
                      <a:pt x="17580" y="14857"/>
                    </a:cubicBezTo>
                    <a:cubicBezTo>
                      <a:pt x="17549" y="16872"/>
                      <a:pt x="16178" y="17800"/>
                      <a:pt x="14802" y="17800"/>
                    </a:cubicBezTo>
                    <a:cubicBezTo>
                      <a:pt x="13219" y="17800"/>
                      <a:pt x="11630" y="16570"/>
                      <a:pt x="12076" y="14356"/>
                    </a:cubicBezTo>
                    <a:cubicBezTo>
                      <a:pt x="12104" y="14074"/>
                      <a:pt x="11917" y="13719"/>
                      <a:pt x="11636" y="13719"/>
                    </a:cubicBezTo>
                    <a:cubicBezTo>
                      <a:pt x="11585" y="13719"/>
                      <a:pt x="11532" y="13730"/>
                      <a:pt x="11476" y="13756"/>
                    </a:cubicBezTo>
                    <a:cubicBezTo>
                      <a:pt x="11108" y="13905"/>
                      <a:pt x="10790" y="13973"/>
                      <a:pt x="10515" y="13973"/>
                    </a:cubicBezTo>
                    <a:cubicBezTo>
                      <a:pt x="8517" y="13973"/>
                      <a:pt x="8782" y="10430"/>
                      <a:pt x="8841" y="9052"/>
                    </a:cubicBezTo>
                    <a:cubicBezTo>
                      <a:pt x="8841" y="8953"/>
                      <a:pt x="8758" y="8889"/>
                      <a:pt x="8676" y="8889"/>
                    </a:cubicBezTo>
                    <a:cubicBezTo>
                      <a:pt x="8621" y="8889"/>
                      <a:pt x="8567" y="8918"/>
                      <a:pt x="8540" y="8986"/>
                    </a:cubicBezTo>
                    <a:cubicBezTo>
                      <a:pt x="8307" y="9486"/>
                      <a:pt x="8140" y="10153"/>
                      <a:pt x="8107" y="10820"/>
                    </a:cubicBezTo>
                    <a:cubicBezTo>
                      <a:pt x="7373" y="10987"/>
                      <a:pt x="6806" y="11387"/>
                      <a:pt x="6005" y="11387"/>
                    </a:cubicBezTo>
                    <a:cubicBezTo>
                      <a:pt x="5171" y="11354"/>
                      <a:pt x="4504" y="10854"/>
                      <a:pt x="3770" y="10520"/>
                    </a:cubicBezTo>
                    <a:cubicBezTo>
                      <a:pt x="3741" y="10506"/>
                      <a:pt x="3710" y="10499"/>
                      <a:pt x="3681" y="10499"/>
                    </a:cubicBezTo>
                    <a:cubicBezTo>
                      <a:pt x="3575" y="10499"/>
                      <a:pt x="3485" y="10583"/>
                      <a:pt x="3537" y="10687"/>
                    </a:cubicBezTo>
                    <a:cubicBezTo>
                      <a:pt x="3637" y="11087"/>
                      <a:pt x="3870" y="11387"/>
                      <a:pt x="4171" y="11654"/>
                    </a:cubicBezTo>
                    <a:cubicBezTo>
                      <a:pt x="3970" y="14323"/>
                      <a:pt x="3937" y="17025"/>
                      <a:pt x="3937" y="19760"/>
                    </a:cubicBezTo>
                    <a:cubicBezTo>
                      <a:pt x="468" y="18626"/>
                      <a:pt x="2069" y="13923"/>
                      <a:pt x="2403" y="11321"/>
                    </a:cubicBezTo>
                    <a:cubicBezTo>
                      <a:pt x="2403" y="11287"/>
                      <a:pt x="2403" y="11254"/>
                      <a:pt x="2403" y="11221"/>
                    </a:cubicBezTo>
                    <a:cubicBezTo>
                      <a:pt x="2469" y="11187"/>
                      <a:pt x="2503" y="11154"/>
                      <a:pt x="2569" y="11121"/>
                    </a:cubicBezTo>
                    <a:cubicBezTo>
                      <a:pt x="2703" y="11021"/>
                      <a:pt x="2636" y="10787"/>
                      <a:pt x="2503" y="10720"/>
                    </a:cubicBezTo>
                    <a:cubicBezTo>
                      <a:pt x="2136" y="10520"/>
                      <a:pt x="1735" y="10453"/>
                      <a:pt x="1435" y="10087"/>
                    </a:cubicBezTo>
                    <a:cubicBezTo>
                      <a:pt x="935" y="9486"/>
                      <a:pt x="1135" y="8719"/>
                      <a:pt x="1602" y="8152"/>
                    </a:cubicBezTo>
                    <a:cubicBezTo>
                      <a:pt x="2403" y="7251"/>
                      <a:pt x="3637" y="7018"/>
                      <a:pt x="4771" y="6818"/>
                    </a:cubicBezTo>
                    <a:cubicBezTo>
                      <a:pt x="5138" y="6751"/>
                      <a:pt x="5205" y="6384"/>
                      <a:pt x="5038" y="6117"/>
                    </a:cubicBezTo>
                    <a:cubicBezTo>
                      <a:pt x="4971" y="4716"/>
                      <a:pt x="5838" y="3482"/>
                      <a:pt x="7206" y="3082"/>
                    </a:cubicBezTo>
                    <a:cubicBezTo>
                      <a:pt x="7531" y="2992"/>
                      <a:pt x="7845" y="2952"/>
                      <a:pt x="8149" y="2952"/>
                    </a:cubicBezTo>
                    <a:cubicBezTo>
                      <a:pt x="9093" y="2952"/>
                      <a:pt x="9951" y="3336"/>
                      <a:pt x="10809" y="3815"/>
                    </a:cubicBezTo>
                    <a:cubicBezTo>
                      <a:pt x="10877" y="3858"/>
                      <a:pt x="10948" y="3877"/>
                      <a:pt x="11017" y="3877"/>
                    </a:cubicBezTo>
                    <a:cubicBezTo>
                      <a:pt x="11217" y="3877"/>
                      <a:pt x="11401" y="3722"/>
                      <a:pt x="11476" y="3549"/>
                    </a:cubicBezTo>
                    <a:cubicBezTo>
                      <a:pt x="12543" y="3448"/>
                      <a:pt x="13077" y="2181"/>
                      <a:pt x="14044" y="1614"/>
                    </a:cubicBezTo>
                    <a:cubicBezTo>
                      <a:pt x="14854" y="1122"/>
                      <a:pt x="15592" y="916"/>
                      <a:pt x="16281" y="916"/>
                    </a:cubicBezTo>
                    <a:close/>
                    <a:moveTo>
                      <a:pt x="43513" y="25629"/>
                    </a:moveTo>
                    <a:cubicBezTo>
                      <a:pt x="44083" y="25629"/>
                      <a:pt x="44674" y="25768"/>
                      <a:pt x="45233" y="26065"/>
                    </a:cubicBezTo>
                    <a:cubicBezTo>
                      <a:pt x="46868" y="26965"/>
                      <a:pt x="47702" y="28667"/>
                      <a:pt x="48169" y="30401"/>
                    </a:cubicBezTo>
                    <a:cubicBezTo>
                      <a:pt x="48902" y="33303"/>
                      <a:pt x="48802" y="36606"/>
                      <a:pt x="48602" y="39574"/>
                    </a:cubicBezTo>
                    <a:cubicBezTo>
                      <a:pt x="48435" y="42743"/>
                      <a:pt x="48069" y="45979"/>
                      <a:pt x="47468" y="49115"/>
                    </a:cubicBezTo>
                    <a:cubicBezTo>
                      <a:pt x="46934" y="51733"/>
                      <a:pt x="45199" y="54934"/>
                      <a:pt x="42705" y="54934"/>
                    </a:cubicBezTo>
                    <a:cubicBezTo>
                      <a:pt x="41927" y="54934"/>
                      <a:pt x="41075" y="54622"/>
                      <a:pt x="40163" y="53885"/>
                    </a:cubicBezTo>
                    <a:cubicBezTo>
                      <a:pt x="40163" y="49548"/>
                      <a:pt x="40163" y="45178"/>
                      <a:pt x="40163" y="40842"/>
                    </a:cubicBezTo>
                    <a:cubicBezTo>
                      <a:pt x="40163" y="37073"/>
                      <a:pt x="40163" y="33270"/>
                      <a:pt x="40163" y="29500"/>
                    </a:cubicBezTo>
                    <a:cubicBezTo>
                      <a:pt x="40163" y="29467"/>
                      <a:pt x="40196" y="29467"/>
                      <a:pt x="40196" y="29434"/>
                    </a:cubicBezTo>
                    <a:cubicBezTo>
                      <a:pt x="40230" y="29300"/>
                      <a:pt x="40263" y="29134"/>
                      <a:pt x="40296" y="29000"/>
                    </a:cubicBezTo>
                    <a:cubicBezTo>
                      <a:pt x="40363" y="28967"/>
                      <a:pt x="40396" y="28900"/>
                      <a:pt x="40396" y="28800"/>
                    </a:cubicBezTo>
                    <a:cubicBezTo>
                      <a:pt x="40347" y="26834"/>
                      <a:pt x="41838" y="25629"/>
                      <a:pt x="43513" y="25629"/>
                    </a:cubicBezTo>
                    <a:close/>
                    <a:moveTo>
                      <a:pt x="40330" y="18493"/>
                    </a:moveTo>
                    <a:cubicBezTo>
                      <a:pt x="41864" y="20728"/>
                      <a:pt x="45633" y="20327"/>
                      <a:pt x="48235" y="20627"/>
                    </a:cubicBezTo>
                    <a:cubicBezTo>
                      <a:pt x="51704" y="21028"/>
                      <a:pt x="52772" y="23663"/>
                      <a:pt x="53406" y="26665"/>
                    </a:cubicBezTo>
                    <a:cubicBezTo>
                      <a:pt x="54006" y="29667"/>
                      <a:pt x="54306" y="32703"/>
                      <a:pt x="54373" y="35738"/>
                    </a:cubicBezTo>
                    <a:cubicBezTo>
                      <a:pt x="54473" y="41509"/>
                      <a:pt x="53639" y="47280"/>
                      <a:pt x="52005" y="52817"/>
                    </a:cubicBezTo>
                    <a:cubicBezTo>
                      <a:pt x="51237" y="55486"/>
                      <a:pt x="50237" y="58488"/>
                      <a:pt x="47735" y="60022"/>
                    </a:cubicBezTo>
                    <a:cubicBezTo>
                      <a:pt x="45982" y="61095"/>
                      <a:pt x="43942" y="61285"/>
                      <a:pt x="41920" y="61285"/>
                    </a:cubicBezTo>
                    <a:cubicBezTo>
                      <a:pt x="41364" y="61285"/>
                      <a:pt x="40810" y="61271"/>
                      <a:pt x="40263" y="61257"/>
                    </a:cubicBezTo>
                    <a:cubicBezTo>
                      <a:pt x="40230" y="59389"/>
                      <a:pt x="40196" y="57521"/>
                      <a:pt x="40196" y="55686"/>
                    </a:cubicBezTo>
                    <a:cubicBezTo>
                      <a:pt x="40196" y="55552"/>
                      <a:pt x="40196" y="55419"/>
                      <a:pt x="40196" y="55252"/>
                    </a:cubicBezTo>
                    <a:cubicBezTo>
                      <a:pt x="40797" y="55815"/>
                      <a:pt x="41527" y="56053"/>
                      <a:pt x="42293" y="56053"/>
                    </a:cubicBezTo>
                    <a:cubicBezTo>
                      <a:pt x="44203" y="56053"/>
                      <a:pt x="46339" y="54570"/>
                      <a:pt x="47268" y="52951"/>
                    </a:cubicBezTo>
                    <a:cubicBezTo>
                      <a:pt x="48502" y="50749"/>
                      <a:pt x="48702" y="48014"/>
                      <a:pt x="49036" y="45545"/>
                    </a:cubicBezTo>
                    <a:cubicBezTo>
                      <a:pt x="49403" y="42810"/>
                      <a:pt x="49670" y="40008"/>
                      <a:pt x="49703" y="37239"/>
                    </a:cubicBezTo>
                    <a:cubicBezTo>
                      <a:pt x="49770" y="33270"/>
                      <a:pt x="49836" y="27366"/>
                      <a:pt x="45734" y="25197"/>
                    </a:cubicBezTo>
                    <a:cubicBezTo>
                      <a:pt x="45109" y="24869"/>
                      <a:pt x="44400" y="24716"/>
                      <a:pt x="43697" y="24716"/>
                    </a:cubicBezTo>
                    <a:cubicBezTo>
                      <a:pt x="42185" y="24716"/>
                      <a:pt x="40699" y="25425"/>
                      <a:pt x="40130" y="26632"/>
                    </a:cubicBezTo>
                    <a:lnTo>
                      <a:pt x="40130" y="26398"/>
                    </a:lnTo>
                    <a:cubicBezTo>
                      <a:pt x="40130" y="23863"/>
                      <a:pt x="40296" y="21161"/>
                      <a:pt x="40330" y="18493"/>
                    </a:cubicBezTo>
                    <a:close/>
                    <a:moveTo>
                      <a:pt x="8073" y="11621"/>
                    </a:moveTo>
                    <a:cubicBezTo>
                      <a:pt x="8164" y="13311"/>
                      <a:pt x="8882" y="14946"/>
                      <a:pt x="10500" y="14946"/>
                    </a:cubicBezTo>
                    <a:cubicBezTo>
                      <a:pt x="10671" y="14946"/>
                      <a:pt x="10851" y="14928"/>
                      <a:pt x="11042" y="14890"/>
                    </a:cubicBezTo>
                    <a:lnTo>
                      <a:pt x="11042" y="14890"/>
                    </a:lnTo>
                    <a:cubicBezTo>
                      <a:pt x="11009" y="16825"/>
                      <a:pt x="12243" y="18693"/>
                      <a:pt x="14311" y="18960"/>
                    </a:cubicBezTo>
                    <a:cubicBezTo>
                      <a:pt x="14457" y="18977"/>
                      <a:pt x="14601" y="18985"/>
                      <a:pt x="14743" y="18985"/>
                    </a:cubicBezTo>
                    <a:cubicBezTo>
                      <a:pt x="16766" y="18985"/>
                      <a:pt x="18294" y="17257"/>
                      <a:pt x="18481" y="15324"/>
                    </a:cubicBezTo>
                    <a:cubicBezTo>
                      <a:pt x="18507" y="15324"/>
                      <a:pt x="18533" y="15324"/>
                      <a:pt x="18559" y="15324"/>
                    </a:cubicBezTo>
                    <a:cubicBezTo>
                      <a:pt x="20757" y="15324"/>
                      <a:pt x="22490" y="13934"/>
                      <a:pt x="23017" y="12088"/>
                    </a:cubicBezTo>
                    <a:cubicBezTo>
                      <a:pt x="23770" y="12373"/>
                      <a:pt x="24603" y="12502"/>
                      <a:pt x="25463" y="12502"/>
                    </a:cubicBezTo>
                    <a:cubicBezTo>
                      <a:pt x="26812" y="12502"/>
                      <a:pt x="28225" y="12184"/>
                      <a:pt x="29489" y="11654"/>
                    </a:cubicBezTo>
                    <a:cubicBezTo>
                      <a:pt x="31257" y="11988"/>
                      <a:pt x="33058" y="11888"/>
                      <a:pt x="34826" y="11921"/>
                    </a:cubicBezTo>
                    <a:cubicBezTo>
                      <a:pt x="35442" y="11921"/>
                      <a:pt x="36335" y="11793"/>
                      <a:pt x="37177" y="11793"/>
                    </a:cubicBezTo>
                    <a:cubicBezTo>
                      <a:pt x="38159" y="11793"/>
                      <a:pt x="39072" y="11967"/>
                      <a:pt x="39396" y="12722"/>
                    </a:cubicBezTo>
                    <a:cubicBezTo>
                      <a:pt x="38762" y="16992"/>
                      <a:pt x="39262" y="21695"/>
                      <a:pt x="39229" y="25998"/>
                    </a:cubicBezTo>
                    <a:cubicBezTo>
                      <a:pt x="39229" y="30935"/>
                      <a:pt x="39229" y="35905"/>
                      <a:pt x="39229" y="40842"/>
                    </a:cubicBezTo>
                    <a:cubicBezTo>
                      <a:pt x="39229" y="45645"/>
                      <a:pt x="39229" y="50482"/>
                      <a:pt x="39196" y="55286"/>
                    </a:cubicBezTo>
                    <a:cubicBezTo>
                      <a:pt x="39196" y="60056"/>
                      <a:pt x="38862" y="64993"/>
                      <a:pt x="39262" y="69729"/>
                    </a:cubicBezTo>
                    <a:cubicBezTo>
                      <a:pt x="39095" y="69763"/>
                      <a:pt x="38962" y="69896"/>
                      <a:pt x="38929" y="70096"/>
                    </a:cubicBezTo>
                    <a:cubicBezTo>
                      <a:pt x="38495" y="73332"/>
                      <a:pt x="31890" y="73065"/>
                      <a:pt x="29522" y="73232"/>
                    </a:cubicBezTo>
                    <a:cubicBezTo>
                      <a:pt x="27376" y="73361"/>
                      <a:pt x="25229" y="73410"/>
                      <a:pt x="23083" y="73410"/>
                    </a:cubicBezTo>
                    <a:cubicBezTo>
                      <a:pt x="22461" y="73410"/>
                      <a:pt x="21838" y="73406"/>
                      <a:pt x="21216" y="73399"/>
                    </a:cubicBezTo>
                    <a:cubicBezTo>
                      <a:pt x="18447" y="73332"/>
                      <a:pt x="15679" y="73165"/>
                      <a:pt x="12877" y="73032"/>
                    </a:cubicBezTo>
                    <a:cubicBezTo>
                      <a:pt x="10675" y="72898"/>
                      <a:pt x="7440" y="73198"/>
                      <a:pt x="5405" y="71931"/>
                    </a:cubicBezTo>
                    <a:cubicBezTo>
                      <a:pt x="5305" y="71697"/>
                      <a:pt x="5071" y="71564"/>
                      <a:pt x="4938" y="71330"/>
                    </a:cubicBezTo>
                    <a:cubicBezTo>
                      <a:pt x="4871" y="71264"/>
                      <a:pt x="4838" y="71164"/>
                      <a:pt x="4804" y="71064"/>
                    </a:cubicBezTo>
                    <a:cubicBezTo>
                      <a:pt x="5105" y="66160"/>
                      <a:pt x="4871" y="61190"/>
                      <a:pt x="4871" y="56286"/>
                    </a:cubicBezTo>
                    <a:cubicBezTo>
                      <a:pt x="4871" y="51316"/>
                      <a:pt x="4838" y="46379"/>
                      <a:pt x="4871" y="41409"/>
                    </a:cubicBezTo>
                    <a:cubicBezTo>
                      <a:pt x="4938" y="36572"/>
                      <a:pt x="4938" y="31769"/>
                      <a:pt x="4938" y="26932"/>
                    </a:cubicBezTo>
                    <a:cubicBezTo>
                      <a:pt x="4938" y="21995"/>
                      <a:pt x="5138" y="16958"/>
                      <a:pt x="4771" y="12021"/>
                    </a:cubicBezTo>
                    <a:lnTo>
                      <a:pt x="4771" y="12021"/>
                    </a:lnTo>
                    <a:cubicBezTo>
                      <a:pt x="5201" y="12223"/>
                      <a:pt x="5697" y="12327"/>
                      <a:pt x="6185" y="12327"/>
                    </a:cubicBezTo>
                    <a:cubicBezTo>
                      <a:pt x="6908" y="12327"/>
                      <a:pt x="7615" y="12099"/>
                      <a:pt x="8073" y="11621"/>
                    </a:cubicBezTo>
                    <a:close/>
                    <a:moveTo>
                      <a:pt x="16481" y="0"/>
                    </a:moveTo>
                    <a:cubicBezTo>
                      <a:pt x="15637" y="0"/>
                      <a:pt x="14802" y="201"/>
                      <a:pt x="14044" y="580"/>
                    </a:cubicBezTo>
                    <a:cubicBezTo>
                      <a:pt x="13044" y="1113"/>
                      <a:pt x="12276" y="2581"/>
                      <a:pt x="11276" y="3015"/>
                    </a:cubicBezTo>
                    <a:cubicBezTo>
                      <a:pt x="10483" y="2351"/>
                      <a:pt x="9415" y="2037"/>
                      <a:pt x="8349" y="2037"/>
                    </a:cubicBezTo>
                    <a:cubicBezTo>
                      <a:pt x="6096" y="2037"/>
                      <a:pt x="3852" y="3438"/>
                      <a:pt x="4237" y="5884"/>
                    </a:cubicBezTo>
                    <a:cubicBezTo>
                      <a:pt x="2503" y="6217"/>
                      <a:pt x="468" y="6918"/>
                      <a:pt x="168" y="8919"/>
                    </a:cubicBezTo>
                    <a:cubicBezTo>
                      <a:pt x="1" y="9820"/>
                      <a:pt x="768" y="11254"/>
                      <a:pt x="1735" y="11387"/>
                    </a:cubicBezTo>
                    <a:cubicBezTo>
                      <a:pt x="1087" y="13365"/>
                      <a:pt x="324" y="20605"/>
                      <a:pt x="3182" y="20605"/>
                    </a:cubicBezTo>
                    <a:cubicBezTo>
                      <a:pt x="3410" y="20605"/>
                      <a:pt x="3661" y="20559"/>
                      <a:pt x="3937" y="20461"/>
                    </a:cubicBezTo>
                    <a:cubicBezTo>
                      <a:pt x="3937" y="22495"/>
                      <a:pt x="3970" y="24530"/>
                      <a:pt x="3970" y="26532"/>
                    </a:cubicBezTo>
                    <a:cubicBezTo>
                      <a:pt x="3970" y="31502"/>
                      <a:pt x="4004" y="36439"/>
                      <a:pt x="4037" y="41409"/>
                    </a:cubicBezTo>
                    <a:cubicBezTo>
                      <a:pt x="4104" y="46246"/>
                      <a:pt x="4037" y="51049"/>
                      <a:pt x="4037" y="55886"/>
                    </a:cubicBezTo>
                    <a:cubicBezTo>
                      <a:pt x="4037" y="60956"/>
                      <a:pt x="3804" y="66093"/>
                      <a:pt x="4137" y="71164"/>
                    </a:cubicBezTo>
                    <a:cubicBezTo>
                      <a:pt x="4137" y="71197"/>
                      <a:pt x="4171" y="71230"/>
                      <a:pt x="4171" y="71264"/>
                    </a:cubicBezTo>
                    <a:cubicBezTo>
                      <a:pt x="4070" y="71330"/>
                      <a:pt x="4004" y="71497"/>
                      <a:pt x="4104" y="71597"/>
                    </a:cubicBezTo>
                    <a:cubicBezTo>
                      <a:pt x="5638" y="73665"/>
                      <a:pt x="8173" y="73632"/>
                      <a:pt x="10508" y="73799"/>
                    </a:cubicBezTo>
                    <a:cubicBezTo>
                      <a:pt x="14478" y="74099"/>
                      <a:pt x="18447" y="74366"/>
                      <a:pt x="22417" y="74433"/>
                    </a:cubicBezTo>
                    <a:cubicBezTo>
                      <a:pt x="22786" y="74436"/>
                      <a:pt x="23156" y="74437"/>
                      <a:pt x="23526" y="74437"/>
                    </a:cubicBezTo>
                    <a:cubicBezTo>
                      <a:pt x="27098" y="74437"/>
                      <a:pt x="30692" y="74282"/>
                      <a:pt x="34259" y="73799"/>
                    </a:cubicBezTo>
                    <a:cubicBezTo>
                      <a:pt x="36527" y="73499"/>
                      <a:pt x="39562" y="73198"/>
                      <a:pt x="39963" y="70430"/>
                    </a:cubicBezTo>
                    <a:cubicBezTo>
                      <a:pt x="40029" y="70363"/>
                      <a:pt x="40096" y="70263"/>
                      <a:pt x="40096" y="70130"/>
                    </a:cubicBezTo>
                    <a:cubicBezTo>
                      <a:pt x="40363" y="67561"/>
                      <a:pt x="40363" y="64926"/>
                      <a:pt x="40296" y="62291"/>
                    </a:cubicBezTo>
                    <a:lnTo>
                      <a:pt x="40296" y="62291"/>
                    </a:lnTo>
                    <a:cubicBezTo>
                      <a:pt x="40697" y="62308"/>
                      <a:pt x="41095" y="62317"/>
                      <a:pt x="41489" y="62317"/>
                    </a:cubicBezTo>
                    <a:cubicBezTo>
                      <a:pt x="45752" y="62317"/>
                      <a:pt x="49559" y="61228"/>
                      <a:pt x="51604" y="56953"/>
                    </a:cubicBezTo>
                    <a:cubicBezTo>
                      <a:pt x="54039" y="51816"/>
                      <a:pt x="54940" y="45612"/>
                      <a:pt x="55274" y="40008"/>
                    </a:cubicBezTo>
                    <a:cubicBezTo>
                      <a:pt x="55440" y="36906"/>
                      <a:pt x="55374" y="33804"/>
                      <a:pt x="55007" y="30735"/>
                    </a:cubicBezTo>
                    <a:cubicBezTo>
                      <a:pt x="54740" y="28233"/>
                      <a:pt x="54473" y="25398"/>
                      <a:pt x="53372" y="23096"/>
                    </a:cubicBezTo>
                    <a:cubicBezTo>
                      <a:pt x="52505" y="21228"/>
                      <a:pt x="51037" y="20094"/>
                      <a:pt x="49003" y="19727"/>
                    </a:cubicBezTo>
                    <a:cubicBezTo>
                      <a:pt x="46334" y="19260"/>
                      <a:pt x="41664" y="20327"/>
                      <a:pt x="40330" y="17358"/>
                    </a:cubicBezTo>
                    <a:cubicBezTo>
                      <a:pt x="40296" y="15657"/>
                      <a:pt x="40196" y="13956"/>
                      <a:pt x="39929" y="12355"/>
                    </a:cubicBezTo>
                    <a:cubicBezTo>
                      <a:pt x="39929" y="12221"/>
                      <a:pt x="39963" y="12155"/>
                      <a:pt x="39963" y="12055"/>
                    </a:cubicBezTo>
                    <a:cubicBezTo>
                      <a:pt x="39977" y="12055"/>
                      <a:pt x="39991" y="12055"/>
                      <a:pt x="40005" y="12055"/>
                    </a:cubicBezTo>
                    <a:cubicBezTo>
                      <a:pt x="41785" y="12055"/>
                      <a:pt x="43094" y="9972"/>
                      <a:pt x="42531" y="8185"/>
                    </a:cubicBezTo>
                    <a:cubicBezTo>
                      <a:pt x="41947" y="6409"/>
                      <a:pt x="40413" y="5665"/>
                      <a:pt x="38790" y="5665"/>
                    </a:cubicBezTo>
                    <a:cubicBezTo>
                      <a:pt x="38097" y="5665"/>
                      <a:pt x="37386" y="5801"/>
                      <a:pt x="36727" y="6050"/>
                    </a:cubicBezTo>
                    <a:cubicBezTo>
                      <a:pt x="36228" y="4817"/>
                      <a:pt x="35172" y="4038"/>
                      <a:pt x="33965" y="4038"/>
                    </a:cubicBezTo>
                    <a:cubicBezTo>
                      <a:pt x="33637" y="4038"/>
                      <a:pt x="33299" y="4095"/>
                      <a:pt x="32958" y="4216"/>
                    </a:cubicBezTo>
                    <a:cubicBezTo>
                      <a:pt x="33091" y="2414"/>
                      <a:pt x="31423" y="947"/>
                      <a:pt x="29689" y="713"/>
                    </a:cubicBezTo>
                    <a:cubicBezTo>
                      <a:pt x="29450" y="679"/>
                      <a:pt x="29216" y="662"/>
                      <a:pt x="28984" y="662"/>
                    </a:cubicBezTo>
                    <a:cubicBezTo>
                      <a:pt x="27209" y="662"/>
                      <a:pt x="25646" y="1630"/>
                      <a:pt x="24318" y="2781"/>
                    </a:cubicBezTo>
                    <a:cubicBezTo>
                      <a:pt x="23715" y="2178"/>
                      <a:pt x="22931" y="1925"/>
                      <a:pt x="22134" y="1925"/>
                    </a:cubicBezTo>
                    <a:cubicBezTo>
                      <a:pt x="21653" y="1925"/>
                      <a:pt x="21168" y="2018"/>
                      <a:pt x="20716" y="2181"/>
                    </a:cubicBezTo>
                    <a:cubicBezTo>
                      <a:pt x="19948" y="880"/>
                      <a:pt x="18281" y="113"/>
                      <a:pt x="16846" y="13"/>
                    </a:cubicBezTo>
                    <a:cubicBezTo>
                      <a:pt x="16724" y="4"/>
                      <a:pt x="16603" y="0"/>
                      <a:pt x="16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9" name="Google Shape;12459;p37"/>
              <p:cNvSpPr/>
              <p:nvPr/>
            </p:nvSpPr>
            <p:spPr>
              <a:xfrm>
                <a:off x="4575950" y="946550"/>
                <a:ext cx="59225" cy="77300"/>
              </a:xfrm>
              <a:custGeom>
                <a:rect b="b" l="l" r="r" t="t"/>
                <a:pathLst>
                  <a:path extrusionOk="0" h="3092" w="2369">
                    <a:moveTo>
                      <a:pt x="1251" y="1"/>
                    </a:moveTo>
                    <a:cubicBezTo>
                      <a:pt x="1210" y="1"/>
                      <a:pt x="1169" y="15"/>
                      <a:pt x="1134" y="50"/>
                    </a:cubicBezTo>
                    <a:cubicBezTo>
                      <a:pt x="334" y="750"/>
                      <a:pt x="0" y="1818"/>
                      <a:pt x="100" y="2885"/>
                    </a:cubicBezTo>
                    <a:cubicBezTo>
                      <a:pt x="100" y="3001"/>
                      <a:pt x="201" y="3092"/>
                      <a:pt x="315" y="3092"/>
                    </a:cubicBezTo>
                    <a:cubicBezTo>
                      <a:pt x="332" y="3092"/>
                      <a:pt x="349" y="3090"/>
                      <a:pt x="367" y="3085"/>
                    </a:cubicBezTo>
                    <a:cubicBezTo>
                      <a:pt x="1534" y="2852"/>
                      <a:pt x="2368" y="1584"/>
                      <a:pt x="1901" y="417"/>
                    </a:cubicBezTo>
                    <a:cubicBezTo>
                      <a:pt x="1876" y="366"/>
                      <a:pt x="1836" y="344"/>
                      <a:pt x="1796" y="344"/>
                    </a:cubicBezTo>
                    <a:cubicBezTo>
                      <a:pt x="1732" y="344"/>
                      <a:pt x="1668" y="401"/>
                      <a:pt x="1668" y="484"/>
                    </a:cubicBezTo>
                    <a:cubicBezTo>
                      <a:pt x="1835" y="1351"/>
                      <a:pt x="1368" y="2252"/>
                      <a:pt x="534" y="2552"/>
                    </a:cubicBezTo>
                    <a:cubicBezTo>
                      <a:pt x="567" y="1718"/>
                      <a:pt x="867" y="951"/>
                      <a:pt x="1401" y="217"/>
                    </a:cubicBezTo>
                    <a:cubicBezTo>
                      <a:pt x="1475" y="118"/>
                      <a:pt x="1366" y="1"/>
                      <a:pt x="125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0" name="Google Shape;12460;p37"/>
              <p:cNvSpPr/>
              <p:nvPr/>
            </p:nvSpPr>
            <p:spPr>
              <a:xfrm>
                <a:off x="4610975" y="890975"/>
                <a:ext cx="51725" cy="50800"/>
              </a:xfrm>
              <a:custGeom>
                <a:rect b="b" l="l" r="r" t="t"/>
                <a:pathLst>
                  <a:path extrusionOk="0" h="2032" w="2069">
                    <a:moveTo>
                      <a:pt x="1399" y="0"/>
                    </a:moveTo>
                    <a:cubicBezTo>
                      <a:pt x="1378" y="0"/>
                      <a:pt x="1356" y="2"/>
                      <a:pt x="1334" y="5"/>
                    </a:cubicBezTo>
                    <a:cubicBezTo>
                      <a:pt x="1201" y="38"/>
                      <a:pt x="1101" y="138"/>
                      <a:pt x="1168" y="272"/>
                    </a:cubicBezTo>
                    <a:cubicBezTo>
                      <a:pt x="1301" y="472"/>
                      <a:pt x="1468" y="605"/>
                      <a:pt x="1534" y="839"/>
                    </a:cubicBezTo>
                    <a:cubicBezTo>
                      <a:pt x="1568" y="1072"/>
                      <a:pt x="1468" y="1306"/>
                      <a:pt x="1234" y="1406"/>
                    </a:cubicBezTo>
                    <a:cubicBezTo>
                      <a:pt x="1157" y="1437"/>
                      <a:pt x="1044" y="1460"/>
                      <a:pt x="935" y="1460"/>
                    </a:cubicBezTo>
                    <a:cubicBezTo>
                      <a:pt x="809" y="1460"/>
                      <a:pt x="688" y="1428"/>
                      <a:pt x="634" y="1339"/>
                    </a:cubicBezTo>
                    <a:cubicBezTo>
                      <a:pt x="534" y="1139"/>
                      <a:pt x="701" y="739"/>
                      <a:pt x="867" y="605"/>
                    </a:cubicBezTo>
                    <a:cubicBezTo>
                      <a:pt x="986" y="516"/>
                      <a:pt x="920" y="294"/>
                      <a:pt x="786" y="294"/>
                    </a:cubicBezTo>
                    <a:cubicBezTo>
                      <a:pt x="769" y="294"/>
                      <a:pt x="752" y="298"/>
                      <a:pt x="734" y="305"/>
                    </a:cubicBezTo>
                    <a:cubicBezTo>
                      <a:pt x="267" y="505"/>
                      <a:pt x="0" y="905"/>
                      <a:pt x="100" y="1406"/>
                    </a:cubicBezTo>
                    <a:cubicBezTo>
                      <a:pt x="184" y="1823"/>
                      <a:pt x="591" y="2031"/>
                      <a:pt x="995" y="2031"/>
                    </a:cubicBezTo>
                    <a:cubicBezTo>
                      <a:pt x="1076" y="2031"/>
                      <a:pt x="1156" y="2023"/>
                      <a:pt x="1234" y="2006"/>
                    </a:cubicBezTo>
                    <a:cubicBezTo>
                      <a:pt x="1701" y="1906"/>
                      <a:pt x="2035" y="1506"/>
                      <a:pt x="2068" y="1005"/>
                    </a:cubicBezTo>
                    <a:cubicBezTo>
                      <a:pt x="2068" y="624"/>
                      <a:pt x="1826" y="0"/>
                      <a:pt x="139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1" name="Google Shape;12461;p37"/>
              <p:cNvSpPr/>
              <p:nvPr/>
            </p:nvSpPr>
            <p:spPr>
              <a:xfrm>
                <a:off x="5417825" y="1242950"/>
                <a:ext cx="107975" cy="42500"/>
              </a:xfrm>
              <a:custGeom>
                <a:rect b="b" l="l" r="r" t="t"/>
                <a:pathLst>
                  <a:path extrusionOk="0" h="1700" w="4319">
                    <a:moveTo>
                      <a:pt x="1451" y="0"/>
                    </a:moveTo>
                    <a:cubicBezTo>
                      <a:pt x="1241" y="0"/>
                      <a:pt x="1161" y="307"/>
                      <a:pt x="1383" y="403"/>
                    </a:cubicBezTo>
                    <a:cubicBezTo>
                      <a:pt x="1884" y="570"/>
                      <a:pt x="2384" y="703"/>
                      <a:pt x="2884" y="836"/>
                    </a:cubicBezTo>
                    <a:cubicBezTo>
                      <a:pt x="2985" y="870"/>
                      <a:pt x="3518" y="936"/>
                      <a:pt x="3552" y="1003"/>
                    </a:cubicBezTo>
                    <a:cubicBezTo>
                      <a:pt x="3652" y="1237"/>
                      <a:pt x="3218" y="1170"/>
                      <a:pt x="3018" y="1203"/>
                    </a:cubicBezTo>
                    <a:cubicBezTo>
                      <a:pt x="2982" y="1204"/>
                      <a:pt x="2946" y="1205"/>
                      <a:pt x="2910" y="1205"/>
                    </a:cubicBezTo>
                    <a:cubicBezTo>
                      <a:pt x="1901" y="1205"/>
                      <a:pt x="1186" y="754"/>
                      <a:pt x="316" y="303"/>
                    </a:cubicBezTo>
                    <a:cubicBezTo>
                      <a:pt x="293" y="294"/>
                      <a:pt x="270" y="289"/>
                      <a:pt x="248" y="289"/>
                    </a:cubicBezTo>
                    <a:cubicBezTo>
                      <a:pt x="109" y="289"/>
                      <a:pt x="1" y="454"/>
                      <a:pt x="116" y="570"/>
                    </a:cubicBezTo>
                    <a:cubicBezTo>
                      <a:pt x="583" y="1137"/>
                      <a:pt x="1317" y="1437"/>
                      <a:pt x="2017" y="1570"/>
                    </a:cubicBezTo>
                    <a:cubicBezTo>
                      <a:pt x="2311" y="1639"/>
                      <a:pt x="2687" y="1700"/>
                      <a:pt x="3049" y="1700"/>
                    </a:cubicBezTo>
                    <a:cubicBezTo>
                      <a:pt x="3386" y="1700"/>
                      <a:pt x="3711" y="1648"/>
                      <a:pt x="3952" y="1504"/>
                    </a:cubicBezTo>
                    <a:cubicBezTo>
                      <a:pt x="4319" y="1303"/>
                      <a:pt x="4285" y="936"/>
                      <a:pt x="3985" y="703"/>
                    </a:cubicBezTo>
                    <a:cubicBezTo>
                      <a:pt x="3752" y="536"/>
                      <a:pt x="3418" y="503"/>
                      <a:pt x="3151" y="436"/>
                    </a:cubicBezTo>
                    <a:cubicBezTo>
                      <a:pt x="2584" y="303"/>
                      <a:pt x="2051" y="136"/>
                      <a:pt x="1483" y="2"/>
                    </a:cubicBezTo>
                    <a:cubicBezTo>
                      <a:pt x="1472" y="1"/>
                      <a:pt x="1462" y="0"/>
                      <a:pt x="145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2" name="Google Shape;12462;p37"/>
              <p:cNvSpPr/>
              <p:nvPr/>
            </p:nvSpPr>
            <p:spPr>
              <a:xfrm>
                <a:off x="5542450" y="1273100"/>
                <a:ext cx="45675" cy="30825"/>
              </a:xfrm>
              <a:custGeom>
                <a:rect b="b" l="l" r="r" t="t"/>
                <a:pathLst>
                  <a:path extrusionOk="0" h="1233" w="1827">
                    <a:moveTo>
                      <a:pt x="458" y="0"/>
                    </a:moveTo>
                    <a:cubicBezTo>
                      <a:pt x="428" y="0"/>
                      <a:pt x="396" y="9"/>
                      <a:pt x="368" y="31"/>
                    </a:cubicBezTo>
                    <a:cubicBezTo>
                      <a:pt x="1" y="431"/>
                      <a:pt x="234" y="1165"/>
                      <a:pt x="802" y="1232"/>
                    </a:cubicBezTo>
                    <a:cubicBezTo>
                      <a:pt x="812" y="1232"/>
                      <a:pt x="823" y="1233"/>
                      <a:pt x="834" y="1233"/>
                    </a:cubicBezTo>
                    <a:cubicBezTo>
                      <a:pt x="1355" y="1233"/>
                      <a:pt x="1827" y="456"/>
                      <a:pt x="1402" y="64"/>
                    </a:cubicBezTo>
                    <a:cubicBezTo>
                      <a:pt x="1350" y="20"/>
                      <a:pt x="1295" y="2"/>
                      <a:pt x="1245" y="2"/>
                    </a:cubicBezTo>
                    <a:cubicBezTo>
                      <a:pt x="1103" y="2"/>
                      <a:pt x="995" y="150"/>
                      <a:pt x="1068" y="298"/>
                    </a:cubicBezTo>
                    <a:cubicBezTo>
                      <a:pt x="1165" y="522"/>
                      <a:pt x="1168" y="900"/>
                      <a:pt x="843" y="900"/>
                    </a:cubicBezTo>
                    <a:cubicBezTo>
                      <a:pt x="830" y="900"/>
                      <a:pt x="816" y="899"/>
                      <a:pt x="802" y="898"/>
                    </a:cubicBezTo>
                    <a:cubicBezTo>
                      <a:pt x="501" y="898"/>
                      <a:pt x="368" y="464"/>
                      <a:pt x="568" y="231"/>
                    </a:cubicBezTo>
                    <a:cubicBezTo>
                      <a:pt x="673" y="126"/>
                      <a:pt x="571" y="0"/>
                      <a:pt x="4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3" name="Google Shape;12463;p37"/>
              <p:cNvSpPr/>
              <p:nvPr/>
            </p:nvSpPr>
            <p:spPr>
              <a:xfrm>
                <a:off x="4502550" y="1211425"/>
                <a:ext cx="780575" cy="28925"/>
              </a:xfrm>
              <a:custGeom>
                <a:rect b="b" l="l" r="r" t="t"/>
                <a:pathLst>
                  <a:path extrusionOk="0" h="1157" w="31223">
                    <a:moveTo>
                      <a:pt x="24980" y="1"/>
                    </a:moveTo>
                    <a:cubicBezTo>
                      <a:pt x="21679" y="1"/>
                      <a:pt x="18343" y="196"/>
                      <a:pt x="15111" y="196"/>
                    </a:cubicBezTo>
                    <a:cubicBezTo>
                      <a:pt x="14949" y="197"/>
                      <a:pt x="14787" y="198"/>
                      <a:pt x="14625" y="198"/>
                    </a:cubicBezTo>
                    <a:cubicBezTo>
                      <a:pt x="11921" y="198"/>
                      <a:pt x="9132" y="54"/>
                      <a:pt x="6371" y="54"/>
                    </a:cubicBezTo>
                    <a:cubicBezTo>
                      <a:pt x="4271" y="54"/>
                      <a:pt x="2187" y="137"/>
                      <a:pt x="167" y="430"/>
                    </a:cubicBezTo>
                    <a:cubicBezTo>
                      <a:pt x="1" y="463"/>
                      <a:pt x="1" y="696"/>
                      <a:pt x="167" y="730"/>
                    </a:cubicBezTo>
                    <a:cubicBezTo>
                      <a:pt x="2159" y="1018"/>
                      <a:pt x="4213" y="1103"/>
                      <a:pt x="6282" y="1103"/>
                    </a:cubicBezTo>
                    <a:cubicBezTo>
                      <a:pt x="9239" y="1103"/>
                      <a:pt x="12227" y="930"/>
                      <a:pt x="15111" y="930"/>
                    </a:cubicBezTo>
                    <a:cubicBezTo>
                      <a:pt x="18366" y="951"/>
                      <a:pt x="21727" y="1157"/>
                      <a:pt x="25052" y="1157"/>
                    </a:cubicBezTo>
                    <a:cubicBezTo>
                      <a:pt x="27009" y="1157"/>
                      <a:pt x="28953" y="1086"/>
                      <a:pt x="30856" y="863"/>
                    </a:cubicBezTo>
                    <a:cubicBezTo>
                      <a:pt x="31223" y="830"/>
                      <a:pt x="31223" y="329"/>
                      <a:pt x="30856" y="296"/>
                    </a:cubicBezTo>
                    <a:cubicBezTo>
                      <a:pt x="28930" y="71"/>
                      <a:pt x="26961" y="1"/>
                      <a:pt x="2498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4" name="Google Shape;12464;p37"/>
              <p:cNvSpPr/>
              <p:nvPr/>
            </p:nvSpPr>
            <p:spPr>
              <a:xfrm>
                <a:off x="4485875" y="1291425"/>
                <a:ext cx="60900" cy="54500"/>
              </a:xfrm>
              <a:custGeom>
                <a:rect b="b" l="l" r="r" t="t"/>
                <a:pathLst>
                  <a:path extrusionOk="0" h="2180" w="2436">
                    <a:moveTo>
                      <a:pt x="1752" y="1"/>
                    </a:moveTo>
                    <a:cubicBezTo>
                      <a:pt x="1654" y="1"/>
                      <a:pt x="1582" y="127"/>
                      <a:pt x="1635" y="232"/>
                    </a:cubicBezTo>
                    <a:cubicBezTo>
                      <a:pt x="1835" y="632"/>
                      <a:pt x="1935" y="1599"/>
                      <a:pt x="1235" y="1599"/>
                    </a:cubicBezTo>
                    <a:cubicBezTo>
                      <a:pt x="1001" y="1599"/>
                      <a:pt x="701" y="1466"/>
                      <a:pt x="634" y="1232"/>
                    </a:cubicBezTo>
                    <a:cubicBezTo>
                      <a:pt x="511" y="924"/>
                      <a:pt x="873" y="558"/>
                      <a:pt x="1192" y="558"/>
                    </a:cubicBezTo>
                    <a:cubicBezTo>
                      <a:pt x="1218" y="558"/>
                      <a:pt x="1243" y="560"/>
                      <a:pt x="1268" y="565"/>
                    </a:cubicBezTo>
                    <a:cubicBezTo>
                      <a:pt x="1280" y="567"/>
                      <a:pt x="1291" y="568"/>
                      <a:pt x="1302" y="568"/>
                    </a:cubicBezTo>
                    <a:cubicBezTo>
                      <a:pt x="1475" y="568"/>
                      <a:pt x="1525" y="328"/>
                      <a:pt x="1368" y="265"/>
                    </a:cubicBezTo>
                    <a:cubicBezTo>
                      <a:pt x="1257" y="226"/>
                      <a:pt x="1143" y="207"/>
                      <a:pt x="1032" y="207"/>
                    </a:cubicBezTo>
                    <a:cubicBezTo>
                      <a:pt x="575" y="207"/>
                      <a:pt x="154" y="523"/>
                      <a:pt x="101" y="1032"/>
                    </a:cubicBezTo>
                    <a:cubicBezTo>
                      <a:pt x="0" y="1566"/>
                      <a:pt x="434" y="2000"/>
                      <a:pt x="934" y="2133"/>
                    </a:cubicBezTo>
                    <a:cubicBezTo>
                      <a:pt x="1035" y="2165"/>
                      <a:pt x="1137" y="2179"/>
                      <a:pt x="1238" y="2179"/>
                    </a:cubicBezTo>
                    <a:cubicBezTo>
                      <a:pt x="1669" y="2179"/>
                      <a:pt x="2073" y="1905"/>
                      <a:pt x="2235" y="1499"/>
                    </a:cubicBezTo>
                    <a:cubicBezTo>
                      <a:pt x="2436" y="966"/>
                      <a:pt x="2302" y="298"/>
                      <a:pt x="1835" y="32"/>
                    </a:cubicBezTo>
                    <a:cubicBezTo>
                      <a:pt x="1807" y="10"/>
                      <a:pt x="1778" y="1"/>
                      <a:pt x="175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5" name="Google Shape;12465;p37"/>
              <p:cNvSpPr/>
              <p:nvPr/>
            </p:nvSpPr>
            <p:spPr>
              <a:xfrm>
                <a:off x="4470875" y="1363850"/>
                <a:ext cx="59225" cy="199475"/>
              </a:xfrm>
              <a:custGeom>
                <a:rect b="b" l="l" r="r" t="t"/>
                <a:pathLst>
                  <a:path extrusionOk="0" h="7979" w="2369">
                    <a:moveTo>
                      <a:pt x="937" y="1"/>
                    </a:moveTo>
                    <a:cubicBezTo>
                      <a:pt x="764" y="1"/>
                      <a:pt x="743" y="272"/>
                      <a:pt x="901" y="303"/>
                    </a:cubicBezTo>
                    <a:cubicBezTo>
                      <a:pt x="2102" y="604"/>
                      <a:pt x="1701" y="3105"/>
                      <a:pt x="1668" y="3906"/>
                    </a:cubicBezTo>
                    <a:cubicBezTo>
                      <a:pt x="1601" y="4873"/>
                      <a:pt x="1434" y="5807"/>
                      <a:pt x="1101" y="6675"/>
                    </a:cubicBezTo>
                    <a:cubicBezTo>
                      <a:pt x="567" y="4740"/>
                      <a:pt x="400" y="2805"/>
                      <a:pt x="534" y="737"/>
                    </a:cubicBezTo>
                    <a:cubicBezTo>
                      <a:pt x="550" y="604"/>
                      <a:pt x="450" y="537"/>
                      <a:pt x="346" y="537"/>
                    </a:cubicBezTo>
                    <a:cubicBezTo>
                      <a:pt x="242" y="537"/>
                      <a:pt x="133" y="604"/>
                      <a:pt x="133" y="737"/>
                    </a:cubicBezTo>
                    <a:cubicBezTo>
                      <a:pt x="0" y="3072"/>
                      <a:pt x="234" y="5440"/>
                      <a:pt x="701" y="7742"/>
                    </a:cubicBezTo>
                    <a:cubicBezTo>
                      <a:pt x="738" y="7892"/>
                      <a:pt x="891" y="7979"/>
                      <a:pt x="1042" y="7979"/>
                    </a:cubicBezTo>
                    <a:cubicBezTo>
                      <a:pt x="1160" y="7979"/>
                      <a:pt x="1276" y="7926"/>
                      <a:pt x="1334" y="7809"/>
                    </a:cubicBezTo>
                    <a:cubicBezTo>
                      <a:pt x="2202" y="6141"/>
                      <a:pt x="2368" y="4273"/>
                      <a:pt x="2335" y="2405"/>
                    </a:cubicBezTo>
                    <a:cubicBezTo>
                      <a:pt x="2302" y="1304"/>
                      <a:pt x="2235" y="170"/>
                      <a:pt x="967" y="3"/>
                    </a:cubicBezTo>
                    <a:cubicBezTo>
                      <a:pt x="957" y="1"/>
                      <a:pt x="947" y="1"/>
                      <a:pt x="93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6" name="Google Shape;12466;p37"/>
              <p:cNvSpPr/>
              <p:nvPr/>
            </p:nvSpPr>
            <p:spPr>
              <a:xfrm>
                <a:off x="4494225" y="2400500"/>
                <a:ext cx="728875" cy="55125"/>
              </a:xfrm>
              <a:custGeom>
                <a:rect b="b" l="l" r="r" t="t"/>
                <a:pathLst>
                  <a:path extrusionOk="0" h="2205" w="29155">
                    <a:moveTo>
                      <a:pt x="167" y="0"/>
                    </a:moveTo>
                    <a:cubicBezTo>
                      <a:pt x="0" y="0"/>
                      <a:pt x="0" y="234"/>
                      <a:pt x="133" y="300"/>
                    </a:cubicBezTo>
                    <a:cubicBezTo>
                      <a:pt x="4703" y="1802"/>
                      <a:pt x="9707" y="2202"/>
                      <a:pt x="14510" y="2202"/>
                    </a:cubicBezTo>
                    <a:cubicBezTo>
                      <a:pt x="14758" y="2204"/>
                      <a:pt x="15006" y="2204"/>
                      <a:pt x="15255" y="2204"/>
                    </a:cubicBezTo>
                    <a:cubicBezTo>
                      <a:pt x="19832" y="2204"/>
                      <a:pt x="24586" y="1893"/>
                      <a:pt x="28921" y="501"/>
                    </a:cubicBezTo>
                    <a:cubicBezTo>
                      <a:pt x="29154" y="434"/>
                      <a:pt x="29121" y="67"/>
                      <a:pt x="28887" y="67"/>
                    </a:cubicBezTo>
                    <a:cubicBezTo>
                      <a:pt x="24084" y="467"/>
                      <a:pt x="19347" y="1201"/>
                      <a:pt x="14510" y="1201"/>
                    </a:cubicBezTo>
                    <a:cubicBezTo>
                      <a:pt x="9707" y="1201"/>
                      <a:pt x="4970" y="467"/>
                      <a:pt x="1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7" name="Google Shape;12467;p37"/>
              <p:cNvSpPr/>
              <p:nvPr/>
            </p:nvSpPr>
            <p:spPr>
              <a:xfrm>
                <a:off x="5262250" y="2387150"/>
                <a:ext cx="15875" cy="12525"/>
              </a:xfrm>
              <a:custGeom>
                <a:rect b="b" l="l" r="r" t="t"/>
                <a:pathLst>
                  <a:path extrusionOk="0" h="501" w="635">
                    <a:moveTo>
                      <a:pt x="335" y="1"/>
                    </a:moveTo>
                    <a:cubicBezTo>
                      <a:pt x="268" y="1"/>
                      <a:pt x="234" y="34"/>
                      <a:pt x="201" y="34"/>
                    </a:cubicBezTo>
                    <a:cubicBezTo>
                      <a:pt x="1" y="101"/>
                      <a:pt x="1" y="367"/>
                      <a:pt x="201" y="468"/>
                    </a:cubicBezTo>
                    <a:cubicBezTo>
                      <a:pt x="234" y="468"/>
                      <a:pt x="268" y="468"/>
                      <a:pt x="335" y="501"/>
                    </a:cubicBezTo>
                    <a:cubicBezTo>
                      <a:pt x="468" y="501"/>
                      <a:pt x="601" y="468"/>
                      <a:pt x="635" y="301"/>
                    </a:cubicBezTo>
                    <a:cubicBezTo>
                      <a:pt x="635" y="267"/>
                      <a:pt x="635" y="234"/>
                      <a:pt x="635" y="167"/>
                    </a:cubicBezTo>
                    <a:cubicBezTo>
                      <a:pt x="601" y="34"/>
                      <a:pt x="468" y="1"/>
                      <a:pt x="3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8" name="Google Shape;12468;p37"/>
              <p:cNvSpPr/>
              <p:nvPr/>
            </p:nvSpPr>
            <p:spPr>
              <a:xfrm>
                <a:off x="4475875" y="1608800"/>
                <a:ext cx="79575" cy="674950"/>
              </a:xfrm>
              <a:custGeom>
                <a:rect b="b" l="l" r="r" t="t"/>
                <a:pathLst>
                  <a:path extrusionOk="0" h="26998" w="3183">
                    <a:moveTo>
                      <a:pt x="2865" y="1"/>
                    </a:moveTo>
                    <a:cubicBezTo>
                      <a:pt x="2843" y="1"/>
                      <a:pt x="2822" y="4"/>
                      <a:pt x="2802" y="12"/>
                    </a:cubicBezTo>
                    <a:cubicBezTo>
                      <a:pt x="1501" y="646"/>
                      <a:pt x="1101" y="2014"/>
                      <a:pt x="901" y="3348"/>
                    </a:cubicBezTo>
                    <a:cubicBezTo>
                      <a:pt x="567" y="5750"/>
                      <a:pt x="501" y="8218"/>
                      <a:pt x="400" y="10620"/>
                    </a:cubicBezTo>
                    <a:cubicBezTo>
                      <a:pt x="200" y="15890"/>
                      <a:pt x="0" y="21594"/>
                      <a:pt x="1001" y="26765"/>
                    </a:cubicBezTo>
                    <a:cubicBezTo>
                      <a:pt x="1030" y="26927"/>
                      <a:pt x="1151" y="26998"/>
                      <a:pt x="1276" y="26998"/>
                    </a:cubicBezTo>
                    <a:cubicBezTo>
                      <a:pt x="1435" y="26998"/>
                      <a:pt x="1601" y="26884"/>
                      <a:pt x="1601" y="26698"/>
                    </a:cubicBezTo>
                    <a:cubicBezTo>
                      <a:pt x="1668" y="22161"/>
                      <a:pt x="1101" y="17592"/>
                      <a:pt x="1134" y="13055"/>
                    </a:cubicBezTo>
                    <a:cubicBezTo>
                      <a:pt x="1134" y="10920"/>
                      <a:pt x="1168" y="8752"/>
                      <a:pt x="1268" y="6617"/>
                    </a:cubicBezTo>
                    <a:cubicBezTo>
                      <a:pt x="1401" y="4382"/>
                      <a:pt x="1234" y="1947"/>
                      <a:pt x="3036" y="312"/>
                    </a:cubicBezTo>
                    <a:cubicBezTo>
                      <a:pt x="3182" y="195"/>
                      <a:pt x="3020" y="1"/>
                      <a:pt x="28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9" name="Google Shape;12469;p37"/>
              <p:cNvSpPr/>
              <p:nvPr/>
            </p:nvSpPr>
            <p:spPr>
              <a:xfrm>
                <a:off x="4517150" y="1591725"/>
                <a:ext cx="152225" cy="770950"/>
              </a:xfrm>
              <a:custGeom>
                <a:rect b="b" l="l" r="r" t="t"/>
                <a:pathLst>
                  <a:path extrusionOk="0" h="30838" w="6089">
                    <a:moveTo>
                      <a:pt x="2538" y="0"/>
                    </a:moveTo>
                    <a:cubicBezTo>
                      <a:pt x="2332" y="0"/>
                      <a:pt x="2114" y="20"/>
                      <a:pt x="1885" y="61"/>
                    </a:cubicBezTo>
                    <a:cubicBezTo>
                      <a:pt x="1652" y="128"/>
                      <a:pt x="1718" y="462"/>
                      <a:pt x="1918" y="462"/>
                    </a:cubicBezTo>
                    <a:cubicBezTo>
                      <a:pt x="1959" y="461"/>
                      <a:pt x="1999" y="460"/>
                      <a:pt x="2039" y="460"/>
                    </a:cubicBezTo>
                    <a:cubicBezTo>
                      <a:pt x="5844" y="460"/>
                      <a:pt x="5320" y="5158"/>
                      <a:pt x="5221" y="7700"/>
                    </a:cubicBezTo>
                    <a:cubicBezTo>
                      <a:pt x="5154" y="10269"/>
                      <a:pt x="5054" y="12837"/>
                      <a:pt x="4987" y="15406"/>
                    </a:cubicBezTo>
                    <a:cubicBezTo>
                      <a:pt x="4921" y="17808"/>
                      <a:pt x="4854" y="20243"/>
                      <a:pt x="4820" y="22678"/>
                    </a:cubicBezTo>
                    <a:cubicBezTo>
                      <a:pt x="4787" y="23812"/>
                      <a:pt x="4787" y="24979"/>
                      <a:pt x="4720" y="26113"/>
                    </a:cubicBezTo>
                    <a:cubicBezTo>
                      <a:pt x="4687" y="26681"/>
                      <a:pt x="4654" y="27281"/>
                      <a:pt x="4520" y="27848"/>
                    </a:cubicBezTo>
                    <a:cubicBezTo>
                      <a:pt x="4420" y="28415"/>
                      <a:pt x="4120" y="28915"/>
                      <a:pt x="3686" y="29249"/>
                    </a:cubicBezTo>
                    <a:cubicBezTo>
                      <a:pt x="3380" y="29708"/>
                      <a:pt x="3028" y="29935"/>
                      <a:pt x="2632" y="29935"/>
                    </a:cubicBezTo>
                    <a:cubicBezTo>
                      <a:pt x="2078" y="29935"/>
                      <a:pt x="1437" y="29491"/>
                      <a:pt x="718" y="28615"/>
                    </a:cubicBezTo>
                    <a:cubicBezTo>
                      <a:pt x="683" y="28511"/>
                      <a:pt x="576" y="28452"/>
                      <a:pt x="477" y="28452"/>
                    </a:cubicBezTo>
                    <a:cubicBezTo>
                      <a:pt x="385" y="28452"/>
                      <a:pt x="300" y="28503"/>
                      <a:pt x="284" y="28615"/>
                    </a:cubicBezTo>
                    <a:cubicBezTo>
                      <a:pt x="1" y="30075"/>
                      <a:pt x="1126" y="30838"/>
                      <a:pt x="2341" y="30838"/>
                    </a:cubicBezTo>
                    <a:cubicBezTo>
                      <a:pt x="2986" y="30838"/>
                      <a:pt x="3656" y="30623"/>
                      <a:pt x="4153" y="30183"/>
                    </a:cubicBezTo>
                    <a:cubicBezTo>
                      <a:pt x="5087" y="29416"/>
                      <a:pt x="5421" y="28215"/>
                      <a:pt x="5588" y="27047"/>
                    </a:cubicBezTo>
                    <a:cubicBezTo>
                      <a:pt x="5855" y="24679"/>
                      <a:pt x="5754" y="22211"/>
                      <a:pt x="5788" y="19842"/>
                    </a:cubicBezTo>
                    <a:cubicBezTo>
                      <a:pt x="5921" y="15039"/>
                      <a:pt x="6088" y="10235"/>
                      <a:pt x="6021" y="5432"/>
                    </a:cubicBezTo>
                    <a:cubicBezTo>
                      <a:pt x="5990" y="3175"/>
                      <a:pt x="5157" y="0"/>
                      <a:pt x="253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0" name="Google Shape;12470;p37"/>
              <p:cNvSpPr/>
              <p:nvPr/>
            </p:nvSpPr>
            <p:spPr>
              <a:xfrm>
                <a:off x="4703525" y="1619025"/>
                <a:ext cx="104775" cy="719575"/>
              </a:xfrm>
              <a:custGeom>
                <a:rect b="b" l="l" r="r" t="t"/>
                <a:pathLst>
                  <a:path extrusionOk="0" h="28783" w="4191">
                    <a:moveTo>
                      <a:pt x="3172" y="1"/>
                    </a:moveTo>
                    <a:cubicBezTo>
                      <a:pt x="3160" y="1"/>
                      <a:pt x="3148" y="2"/>
                      <a:pt x="3136" y="4"/>
                    </a:cubicBezTo>
                    <a:cubicBezTo>
                      <a:pt x="668" y="337"/>
                      <a:pt x="401" y="2972"/>
                      <a:pt x="334" y="5007"/>
                    </a:cubicBezTo>
                    <a:cubicBezTo>
                      <a:pt x="201" y="8910"/>
                      <a:pt x="234" y="12846"/>
                      <a:pt x="234" y="16782"/>
                    </a:cubicBezTo>
                    <a:cubicBezTo>
                      <a:pt x="234" y="18684"/>
                      <a:pt x="201" y="20585"/>
                      <a:pt x="201" y="22486"/>
                    </a:cubicBezTo>
                    <a:cubicBezTo>
                      <a:pt x="201" y="23854"/>
                      <a:pt x="1" y="25388"/>
                      <a:pt x="401" y="26723"/>
                    </a:cubicBezTo>
                    <a:cubicBezTo>
                      <a:pt x="748" y="27863"/>
                      <a:pt x="1685" y="28782"/>
                      <a:pt x="2759" y="28782"/>
                    </a:cubicBezTo>
                    <a:cubicBezTo>
                      <a:pt x="3130" y="28782"/>
                      <a:pt x="3518" y="28672"/>
                      <a:pt x="3903" y="28424"/>
                    </a:cubicBezTo>
                    <a:cubicBezTo>
                      <a:pt x="4191" y="28223"/>
                      <a:pt x="4008" y="27823"/>
                      <a:pt x="3717" y="27823"/>
                    </a:cubicBezTo>
                    <a:cubicBezTo>
                      <a:pt x="3670" y="27823"/>
                      <a:pt x="3621" y="27834"/>
                      <a:pt x="3570" y="27857"/>
                    </a:cubicBezTo>
                    <a:cubicBezTo>
                      <a:pt x="3242" y="28004"/>
                      <a:pt x="2954" y="28071"/>
                      <a:pt x="2701" y="28071"/>
                    </a:cubicBezTo>
                    <a:cubicBezTo>
                      <a:pt x="428" y="28071"/>
                      <a:pt x="968" y="22663"/>
                      <a:pt x="968" y="21252"/>
                    </a:cubicBezTo>
                    <a:cubicBezTo>
                      <a:pt x="1001" y="19084"/>
                      <a:pt x="1001" y="16916"/>
                      <a:pt x="1001" y="14747"/>
                    </a:cubicBezTo>
                    <a:cubicBezTo>
                      <a:pt x="1001" y="12579"/>
                      <a:pt x="1001" y="10411"/>
                      <a:pt x="1001" y="8243"/>
                    </a:cubicBezTo>
                    <a:cubicBezTo>
                      <a:pt x="1001" y="5674"/>
                      <a:pt x="167" y="1538"/>
                      <a:pt x="3236" y="337"/>
                    </a:cubicBezTo>
                    <a:cubicBezTo>
                      <a:pt x="3426" y="274"/>
                      <a:pt x="3376" y="1"/>
                      <a:pt x="317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1" name="Google Shape;12471;p37"/>
              <p:cNvSpPr/>
              <p:nvPr/>
            </p:nvSpPr>
            <p:spPr>
              <a:xfrm>
                <a:off x="4801100" y="1614100"/>
                <a:ext cx="102600" cy="719175"/>
              </a:xfrm>
              <a:custGeom>
                <a:rect b="b" l="l" r="r" t="t"/>
                <a:pathLst>
                  <a:path extrusionOk="0" h="28767" w="4104">
                    <a:moveTo>
                      <a:pt x="267" y="0"/>
                    </a:moveTo>
                    <a:cubicBezTo>
                      <a:pt x="67" y="0"/>
                      <a:pt x="0" y="367"/>
                      <a:pt x="234" y="401"/>
                    </a:cubicBezTo>
                    <a:cubicBezTo>
                      <a:pt x="3436" y="1001"/>
                      <a:pt x="3003" y="4837"/>
                      <a:pt x="2936" y="7272"/>
                    </a:cubicBezTo>
                    <a:cubicBezTo>
                      <a:pt x="2869" y="9607"/>
                      <a:pt x="2802" y="11976"/>
                      <a:pt x="2736" y="14311"/>
                    </a:cubicBezTo>
                    <a:cubicBezTo>
                      <a:pt x="2702" y="16512"/>
                      <a:pt x="2636" y="18714"/>
                      <a:pt x="2569" y="20915"/>
                    </a:cubicBezTo>
                    <a:cubicBezTo>
                      <a:pt x="2536" y="22783"/>
                      <a:pt x="3236" y="27020"/>
                      <a:pt x="1235" y="28087"/>
                    </a:cubicBezTo>
                    <a:cubicBezTo>
                      <a:pt x="897" y="28271"/>
                      <a:pt x="1068" y="28766"/>
                      <a:pt x="1409" y="28766"/>
                    </a:cubicBezTo>
                    <a:cubicBezTo>
                      <a:pt x="1439" y="28766"/>
                      <a:pt x="1470" y="28762"/>
                      <a:pt x="1502" y="28754"/>
                    </a:cubicBezTo>
                    <a:cubicBezTo>
                      <a:pt x="3303" y="28254"/>
                      <a:pt x="3269" y="26152"/>
                      <a:pt x="3303" y="24618"/>
                    </a:cubicBezTo>
                    <a:cubicBezTo>
                      <a:pt x="3403" y="20915"/>
                      <a:pt x="3436" y="17179"/>
                      <a:pt x="3503" y="13477"/>
                    </a:cubicBezTo>
                    <a:cubicBezTo>
                      <a:pt x="3570" y="10241"/>
                      <a:pt x="4103" y="6672"/>
                      <a:pt x="3603" y="3470"/>
                    </a:cubicBezTo>
                    <a:cubicBezTo>
                      <a:pt x="3336" y="1635"/>
                      <a:pt x="2302" y="0"/>
                      <a:pt x="2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2" name="Google Shape;12472;p37"/>
              <p:cNvSpPr/>
              <p:nvPr/>
            </p:nvSpPr>
            <p:spPr>
              <a:xfrm>
                <a:off x="4928300" y="1594275"/>
                <a:ext cx="177200" cy="737275"/>
              </a:xfrm>
              <a:custGeom>
                <a:rect b="b" l="l" r="r" t="t"/>
                <a:pathLst>
                  <a:path extrusionOk="0" h="29491" w="7088">
                    <a:moveTo>
                      <a:pt x="3888" y="0"/>
                    </a:moveTo>
                    <a:cubicBezTo>
                      <a:pt x="2638" y="0"/>
                      <a:pt x="1414" y="868"/>
                      <a:pt x="1150" y="2328"/>
                    </a:cubicBezTo>
                    <a:cubicBezTo>
                      <a:pt x="1111" y="2485"/>
                      <a:pt x="1234" y="2585"/>
                      <a:pt x="1356" y="2585"/>
                    </a:cubicBezTo>
                    <a:cubicBezTo>
                      <a:pt x="1440" y="2585"/>
                      <a:pt x="1523" y="2537"/>
                      <a:pt x="1551" y="2428"/>
                    </a:cubicBezTo>
                    <a:cubicBezTo>
                      <a:pt x="1918" y="1403"/>
                      <a:pt x="2812" y="771"/>
                      <a:pt x="3706" y="771"/>
                    </a:cubicBezTo>
                    <a:cubicBezTo>
                      <a:pt x="4355" y="771"/>
                      <a:pt x="5005" y="1104"/>
                      <a:pt x="5453" y="1861"/>
                    </a:cubicBezTo>
                    <a:cubicBezTo>
                      <a:pt x="5854" y="2495"/>
                      <a:pt x="5920" y="3062"/>
                      <a:pt x="5987" y="3796"/>
                    </a:cubicBezTo>
                    <a:cubicBezTo>
                      <a:pt x="6054" y="4863"/>
                      <a:pt x="5987" y="5964"/>
                      <a:pt x="5987" y="7065"/>
                    </a:cubicBezTo>
                    <a:cubicBezTo>
                      <a:pt x="5987" y="9600"/>
                      <a:pt x="5987" y="12135"/>
                      <a:pt x="5887" y="14703"/>
                    </a:cubicBezTo>
                    <a:cubicBezTo>
                      <a:pt x="5787" y="17105"/>
                      <a:pt x="5620" y="19507"/>
                      <a:pt x="5387" y="21875"/>
                    </a:cubicBezTo>
                    <a:cubicBezTo>
                      <a:pt x="5220" y="23310"/>
                      <a:pt x="5053" y="24744"/>
                      <a:pt x="4786" y="26145"/>
                    </a:cubicBezTo>
                    <a:cubicBezTo>
                      <a:pt x="4719" y="26445"/>
                      <a:pt x="4686" y="26912"/>
                      <a:pt x="4519" y="27179"/>
                    </a:cubicBezTo>
                    <a:cubicBezTo>
                      <a:pt x="3912" y="28250"/>
                      <a:pt x="3340" y="28633"/>
                      <a:pt x="2822" y="28633"/>
                    </a:cubicBezTo>
                    <a:cubicBezTo>
                      <a:pt x="1888" y="28633"/>
                      <a:pt x="1134" y="27387"/>
                      <a:pt x="683" y="26679"/>
                    </a:cubicBezTo>
                    <a:cubicBezTo>
                      <a:pt x="612" y="26566"/>
                      <a:pt x="515" y="26519"/>
                      <a:pt x="420" y="26519"/>
                    </a:cubicBezTo>
                    <a:cubicBezTo>
                      <a:pt x="206" y="26519"/>
                      <a:pt x="1" y="26758"/>
                      <a:pt x="116" y="27012"/>
                    </a:cubicBezTo>
                    <a:cubicBezTo>
                      <a:pt x="793" y="28346"/>
                      <a:pt x="2026" y="29490"/>
                      <a:pt x="3193" y="29490"/>
                    </a:cubicBezTo>
                    <a:cubicBezTo>
                      <a:pt x="3923" y="29490"/>
                      <a:pt x="4627" y="29042"/>
                      <a:pt x="5153" y="27913"/>
                    </a:cubicBezTo>
                    <a:cubicBezTo>
                      <a:pt x="5987" y="26178"/>
                      <a:pt x="6020" y="23810"/>
                      <a:pt x="6221" y="21875"/>
                    </a:cubicBezTo>
                    <a:cubicBezTo>
                      <a:pt x="6521" y="19240"/>
                      <a:pt x="6654" y="16571"/>
                      <a:pt x="6754" y="13869"/>
                    </a:cubicBezTo>
                    <a:cubicBezTo>
                      <a:pt x="6821" y="11334"/>
                      <a:pt x="6821" y="8799"/>
                      <a:pt x="6821" y="6264"/>
                    </a:cubicBezTo>
                    <a:cubicBezTo>
                      <a:pt x="6854" y="4629"/>
                      <a:pt x="7088" y="2561"/>
                      <a:pt x="6087" y="1160"/>
                    </a:cubicBezTo>
                    <a:cubicBezTo>
                      <a:pt x="5511" y="362"/>
                      <a:pt x="4694" y="0"/>
                      <a:pt x="388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3" name="Google Shape;12473;p37"/>
              <p:cNvSpPr/>
              <p:nvPr/>
            </p:nvSpPr>
            <p:spPr>
              <a:xfrm>
                <a:off x="4929525" y="1702700"/>
                <a:ext cx="34225" cy="508625"/>
              </a:xfrm>
              <a:custGeom>
                <a:rect b="b" l="l" r="r" t="t"/>
                <a:pathLst>
                  <a:path extrusionOk="0" h="20345" w="1369">
                    <a:moveTo>
                      <a:pt x="1151" y="1"/>
                    </a:moveTo>
                    <a:cubicBezTo>
                      <a:pt x="1093" y="1"/>
                      <a:pt x="1035" y="42"/>
                      <a:pt x="1035" y="126"/>
                    </a:cubicBezTo>
                    <a:cubicBezTo>
                      <a:pt x="734" y="3428"/>
                      <a:pt x="634" y="6730"/>
                      <a:pt x="467" y="10066"/>
                    </a:cubicBezTo>
                    <a:cubicBezTo>
                      <a:pt x="334" y="13335"/>
                      <a:pt x="0" y="16738"/>
                      <a:pt x="167" y="20007"/>
                    </a:cubicBezTo>
                    <a:cubicBezTo>
                      <a:pt x="184" y="20236"/>
                      <a:pt x="337" y="20344"/>
                      <a:pt x="492" y="20344"/>
                    </a:cubicBezTo>
                    <a:cubicBezTo>
                      <a:pt x="653" y="20344"/>
                      <a:pt x="817" y="20227"/>
                      <a:pt x="834" y="20007"/>
                    </a:cubicBezTo>
                    <a:cubicBezTo>
                      <a:pt x="1235" y="16738"/>
                      <a:pt x="1135" y="13369"/>
                      <a:pt x="1201" y="10066"/>
                    </a:cubicBezTo>
                    <a:cubicBezTo>
                      <a:pt x="1268" y="6764"/>
                      <a:pt x="1368" y="3428"/>
                      <a:pt x="1268" y="126"/>
                    </a:cubicBezTo>
                    <a:cubicBezTo>
                      <a:pt x="1268" y="42"/>
                      <a:pt x="1210" y="1"/>
                      <a:pt x="115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4" name="Google Shape;12474;p37"/>
              <p:cNvSpPr/>
              <p:nvPr/>
            </p:nvSpPr>
            <p:spPr>
              <a:xfrm>
                <a:off x="5093800" y="1597850"/>
                <a:ext cx="181825" cy="707850"/>
              </a:xfrm>
              <a:custGeom>
                <a:rect b="b" l="l" r="r" t="t"/>
                <a:pathLst>
                  <a:path extrusionOk="0" h="28314" w="7273">
                    <a:moveTo>
                      <a:pt x="4747" y="1"/>
                    </a:moveTo>
                    <a:cubicBezTo>
                      <a:pt x="2538" y="1"/>
                      <a:pt x="1526" y="2280"/>
                      <a:pt x="1335" y="4286"/>
                    </a:cubicBezTo>
                    <a:cubicBezTo>
                      <a:pt x="868" y="8589"/>
                      <a:pt x="1102" y="12993"/>
                      <a:pt x="1002" y="17296"/>
                    </a:cubicBezTo>
                    <a:cubicBezTo>
                      <a:pt x="935" y="20198"/>
                      <a:pt x="1" y="24601"/>
                      <a:pt x="1969" y="27069"/>
                    </a:cubicBezTo>
                    <a:cubicBezTo>
                      <a:pt x="2592" y="27853"/>
                      <a:pt x="3529" y="28313"/>
                      <a:pt x="4430" y="28313"/>
                    </a:cubicBezTo>
                    <a:cubicBezTo>
                      <a:pt x="5216" y="28313"/>
                      <a:pt x="5975" y="27962"/>
                      <a:pt x="6472" y="27169"/>
                    </a:cubicBezTo>
                    <a:cubicBezTo>
                      <a:pt x="6624" y="26916"/>
                      <a:pt x="6392" y="26644"/>
                      <a:pt x="6169" y="26644"/>
                    </a:cubicBezTo>
                    <a:cubicBezTo>
                      <a:pt x="6098" y="26644"/>
                      <a:pt x="6028" y="26671"/>
                      <a:pt x="5972" y="26736"/>
                    </a:cubicBezTo>
                    <a:cubicBezTo>
                      <a:pt x="5514" y="27204"/>
                      <a:pt x="4997" y="27403"/>
                      <a:pt x="4488" y="27403"/>
                    </a:cubicBezTo>
                    <a:cubicBezTo>
                      <a:pt x="3366" y="27403"/>
                      <a:pt x="2280" y="26438"/>
                      <a:pt x="1936" y="25268"/>
                    </a:cubicBezTo>
                    <a:cubicBezTo>
                      <a:pt x="1535" y="23900"/>
                      <a:pt x="1702" y="22399"/>
                      <a:pt x="1735" y="20998"/>
                    </a:cubicBezTo>
                    <a:cubicBezTo>
                      <a:pt x="1769" y="18663"/>
                      <a:pt x="1802" y="16362"/>
                      <a:pt x="1869" y="14027"/>
                    </a:cubicBezTo>
                    <a:cubicBezTo>
                      <a:pt x="1902" y="11825"/>
                      <a:pt x="1936" y="9623"/>
                      <a:pt x="1969" y="7422"/>
                    </a:cubicBezTo>
                    <a:cubicBezTo>
                      <a:pt x="2002" y="5020"/>
                      <a:pt x="1735" y="1418"/>
                      <a:pt x="4437" y="484"/>
                    </a:cubicBezTo>
                    <a:cubicBezTo>
                      <a:pt x="6339" y="1851"/>
                      <a:pt x="5672" y="6021"/>
                      <a:pt x="5772" y="7989"/>
                    </a:cubicBezTo>
                    <a:cubicBezTo>
                      <a:pt x="5838" y="9890"/>
                      <a:pt x="5938" y="11792"/>
                      <a:pt x="5938" y="13693"/>
                    </a:cubicBezTo>
                    <a:cubicBezTo>
                      <a:pt x="5972" y="17429"/>
                      <a:pt x="5672" y="21399"/>
                      <a:pt x="6205" y="25101"/>
                    </a:cubicBezTo>
                    <a:cubicBezTo>
                      <a:pt x="6219" y="25241"/>
                      <a:pt x="6304" y="25299"/>
                      <a:pt x="6400" y="25299"/>
                    </a:cubicBezTo>
                    <a:cubicBezTo>
                      <a:pt x="6532" y="25299"/>
                      <a:pt x="6686" y="25189"/>
                      <a:pt x="6706" y="25035"/>
                    </a:cubicBezTo>
                    <a:cubicBezTo>
                      <a:pt x="7273" y="19864"/>
                      <a:pt x="6405" y="14427"/>
                      <a:pt x="6505" y="9223"/>
                    </a:cubicBezTo>
                    <a:cubicBezTo>
                      <a:pt x="6539" y="6922"/>
                      <a:pt x="6906" y="4153"/>
                      <a:pt x="6372" y="1918"/>
                    </a:cubicBezTo>
                    <a:cubicBezTo>
                      <a:pt x="6172" y="1117"/>
                      <a:pt x="5838" y="517"/>
                      <a:pt x="5238" y="283"/>
                    </a:cubicBezTo>
                    <a:cubicBezTo>
                      <a:pt x="5271" y="183"/>
                      <a:pt x="5205" y="17"/>
                      <a:pt x="5071" y="17"/>
                    </a:cubicBezTo>
                    <a:cubicBezTo>
                      <a:pt x="4960" y="6"/>
                      <a:pt x="4853" y="1"/>
                      <a:pt x="474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5" name="Google Shape;12475;p37"/>
              <p:cNvSpPr/>
              <p:nvPr/>
            </p:nvSpPr>
            <p:spPr>
              <a:xfrm>
                <a:off x="4664775" y="1323050"/>
                <a:ext cx="39625" cy="27425"/>
              </a:xfrm>
              <a:custGeom>
                <a:rect b="b" l="l" r="r" t="t"/>
                <a:pathLst>
                  <a:path extrusionOk="0" h="1097" w="1585">
                    <a:moveTo>
                      <a:pt x="795" y="1"/>
                    </a:moveTo>
                    <a:cubicBezTo>
                      <a:pt x="654" y="1"/>
                      <a:pt x="514" y="36"/>
                      <a:pt x="383" y="101"/>
                    </a:cubicBezTo>
                    <a:cubicBezTo>
                      <a:pt x="1" y="292"/>
                      <a:pt x="136" y="939"/>
                      <a:pt x="526" y="939"/>
                    </a:cubicBezTo>
                    <a:cubicBezTo>
                      <a:pt x="545" y="939"/>
                      <a:pt x="564" y="938"/>
                      <a:pt x="583" y="935"/>
                    </a:cubicBezTo>
                    <a:cubicBezTo>
                      <a:pt x="683" y="935"/>
                      <a:pt x="717" y="968"/>
                      <a:pt x="817" y="1035"/>
                    </a:cubicBezTo>
                    <a:cubicBezTo>
                      <a:pt x="881" y="1078"/>
                      <a:pt x="957" y="1097"/>
                      <a:pt x="1033" y="1097"/>
                    </a:cubicBezTo>
                    <a:cubicBezTo>
                      <a:pt x="1194" y="1097"/>
                      <a:pt x="1360" y="1014"/>
                      <a:pt x="1451" y="901"/>
                    </a:cubicBezTo>
                    <a:cubicBezTo>
                      <a:pt x="1584" y="701"/>
                      <a:pt x="1584" y="434"/>
                      <a:pt x="1417" y="268"/>
                    </a:cubicBezTo>
                    <a:cubicBezTo>
                      <a:pt x="1234" y="85"/>
                      <a:pt x="1015" y="1"/>
                      <a:pt x="79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6" name="Google Shape;12476;p37"/>
              <p:cNvSpPr/>
              <p:nvPr/>
            </p:nvSpPr>
            <p:spPr>
              <a:xfrm>
                <a:off x="4618475" y="1363925"/>
                <a:ext cx="23375" cy="23775"/>
              </a:xfrm>
              <a:custGeom>
                <a:rect b="b" l="l" r="r" t="t"/>
                <a:pathLst>
                  <a:path extrusionOk="0" h="951" w="935">
                    <a:moveTo>
                      <a:pt x="467" y="0"/>
                    </a:moveTo>
                    <a:cubicBezTo>
                      <a:pt x="200" y="0"/>
                      <a:pt x="0" y="267"/>
                      <a:pt x="67" y="534"/>
                    </a:cubicBezTo>
                    <a:cubicBezTo>
                      <a:pt x="100" y="701"/>
                      <a:pt x="167" y="801"/>
                      <a:pt x="300" y="901"/>
                    </a:cubicBezTo>
                    <a:cubicBezTo>
                      <a:pt x="351" y="934"/>
                      <a:pt x="409" y="951"/>
                      <a:pt x="467" y="951"/>
                    </a:cubicBezTo>
                    <a:cubicBezTo>
                      <a:pt x="526" y="951"/>
                      <a:pt x="584" y="934"/>
                      <a:pt x="634" y="901"/>
                    </a:cubicBezTo>
                    <a:cubicBezTo>
                      <a:pt x="767" y="801"/>
                      <a:pt x="834" y="701"/>
                      <a:pt x="868" y="534"/>
                    </a:cubicBezTo>
                    <a:cubicBezTo>
                      <a:pt x="934" y="267"/>
                      <a:pt x="734" y="0"/>
                      <a:pt x="4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7" name="Google Shape;12477;p37"/>
              <p:cNvSpPr/>
              <p:nvPr/>
            </p:nvSpPr>
            <p:spPr>
              <a:xfrm>
                <a:off x="4635150" y="1483950"/>
                <a:ext cx="30050" cy="26000"/>
              </a:xfrm>
              <a:custGeom>
                <a:rect b="b" l="l" r="r" t="t"/>
                <a:pathLst>
                  <a:path extrusionOk="0" h="1040" w="1202">
                    <a:moveTo>
                      <a:pt x="742" y="0"/>
                    </a:moveTo>
                    <a:cubicBezTo>
                      <a:pt x="728" y="0"/>
                      <a:pt x="715" y="1"/>
                      <a:pt x="701" y="3"/>
                    </a:cubicBezTo>
                    <a:lnTo>
                      <a:pt x="634" y="3"/>
                    </a:lnTo>
                    <a:cubicBezTo>
                      <a:pt x="0" y="103"/>
                      <a:pt x="0" y="937"/>
                      <a:pt x="634" y="1037"/>
                    </a:cubicBezTo>
                    <a:lnTo>
                      <a:pt x="701" y="1037"/>
                    </a:lnTo>
                    <a:cubicBezTo>
                      <a:pt x="715" y="1038"/>
                      <a:pt x="728" y="1039"/>
                      <a:pt x="742" y="1039"/>
                    </a:cubicBezTo>
                    <a:cubicBezTo>
                      <a:pt x="991" y="1039"/>
                      <a:pt x="1201" y="756"/>
                      <a:pt x="1201" y="503"/>
                    </a:cubicBezTo>
                    <a:cubicBezTo>
                      <a:pt x="1201" y="282"/>
                      <a:pt x="991" y="0"/>
                      <a:pt x="74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8" name="Google Shape;12478;p37"/>
              <p:cNvSpPr/>
              <p:nvPr/>
            </p:nvSpPr>
            <p:spPr>
              <a:xfrm>
                <a:off x="5034600" y="1383050"/>
                <a:ext cx="33350" cy="31575"/>
              </a:xfrm>
              <a:custGeom>
                <a:rect b="b" l="l" r="r" t="t"/>
                <a:pathLst>
                  <a:path extrusionOk="0" h="1263" w="1334">
                    <a:moveTo>
                      <a:pt x="743" y="0"/>
                    </a:moveTo>
                    <a:cubicBezTo>
                      <a:pt x="729" y="0"/>
                      <a:pt x="715" y="1"/>
                      <a:pt x="701" y="2"/>
                    </a:cubicBezTo>
                    <a:lnTo>
                      <a:pt x="668" y="2"/>
                    </a:lnTo>
                    <a:cubicBezTo>
                      <a:pt x="401" y="36"/>
                      <a:pt x="201" y="169"/>
                      <a:pt x="101" y="403"/>
                    </a:cubicBezTo>
                    <a:cubicBezTo>
                      <a:pt x="0" y="636"/>
                      <a:pt x="34" y="903"/>
                      <a:pt x="201" y="1070"/>
                    </a:cubicBezTo>
                    <a:cubicBezTo>
                      <a:pt x="324" y="1194"/>
                      <a:pt x="485" y="1262"/>
                      <a:pt x="655" y="1262"/>
                    </a:cubicBezTo>
                    <a:cubicBezTo>
                      <a:pt x="714" y="1262"/>
                      <a:pt x="774" y="1254"/>
                      <a:pt x="834" y="1237"/>
                    </a:cubicBezTo>
                    <a:cubicBezTo>
                      <a:pt x="1101" y="1170"/>
                      <a:pt x="1235" y="903"/>
                      <a:pt x="1268" y="636"/>
                    </a:cubicBezTo>
                    <a:cubicBezTo>
                      <a:pt x="1301" y="636"/>
                      <a:pt x="1301" y="603"/>
                      <a:pt x="1301" y="603"/>
                    </a:cubicBezTo>
                    <a:cubicBezTo>
                      <a:pt x="1333" y="317"/>
                      <a:pt x="1032" y="0"/>
                      <a:pt x="74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9" name="Google Shape;12479;p37"/>
              <p:cNvSpPr/>
              <p:nvPr/>
            </p:nvSpPr>
            <p:spPr>
              <a:xfrm>
                <a:off x="4839450" y="1369750"/>
                <a:ext cx="24225" cy="21925"/>
              </a:xfrm>
              <a:custGeom>
                <a:rect b="b" l="l" r="r" t="t"/>
                <a:pathLst>
                  <a:path extrusionOk="0" h="877" w="969">
                    <a:moveTo>
                      <a:pt x="501" y="1"/>
                    </a:moveTo>
                    <a:cubicBezTo>
                      <a:pt x="134" y="1"/>
                      <a:pt x="1" y="434"/>
                      <a:pt x="201" y="668"/>
                    </a:cubicBezTo>
                    <a:cubicBezTo>
                      <a:pt x="234" y="701"/>
                      <a:pt x="268" y="768"/>
                      <a:pt x="301" y="801"/>
                    </a:cubicBezTo>
                    <a:cubicBezTo>
                      <a:pt x="351" y="851"/>
                      <a:pt x="418" y="876"/>
                      <a:pt x="485" y="876"/>
                    </a:cubicBezTo>
                    <a:cubicBezTo>
                      <a:pt x="551" y="876"/>
                      <a:pt x="618" y="851"/>
                      <a:pt x="668" y="801"/>
                    </a:cubicBezTo>
                    <a:cubicBezTo>
                      <a:pt x="701" y="768"/>
                      <a:pt x="735" y="701"/>
                      <a:pt x="768" y="668"/>
                    </a:cubicBezTo>
                    <a:cubicBezTo>
                      <a:pt x="968" y="434"/>
                      <a:pt x="868" y="1"/>
                      <a:pt x="50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0" name="Google Shape;12480;p37"/>
              <p:cNvSpPr/>
              <p:nvPr/>
            </p:nvSpPr>
            <p:spPr>
              <a:xfrm>
                <a:off x="4838625" y="1458000"/>
                <a:ext cx="20875" cy="22350"/>
              </a:xfrm>
              <a:custGeom>
                <a:rect b="b" l="l" r="r" t="t"/>
                <a:pathLst>
                  <a:path extrusionOk="0" h="894" w="835">
                    <a:moveTo>
                      <a:pt x="499" y="0"/>
                    </a:moveTo>
                    <a:cubicBezTo>
                      <a:pt x="477" y="0"/>
                      <a:pt x="456" y="2"/>
                      <a:pt x="434" y="7"/>
                    </a:cubicBezTo>
                    <a:cubicBezTo>
                      <a:pt x="301" y="73"/>
                      <a:pt x="234" y="140"/>
                      <a:pt x="134" y="240"/>
                    </a:cubicBezTo>
                    <a:cubicBezTo>
                      <a:pt x="1" y="440"/>
                      <a:pt x="1" y="707"/>
                      <a:pt x="234" y="841"/>
                    </a:cubicBezTo>
                    <a:cubicBezTo>
                      <a:pt x="289" y="877"/>
                      <a:pt x="351" y="894"/>
                      <a:pt x="414" y="894"/>
                    </a:cubicBezTo>
                    <a:cubicBezTo>
                      <a:pt x="581" y="894"/>
                      <a:pt x="753" y="777"/>
                      <a:pt x="801" y="607"/>
                    </a:cubicBezTo>
                    <a:cubicBezTo>
                      <a:pt x="834" y="474"/>
                      <a:pt x="834" y="374"/>
                      <a:pt x="801" y="240"/>
                    </a:cubicBezTo>
                    <a:cubicBezTo>
                      <a:pt x="772" y="95"/>
                      <a:pt x="642" y="0"/>
                      <a:pt x="49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1" name="Google Shape;12481;p37"/>
              <p:cNvSpPr/>
              <p:nvPr/>
            </p:nvSpPr>
            <p:spPr>
              <a:xfrm>
                <a:off x="5002900" y="1488925"/>
                <a:ext cx="32875" cy="28125"/>
              </a:xfrm>
              <a:custGeom>
                <a:rect b="b" l="l" r="r" t="t"/>
                <a:pathLst>
                  <a:path extrusionOk="0" h="1125" w="1315">
                    <a:moveTo>
                      <a:pt x="736" y="1"/>
                    </a:moveTo>
                    <a:cubicBezTo>
                      <a:pt x="636" y="1"/>
                      <a:pt x="530" y="41"/>
                      <a:pt x="435" y="137"/>
                    </a:cubicBezTo>
                    <a:cubicBezTo>
                      <a:pt x="268" y="237"/>
                      <a:pt x="101" y="371"/>
                      <a:pt x="68" y="571"/>
                    </a:cubicBezTo>
                    <a:cubicBezTo>
                      <a:pt x="34" y="704"/>
                      <a:pt x="1" y="938"/>
                      <a:pt x="134" y="1038"/>
                    </a:cubicBezTo>
                    <a:cubicBezTo>
                      <a:pt x="198" y="1101"/>
                      <a:pt x="301" y="1125"/>
                      <a:pt x="411" y="1125"/>
                    </a:cubicBezTo>
                    <a:cubicBezTo>
                      <a:pt x="475" y="1125"/>
                      <a:pt x="540" y="1117"/>
                      <a:pt x="601" y="1105"/>
                    </a:cubicBezTo>
                    <a:cubicBezTo>
                      <a:pt x="801" y="1038"/>
                      <a:pt x="902" y="871"/>
                      <a:pt x="1035" y="738"/>
                    </a:cubicBezTo>
                    <a:cubicBezTo>
                      <a:pt x="1314" y="408"/>
                      <a:pt x="1053" y="1"/>
                      <a:pt x="7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2" name="Google Shape;12482;p37"/>
              <p:cNvSpPr/>
              <p:nvPr/>
            </p:nvSpPr>
            <p:spPr>
              <a:xfrm>
                <a:off x="5067950" y="1293875"/>
                <a:ext cx="10875" cy="10025"/>
              </a:xfrm>
              <a:custGeom>
                <a:rect b="b" l="l" r="r" t="t"/>
                <a:pathLst>
                  <a:path extrusionOk="0" h="401" w="435">
                    <a:moveTo>
                      <a:pt x="434" y="0"/>
                    </a:moveTo>
                    <a:cubicBezTo>
                      <a:pt x="1" y="0"/>
                      <a:pt x="1" y="401"/>
                      <a:pt x="434" y="401"/>
                    </a:cubicBezTo>
                    <a:lnTo>
                      <a:pt x="4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3" name="Google Shape;12483;p37"/>
              <p:cNvSpPr/>
              <p:nvPr/>
            </p:nvSpPr>
            <p:spPr>
              <a:xfrm>
                <a:off x="5109650" y="1545725"/>
                <a:ext cx="31725" cy="16700"/>
              </a:xfrm>
              <a:custGeom>
                <a:rect b="b" l="l" r="r" t="t"/>
                <a:pathLst>
                  <a:path extrusionOk="0" h="668" w="1269">
                    <a:moveTo>
                      <a:pt x="434" y="0"/>
                    </a:moveTo>
                    <a:cubicBezTo>
                      <a:pt x="1" y="0"/>
                      <a:pt x="1" y="667"/>
                      <a:pt x="434" y="667"/>
                    </a:cubicBezTo>
                    <a:cubicBezTo>
                      <a:pt x="1268" y="667"/>
                      <a:pt x="1268" y="0"/>
                      <a:pt x="43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4" name="Google Shape;12484;p37"/>
              <p:cNvSpPr/>
              <p:nvPr/>
            </p:nvSpPr>
            <p:spPr>
              <a:xfrm>
                <a:off x="4907850" y="2337950"/>
                <a:ext cx="31225" cy="26675"/>
              </a:xfrm>
              <a:custGeom>
                <a:rect b="b" l="l" r="r" t="t"/>
                <a:pathLst>
                  <a:path extrusionOk="0" h="1067" w="1249">
                    <a:moveTo>
                      <a:pt x="367" y="0"/>
                    </a:moveTo>
                    <a:cubicBezTo>
                      <a:pt x="167" y="0"/>
                      <a:pt x="34" y="134"/>
                      <a:pt x="34" y="334"/>
                    </a:cubicBezTo>
                    <a:cubicBezTo>
                      <a:pt x="0" y="601"/>
                      <a:pt x="234" y="768"/>
                      <a:pt x="400" y="934"/>
                    </a:cubicBezTo>
                    <a:cubicBezTo>
                      <a:pt x="478" y="1028"/>
                      <a:pt x="571" y="1067"/>
                      <a:pt x="662" y="1067"/>
                    </a:cubicBezTo>
                    <a:cubicBezTo>
                      <a:pt x="962" y="1067"/>
                      <a:pt x="1249" y="649"/>
                      <a:pt x="968" y="367"/>
                    </a:cubicBezTo>
                    <a:cubicBezTo>
                      <a:pt x="767" y="201"/>
                      <a:pt x="634" y="0"/>
                      <a:pt x="3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5" name="Google Shape;12485;p37"/>
              <p:cNvSpPr/>
              <p:nvPr/>
            </p:nvSpPr>
            <p:spPr>
              <a:xfrm>
                <a:off x="5099650" y="1100400"/>
                <a:ext cx="20875" cy="16700"/>
              </a:xfrm>
              <a:custGeom>
                <a:rect b="b" l="l" r="r" t="t"/>
                <a:pathLst>
                  <a:path extrusionOk="0" h="668" w="835">
                    <a:moveTo>
                      <a:pt x="401" y="0"/>
                    </a:moveTo>
                    <a:cubicBezTo>
                      <a:pt x="0" y="0"/>
                      <a:pt x="0" y="668"/>
                      <a:pt x="401" y="668"/>
                    </a:cubicBezTo>
                    <a:cubicBezTo>
                      <a:pt x="834" y="668"/>
                      <a:pt x="834" y="0"/>
                      <a:pt x="40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489" name="Shape 12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0" name="Google Shape;12490;p38"/>
          <p:cNvSpPr txBox="1"/>
          <p:nvPr>
            <p:ph idx="21"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2491" name="Google Shape;12491;p38"/>
          <p:cNvSpPr txBox="1"/>
          <p:nvPr>
            <p:ph idx="1" type="subTitle"/>
          </p:nvPr>
        </p:nvSpPr>
        <p:spPr>
          <a:xfrm>
            <a:off x="2079123" y="1516856"/>
            <a:ext cx="24930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2492" name="Google Shape;12492;p38"/>
          <p:cNvSpPr txBox="1"/>
          <p:nvPr>
            <p:ph idx="8" type="subTitle"/>
          </p:nvPr>
        </p:nvSpPr>
        <p:spPr>
          <a:xfrm>
            <a:off x="2079123" y="3593606"/>
            <a:ext cx="24930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Beers we picked through 6 weeks</a:t>
            </a:r>
            <a:endParaRPr/>
          </a:p>
        </p:txBody>
      </p:sp>
      <p:sp>
        <p:nvSpPr>
          <p:cNvPr id="12493" name="Google Shape;12493;p38"/>
          <p:cNvSpPr txBox="1"/>
          <p:nvPr>
            <p:ph idx="13" type="subTitle"/>
          </p:nvPr>
        </p:nvSpPr>
        <p:spPr>
          <a:xfrm>
            <a:off x="2079123" y="2555231"/>
            <a:ext cx="24930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Techniques &amp; analytical methods</a:t>
            </a:r>
            <a:endParaRPr/>
          </a:p>
        </p:txBody>
      </p:sp>
      <p:sp>
        <p:nvSpPr>
          <p:cNvPr id="12494" name="Google Shape;12494;p38"/>
          <p:cNvSpPr txBox="1"/>
          <p:nvPr>
            <p:ph idx="15" type="subTitle"/>
          </p:nvPr>
        </p:nvSpPr>
        <p:spPr>
          <a:xfrm>
            <a:off x="5834699" y="1516856"/>
            <a:ext cx="24930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grid</a:t>
            </a:r>
            <a:endParaRPr/>
          </a:p>
        </p:txBody>
      </p:sp>
      <p:sp>
        <p:nvSpPr>
          <p:cNvPr id="12495" name="Google Shape;12495;p38"/>
          <p:cNvSpPr txBox="1"/>
          <p:nvPr>
            <p:ph idx="17" type="subTitle"/>
          </p:nvPr>
        </p:nvSpPr>
        <p:spPr>
          <a:xfrm>
            <a:off x="5834699" y="3593606"/>
            <a:ext cx="24930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12496" name="Google Shape;12496;p38"/>
          <p:cNvSpPr txBox="1"/>
          <p:nvPr>
            <p:ph idx="19" type="subTitle"/>
          </p:nvPr>
        </p:nvSpPr>
        <p:spPr>
          <a:xfrm>
            <a:off x="5834699" y="2555231"/>
            <a:ext cx="24930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One beer we regret picking</a:t>
            </a:r>
            <a:endParaRPr/>
          </a:p>
        </p:txBody>
      </p:sp>
      <p:sp>
        <p:nvSpPr>
          <p:cNvPr id="12497" name="Google Shape;12497;p38"/>
          <p:cNvSpPr txBox="1"/>
          <p:nvPr>
            <p:ph type="title"/>
          </p:nvPr>
        </p:nvSpPr>
        <p:spPr>
          <a:xfrm>
            <a:off x="1352703" y="1437135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2498" name="Google Shape;12498;p38"/>
          <p:cNvSpPr txBox="1"/>
          <p:nvPr>
            <p:ph idx="2" type="title"/>
          </p:nvPr>
        </p:nvSpPr>
        <p:spPr>
          <a:xfrm>
            <a:off x="1352718" y="3513887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2499" name="Google Shape;12499;p38"/>
          <p:cNvSpPr txBox="1"/>
          <p:nvPr>
            <p:ph idx="3" type="title"/>
          </p:nvPr>
        </p:nvSpPr>
        <p:spPr>
          <a:xfrm>
            <a:off x="1352718" y="2475517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2500" name="Google Shape;12500;p38"/>
          <p:cNvSpPr txBox="1"/>
          <p:nvPr>
            <p:ph idx="4" type="title"/>
          </p:nvPr>
        </p:nvSpPr>
        <p:spPr>
          <a:xfrm>
            <a:off x="5032078" y="1437135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2501" name="Google Shape;12501;p38"/>
          <p:cNvSpPr txBox="1"/>
          <p:nvPr>
            <p:ph idx="5" type="title"/>
          </p:nvPr>
        </p:nvSpPr>
        <p:spPr>
          <a:xfrm>
            <a:off x="5032093" y="3513885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12502" name="Google Shape;12502;p38"/>
          <p:cNvSpPr txBox="1"/>
          <p:nvPr>
            <p:ph idx="6" type="title"/>
          </p:nvPr>
        </p:nvSpPr>
        <p:spPr>
          <a:xfrm>
            <a:off x="5032093" y="2475510"/>
            <a:ext cx="774000" cy="4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grpSp>
        <p:nvGrpSpPr>
          <p:cNvPr id="12503" name="Google Shape;12503;p38"/>
          <p:cNvGrpSpPr/>
          <p:nvPr/>
        </p:nvGrpSpPr>
        <p:grpSpPr>
          <a:xfrm>
            <a:off x="8097578" y="2136775"/>
            <a:ext cx="562788" cy="1261502"/>
            <a:chOff x="8097578" y="2136775"/>
            <a:chExt cx="562788" cy="1261502"/>
          </a:xfrm>
        </p:grpSpPr>
        <p:grpSp>
          <p:nvGrpSpPr>
            <p:cNvPr id="12504" name="Google Shape;12504;p38"/>
            <p:cNvGrpSpPr/>
            <p:nvPr/>
          </p:nvGrpSpPr>
          <p:grpSpPr>
            <a:xfrm rot="714868">
              <a:off x="8220337" y="2156359"/>
              <a:ext cx="317271" cy="1222334"/>
              <a:chOff x="4518750" y="2206200"/>
              <a:chExt cx="385300" cy="1484425"/>
            </a:xfrm>
          </p:grpSpPr>
          <p:sp>
            <p:nvSpPr>
              <p:cNvPr id="12505" name="Google Shape;12505;p38"/>
              <p:cNvSpPr/>
              <p:nvPr/>
            </p:nvSpPr>
            <p:spPr>
              <a:xfrm>
                <a:off x="4518750" y="2206200"/>
                <a:ext cx="385300" cy="1484425"/>
              </a:xfrm>
              <a:custGeom>
                <a:rect b="b" l="l" r="r" t="t"/>
                <a:pathLst>
                  <a:path extrusionOk="0" h="59377" w="15412">
                    <a:moveTo>
                      <a:pt x="15212" y="40763"/>
                    </a:moveTo>
                    <a:cubicBezTo>
                      <a:pt x="15212" y="42464"/>
                      <a:pt x="15245" y="44132"/>
                      <a:pt x="15212" y="45834"/>
                    </a:cubicBezTo>
                    <a:cubicBezTo>
                      <a:pt x="15212" y="48535"/>
                      <a:pt x="15178" y="51237"/>
                      <a:pt x="15145" y="53939"/>
                    </a:cubicBezTo>
                    <a:cubicBezTo>
                      <a:pt x="15112" y="54773"/>
                      <a:pt x="14945" y="55574"/>
                      <a:pt x="14678" y="56374"/>
                    </a:cubicBezTo>
                    <a:cubicBezTo>
                      <a:pt x="14244" y="57675"/>
                      <a:pt x="13177" y="58342"/>
                      <a:pt x="11943" y="58643"/>
                    </a:cubicBezTo>
                    <a:cubicBezTo>
                      <a:pt x="9007" y="59377"/>
                      <a:pt x="6038" y="59377"/>
                      <a:pt x="3070" y="58543"/>
                    </a:cubicBezTo>
                    <a:cubicBezTo>
                      <a:pt x="1402" y="58076"/>
                      <a:pt x="535" y="56908"/>
                      <a:pt x="334" y="55207"/>
                    </a:cubicBezTo>
                    <a:cubicBezTo>
                      <a:pt x="201" y="54273"/>
                      <a:pt x="134" y="53306"/>
                      <a:pt x="134" y="52338"/>
                    </a:cubicBezTo>
                    <a:cubicBezTo>
                      <a:pt x="101" y="49703"/>
                      <a:pt x="134" y="47068"/>
                      <a:pt x="101" y="44433"/>
                    </a:cubicBezTo>
                    <a:cubicBezTo>
                      <a:pt x="1" y="38762"/>
                      <a:pt x="1" y="33124"/>
                      <a:pt x="1" y="27487"/>
                    </a:cubicBezTo>
                    <a:cubicBezTo>
                      <a:pt x="34" y="26053"/>
                      <a:pt x="368" y="24718"/>
                      <a:pt x="1268" y="23551"/>
                    </a:cubicBezTo>
                    <a:cubicBezTo>
                      <a:pt x="2669" y="21650"/>
                      <a:pt x="3270" y="19481"/>
                      <a:pt x="3437" y="17146"/>
                    </a:cubicBezTo>
                    <a:cubicBezTo>
                      <a:pt x="3603" y="14711"/>
                      <a:pt x="3970" y="12276"/>
                      <a:pt x="4170" y="9841"/>
                    </a:cubicBezTo>
                    <a:cubicBezTo>
                      <a:pt x="4304" y="8373"/>
                      <a:pt x="4504" y="6939"/>
                      <a:pt x="4170" y="5471"/>
                    </a:cubicBezTo>
                    <a:cubicBezTo>
                      <a:pt x="3970" y="4604"/>
                      <a:pt x="4170" y="3670"/>
                      <a:pt x="4404" y="2803"/>
                    </a:cubicBezTo>
                    <a:cubicBezTo>
                      <a:pt x="4471" y="2536"/>
                      <a:pt x="4437" y="2336"/>
                      <a:pt x="4271" y="2069"/>
                    </a:cubicBezTo>
                    <a:cubicBezTo>
                      <a:pt x="3870" y="1368"/>
                      <a:pt x="4170" y="635"/>
                      <a:pt x="4971" y="434"/>
                    </a:cubicBezTo>
                    <a:cubicBezTo>
                      <a:pt x="6806" y="1"/>
                      <a:pt x="8674" y="34"/>
                      <a:pt x="10508" y="568"/>
                    </a:cubicBezTo>
                    <a:cubicBezTo>
                      <a:pt x="11242" y="768"/>
                      <a:pt x="11476" y="1402"/>
                      <a:pt x="11075" y="2102"/>
                    </a:cubicBezTo>
                    <a:cubicBezTo>
                      <a:pt x="10909" y="2402"/>
                      <a:pt x="10909" y="2636"/>
                      <a:pt x="10975" y="2936"/>
                    </a:cubicBezTo>
                    <a:cubicBezTo>
                      <a:pt x="11175" y="3937"/>
                      <a:pt x="11309" y="4938"/>
                      <a:pt x="11042" y="5972"/>
                    </a:cubicBezTo>
                    <a:cubicBezTo>
                      <a:pt x="10742" y="7106"/>
                      <a:pt x="11042" y="8273"/>
                      <a:pt x="11142" y="9407"/>
                    </a:cubicBezTo>
                    <a:cubicBezTo>
                      <a:pt x="11409" y="12376"/>
                      <a:pt x="11743" y="15312"/>
                      <a:pt x="12009" y="18247"/>
                    </a:cubicBezTo>
                    <a:cubicBezTo>
                      <a:pt x="12176" y="19915"/>
                      <a:pt x="12610" y="21449"/>
                      <a:pt x="13611" y="22750"/>
                    </a:cubicBezTo>
                    <a:cubicBezTo>
                      <a:pt x="15012" y="24618"/>
                      <a:pt x="15412" y="26720"/>
                      <a:pt x="15345" y="28988"/>
                    </a:cubicBezTo>
                    <a:cubicBezTo>
                      <a:pt x="15245" y="32224"/>
                      <a:pt x="15278" y="35426"/>
                      <a:pt x="15245" y="38662"/>
                    </a:cubicBezTo>
                    <a:cubicBezTo>
                      <a:pt x="15245" y="39362"/>
                      <a:pt x="15245" y="40063"/>
                      <a:pt x="15245" y="40763"/>
                    </a:cubicBezTo>
                    <a:cubicBezTo>
                      <a:pt x="15245" y="40763"/>
                      <a:pt x="15245" y="40763"/>
                      <a:pt x="15212" y="40763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6" name="Google Shape;12506;p38"/>
              <p:cNvSpPr/>
              <p:nvPr/>
            </p:nvSpPr>
            <p:spPr>
              <a:xfrm>
                <a:off x="4585475" y="2663200"/>
                <a:ext cx="306075" cy="484550"/>
              </a:xfrm>
              <a:custGeom>
                <a:rect b="b" l="l" r="r" t="t"/>
                <a:pathLst>
                  <a:path extrusionOk="0" h="19382" w="12243">
                    <a:moveTo>
                      <a:pt x="3003" y="868"/>
                    </a:moveTo>
                    <a:cubicBezTo>
                      <a:pt x="3303" y="934"/>
                      <a:pt x="3603" y="1001"/>
                      <a:pt x="3903" y="1101"/>
                    </a:cubicBezTo>
                    <a:cubicBezTo>
                      <a:pt x="5271" y="1502"/>
                      <a:pt x="6505" y="1201"/>
                      <a:pt x="7706" y="534"/>
                    </a:cubicBezTo>
                    <a:cubicBezTo>
                      <a:pt x="8039" y="334"/>
                      <a:pt x="8473" y="0"/>
                      <a:pt x="8773" y="167"/>
                    </a:cubicBezTo>
                    <a:cubicBezTo>
                      <a:pt x="9007" y="301"/>
                      <a:pt x="8973" y="868"/>
                      <a:pt x="9040" y="1235"/>
                    </a:cubicBezTo>
                    <a:cubicBezTo>
                      <a:pt x="9374" y="2702"/>
                      <a:pt x="9907" y="4070"/>
                      <a:pt x="10841" y="5271"/>
                    </a:cubicBezTo>
                    <a:cubicBezTo>
                      <a:pt x="11742" y="6472"/>
                      <a:pt x="12176" y="7873"/>
                      <a:pt x="12176" y="9340"/>
                    </a:cubicBezTo>
                    <a:cubicBezTo>
                      <a:pt x="12209" y="12376"/>
                      <a:pt x="12209" y="15378"/>
                      <a:pt x="12242" y="18414"/>
                    </a:cubicBezTo>
                    <a:cubicBezTo>
                      <a:pt x="12242" y="18547"/>
                      <a:pt x="12242" y="18714"/>
                      <a:pt x="12242" y="18881"/>
                    </a:cubicBezTo>
                    <a:cubicBezTo>
                      <a:pt x="12209" y="19081"/>
                      <a:pt x="12242" y="19348"/>
                      <a:pt x="11909" y="19348"/>
                    </a:cubicBezTo>
                    <a:cubicBezTo>
                      <a:pt x="11575" y="19381"/>
                      <a:pt x="11442" y="19181"/>
                      <a:pt x="11409" y="18881"/>
                    </a:cubicBezTo>
                    <a:cubicBezTo>
                      <a:pt x="11275" y="18214"/>
                      <a:pt x="11142" y="17546"/>
                      <a:pt x="11042" y="16879"/>
                    </a:cubicBezTo>
                    <a:cubicBezTo>
                      <a:pt x="10975" y="16579"/>
                      <a:pt x="10908" y="16279"/>
                      <a:pt x="10841" y="15979"/>
                    </a:cubicBezTo>
                    <a:cubicBezTo>
                      <a:pt x="10441" y="14211"/>
                      <a:pt x="9507" y="13310"/>
                      <a:pt x="7706" y="13043"/>
                    </a:cubicBezTo>
                    <a:cubicBezTo>
                      <a:pt x="5671" y="12743"/>
                      <a:pt x="3670" y="12943"/>
                      <a:pt x="1702" y="13510"/>
                    </a:cubicBezTo>
                    <a:cubicBezTo>
                      <a:pt x="1201" y="13644"/>
                      <a:pt x="768" y="13910"/>
                      <a:pt x="334" y="14211"/>
                    </a:cubicBezTo>
                    <a:cubicBezTo>
                      <a:pt x="0" y="14111"/>
                      <a:pt x="67" y="13810"/>
                      <a:pt x="67" y="13577"/>
                    </a:cubicBezTo>
                    <a:cubicBezTo>
                      <a:pt x="67" y="12209"/>
                      <a:pt x="100" y="10842"/>
                      <a:pt x="301" y="9507"/>
                    </a:cubicBezTo>
                    <a:cubicBezTo>
                      <a:pt x="567" y="7739"/>
                      <a:pt x="1001" y="6038"/>
                      <a:pt x="1602" y="4370"/>
                    </a:cubicBezTo>
                    <a:cubicBezTo>
                      <a:pt x="1968" y="3303"/>
                      <a:pt x="2435" y="2269"/>
                      <a:pt x="2636" y="1168"/>
                    </a:cubicBezTo>
                    <a:cubicBezTo>
                      <a:pt x="2669" y="968"/>
                      <a:pt x="2736" y="768"/>
                      <a:pt x="3003" y="8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7" name="Google Shape;12507;p38"/>
              <p:cNvSpPr/>
              <p:nvPr/>
            </p:nvSpPr>
            <p:spPr>
              <a:xfrm>
                <a:off x="4586300" y="3153550"/>
                <a:ext cx="303575" cy="184325"/>
              </a:xfrm>
              <a:custGeom>
                <a:rect b="b" l="l" r="r" t="t"/>
                <a:pathLst>
                  <a:path extrusionOk="0" h="7373" w="12143">
                    <a:moveTo>
                      <a:pt x="301" y="134"/>
                    </a:moveTo>
                    <a:cubicBezTo>
                      <a:pt x="1569" y="167"/>
                      <a:pt x="2836" y="201"/>
                      <a:pt x="4104" y="234"/>
                    </a:cubicBezTo>
                    <a:cubicBezTo>
                      <a:pt x="6239" y="334"/>
                      <a:pt x="8373" y="267"/>
                      <a:pt x="10508" y="134"/>
                    </a:cubicBezTo>
                    <a:cubicBezTo>
                      <a:pt x="12109" y="67"/>
                      <a:pt x="12109" y="1"/>
                      <a:pt x="12109" y="1535"/>
                    </a:cubicBezTo>
                    <a:cubicBezTo>
                      <a:pt x="12109" y="3136"/>
                      <a:pt x="12109" y="4737"/>
                      <a:pt x="12109" y="6338"/>
                    </a:cubicBezTo>
                    <a:cubicBezTo>
                      <a:pt x="12143" y="6672"/>
                      <a:pt x="12043" y="6805"/>
                      <a:pt x="11676" y="6872"/>
                    </a:cubicBezTo>
                    <a:cubicBezTo>
                      <a:pt x="9407" y="7272"/>
                      <a:pt x="7106" y="7372"/>
                      <a:pt x="4771" y="7339"/>
                    </a:cubicBezTo>
                    <a:cubicBezTo>
                      <a:pt x="3236" y="7306"/>
                      <a:pt x="1702" y="7239"/>
                      <a:pt x="168" y="7039"/>
                    </a:cubicBezTo>
                    <a:cubicBezTo>
                      <a:pt x="34" y="6839"/>
                      <a:pt x="1" y="6639"/>
                      <a:pt x="67" y="6438"/>
                    </a:cubicBezTo>
                    <a:cubicBezTo>
                      <a:pt x="168" y="5838"/>
                      <a:pt x="134" y="5204"/>
                      <a:pt x="101" y="4604"/>
                    </a:cubicBezTo>
                    <a:cubicBezTo>
                      <a:pt x="34" y="3236"/>
                      <a:pt x="334" y="1869"/>
                      <a:pt x="168" y="501"/>
                    </a:cubicBezTo>
                    <a:cubicBezTo>
                      <a:pt x="134" y="367"/>
                      <a:pt x="201" y="234"/>
                      <a:pt x="301" y="1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8" name="Google Shape;12508;p38"/>
              <p:cNvSpPr/>
              <p:nvPr/>
            </p:nvSpPr>
            <p:spPr>
              <a:xfrm>
                <a:off x="4583800" y="3337025"/>
                <a:ext cx="282725" cy="190150"/>
              </a:xfrm>
              <a:custGeom>
                <a:rect b="b" l="l" r="r" t="t"/>
                <a:pathLst>
                  <a:path extrusionOk="0" h="7606" w="11309">
                    <a:moveTo>
                      <a:pt x="301" y="100"/>
                    </a:moveTo>
                    <a:cubicBezTo>
                      <a:pt x="1001" y="267"/>
                      <a:pt x="1735" y="234"/>
                      <a:pt x="2469" y="267"/>
                    </a:cubicBezTo>
                    <a:cubicBezTo>
                      <a:pt x="4437" y="334"/>
                      <a:pt x="6405" y="367"/>
                      <a:pt x="8373" y="367"/>
                    </a:cubicBezTo>
                    <a:cubicBezTo>
                      <a:pt x="9241" y="334"/>
                      <a:pt x="10075" y="167"/>
                      <a:pt x="10908" y="33"/>
                    </a:cubicBezTo>
                    <a:cubicBezTo>
                      <a:pt x="11175" y="0"/>
                      <a:pt x="11309" y="67"/>
                      <a:pt x="11242" y="300"/>
                    </a:cubicBezTo>
                    <a:cubicBezTo>
                      <a:pt x="10875" y="1968"/>
                      <a:pt x="10742" y="3703"/>
                      <a:pt x="10075" y="5304"/>
                    </a:cubicBezTo>
                    <a:cubicBezTo>
                      <a:pt x="9541" y="6605"/>
                      <a:pt x="8507" y="7272"/>
                      <a:pt x="7106" y="7405"/>
                    </a:cubicBezTo>
                    <a:cubicBezTo>
                      <a:pt x="5571" y="7572"/>
                      <a:pt x="4037" y="7606"/>
                      <a:pt x="2536" y="7205"/>
                    </a:cubicBezTo>
                    <a:cubicBezTo>
                      <a:pt x="1568" y="6938"/>
                      <a:pt x="768" y="6438"/>
                      <a:pt x="167" y="5637"/>
                    </a:cubicBezTo>
                    <a:cubicBezTo>
                      <a:pt x="67" y="5371"/>
                      <a:pt x="1" y="5104"/>
                      <a:pt x="1" y="4804"/>
                    </a:cubicBezTo>
                    <a:cubicBezTo>
                      <a:pt x="1" y="3569"/>
                      <a:pt x="1" y="2335"/>
                      <a:pt x="34" y="1134"/>
                    </a:cubicBezTo>
                    <a:cubicBezTo>
                      <a:pt x="34" y="767"/>
                      <a:pt x="1" y="400"/>
                      <a:pt x="301" y="10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9" name="Google Shape;12509;p38"/>
              <p:cNvSpPr/>
              <p:nvPr/>
            </p:nvSpPr>
            <p:spPr>
              <a:xfrm>
                <a:off x="4582975" y="3338675"/>
                <a:ext cx="307750" cy="316925"/>
              </a:xfrm>
              <a:custGeom>
                <a:rect b="b" l="l" r="r" t="t"/>
                <a:pathLst>
                  <a:path extrusionOk="0" h="12677" w="12310">
                    <a:moveTo>
                      <a:pt x="334" y="6305"/>
                    </a:moveTo>
                    <a:cubicBezTo>
                      <a:pt x="1435" y="7306"/>
                      <a:pt x="2769" y="7706"/>
                      <a:pt x="4237" y="7806"/>
                    </a:cubicBezTo>
                    <a:cubicBezTo>
                      <a:pt x="5438" y="7906"/>
                      <a:pt x="6638" y="7906"/>
                      <a:pt x="7806" y="7640"/>
                    </a:cubicBezTo>
                    <a:cubicBezTo>
                      <a:pt x="9207" y="7306"/>
                      <a:pt x="10174" y="6405"/>
                      <a:pt x="10608" y="5038"/>
                    </a:cubicBezTo>
                    <a:cubicBezTo>
                      <a:pt x="11075" y="3570"/>
                      <a:pt x="11342" y="2069"/>
                      <a:pt x="11642" y="568"/>
                    </a:cubicBezTo>
                    <a:cubicBezTo>
                      <a:pt x="11642" y="468"/>
                      <a:pt x="11675" y="334"/>
                      <a:pt x="11709" y="234"/>
                    </a:cubicBezTo>
                    <a:cubicBezTo>
                      <a:pt x="11775" y="101"/>
                      <a:pt x="11875" y="1"/>
                      <a:pt x="12009" y="1"/>
                    </a:cubicBezTo>
                    <a:cubicBezTo>
                      <a:pt x="12209" y="1"/>
                      <a:pt x="12176" y="201"/>
                      <a:pt x="12176" y="334"/>
                    </a:cubicBezTo>
                    <a:cubicBezTo>
                      <a:pt x="12142" y="3303"/>
                      <a:pt x="12309" y="6305"/>
                      <a:pt x="12042" y="9274"/>
                    </a:cubicBezTo>
                    <a:cubicBezTo>
                      <a:pt x="11942" y="10508"/>
                      <a:pt x="11642" y="11676"/>
                      <a:pt x="10408" y="12376"/>
                    </a:cubicBezTo>
                    <a:cubicBezTo>
                      <a:pt x="10374" y="12376"/>
                      <a:pt x="10341" y="12376"/>
                      <a:pt x="10308" y="12410"/>
                    </a:cubicBezTo>
                    <a:cubicBezTo>
                      <a:pt x="9340" y="12677"/>
                      <a:pt x="8306" y="12576"/>
                      <a:pt x="7306" y="12510"/>
                    </a:cubicBezTo>
                    <a:cubicBezTo>
                      <a:pt x="5671" y="12410"/>
                      <a:pt x="4037" y="12210"/>
                      <a:pt x="2469" y="11709"/>
                    </a:cubicBezTo>
                    <a:cubicBezTo>
                      <a:pt x="1301" y="11342"/>
                      <a:pt x="501" y="10642"/>
                      <a:pt x="301" y="9374"/>
                    </a:cubicBezTo>
                    <a:cubicBezTo>
                      <a:pt x="134" y="8540"/>
                      <a:pt x="34" y="7673"/>
                      <a:pt x="67" y="6839"/>
                    </a:cubicBezTo>
                    <a:cubicBezTo>
                      <a:pt x="67" y="6639"/>
                      <a:pt x="0" y="6372"/>
                      <a:pt x="334" y="630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0" name="Google Shape;12510;p38"/>
              <p:cNvSpPr/>
              <p:nvPr/>
            </p:nvSpPr>
            <p:spPr>
              <a:xfrm>
                <a:off x="4586300" y="2990925"/>
                <a:ext cx="276900" cy="165150"/>
              </a:xfrm>
              <a:custGeom>
                <a:rect b="b" l="l" r="r" t="t"/>
                <a:pathLst>
                  <a:path extrusionOk="0" h="6606" w="11076">
                    <a:moveTo>
                      <a:pt x="168" y="1769"/>
                    </a:moveTo>
                    <a:cubicBezTo>
                      <a:pt x="668" y="1135"/>
                      <a:pt x="1368" y="735"/>
                      <a:pt x="2169" y="568"/>
                    </a:cubicBezTo>
                    <a:cubicBezTo>
                      <a:pt x="3737" y="268"/>
                      <a:pt x="5305" y="1"/>
                      <a:pt x="6939" y="234"/>
                    </a:cubicBezTo>
                    <a:cubicBezTo>
                      <a:pt x="7806" y="334"/>
                      <a:pt x="8607" y="635"/>
                      <a:pt x="9374" y="1035"/>
                    </a:cubicBezTo>
                    <a:cubicBezTo>
                      <a:pt x="9841" y="1268"/>
                      <a:pt x="10175" y="1702"/>
                      <a:pt x="10275" y="2202"/>
                    </a:cubicBezTo>
                    <a:cubicBezTo>
                      <a:pt x="10542" y="3437"/>
                      <a:pt x="10742" y="4704"/>
                      <a:pt x="11009" y="5938"/>
                    </a:cubicBezTo>
                    <a:cubicBezTo>
                      <a:pt x="11075" y="6305"/>
                      <a:pt x="10875" y="6305"/>
                      <a:pt x="10608" y="6339"/>
                    </a:cubicBezTo>
                    <a:cubicBezTo>
                      <a:pt x="7273" y="6606"/>
                      <a:pt x="3937" y="6372"/>
                      <a:pt x="601" y="6305"/>
                    </a:cubicBezTo>
                    <a:cubicBezTo>
                      <a:pt x="301" y="6272"/>
                      <a:pt x="168" y="6139"/>
                      <a:pt x="134" y="5805"/>
                    </a:cubicBezTo>
                    <a:cubicBezTo>
                      <a:pt x="34" y="4671"/>
                      <a:pt x="1" y="3570"/>
                      <a:pt x="34" y="2436"/>
                    </a:cubicBezTo>
                    <a:cubicBezTo>
                      <a:pt x="34" y="2202"/>
                      <a:pt x="67" y="1969"/>
                      <a:pt x="168" y="17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1" name="Google Shape;12511;p38"/>
              <p:cNvSpPr/>
              <p:nvPr/>
            </p:nvSpPr>
            <p:spPr>
              <a:xfrm>
                <a:off x="4662200" y="2382175"/>
                <a:ext cx="140125" cy="271050"/>
              </a:xfrm>
              <a:custGeom>
                <a:rect b="b" l="l" r="r" t="t"/>
                <a:pathLst>
                  <a:path extrusionOk="0" h="10842" w="5605">
                    <a:moveTo>
                      <a:pt x="4737" y="400"/>
                    </a:moveTo>
                    <a:cubicBezTo>
                      <a:pt x="5037" y="3236"/>
                      <a:pt x="5271" y="6104"/>
                      <a:pt x="5571" y="8940"/>
                    </a:cubicBezTo>
                    <a:cubicBezTo>
                      <a:pt x="5604" y="9240"/>
                      <a:pt x="5538" y="9407"/>
                      <a:pt x="5237" y="9507"/>
                    </a:cubicBezTo>
                    <a:cubicBezTo>
                      <a:pt x="4704" y="9740"/>
                      <a:pt x="4170" y="9974"/>
                      <a:pt x="3636" y="10241"/>
                    </a:cubicBezTo>
                    <a:cubicBezTo>
                      <a:pt x="2469" y="10841"/>
                      <a:pt x="1301" y="10774"/>
                      <a:pt x="134" y="10241"/>
                    </a:cubicBezTo>
                    <a:cubicBezTo>
                      <a:pt x="0" y="10041"/>
                      <a:pt x="67" y="9774"/>
                      <a:pt x="100" y="9540"/>
                    </a:cubicBezTo>
                    <a:cubicBezTo>
                      <a:pt x="267" y="7772"/>
                      <a:pt x="401" y="6004"/>
                      <a:pt x="667" y="4236"/>
                    </a:cubicBezTo>
                    <a:cubicBezTo>
                      <a:pt x="734" y="3603"/>
                      <a:pt x="667" y="2969"/>
                      <a:pt x="701" y="2335"/>
                    </a:cubicBezTo>
                    <a:cubicBezTo>
                      <a:pt x="701" y="1735"/>
                      <a:pt x="667" y="1101"/>
                      <a:pt x="701" y="500"/>
                    </a:cubicBezTo>
                    <a:cubicBezTo>
                      <a:pt x="701" y="167"/>
                      <a:pt x="834" y="0"/>
                      <a:pt x="1201" y="33"/>
                    </a:cubicBezTo>
                    <a:cubicBezTo>
                      <a:pt x="2235" y="33"/>
                      <a:pt x="3303" y="33"/>
                      <a:pt x="4337" y="33"/>
                    </a:cubicBezTo>
                    <a:cubicBezTo>
                      <a:pt x="4637" y="0"/>
                      <a:pt x="4737" y="134"/>
                      <a:pt x="4737" y="40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2" name="Google Shape;12512;p38"/>
              <p:cNvSpPr/>
              <p:nvPr/>
            </p:nvSpPr>
            <p:spPr>
              <a:xfrm>
                <a:off x="4528775" y="2666525"/>
                <a:ext cx="131775" cy="480375"/>
              </a:xfrm>
              <a:custGeom>
                <a:rect b="b" l="l" r="r" t="t"/>
                <a:pathLst>
                  <a:path extrusionOk="0" h="19215" w="5271">
                    <a:moveTo>
                      <a:pt x="5271" y="735"/>
                    </a:moveTo>
                    <a:cubicBezTo>
                      <a:pt x="5170" y="768"/>
                      <a:pt x="5104" y="801"/>
                      <a:pt x="5070" y="935"/>
                    </a:cubicBezTo>
                    <a:cubicBezTo>
                      <a:pt x="4770" y="2669"/>
                      <a:pt x="3970" y="4237"/>
                      <a:pt x="3436" y="5938"/>
                    </a:cubicBezTo>
                    <a:cubicBezTo>
                      <a:pt x="3036" y="7173"/>
                      <a:pt x="2902" y="8474"/>
                      <a:pt x="2669" y="9775"/>
                    </a:cubicBezTo>
                    <a:cubicBezTo>
                      <a:pt x="2402" y="11142"/>
                      <a:pt x="2502" y="12510"/>
                      <a:pt x="2502" y="13844"/>
                    </a:cubicBezTo>
                    <a:cubicBezTo>
                      <a:pt x="2502" y="13911"/>
                      <a:pt x="2569" y="14011"/>
                      <a:pt x="2602" y="14078"/>
                    </a:cubicBezTo>
                    <a:cubicBezTo>
                      <a:pt x="1401" y="15178"/>
                      <a:pt x="1068" y="16713"/>
                      <a:pt x="734" y="18214"/>
                    </a:cubicBezTo>
                    <a:cubicBezTo>
                      <a:pt x="667" y="18447"/>
                      <a:pt x="634" y="18681"/>
                      <a:pt x="567" y="18914"/>
                    </a:cubicBezTo>
                    <a:cubicBezTo>
                      <a:pt x="534" y="19048"/>
                      <a:pt x="500" y="19215"/>
                      <a:pt x="300" y="19215"/>
                    </a:cubicBezTo>
                    <a:cubicBezTo>
                      <a:pt x="67" y="19181"/>
                      <a:pt x="33" y="19015"/>
                      <a:pt x="33" y="18848"/>
                    </a:cubicBezTo>
                    <a:cubicBezTo>
                      <a:pt x="33" y="18047"/>
                      <a:pt x="0" y="17247"/>
                      <a:pt x="33" y="16479"/>
                    </a:cubicBezTo>
                    <a:cubicBezTo>
                      <a:pt x="134" y="14011"/>
                      <a:pt x="100" y="11576"/>
                      <a:pt x="100" y="9107"/>
                    </a:cubicBezTo>
                    <a:cubicBezTo>
                      <a:pt x="100" y="7706"/>
                      <a:pt x="500" y="6439"/>
                      <a:pt x="1334" y="5271"/>
                    </a:cubicBezTo>
                    <a:cubicBezTo>
                      <a:pt x="2368" y="3904"/>
                      <a:pt x="3002" y="2336"/>
                      <a:pt x="3302" y="635"/>
                    </a:cubicBezTo>
                    <a:cubicBezTo>
                      <a:pt x="3436" y="1"/>
                      <a:pt x="3436" y="1"/>
                      <a:pt x="4070" y="234"/>
                    </a:cubicBezTo>
                    <a:cubicBezTo>
                      <a:pt x="4470" y="368"/>
                      <a:pt x="4870" y="568"/>
                      <a:pt x="5271" y="73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3" name="Google Shape;12513;p38"/>
              <p:cNvSpPr/>
              <p:nvPr/>
            </p:nvSpPr>
            <p:spPr>
              <a:xfrm>
                <a:off x="4531275" y="3332000"/>
                <a:ext cx="309400" cy="344450"/>
              </a:xfrm>
              <a:custGeom>
                <a:rect b="b" l="l" r="r" t="t"/>
                <a:pathLst>
                  <a:path extrusionOk="0" h="13778" w="12376">
                    <a:moveTo>
                      <a:pt x="2402" y="6572"/>
                    </a:moveTo>
                    <a:cubicBezTo>
                      <a:pt x="2135" y="7073"/>
                      <a:pt x="2268" y="7606"/>
                      <a:pt x="2302" y="8107"/>
                    </a:cubicBezTo>
                    <a:cubicBezTo>
                      <a:pt x="2335" y="8774"/>
                      <a:pt x="2435" y="9408"/>
                      <a:pt x="2602" y="10041"/>
                    </a:cubicBezTo>
                    <a:cubicBezTo>
                      <a:pt x="2869" y="11009"/>
                      <a:pt x="3603" y="11543"/>
                      <a:pt x="4537" y="11809"/>
                    </a:cubicBezTo>
                    <a:cubicBezTo>
                      <a:pt x="6672" y="12443"/>
                      <a:pt x="8873" y="12710"/>
                      <a:pt x="11108" y="12643"/>
                    </a:cubicBezTo>
                    <a:cubicBezTo>
                      <a:pt x="11542" y="12643"/>
                      <a:pt x="11975" y="12677"/>
                      <a:pt x="12376" y="12677"/>
                    </a:cubicBezTo>
                    <a:cubicBezTo>
                      <a:pt x="11475" y="13244"/>
                      <a:pt x="10441" y="13444"/>
                      <a:pt x="9407" y="13544"/>
                    </a:cubicBezTo>
                    <a:cubicBezTo>
                      <a:pt x="7305" y="13744"/>
                      <a:pt x="5204" y="13777"/>
                      <a:pt x="3136" y="13177"/>
                    </a:cubicBezTo>
                    <a:cubicBezTo>
                      <a:pt x="1334" y="12677"/>
                      <a:pt x="400" y="11576"/>
                      <a:pt x="234" y="9675"/>
                    </a:cubicBezTo>
                    <a:cubicBezTo>
                      <a:pt x="0" y="7206"/>
                      <a:pt x="134" y="4738"/>
                      <a:pt x="100" y="2269"/>
                    </a:cubicBezTo>
                    <a:cubicBezTo>
                      <a:pt x="100" y="1535"/>
                      <a:pt x="100" y="802"/>
                      <a:pt x="100" y="1"/>
                    </a:cubicBezTo>
                    <a:cubicBezTo>
                      <a:pt x="467" y="168"/>
                      <a:pt x="501" y="435"/>
                      <a:pt x="534" y="701"/>
                    </a:cubicBezTo>
                    <a:cubicBezTo>
                      <a:pt x="634" y="1569"/>
                      <a:pt x="701" y="2436"/>
                      <a:pt x="834" y="3303"/>
                    </a:cubicBezTo>
                    <a:cubicBezTo>
                      <a:pt x="968" y="4571"/>
                      <a:pt x="1501" y="5638"/>
                      <a:pt x="2402" y="6572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4" name="Google Shape;12514;p38"/>
              <p:cNvSpPr/>
              <p:nvPr/>
            </p:nvSpPr>
            <p:spPr>
              <a:xfrm>
                <a:off x="4618000" y="2381325"/>
                <a:ext cx="164300" cy="256875"/>
              </a:xfrm>
              <a:custGeom>
                <a:rect b="b" l="l" r="r" t="t"/>
                <a:pathLst>
                  <a:path extrusionOk="0" h="10275" w="6572">
                    <a:moveTo>
                      <a:pt x="6505" y="434"/>
                    </a:moveTo>
                    <a:cubicBezTo>
                      <a:pt x="6438" y="201"/>
                      <a:pt x="6305" y="101"/>
                      <a:pt x="6038" y="101"/>
                    </a:cubicBezTo>
                    <a:cubicBezTo>
                      <a:pt x="5037" y="134"/>
                      <a:pt x="4037" y="134"/>
                      <a:pt x="3036" y="101"/>
                    </a:cubicBezTo>
                    <a:cubicBezTo>
                      <a:pt x="2669" y="101"/>
                      <a:pt x="2602" y="234"/>
                      <a:pt x="2602" y="601"/>
                    </a:cubicBezTo>
                    <a:cubicBezTo>
                      <a:pt x="2636" y="1402"/>
                      <a:pt x="2636" y="2236"/>
                      <a:pt x="2636" y="3070"/>
                    </a:cubicBezTo>
                    <a:cubicBezTo>
                      <a:pt x="2636" y="4704"/>
                      <a:pt x="2302" y="6339"/>
                      <a:pt x="2169" y="8006"/>
                    </a:cubicBezTo>
                    <a:cubicBezTo>
                      <a:pt x="2102" y="8774"/>
                      <a:pt x="2002" y="9508"/>
                      <a:pt x="1902" y="10275"/>
                    </a:cubicBezTo>
                    <a:cubicBezTo>
                      <a:pt x="1468" y="10141"/>
                      <a:pt x="1034" y="9941"/>
                      <a:pt x="601" y="9841"/>
                    </a:cubicBezTo>
                    <a:cubicBezTo>
                      <a:pt x="134" y="9741"/>
                      <a:pt x="0" y="9508"/>
                      <a:pt x="34" y="9007"/>
                    </a:cubicBezTo>
                    <a:cubicBezTo>
                      <a:pt x="334" y="6138"/>
                      <a:pt x="601" y="3270"/>
                      <a:pt x="868" y="368"/>
                    </a:cubicBezTo>
                    <a:cubicBezTo>
                      <a:pt x="901" y="101"/>
                      <a:pt x="1001" y="34"/>
                      <a:pt x="1235" y="34"/>
                    </a:cubicBezTo>
                    <a:cubicBezTo>
                      <a:pt x="2869" y="34"/>
                      <a:pt x="4504" y="34"/>
                      <a:pt x="6138" y="1"/>
                    </a:cubicBezTo>
                    <a:cubicBezTo>
                      <a:pt x="6472" y="1"/>
                      <a:pt x="6572" y="101"/>
                      <a:pt x="6505" y="4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5" name="Google Shape;12515;p38"/>
              <p:cNvSpPr/>
              <p:nvPr/>
            </p:nvSpPr>
            <p:spPr>
              <a:xfrm>
                <a:off x="4532925" y="3156050"/>
                <a:ext cx="65075" cy="173475"/>
              </a:xfrm>
              <a:custGeom>
                <a:rect b="b" l="l" r="r" t="t"/>
                <a:pathLst>
                  <a:path extrusionOk="0" h="6939" w="2603">
                    <a:moveTo>
                      <a:pt x="2436" y="34"/>
                    </a:moveTo>
                    <a:cubicBezTo>
                      <a:pt x="2603" y="2336"/>
                      <a:pt x="2403" y="4637"/>
                      <a:pt x="2303" y="6939"/>
                    </a:cubicBezTo>
                    <a:cubicBezTo>
                      <a:pt x="1669" y="6939"/>
                      <a:pt x="1068" y="6805"/>
                      <a:pt x="435" y="6739"/>
                    </a:cubicBezTo>
                    <a:cubicBezTo>
                      <a:pt x="68" y="6705"/>
                      <a:pt x="34" y="6539"/>
                      <a:pt x="34" y="6238"/>
                    </a:cubicBezTo>
                    <a:cubicBezTo>
                      <a:pt x="34" y="4270"/>
                      <a:pt x="34" y="2269"/>
                      <a:pt x="1" y="267"/>
                    </a:cubicBezTo>
                    <a:cubicBezTo>
                      <a:pt x="1" y="1"/>
                      <a:pt x="134" y="1"/>
                      <a:pt x="334" y="1"/>
                    </a:cubicBezTo>
                    <a:cubicBezTo>
                      <a:pt x="1035" y="1"/>
                      <a:pt x="1735" y="34"/>
                      <a:pt x="2436" y="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6" name="Google Shape;12516;p38"/>
              <p:cNvSpPr/>
              <p:nvPr/>
            </p:nvSpPr>
            <p:spPr>
              <a:xfrm>
                <a:off x="4631350" y="2250400"/>
                <a:ext cx="154300" cy="123450"/>
              </a:xfrm>
              <a:custGeom>
                <a:rect b="b" l="l" r="r" t="t"/>
                <a:pathLst>
                  <a:path extrusionOk="0" h="4938" w="6172">
                    <a:moveTo>
                      <a:pt x="2001" y="4938"/>
                    </a:moveTo>
                    <a:cubicBezTo>
                      <a:pt x="1768" y="4938"/>
                      <a:pt x="1534" y="4938"/>
                      <a:pt x="1334" y="4938"/>
                    </a:cubicBezTo>
                    <a:cubicBezTo>
                      <a:pt x="367" y="4938"/>
                      <a:pt x="267" y="4871"/>
                      <a:pt x="133" y="3903"/>
                    </a:cubicBezTo>
                    <a:cubicBezTo>
                      <a:pt x="0" y="2736"/>
                      <a:pt x="167" y="1568"/>
                      <a:pt x="434" y="434"/>
                    </a:cubicBezTo>
                    <a:cubicBezTo>
                      <a:pt x="500" y="101"/>
                      <a:pt x="734" y="167"/>
                      <a:pt x="901" y="234"/>
                    </a:cubicBezTo>
                    <a:cubicBezTo>
                      <a:pt x="1334" y="368"/>
                      <a:pt x="1768" y="268"/>
                      <a:pt x="2202" y="134"/>
                    </a:cubicBezTo>
                    <a:cubicBezTo>
                      <a:pt x="2802" y="1"/>
                      <a:pt x="3402" y="134"/>
                      <a:pt x="3970" y="234"/>
                    </a:cubicBezTo>
                    <a:cubicBezTo>
                      <a:pt x="4437" y="268"/>
                      <a:pt x="4904" y="334"/>
                      <a:pt x="5371" y="268"/>
                    </a:cubicBezTo>
                    <a:cubicBezTo>
                      <a:pt x="5737" y="234"/>
                      <a:pt x="5938" y="434"/>
                      <a:pt x="6004" y="801"/>
                    </a:cubicBezTo>
                    <a:cubicBezTo>
                      <a:pt x="6071" y="1168"/>
                      <a:pt x="6104" y="1568"/>
                      <a:pt x="6171" y="1969"/>
                    </a:cubicBezTo>
                    <a:cubicBezTo>
                      <a:pt x="5270" y="2069"/>
                      <a:pt x="4336" y="1969"/>
                      <a:pt x="3402" y="2002"/>
                    </a:cubicBezTo>
                    <a:cubicBezTo>
                      <a:pt x="3236" y="2002"/>
                      <a:pt x="3036" y="2002"/>
                      <a:pt x="2869" y="2002"/>
                    </a:cubicBezTo>
                    <a:cubicBezTo>
                      <a:pt x="2502" y="2002"/>
                      <a:pt x="2335" y="2136"/>
                      <a:pt x="2335" y="2469"/>
                    </a:cubicBezTo>
                    <a:cubicBezTo>
                      <a:pt x="2302" y="2669"/>
                      <a:pt x="2268" y="2869"/>
                      <a:pt x="2168" y="3070"/>
                    </a:cubicBezTo>
                    <a:cubicBezTo>
                      <a:pt x="1801" y="3436"/>
                      <a:pt x="1268" y="3270"/>
                      <a:pt x="901" y="3403"/>
                    </a:cubicBezTo>
                    <a:cubicBezTo>
                      <a:pt x="1268" y="3403"/>
                      <a:pt x="1668" y="3203"/>
                      <a:pt x="2068" y="3537"/>
                    </a:cubicBezTo>
                    <a:cubicBezTo>
                      <a:pt x="2168" y="4004"/>
                      <a:pt x="2235" y="4471"/>
                      <a:pt x="2001" y="49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7" name="Google Shape;12517;p38"/>
              <p:cNvSpPr/>
              <p:nvPr/>
            </p:nvSpPr>
            <p:spPr>
              <a:xfrm>
                <a:off x="4681375" y="2296275"/>
                <a:ext cx="109275" cy="80075"/>
              </a:xfrm>
              <a:custGeom>
                <a:rect b="b" l="l" r="r" t="t"/>
                <a:pathLst>
                  <a:path extrusionOk="0" h="3203" w="4371">
                    <a:moveTo>
                      <a:pt x="0" y="3103"/>
                    </a:moveTo>
                    <a:cubicBezTo>
                      <a:pt x="0" y="2636"/>
                      <a:pt x="0" y="2135"/>
                      <a:pt x="0" y="1668"/>
                    </a:cubicBezTo>
                    <a:cubicBezTo>
                      <a:pt x="67" y="1535"/>
                      <a:pt x="234" y="1535"/>
                      <a:pt x="367" y="1535"/>
                    </a:cubicBezTo>
                    <a:cubicBezTo>
                      <a:pt x="1168" y="1501"/>
                      <a:pt x="1935" y="1468"/>
                      <a:pt x="2636" y="1535"/>
                    </a:cubicBezTo>
                    <a:cubicBezTo>
                      <a:pt x="2102" y="1435"/>
                      <a:pt x="1435" y="1401"/>
                      <a:pt x="768" y="1401"/>
                    </a:cubicBezTo>
                    <a:cubicBezTo>
                      <a:pt x="534" y="1401"/>
                      <a:pt x="267" y="1435"/>
                      <a:pt x="101" y="1235"/>
                    </a:cubicBezTo>
                    <a:cubicBezTo>
                      <a:pt x="134" y="901"/>
                      <a:pt x="167" y="567"/>
                      <a:pt x="201" y="234"/>
                    </a:cubicBezTo>
                    <a:cubicBezTo>
                      <a:pt x="201" y="100"/>
                      <a:pt x="267" y="0"/>
                      <a:pt x="434" y="0"/>
                    </a:cubicBezTo>
                    <a:cubicBezTo>
                      <a:pt x="1635" y="34"/>
                      <a:pt x="2836" y="34"/>
                      <a:pt x="4037" y="67"/>
                    </a:cubicBezTo>
                    <a:cubicBezTo>
                      <a:pt x="4103" y="67"/>
                      <a:pt x="4137" y="100"/>
                      <a:pt x="4170" y="134"/>
                    </a:cubicBezTo>
                    <a:cubicBezTo>
                      <a:pt x="4370" y="1001"/>
                      <a:pt x="4203" y="1868"/>
                      <a:pt x="4037" y="2702"/>
                    </a:cubicBezTo>
                    <a:cubicBezTo>
                      <a:pt x="4003" y="2936"/>
                      <a:pt x="3903" y="3036"/>
                      <a:pt x="3670" y="3069"/>
                    </a:cubicBezTo>
                    <a:cubicBezTo>
                      <a:pt x="2469" y="3136"/>
                      <a:pt x="1235" y="3203"/>
                      <a:pt x="0" y="3103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8" name="Google Shape;12518;p38"/>
              <p:cNvSpPr/>
              <p:nvPr/>
            </p:nvSpPr>
            <p:spPr>
              <a:xfrm>
                <a:off x="4653025" y="2625675"/>
                <a:ext cx="157625" cy="68400"/>
              </a:xfrm>
              <a:custGeom>
                <a:rect b="b" l="l" r="r" t="t"/>
                <a:pathLst>
                  <a:path extrusionOk="0" h="2736" w="6305">
                    <a:moveTo>
                      <a:pt x="401" y="934"/>
                    </a:moveTo>
                    <a:cubicBezTo>
                      <a:pt x="934" y="1034"/>
                      <a:pt x="1435" y="1268"/>
                      <a:pt x="2002" y="1301"/>
                    </a:cubicBezTo>
                    <a:cubicBezTo>
                      <a:pt x="2769" y="1335"/>
                      <a:pt x="3503" y="1201"/>
                      <a:pt x="4170" y="801"/>
                    </a:cubicBezTo>
                    <a:cubicBezTo>
                      <a:pt x="4670" y="501"/>
                      <a:pt x="5204" y="334"/>
                      <a:pt x="5738" y="100"/>
                    </a:cubicBezTo>
                    <a:cubicBezTo>
                      <a:pt x="6005" y="0"/>
                      <a:pt x="6071" y="67"/>
                      <a:pt x="6071" y="301"/>
                    </a:cubicBezTo>
                    <a:cubicBezTo>
                      <a:pt x="6171" y="1268"/>
                      <a:pt x="6305" y="1034"/>
                      <a:pt x="5471" y="1435"/>
                    </a:cubicBezTo>
                    <a:cubicBezTo>
                      <a:pt x="5438" y="1468"/>
                      <a:pt x="5371" y="1501"/>
                      <a:pt x="5337" y="1501"/>
                    </a:cubicBezTo>
                    <a:cubicBezTo>
                      <a:pt x="2569" y="2736"/>
                      <a:pt x="3436" y="2636"/>
                      <a:pt x="401" y="1968"/>
                    </a:cubicBezTo>
                    <a:cubicBezTo>
                      <a:pt x="0" y="1635"/>
                      <a:pt x="234" y="1268"/>
                      <a:pt x="401" y="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9" name="Google Shape;12519;p38"/>
              <p:cNvSpPr/>
              <p:nvPr/>
            </p:nvSpPr>
            <p:spPr>
              <a:xfrm>
                <a:off x="4631350" y="2218725"/>
                <a:ext cx="160950" cy="31700"/>
              </a:xfrm>
              <a:custGeom>
                <a:rect b="b" l="l" r="r" t="t"/>
                <a:pathLst>
                  <a:path extrusionOk="0" h="1268" w="6438">
                    <a:moveTo>
                      <a:pt x="5371" y="1268"/>
                    </a:moveTo>
                    <a:cubicBezTo>
                      <a:pt x="4637" y="1201"/>
                      <a:pt x="3903" y="1201"/>
                      <a:pt x="3169" y="1068"/>
                    </a:cubicBezTo>
                    <a:cubicBezTo>
                      <a:pt x="2468" y="967"/>
                      <a:pt x="1768" y="1168"/>
                      <a:pt x="1067" y="1168"/>
                    </a:cubicBezTo>
                    <a:cubicBezTo>
                      <a:pt x="901" y="1168"/>
                      <a:pt x="767" y="1168"/>
                      <a:pt x="600" y="1134"/>
                    </a:cubicBezTo>
                    <a:cubicBezTo>
                      <a:pt x="400" y="1101"/>
                      <a:pt x="67" y="1168"/>
                      <a:pt x="33" y="834"/>
                    </a:cubicBezTo>
                    <a:cubicBezTo>
                      <a:pt x="0" y="500"/>
                      <a:pt x="234" y="334"/>
                      <a:pt x="534" y="267"/>
                    </a:cubicBezTo>
                    <a:cubicBezTo>
                      <a:pt x="1368" y="33"/>
                      <a:pt x="2268" y="0"/>
                      <a:pt x="3169" y="67"/>
                    </a:cubicBezTo>
                    <a:cubicBezTo>
                      <a:pt x="3836" y="100"/>
                      <a:pt x="4537" y="167"/>
                      <a:pt x="5204" y="234"/>
                    </a:cubicBezTo>
                    <a:cubicBezTo>
                      <a:pt x="5671" y="300"/>
                      <a:pt x="6171" y="334"/>
                      <a:pt x="6371" y="901"/>
                    </a:cubicBezTo>
                    <a:cubicBezTo>
                      <a:pt x="6438" y="1134"/>
                      <a:pt x="6438" y="1268"/>
                      <a:pt x="6138" y="1268"/>
                    </a:cubicBezTo>
                    <a:cubicBezTo>
                      <a:pt x="5871" y="1234"/>
                      <a:pt x="5604" y="1268"/>
                      <a:pt x="5371" y="12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0" name="Google Shape;12520;p38"/>
              <p:cNvSpPr/>
              <p:nvPr/>
            </p:nvSpPr>
            <p:spPr>
              <a:xfrm>
                <a:off x="4553775" y="3335350"/>
                <a:ext cx="37550" cy="142625"/>
              </a:xfrm>
              <a:custGeom>
                <a:rect b="b" l="l" r="r" t="t"/>
                <a:pathLst>
                  <a:path extrusionOk="0" h="5705" w="1502">
                    <a:moveTo>
                      <a:pt x="1502" y="167"/>
                    </a:moveTo>
                    <a:cubicBezTo>
                      <a:pt x="1268" y="2035"/>
                      <a:pt x="1402" y="3870"/>
                      <a:pt x="1368" y="5704"/>
                    </a:cubicBezTo>
                    <a:cubicBezTo>
                      <a:pt x="601" y="4804"/>
                      <a:pt x="301" y="3703"/>
                      <a:pt x="168" y="2536"/>
                    </a:cubicBezTo>
                    <a:cubicBezTo>
                      <a:pt x="68" y="1835"/>
                      <a:pt x="68" y="1068"/>
                      <a:pt x="34" y="334"/>
                    </a:cubicBezTo>
                    <a:cubicBezTo>
                      <a:pt x="1" y="100"/>
                      <a:pt x="68" y="0"/>
                      <a:pt x="334" y="67"/>
                    </a:cubicBezTo>
                    <a:cubicBezTo>
                      <a:pt x="701" y="100"/>
                      <a:pt x="1102" y="134"/>
                      <a:pt x="1502" y="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1" name="Google Shape;12521;p38"/>
              <p:cNvSpPr/>
              <p:nvPr/>
            </p:nvSpPr>
            <p:spPr>
              <a:xfrm>
                <a:off x="4549625" y="3035125"/>
                <a:ext cx="51725" cy="115125"/>
              </a:xfrm>
              <a:custGeom>
                <a:rect b="b" l="l" r="r" t="t"/>
                <a:pathLst>
                  <a:path extrusionOk="0" h="4605" w="2069">
                    <a:moveTo>
                      <a:pt x="1635" y="1"/>
                    </a:moveTo>
                    <a:cubicBezTo>
                      <a:pt x="1635" y="1368"/>
                      <a:pt x="1668" y="2736"/>
                      <a:pt x="1735" y="4104"/>
                    </a:cubicBezTo>
                    <a:cubicBezTo>
                      <a:pt x="1735" y="4371"/>
                      <a:pt x="1868" y="4437"/>
                      <a:pt x="2068" y="4537"/>
                    </a:cubicBezTo>
                    <a:cubicBezTo>
                      <a:pt x="1468" y="4604"/>
                      <a:pt x="867" y="4404"/>
                      <a:pt x="267" y="4471"/>
                    </a:cubicBezTo>
                    <a:cubicBezTo>
                      <a:pt x="133" y="4471"/>
                      <a:pt x="0" y="4404"/>
                      <a:pt x="67" y="4204"/>
                    </a:cubicBezTo>
                    <a:cubicBezTo>
                      <a:pt x="400" y="2903"/>
                      <a:pt x="567" y="1535"/>
                      <a:pt x="1334" y="334"/>
                    </a:cubicBezTo>
                    <a:cubicBezTo>
                      <a:pt x="1434" y="234"/>
                      <a:pt x="1534" y="134"/>
                      <a:pt x="16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2" name="Google Shape;12522;p38"/>
              <p:cNvSpPr/>
              <p:nvPr/>
            </p:nvSpPr>
            <p:spPr>
              <a:xfrm>
                <a:off x="4612150" y="2629850"/>
                <a:ext cx="53400" cy="45050"/>
              </a:xfrm>
              <a:custGeom>
                <a:rect b="b" l="l" r="r" t="t"/>
                <a:pathLst>
                  <a:path extrusionOk="0" h="1802" w="2136">
                    <a:moveTo>
                      <a:pt x="2036" y="767"/>
                    </a:moveTo>
                    <a:cubicBezTo>
                      <a:pt x="2136" y="1101"/>
                      <a:pt x="1769" y="1468"/>
                      <a:pt x="2036" y="1801"/>
                    </a:cubicBezTo>
                    <a:cubicBezTo>
                      <a:pt x="1502" y="1668"/>
                      <a:pt x="968" y="1535"/>
                      <a:pt x="468" y="1334"/>
                    </a:cubicBezTo>
                    <a:cubicBezTo>
                      <a:pt x="234" y="1234"/>
                      <a:pt x="1" y="300"/>
                      <a:pt x="168" y="100"/>
                    </a:cubicBezTo>
                    <a:cubicBezTo>
                      <a:pt x="268" y="0"/>
                      <a:pt x="368" y="67"/>
                      <a:pt x="501" y="100"/>
                    </a:cubicBezTo>
                    <a:cubicBezTo>
                      <a:pt x="1035" y="267"/>
                      <a:pt x="1535" y="501"/>
                      <a:pt x="2036" y="7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3" name="Google Shape;12523;p38"/>
              <p:cNvSpPr/>
              <p:nvPr/>
            </p:nvSpPr>
            <p:spPr>
              <a:xfrm>
                <a:off x="4779775" y="2703225"/>
                <a:ext cx="81750" cy="213525"/>
              </a:xfrm>
              <a:custGeom>
                <a:rect b="b" l="l" r="r" t="t"/>
                <a:pathLst>
                  <a:path extrusionOk="0" h="8541" w="3270">
                    <a:moveTo>
                      <a:pt x="67" y="1101"/>
                    </a:moveTo>
                    <a:cubicBezTo>
                      <a:pt x="67" y="768"/>
                      <a:pt x="34" y="568"/>
                      <a:pt x="67" y="368"/>
                    </a:cubicBezTo>
                    <a:cubicBezTo>
                      <a:pt x="67" y="234"/>
                      <a:pt x="34" y="67"/>
                      <a:pt x="201" y="34"/>
                    </a:cubicBezTo>
                    <a:cubicBezTo>
                      <a:pt x="401" y="1"/>
                      <a:pt x="468" y="167"/>
                      <a:pt x="501" y="301"/>
                    </a:cubicBezTo>
                    <a:cubicBezTo>
                      <a:pt x="568" y="501"/>
                      <a:pt x="601" y="668"/>
                      <a:pt x="601" y="868"/>
                    </a:cubicBezTo>
                    <a:cubicBezTo>
                      <a:pt x="768" y="1902"/>
                      <a:pt x="1402" y="2703"/>
                      <a:pt x="1969" y="3470"/>
                    </a:cubicBezTo>
                    <a:cubicBezTo>
                      <a:pt x="2636" y="4370"/>
                      <a:pt x="3036" y="5304"/>
                      <a:pt x="3136" y="6372"/>
                    </a:cubicBezTo>
                    <a:cubicBezTo>
                      <a:pt x="3203" y="6772"/>
                      <a:pt x="3236" y="7206"/>
                      <a:pt x="3236" y="7606"/>
                    </a:cubicBezTo>
                    <a:cubicBezTo>
                      <a:pt x="3270" y="7739"/>
                      <a:pt x="3236" y="7906"/>
                      <a:pt x="3203" y="8073"/>
                    </a:cubicBezTo>
                    <a:cubicBezTo>
                      <a:pt x="3136" y="8273"/>
                      <a:pt x="3069" y="8540"/>
                      <a:pt x="2803" y="8540"/>
                    </a:cubicBezTo>
                    <a:cubicBezTo>
                      <a:pt x="2536" y="8540"/>
                      <a:pt x="2469" y="8307"/>
                      <a:pt x="2402" y="8073"/>
                    </a:cubicBezTo>
                    <a:cubicBezTo>
                      <a:pt x="2269" y="7339"/>
                      <a:pt x="2135" y="6572"/>
                      <a:pt x="2035" y="5838"/>
                    </a:cubicBezTo>
                    <a:cubicBezTo>
                      <a:pt x="1935" y="5371"/>
                      <a:pt x="1769" y="4937"/>
                      <a:pt x="1502" y="4571"/>
                    </a:cubicBezTo>
                    <a:cubicBezTo>
                      <a:pt x="968" y="3903"/>
                      <a:pt x="601" y="3170"/>
                      <a:pt x="267" y="2369"/>
                    </a:cubicBezTo>
                    <a:cubicBezTo>
                      <a:pt x="101" y="1935"/>
                      <a:pt x="1" y="1468"/>
                      <a:pt x="67" y="11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4" name="Google Shape;12524;p38"/>
              <p:cNvSpPr/>
              <p:nvPr/>
            </p:nvSpPr>
            <p:spPr>
              <a:xfrm>
                <a:off x="4789775" y="2840000"/>
                <a:ext cx="23375" cy="23375"/>
              </a:xfrm>
              <a:custGeom>
                <a:rect b="b" l="l" r="r" t="t"/>
                <a:pathLst>
                  <a:path extrusionOk="0" h="935" w="935">
                    <a:moveTo>
                      <a:pt x="902" y="367"/>
                    </a:moveTo>
                    <a:cubicBezTo>
                      <a:pt x="935" y="801"/>
                      <a:pt x="768" y="934"/>
                      <a:pt x="468" y="934"/>
                    </a:cubicBezTo>
                    <a:cubicBezTo>
                      <a:pt x="168" y="934"/>
                      <a:pt x="1" y="734"/>
                      <a:pt x="1" y="501"/>
                    </a:cubicBezTo>
                    <a:cubicBezTo>
                      <a:pt x="1" y="200"/>
                      <a:pt x="201" y="0"/>
                      <a:pt x="501" y="0"/>
                    </a:cubicBezTo>
                    <a:cubicBezTo>
                      <a:pt x="801" y="0"/>
                      <a:pt x="902" y="234"/>
                      <a:pt x="902" y="3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5" name="Google Shape;12525;p38"/>
              <p:cNvSpPr/>
              <p:nvPr/>
            </p:nvSpPr>
            <p:spPr>
              <a:xfrm>
                <a:off x="4761425" y="2880025"/>
                <a:ext cx="23375" cy="24200"/>
              </a:xfrm>
              <a:custGeom>
                <a:rect b="b" l="l" r="r" t="t"/>
                <a:pathLst>
                  <a:path extrusionOk="0" h="968" w="935">
                    <a:moveTo>
                      <a:pt x="468" y="968"/>
                    </a:moveTo>
                    <a:cubicBezTo>
                      <a:pt x="201" y="901"/>
                      <a:pt x="1" y="768"/>
                      <a:pt x="1" y="467"/>
                    </a:cubicBezTo>
                    <a:cubicBezTo>
                      <a:pt x="34" y="200"/>
                      <a:pt x="168" y="0"/>
                      <a:pt x="468" y="34"/>
                    </a:cubicBezTo>
                    <a:cubicBezTo>
                      <a:pt x="768" y="67"/>
                      <a:pt x="935" y="267"/>
                      <a:pt x="901" y="567"/>
                    </a:cubicBezTo>
                    <a:cubicBezTo>
                      <a:pt x="901" y="834"/>
                      <a:pt x="735" y="968"/>
                      <a:pt x="468" y="9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6" name="Google Shape;12526;p38"/>
              <p:cNvSpPr/>
              <p:nvPr/>
            </p:nvSpPr>
            <p:spPr>
              <a:xfrm>
                <a:off x="4765600" y="2810800"/>
                <a:ext cx="20875" cy="21700"/>
              </a:xfrm>
              <a:custGeom>
                <a:rect b="b" l="l" r="r" t="t"/>
                <a:pathLst>
                  <a:path extrusionOk="0" h="868" w="835">
                    <a:moveTo>
                      <a:pt x="834" y="468"/>
                    </a:moveTo>
                    <a:cubicBezTo>
                      <a:pt x="834" y="768"/>
                      <a:pt x="634" y="868"/>
                      <a:pt x="401" y="868"/>
                    </a:cubicBezTo>
                    <a:cubicBezTo>
                      <a:pt x="101" y="868"/>
                      <a:pt x="1" y="701"/>
                      <a:pt x="1" y="434"/>
                    </a:cubicBezTo>
                    <a:cubicBezTo>
                      <a:pt x="1" y="167"/>
                      <a:pt x="134" y="1"/>
                      <a:pt x="401" y="34"/>
                    </a:cubicBezTo>
                    <a:cubicBezTo>
                      <a:pt x="701" y="34"/>
                      <a:pt x="834" y="234"/>
                      <a:pt x="834" y="4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7" name="Google Shape;12527;p38"/>
              <p:cNvSpPr/>
              <p:nvPr/>
            </p:nvSpPr>
            <p:spPr>
              <a:xfrm>
                <a:off x="4647175" y="2324625"/>
                <a:ext cx="110950" cy="13375"/>
              </a:xfrm>
              <a:custGeom>
                <a:rect b="b" l="l" r="r" t="t"/>
                <a:pathLst>
                  <a:path extrusionOk="0" h="535" w="4438">
                    <a:moveTo>
                      <a:pt x="1469" y="101"/>
                    </a:moveTo>
                    <a:cubicBezTo>
                      <a:pt x="2469" y="134"/>
                      <a:pt x="3470" y="0"/>
                      <a:pt x="4437" y="534"/>
                    </a:cubicBezTo>
                    <a:lnTo>
                      <a:pt x="1368" y="534"/>
                    </a:lnTo>
                    <a:lnTo>
                      <a:pt x="1" y="534"/>
                    </a:lnTo>
                    <a:cubicBezTo>
                      <a:pt x="468" y="201"/>
                      <a:pt x="968" y="234"/>
                      <a:pt x="1469" y="1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28" name="Google Shape;12528;p38"/>
            <p:cNvGrpSpPr/>
            <p:nvPr/>
          </p:nvGrpSpPr>
          <p:grpSpPr>
            <a:xfrm rot="714868">
              <a:off x="8220337" y="2156359"/>
              <a:ext cx="317271" cy="1222334"/>
              <a:chOff x="4518750" y="2206200"/>
              <a:chExt cx="385300" cy="1484425"/>
            </a:xfrm>
          </p:grpSpPr>
          <p:sp>
            <p:nvSpPr>
              <p:cNvPr id="12529" name="Google Shape;12529;p38"/>
              <p:cNvSpPr/>
              <p:nvPr/>
            </p:nvSpPr>
            <p:spPr>
              <a:xfrm>
                <a:off x="4518750" y="2206200"/>
                <a:ext cx="385300" cy="1484425"/>
              </a:xfrm>
              <a:custGeom>
                <a:rect b="b" l="l" r="r" t="t"/>
                <a:pathLst>
                  <a:path extrusionOk="0" h="59377" w="15412">
                    <a:moveTo>
                      <a:pt x="15212" y="40763"/>
                    </a:moveTo>
                    <a:cubicBezTo>
                      <a:pt x="15212" y="42464"/>
                      <a:pt x="15245" y="44132"/>
                      <a:pt x="15212" y="45834"/>
                    </a:cubicBezTo>
                    <a:cubicBezTo>
                      <a:pt x="15212" y="48535"/>
                      <a:pt x="15178" y="51237"/>
                      <a:pt x="15145" y="53939"/>
                    </a:cubicBezTo>
                    <a:cubicBezTo>
                      <a:pt x="15112" y="54773"/>
                      <a:pt x="14945" y="55574"/>
                      <a:pt x="14678" y="56374"/>
                    </a:cubicBezTo>
                    <a:cubicBezTo>
                      <a:pt x="14244" y="57675"/>
                      <a:pt x="13177" y="58342"/>
                      <a:pt x="11943" y="58643"/>
                    </a:cubicBezTo>
                    <a:cubicBezTo>
                      <a:pt x="9007" y="59377"/>
                      <a:pt x="6038" y="59377"/>
                      <a:pt x="3070" y="58543"/>
                    </a:cubicBezTo>
                    <a:cubicBezTo>
                      <a:pt x="1402" y="58076"/>
                      <a:pt x="535" y="56908"/>
                      <a:pt x="334" y="55207"/>
                    </a:cubicBezTo>
                    <a:cubicBezTo>
                      <a:pt x="201" y="54273"/>
                      <a:pt x="134" y="53306"/>
                      <a:pt x="134" y="52338"/>
                    </a:cubicBezTo>
                    <a:cubicBezTo>
                      <a:pt x="101" y="49703"/>
                      <a:pt x="134" y="47068"/>
                      <a:pt x="101" y="44433"/>
                    </a:cubicBezTo>
                    <a:cubicBezTo>
                      <a:pt x="1" y="38762"/>
                      <a:pt x="1" y="33124"/>
                      <a:pt x="1" y="27487"/>
                    </a:cubicBezTo>
                    <a:cubicBezTo>
                      <a:pt x="34" y="26053"/>
                      <a:pt x="368" y="24718"/>
                      <a:pt x="1268" y="23551"/>
                    </a:cubicBezTo>
                    <a:cubicBezTo>
                      <a:pt x="2669" y="21650"/>
                      <a:pt x="3270" y="19481"/>
                      <a:pt x="3437" y="17146"/>
                    </a:cubicBezTo>
                    <a:cubicBezTo>
                      <a:pt x="3603" y="14711"/>
                      <a:pt x="3970" y="12276"/>
                      <a:pt x="4170" y="9841"/>
                    </a:cubicBezTo>
                    <a:cubicBezTo>
                      <a:pt x="4304" y="8373"/>
                      <a:pt x="4504" y="6939"/>
                      <a:pt x="4170" y="5471"/>
                    </a:cubicBezTo>
                    <a:cubicBezTo>
                      <a:pt x="3970" y="4604"/>
                      <a:pt x="4170" y="3670"/>
                      <a:pt x="4404" y="2803"/>
                    </a:cubicBezTo>
                    <a:cubicBezTo>
                      <a:pt x="4471" y="2536"/>
                      <a:pt x="4437" y="2336"/>
                      <a:pt x="4271" y="2069"/>
                    </a:cubicBezTo>
                    <a:cubicBezTo>
                      <a:pt x="3870" y="1368"/>
                      <a:pt x="4170" y="635"/>
                      <a:pt x="4971" y="434"/>
                    </a:cubicBezTo>
                    <a:cubicBezTo>
                      <a:pt x="6806" y="1"/>
                      <a:pt x="8674" y="34"/>
                      <a:pt x="10508" y="568"/>
                    </a:cubicBezTo>
                    <a:cubicBezTo>
                      <a:pt x="11242" y="768"/>
                      <a:pt x="11476" y="1402"/>
                      <a:pt x="11075" y="2102"/>
                    </a:cubicBezTo>
                    <a:cubicBezTo>
                      <a:pt x="10909" y="2402"/>
                      <a:pt x="10909" y="2636"/>
                      <a:pt x="10975" y="2936"/>
                    </a:cubicBezTo>
                    <a:cubicBezTo>
                      <a:pt x="11175" y="3937"/>
                      <a:pt x="11309" y="4938"/>
                      <a:pt x="11042" y="5972"/>
                    </a:cubicBezTo>
                    <a:cubicBezTo>
                      <a:pt x="10742" y="7106"/>
                      <a:pt x="11042" y="8273"/>
                      <a:pt x="11142" y="9407"/>
                    </a:cubicBezTo>
                    <a:cubicBezTo>
                      <a:pt x="11409" y="12376"/>
                      <a:pt x="11743" y="15312"/>
                      <a:pt x="12009" y="18247"/>
                    </a:cubicBezTo>
                    <a:cubicBezTo>
                      <a:pt x="12176" y="19915"/>
                      <a:pt x="12610" y="21449"/>
                      <a:pt x="13611" y="22750"/>
                    </a:cubicBezTo>
                    <a:cubicBezTo>
                      <a:pt x="15012" y="24618"/>
                      <a:pt x="15412" y="26720"/>
                      <a:pt x="15345" y="28988"/>
                    </a:cubicBezTo>
                    <a:cubicBezTo>
                      <a:pt x="15245" y="32224"/>
                      <a:pt x="15278" y="35426"/>
                      <a:pt x="15245" y="38662"/>
                    </a:cubicBezTo>
                    <a:cubicBezTo>
                      <a:pt x="15245" y="39362"/>
                      <a:pt x="15245" y="40063"/>
                      <a:pt x="15245" y="40763"/>
                    </a:cubicBezTo>
                    <a:cubicBezTo>
                      <a:pt x="15245" y="40763"/>
                      <a:pt x="15245" y="40763"/>
                      <a:pt x="15212" y="40763"/>
                    </a:cubicBezTo>
                    <a:close/>
                  </a:path>
                </a:pathLst>
              </a:custGeom>
              <a:solidFill>
                <a:srgbClr val="010101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0" name="Google Shape;12530;p38"/>
              <p:cNvSpPr/>
              <p:nvPr/>
            </p:nvSpPr>
            <p:spPr>
              <a:xfrm>
                <a:off x="4585475" y="2663200"/>
                <a:ext cx="306075" cy="484550"/>
              </a:xfrm>
              <a:custGeom>
                <a:rect b="b" l="l" r="r" t="t"/>
                <a:pathLst>
                  <a:path extrusionOk="0" h="19382" w="12243">
                    <a:moveTo>
                      <a:pt x="3003" y="868"/>
                    </a:moveTo>
                    <a:cubicBezTo>
                      <a:pt x="3303" y="934"/>
                      <a:pt x="3603" y="1001"/>
                      <a:pt x="3903" y="1101"/>
                    </a:cubicBezTo>
                    <a:cubicBezTo>
                      <a:pt x="5271" y="1502"/>
                      <a:pt x="6505" y="1201"/>
                      <a:pt x="7706" y="534"/>
                    </a:cubicBezTo>
                    <a:cubicBezTo>
                      <a:pt x="8039" y="334"/>
                      <a:pt x="8473" y="0"/>
                      <a:pt x="8773" y="167"/>
                    </a:cubicBezTo>
                    <a:cubicBezTo>
                      <a:pt x="9007" y="301"/>
                      <a:pt x="8973" y="868"/>
                      <a:pt x="9040" y="1235"/>
                    </a:cubicBezTo>
                    <a:cubicBezTo>
                      <a:pt x="9374" y="2702"/>
                      <a:pt x="9907" y="4070"/>
                      <a:pt x="10841" y="5271"/>
                    </a:cubicBezTo>
                    <a:cubicBezTo>
                      <a:pt x="11742" y="6472"/>
                      <a:pt x="12176" y="7873"/>
                      <a:pt x="12176" y="9340"/>
                    </a:cubicBezTo>
                    <a:cubicBezTo>
                      <a:pt x="12209" y="12376"/>
                      <a:pt x="12209" y="15378"/>
                      <a:pt x="12242" y="18414"/>
                    </a:cubicBezTo>
                    <a:cubicBezTo>
                      <a:pt x="12242" y="18547"/>
                      <a:pt x="12242" y="18714"/>
                      <a:pt x="12242" y="18881"/>
                    </a:cubicBezTo>
                    <a:cubicBezTo>
                      <a:pt x="12209" y="19081"/>
                      <a:pt x="12242" y="19348"/>
                      <a:pt x="11909" y="19348"/>
                    </a:cubicBezTo>
                    <a:cubicBezTo>
                      <a:pt x="11575" y="19381"/>
                      <a:pt x="11442" y="19181"/>
                      <a:pt x="11409" y="18881"/>
                    </a:cubicBezTo>
                    <a:cubicBezTo>
                      <a:pt x="11275" y="18214"/>
                      <a:pt x="11142" y="17546"/>
                      <a:pt x="11042" y="16879"/>
                    </a:cubicBezTo>
                    <a:cubicBezTo>
                      <a:pt x="10975" y="16579"/>
                      <a:pt x="10908" y="16279"/>
                      <a:pt x="10841" y="15979"/>
                    </a:cubicBezTo>
                    <a:cubicBezTo>
                      <a:pt x="10441" y="14211"/>
                      <a:pt x="9507" y="13310"/>
                      <a:pt x="7706" y="13043"/>
                    </a:cubicBezTo>
                    <a:cubicBezTo>
                      <a:pt x="5671" y="12743"/>
                      <a:pt x="3670" y="12943"/>
                      <a:pt x="1702" y="13510"/>
                    </a:cubicBezTo>
                    <a:cubicBezTo>
                      <a:pt x="1201" y="13644"/>
                      <a:pt x="768" y="13910"/>
                      <a:pt x="334" y="14211"/>
                    </a:cubicBezTo>
                    <a:cubicBezTo>
                      <a:pt x="0" y="14111"/>
                      <a:pt x="67" y="13810"/>
                      <a:pt x="67" y="13577"/>
                    </a:cubicBezTo>
                    <a:cubicBezTo>
                      <a:pt x="67" y="12209"/>
                      <a:pt x="100" y="10842"/>
                      <a:pt x="301" y="9507"/>
                    </a:cubicBezTo>
                    <a:cubicBezTo>
                      <a:pt x="567" y="7739"/>
                      <a:pt x="1001" y="6038"/>
                      <a:pt x="1602" y="4370"/>
                    </a:cubicBezTo>
                    <a:cubicBezTo>
                      <a:pt x="1968" y="3303"/>
                      <a:pt x="2435" y="2269"/>
                      <a:pt x="2636" y="1168"/>
                    </a:cubicBezTo>
                    <a:cubicBezTo>
                      <a:pt x="2669" y="968"/>
                      <a:pt x="2736" y="768"/>
                      <a:pt x="3003" y="868"/>
                    </a:cubicBezTo>
                    <a:close/>
                  </a:path>
                </a:pathLst>
              </a:custGeom>
              <a:solidFill>
                <a:srgbClr val="D58D2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1" name="Google Shape;12531;p38"/>
              <p:cNvSpPr/>
              <p:nvPr/>
            </p:nvSpPr>
            <p:spPr>
              <a:xfrm>
                <a:off x="4586300" y="3153550"/>
                <a:ext cx="303575" cy="184325"/>
              </a:xfrm>
              <a:custGeom>
                <a:rect b="b" l="l" r="r" t="t"/>
                <a:pathLst>
                  <a:path extrusionOk="0" h="7373" w="12143">
                    <a:moveTo>
                      <a:pt x="301" y="134"/>
                    </a:moveTo>
                    <a:cubicBezTo>
                      <a:pt x="1569" y="167"/>
                      <a:pt x="2836" y="201"/>
                      <a:pt x="4104" y="234"/>
                    </a:cubicBezTo>
                    <a:cubicBezTo>
                      <a:pt x="6239" y="334"/>
                      <a:pt x="8373" y="267"/>
                      <a:pt x="10508" y="134"/>
                    </a:cubicBezTo>
                    <a:cubicBezTo>
                      <a:pt x="12109" y="67"/>
                      <a:pt x="12109" y="1"/>
                      <a:pt x="12109" y="1535"/>
                    </a:cubicBezTo>
                    <a:cubicBezTo>
                      <a:pt x="12109" y="3136"/>
                      <a:pt x="12109" y="4737"/>
                      <a:pt x="12109" y="6338"/>
                    </a:cubicBezTo>
                    <a:cubicBezTo>
                      <a:pt x="12143" y="6672"/>
                      <a:pt x="12043" y="6805"/>
                      <a:pt x="11676" y="6872"/>
                    </a:cubicBezTo>
                    <a:cubicBezTo>
                      <a:pt x="9407" y="7272"/>
                      <a:pt x="7106" y="7372"/>
                      <a:pt x="4771" y="7339"/>
                    </a:cubicBezTo>
                    <a:cubicBezTo>
                      <a:pt x="3236" y="7306"/>
                      <a:pt x="1702" y="7239"/>
                      <a:pt x="168" y="7039"/>
                    </a:cubicBezTo>
                    <a:cubicBezTo>
                      <a:pt x="34" y="6839"/>
                      <a:pt x="1" y="6639"/>
                      <a:pt x="67" y="6438"/>
                    </a:cubicBezTo>
                    <a:cubicBezTo>
                      <a:pt x="168" y="5838"/>
                      <a:pt x="134" y="5204"/>
                      <a:pt x="101" y="4604"/>
                    </a:cubicBezTo>
                    <a:cubicBezTo>
                      <a:pt x="34" y="3236"/>
                      <a:pt x="334" y="1869"/>
                      <a:pt x="168" y="501"/>
                    </a:cubicBezTo>
                    <a:cubicBezTo>
                      <a:pt x="134" y="367"/>
                      <a:pt x="201" y="234"/>
                      <a:pt x="301" y="134"/>
                    </a:cubicBezTo>
                    <a:close/>
                  </a:path>
                </a:pathLst>
              </a:custGeom>
              <a:solidFill>
                <a:srgbClr val="AE2C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2" name="Google Shape;12532;p38"/>
              <p:cNvSpPr/>
              <p:nvPr/>
            </p:nvSpPr>
            <p:spPr>
              <a:xfrm>
                <a:off x="4583800" y="3337025"/>
                <a:ext cx="282725" cy="190150"/>
              </a:xfrm>
              <a:custGeom>
                <a:rect b="b" l="l" r="r" t="t"/>
                <a:pathLst>
                  <a:path extrusionOk="0" h="7606" w="11309">
                    <a:moveTo>
                      <a:pt x="301" y="100"/>
                    </a:moveTo>
                    <a:cubicBezTo>
                      <a:pt x="1001" y="267"/>
                      <a:pt x="1735" y="234"/>
                      <a:pt x="2469" y="267"/>
                    </a:cubicBezTo>
                    <a:cubicBezTo>
                      <a:pt x="4437" y="334"/>
                      <a:pt x="6405" y="367"/>
                      <a:pt x="8373" y="367"/>
                    </a:cubicBezTo>
                    <a:cubicBezTo>
                      <a:pt x="9241" y="334"/>
                      <a:pt x="10075" y="167"/>
                      <a:pt x="10908" y="33"/>
                    </a:cubicBezTo>
                    <a:cubicBezTo>
                      <a:pt x="11175" y="0"/>
                      <a:pt x="11309" y="67"/>
                      <a:pt x="11242" y="300"/>
                    </a:cubicBezTo>
                    <a:cubicBezTo>
                      <a:pt x="10875" y="1968"/>
                      <a:pt x="10742" y="3703"/>
                      <a:pt x="10075" y="5304"/>
                    </a:cubicBezTo>
                    <a:cubicBezTo>
                      <a:pt x="9541" y="6605"/>
                      <a:pt x="8507" y="7272"/>
                      <a:pt x="7106" y="7405"/>
                    </a:cubicBezTo>
                    <a:cubicBezTo>
                      <a:pt x="5571" y="7572"/>
                      <a:pt x="4037" y="7606"/>
                      <a:pt x="2536" y="7205"/>
                    </a:cubicBezTo>
                    <a:cubicBezTo>
                      <a:pt x="1568" y="6938"/>
                      <a:pt x="768" y="6438"/>
                      <a:pt x="167" y="5637"/>
                    </a:cubicBezTo>
                    <a:cubicBezTo>
                      <a:pt x="67" y="5371"/>
                      <a:pt x="1" y="5104"/>
                      <a:pt x="1" y="4804"/>
                    </a:cubicBezTo>
                    <a:cubicBezTo>
                      <a:pt x="1" y="3569"/>
                      <a:pt x="1" y="2335"/>
                      <a:pt x="34" y="1134"/>
                    </a:cubicBezTo>
                    <a:cubicBezTo>
                      <a:pt x="34" y="767"/>
                      <a:pt x="1" y="400"/>
                      <a:pt x="301" y="100"/>
                    </a:cubicBezTo>
                    <a:close/>
                  </a:path>
                </a:pathLst>
              </a:custGeom>
              <a:solidFill>
                <a:srgbClr val="E6E7E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3" name="Google Shape;12533;p38"/>
              <p:cNvSpPr/>
              <p:nvPr/>
            </p:nvSpPr>
            <p:spPr>
              <a:xfrm>
                <a:off x="4582975" y="3338675"/>
                <a:ext cx="307750" cy="316925"/>
              </a:xfrm>
              <a:custGeom>
                <a:rect b="b" l="l" r="r" t="t"/>
                <a:pathLst>
                  <a:path extrusionOk="0" h="12677" w="12310">
                    <a:moveTo>
                      <a:pt x="334" y="6305"/>
                    </a:moveTo>
                    <a:cubicBezTo>
                      <a:pt x="1435" y="7306"/>
                      <a:pt x="2769" y="7706"/>
                      <a:pt x="4237" y="7806"/>
                    </a:cubicBezTo>
                    <a:cubicBezTo>
                      <a:pt x="5438" y="7906"/>
                      <a:pt x="6638" y="7906"/>
                      <a:pt x="7806" y="7640"/>
                    </a:cubicBezTo>
                    <a:cubicBezTo>
                      <a:pt x="9207" y="7306"/>
                      <a:pt x="10174" y="6405"/>
                      <a:pt x="10608" y="5038"/>
                    </a:cubicBezTo>
                    <a:cubicBezTo>
                      <a:pt x="11075" y="3570"/>
                      <a:pt x="11342" y="2069"/>
                      <a:pt x="11642" y="568"/>
                    </a:cubicBezTo>
                    <a:cubicBezTo>
                      <a:pt x="11642" y="468"/>
                      <a:pt x="11675" y="334"/>
                      <a:pt x="11709" y="234"/>
                    </a:cubicBezTo>
                    <a:cubicBezTo>
                      <a:pt x="11775" y="101"/>
                      <a:pt x="11875" y="1"/>
                      <a:pt x="12009" y="1"/>
                    </a:cubicBezTo>
                    <a:cubicBezTo>
                      <a:pt x="12209" y="1"/>
                      <a:pt x="12176" y="201"/>
                      <a:pt x="12176" y="334"/>
                    </a:cubicBezTo>
                    <a:cubicBezTo>
                      <a:pt x="12142" y="3303"/>
                      <a:pt x="12309" y="6305"/>
                      <a:pt x="12042" y="9274"/>
                    </a:cubicBezTo>
                    <a:cubicBezTo>
                      <a:pt x="11942" y="10508"/>
                      <a:pt x="11642" y="11676"/>
                      <a:pt x="10408" y="12376"/>
                    </a:cubicBezTo>
                    <a:cubicBezTo>
                      <a:pt x="10374" y="12376"/>
                      <a:pt x="10341" y="12376"/>
                      <a:pt x="10308" y="12410"/>
                    </a:cubicBezTo>
                    <a:cubicBezTo>
                      <a:pt x="9340" y="12677"/>
                      <a:pt x="8306" y="12576"/>
                      <a:pt x="7306" y="12510"/>
                    </a:cubicBezTo>
                    <a:cubicBezTo>
                      <a:pt x="5671" y="12410"/>
                      <a:pt x="4037" y="12210"/>
                      <a:pt x="2469" y="11709"/>
                    </a:cubicBezTo>
                    <a:cubicBezTo>
                      <a:pt x="1301" y="11342"/>
                      <a:pt x="501" y="10642"/>
                      <a:pt x="301" y="9374"/>
                    </a:cubicBezTo>
                    <a:cubicBezTo>
                      <a:pt x="134" y="8540"/>
                      <a:pt x="34" y="7673"/>
                      <a:pt x="67" y="6839"/>
                    </a:cubicBezTo>
                    <a:cubicBezTo>
                      <a:pt x="67" y="6639"/>
                      <a:pt x="0" y="6372"/>
                      <a:pt x="334" y="6305"/>
                    </a:cubicBezTo>
                    <a:close/>
                  </a:path>
                </a:pathLst>
              </a:custGeom>
              <a:solidFill>
                <a:srgbClr val="D58D2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4" name="Google Shape;12534;p38"/>
              <p:cNvSpPr/>
              <p:nvPr/>
            </p:nvSpPr>
            <p:spPr>
              <a:xfrm>
                <a:off x="4586300" y="2990925"/>
                <a:ext cx="276900" cy="165150"/>
              </a:xfrm>
              <a:custGeom>
                <a:rect b="b" l="l" r="r" t="t"/>
                <a:pathLst>
                  <a:path extrusionOk="0" h="6606" w="11076">
                    <a:moveTo>
                      <a:pt x="168" y="1769"/>
                    </a:moveTo>
                    <a:cubicBezTo>
                      <a:pt x="668" y="1135"/>
                      <a:pt x="1368" y="735"/>
                      <a:pt x="2169" y="568"/>
                    </a:cubicBezTo>
                    <a:cubicBezTo>
                      <a:pt x="3737" y="268"/>
                      <a:pt x="5305" y="1"/>
                      <a:pt x="6939" y="234"/>
                    </a:cubicBezTo>
                    <a:cubicBezTo>
                      <a:pt x="7806" y="334"/>
                      <a:pt x="8607" y="635"/>
                      <a:pt x="9374" y="1035"/>
                    </a:cubicBezTo>
                    <a:cubicBezTo>
                      <a:pt x="9841" y="1268"/>
                      <a:pt x="10175" y="1702"/>
                      <a:pt x="10275" y="2202"/>
                    </a:cubicBezTo>
                    <a:cubicBezTo>
                      <a:pt x="10542" y="3437"/>
                      <a:pt x="10742" y="4704"/>
                      <a:pt x="11009" y="5938"/>
                    </a:cubicBezTo>
                    <a:cubicBezTo>
                      <a:pt x="11075" y="6305"/>
                      <a:pt x="10875" y="6305"/>
                      <a:pt x="10608" y="6339"/>
                    </a:cubicBezTo>
                    <a:cubicBezTo>
                      <a:pt x="7273" y="6606"/>
                      <a:pt x="3937" y="6372"/>
                      <a:pt x="601" y="6305"/>
                    </a:cubicBezTo>
                    <a:cubicBezTo>
                      <a:pt x="301" y="6272"/>
                      <a:pt x="168" y="6139"/>
                      <a:pt x="134" y="5805"/>
                    </a:cubicBezTo>
                    <a:cubicBezTo>
                      <a:pt x="34" y="4671"/>
                      <a:pt x="1" y="3570"/>
                      <a:pt x="34" y="2436"/>
                    </a:cubicBezTo>
                    <a:cubicBezTo>
                      <a:pt x="34" y="2202"/>
                      <a:pt x="67" y="1969"/>
                      <a:pt x="168" y="1769"/>
                    </a:cubicBezTo>
                    <a:close/>
                  </a:path>
                </a:pathLst>
              </a:custGeom>
              <a:solidFill>
                <a:srgbClr val="E6E7E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5" name="Google Shape;12535;p38"/>
              <p:cNvSpPr/>
              <p:nvPr/>
            </p:nvSpPr>
            <p:spPr>
              <a:xfrm>
                <a:off x="4662200" y="2382175"/>
                <a:ext cx="140125" cy="271050"/>
              </a:xfrm>
              <a:custGeom>
                <a:rect b="b" l="l" r="r" t="t"/>
                <a:pathLst>
                  <a:path extrusionOk="0" h="10842" w="5605">
                    <a:moveTo>
                      <a:pt x="4737" y="400"/>
                    </a:moveTo>
                    <a:cubicBezTo>
                      <a:pt x="5037" y="3236"/>
                      <a:pt x="5271" y="6104"/>
                      <a:pt x="5571" y="8940"/>
                    </a:cubicBezTo>
                    <a:cubicBezTo>
                      <a:pt x="5604" y="9240"/>
                      <a:pt x="5538" y="9407"/>
                      <a:pt x="5237" y="9507"/>
                    </a:cubicBezTo>
                    <a:cubicBezTo>
                      <a:pt x="4704" y="9740"/>
                      <a:pt x="4170" y="9974"/>
                      <a:pt x="3636" y="10241"/>
                    </a:cubicBezTo>
                    <a:cubicBezTo>
                      <a:pt x="2469" y="10841"/>
                      <a:pt x="1301" y="10774"/>
                      <a:pt x="134" y="10241"/>
                    </a:cubicBezTo>
                    <a:cubicBezTo>
                      <a:pt x="0" y="10041"/>
                      <a:pt x="67" y="9774"/>
                      <a:pt x="100" y="9540"/>
                    </a:cubicBezTo>
                    <a:cubicBezTo>
                      <a:pt x="267" y="7772"/>
                      <a:pt x="401" y="6004"/>
                      <a:pt x="667" y="4236"/>
                    </a:cubicBezTo>
                    <a:cubicBezTo>
                      <a:pt x="734" y="3603"/>
                      <a:pt x="667" y="2969"/>
                      <a:pt x="701" y="2335"/>
                    </a:cubicBezTo>
                    <a:cubicBezTo>
                      <a:pt x="701" y="1735"/>
                      <a:pt x="667" y="1101"/>
                      <a:pt x="701" y="500"/>
                    </a:cubicBezTo>
                    <a:cubicBezTo>
                      <a:pt x="701" y="167"/>
                      <a:pt x="834" y="0"/>
                      <a:pt x="1201" y="33"/>
                    </a:cubicBezTo>
                    <a:cubicBezTo>
                      <a:pt x="2235" y="33"/>
                      <a:pt x="3303" y="33"/>
                      <a:pt x="4337" y="33"/>
                    </a:cubicBezTo>
                    <a:cubicBezTo>
                      <a:pt x="4637" y="0"/>
                      <a:pt x="4737" y="134"/>
                      <a:pt x="4737" y="400"/>
                    </a:cubicBezTo>
                    <a:close/>
                  </a:path>
                </a:pathLst>
              </a:custGeom>
              <a:solidFill>
                <a:srgbClr val="E7E8E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6" name="Google Shape;12536;p38"/>
              <p:cNvSpPr/>
              <p:nvPr/>
            </p:nvSpPr>
            <p:spPr>
              <a:xfrm>
                <a:off x="4528775" y="2666525"/>
                <a:ext cx="131775" cy="480375"/>
              </a:xfrm>
              <a:custGeom>
                <a:rect b="b" l="l" r="r" t="t"/>
                <a:pathLst>
                  <a:path extrusionOk="0" h="19215" w="5271">
                    <a:moveTo>
                      <a:pt x="5271" y="735"/>
                    </a:moveTo>
                    <a:cubicBezTo>
                      <a:pt x="5170" y="768"/>
                      <a:pt x="5104" y="801"/>
                      <a:pt x="5070" y="935"/>
                    </a:cubicBezTo>
                    <a:cubicBezTo>
                      <a:pt x="4770" y="2669"/>
                      <a:pt x="3970" y="4237"/>
                      <a:pt x="3436" y="5938"/>
                    </a:cubicBezTo>
                    <a:cubicBezTo>
                      <a:pt x="3036" y="7173"/>
                      <a:pt x="2902" y="8474"/>
                      <a:pt x="2669" y="9775"/>
                    </a:cubicBezTo>
                    <a:cubicBezTo>
                      <a:pt x="2402" y="11142"/>
                      <a:pt x="2502" y="12510"/>
                      <a:pt x="2502" y="13844"/>
                    </a:cubicBezTo>
                    <a:cubicBezTo>
                      <a:pt x="2502" y="13911"/>
                      <a:pt x="2569" y="14011"/>
                      <a:pt x="2602" y="14078"/>
                    </a:cubicBezTo>
                    <a:cubicBezTo>
                      <a:pt x="1401" y="15178"/>
                      <a:pt x="1068" y="16713"/>
                      <a:pt x="734" y="18214"/>
                    </a:cubicBezTo>
                    <a:cubicBezTo>
                      <a:pt x="667" y="18447"/>
                      <a:pt x="634" y="18681"/>
                      <a:pt x="567" y="18914"/>
                    </a:cubicBezTo>
                    <a:cubicBezTo>
                      <a:pt x="534" y="19048"/>
                      <a:pt x="500" y="19215"/>
                      <a:pt x="300" y="19215"/>
                    </a:cubicBezTo>
                    <a:cubicBezTo>
                      <a:pt x="67" y="19181"/>
                      <a:pt x="33" y="19015"/>
                      <a:pt x="33" y="18848"/>
                    </a:cubicBezTo>
                    <a:cubicBezTo>
                      <a:pt x="33" y="18047"/>
                      <a:pt x="0" y="17247"/>
                      <a:pt x="33" y="16479"/>
                    </a:cubicBezTo>
                    <a:cubicBezTo>
                      <a:pt x="134" y="14011"/>
                      <a:pt x="100" y="11576"/>
                      <a:pt x="100" y="9107"/>
                    </a:cubicBezTo>
                    <a:cubicBezTo>
                      <a:pt x="100" y="7706"/>
                      <a:pt x="500" y="6439"/>
                      <a:pt x="1334" y="5271"/>
                    </a:cubicBezTo>
                    <a:cubicBezTo>
                      <a:pt x="2368" y="3904"/>
                      <a:pt x="3002" y="2336"/>
                      <a:pt x="3302" y="635"/>
                    </a:cubicBezTo>
                    <a:cubicBezTo>
                      <a:pt x="3436" y="1"/>
                      <a:pt x="3436" y="1"/>
                      <a:pt x="4070" y="234"/>
                    </a:cubicBezTo>
                    <a:cubicBezTo>
                      <a:pt x="4470" y="368"/>
                      <a:pt x="4870" y="568"/>
                      <a:pt x="5271" y="735"/>
                    </a:cubicBezTo>
                    <a:close/>
                  </a:path>
                </a:pathLst>
              </a:custGeom>
              <a:solidFill>
                <a:srgbClr val="94631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7" name="Google Shape;12537;p38"/>
              <p:cNvSpPr/>
              <p:nvPr/>
            </p:nvSpPr>
            <p:spPr>
              <a:xfrm>
                <a:off x="4531275" y="3332000"/>
                <a:ext cx="309400" cy="344450"/>
              </a:xfrm>
              <a:custGeom>
                <a:rect b="b" l="l" r="r" t="t"/>
                <a:pathLst>
                  <a:path extrusionOk="0" h="13778" w="12376">
                    <a:moveTo>
                      <a:pt x="2402" y="6572"/>
                    </a:moveTo>
                    <a:cubicBezTo>
                      <a:pt x="2135" y="7073"/>
                      <a:pt x="2268" y="7606"/>
                      <a:pt x="2302" y="8107"/>
                    </a:cubicBezTo>
                    <a:cubicBezTo>
                      <a:pt x="2335" y="8774"/>
                      <a:pt x="2435" y="9408"/>
                      <a:pt x="2602" y="10041"/>
                    </a:cubicBezTo>
                    <a:cubicBezTo>
                      <a:pt x="2869" y="11009"/>
                      <a:pt x="3603" y="11543"/>
                      <a:pt x="4537" y="11809"/>
                    </a:cubicBezTo>
                    <a:cubicBezTo>
                      <a:pt x="6672" y="12443"/>
                      <a:pt x="8873" y="12710"/>
                      <a:pt x="11108" y="12643"/>
                    </a:cubicBezTo>
                    <a:cubicBezTo>
                      <a:pt x="11542" y="12643"/>
                      <a:pt x="11975" y="12677"/>
                      <a:pt x="12376" y="12677"/>
                    </a:cubicBezTo>
                    <a:cubicBezTo>
                      <a:pt x="11475" y="13244"/>
                      <a:pt x="10441" y="13444"/>
                      <a:pt x="9407" y="13544"/>
                    </a:cubicBezTo>
                    <a:cubicBezTo>
                      <a:pt x="7305" y="13744"/>
                      <a:pt x="5204" y="13777"/>
                      <a:pt x="3136" y="13177"/>
                    </a:cubicBezTo>
                    <a:cubicBezTo>
                      <a:pt x="1334" y="12677"/>
                      <a:pt x="400" y="11576"/>
                      <a:pt x="234" y="9675"/>
                    </a:cubicBezTo>
                    <a:cubicBezTo>
                      <a:pt x="0" y="7206"/>
                      <a:pt x="134" y="4738"/>
                      <a:pt x="100" y="2269"/>
                    </a:cubicBezTo>
                    <a:cubicBezTo>
                      <a:pt x="100" y="1535"/>
                      <a:pt x="100" y="802"/>
                      <a:pt x="100" y="1"/>
                    </a:cubicBezTo>
                    <a:cubicBezTo>
                      <a:pt x="467" y="168"/>
                      <a:pt x="501" y="435"/>
                      <a:pt x="534" y="701"/>
                    </a:cubicBezTo>
                    <a:cubicBezTo>
                      <a:pt x="634" y="1569"/>
                      <a:pt x="701" y="2436"/>
                      <a:pt x="834" y="3303"/>
                    </a:cubicBezTo>
                    <a:cubicBezTo>
                      <a:pt x="968" y="4571"/>
                      <a:pt x="1501" y="5638"/>
                      <a:pt x="2402" y="6572"/>
                    </a:cubicBezTo>
                    <a:close/>
                  </a:path>
                </a:pathLst>
              </a:custGeom>
              <a:solidFill>
                <a:srgbClr val="94631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8" name="Google Shape;12538;p38"/>
              <p:cNvSpPr/>
              <p:nvPr/>
            </p:nvSpPr>
            <p:spPr>
              <a:xfrm>
                <a:off x="4618000" y="2381325"/>
                <a:ext cx="164300" cy="256875"/>
              </a:xfrm>
              <a:custGeom>
                <a:rect b="b" l="l" r="r" t="t"/>
                <a:pathLst>
                  <a:path extrusionOk="0" h="10275" w="6572">
                    <a:moveTo>
                      <a:pt x="6505" y="434"/>
                    </a:moveTo>
                    <a:cubicBezTo>
                      <a:pt x="6438" y="201"/>
                      <a:pt x="6305" y="101"/>
                      <a:pt x="6038" y="101"/>
                    </a:cubicBezTo>
                    <a:cubicBezTo>
                      <a:pt x="5037" y="134"/>
                      <a:pt x="4037" y="134"/>
                      <a:pt x="3036" y="101"/>
                    </a:cubicBezTo>
                    <a:cubicBezTo>
                      <a:pt x="2669" y="101"/>
                      <a:pt x="2602" y="234"/>
                      <a:pt x="2602" y="601"/>
                    </a:cubicBezTo>
                    <a:cubicBezTo>
                      <a:pt x="2636" y="1402"/>
                      <a:pt x="2636" y="2236"/>
                      <a:pt x="2636" y="3070"/>
                    </a:cubicBezTo>
                    <a:cubicBezTo>
                      <a:pt x="2636" y="4704"/>
                      <a:pt x="2302" y="6339"/>
                      <a:pt x="2169" y="8006"/>
                    </a:cubicBezTo>
                    <a:cubicBezTo>
                      <a:pt x="2102" y="8774"/>
                      <a:pt x="2002" y="9508"/>
                      <a:pt x="1902" y="10275"/>
                    </a:cubicBezTo>
                    <a:cubicBezTo>
                      <a:pt x="1468" y="10141"/>
                      <a:pt x="1034" y="9941"/>
                      <a:pt x="601" y="9841"/>
                    </a:cubicBezTo>
                    <a:cubicBezTo>
                      <a:pt x="134" y="9741"/>
                      <a:pt x="0" y="9508"/>
                      <a:pt x="34" y="9007"/>
                    </a:cubicBezTo>
                    <a:cubicBezTo>
                      <a:pt x="334" y="6138"/>
                      <a:pt x="601" y="3270"/>
                      <a:pt x="868" y="368"/>
                    </a:cubicBezTo>
                    <a:cubicBezTo>
                      <a:pt x="901" y="101"/>
                      <a:pt x="1001" y="34"/>
                      <a:pt x="1235" y="34"/>
                    </a:cubicBezTo>
                    <a:cubicBezTo>
                      <a:pt x="2869" y="34"/>
                      <a:pt x="4504" y="34"/>
                      <a:pt x="6138" y="1"/>
                    </a:cubicBezTo>
                    <a:cubicBezTo>
                      <a:pt x="6472" y="1"/>
                      <a:pt x="6572" y="101"/>
                      <a:pt x="6505" y="434"/>
                    </a:cubicBezTo>
                    <a:close/>
                  </a:path>
                </a:pathLst>
              </a:custGeom>
              <a:solidFill>
                <a:srgbClr val="A1A2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9" name="Google Shape;12539;p38"/>
              <p:cNvSpPr/>
              <p:nvPr/>
            </p:nvSpPr>
            <p:spPr>
              <a:xfrm>
                <a:off x="4532925" y="3156050"/>
                <a:ext cx="65075" cy="173475"/>
              </a:xfrm>
              <a:custGeom>
                <a:rect b="b" l="l" r="r" t="t"/>
                <a:pathLst>
                  <a:path extrusionOk="0" h="6939" w="2603">
                    <a:moveTo>
                      <a:pt x="2436" y="34"/>
                    </a:moveTo>
                    <a:cubicBezTo>
                      <a:pt x="2603" y="2336"/>
                      <a:pt x="2403" y="4637"/>
                      <a:pt x="2303" y="6939"/>
                    </a:cubicBezTo>
                    <a:cubicBezTo>
                      <a:pt x="1669" y="6939"/>
                      <a:pt x="1068" y="6805"/>
                      <a:pt x="435" y="6739"/>
                    </a:cubicBezTo>
                    <a:cubicBezTo>
                      <a:pt x="68" y="6705"/>
                      <a:pt x="34" y="6539"/>
                      <a:pt x="34" y="6238"/>
                    </a:cubicBezTo>
                    <a:cubicBezTo>
                      <a:pt x="34" y="4270"/>
                      <a:pt x="34" y="2269"/>
                      <a:pt x="1" y="267"/>
                    </a:cubicBezTo>
                    <a:cubicBezTo>
                      <a:pt x="1" y="1"/>
                      <a:pt x="134" y="1"/>
                      <a:pt x="334" y="1"/>
                    </a:cubicBezTo>
                    <a:cubicBezTo>
                      <a:pt x="1035" y="1"/>
                      <a:pt x="1735" y="34"/>
                      <a:pt x="2436" y="34"/>
                    </a:cubicBezTo>
                    <a:close/>
                  </a:path>
                </a:pathLst>
              </a:custGeom>
              <a:solidFill>
                <a:srgbClr val="791F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0" name="Google Shape;12540;p38"/>
              <p:cNvSpPr/>
              <p:nvPr/>
            </p:nvSpPr>
            <p:spPr>
              <a:xfrm>
                <a:off x="4631350" y="2250400"/>
                <a:ext cx="154300" cy="123450"/>
              </a:xfrm>
              <a:custGeom>
                <a:rect b="b" l="l" r="r" t="t"/>
                <a:pathLst>
                  <a:path extrusionOk="0" h="4938" w="6172">
                    <a:moveTo>
                      <a:pt x="2001" y="4938"/>
                    </a:moveTo>
                    <a:cubicBezTo>
                      <a:pt x="1768" y="4938"/>
                      <a:pt x="1534" y="4938"/>
                      <a:pt x="1334" y="4938"/>
                    </a:cubicBezTo>
                    <a:cubicBezTo>
                      <a:pt x="367" y="4938"/>
                      <a:pt x="267" y="4871"/>
                      <a:pt x="133" y="3903"/>
                    </a:cubicBezTo>
                    <a:cubicBezTo>
                      <a:pt x="0" y="2736"/>
                      <a:pt x="167" y="1568"/>
                      <a:pt x="434" y="434"/>
                    </a:cubicBezTo>
                    <a:cubicBezTo>
                      <a:pt x="500" y="101"/>
                      <a:pt x="734" y="167"/>
                      <a:pt x="901" y="234"/>
                    </a:cubicBezTo>
                    <a:cubicBezTo>
                      <a:pt x="1334" y="368"/>
                      <a:pt x="1768" y="268"/>
                      <a:pt x="2202" y="134"/>
                    </a:cubicBezTo>
                    <a:cubicBezTo>
                      <a:pt x="2802" y="1"/>
                      <a:pt x="3402" y="134"/>
                      <a:pt x="3970" y="234"/>
                    </a:cubicBezTo>
                    <a:cubicBezTo>
                      <a:pt x="4437" y="268"/>
                      <a:pt x="4904" y="334"/>
                      <a:pt x="5371" y="268"/>
                    </a:cubicBezTo>
                    <a:cubicBezTo>
                      <a:pt x="5737" y="234"/>
                      <a:pt x="5938" y="434"/>
                      <a:pt x="6004" y="801"/>
                    </a:cubicBezTo>
                    <a:cubicBezTo>
                      <a:pt x="6071" y="1168"/>
                      <a:pt x="6104" y="1568"/>
                      <a:pt x="6171" y="1969"/>
                    </a:cubicBezTo>
                    <a:cubicBezTo>
                      <a:pt x="5270" y="2069"/>
                      <a:pt x="4336" y="1969"/>
                      <a:pt x="3402" y="2002"/>
                    </a:cubicBezTo>
                    <a:cubicBezTo>
                      <a:pt x="3236" y="2002"/>
                      <a:pt x="3036" y="2002"/>
                      <a:pt x="2869" y="2002"/>
                    </a:cubicBezTo>
                    <a:cubicBezTo>
                      <a:pt x="2502" y="2002"/>
                      <a:pt x="2335" y="2136"/>
                      <a:pt x="2335" y="2469"/>
                    </a:cubicBezTo>
                    <a:cubicBezTo>
                      <a:pt x="2302" y="2669"/>
                      <a:pt x="2268" y="2869"/>
                      <a:pt x="2168" y="3070"/>
                    </a:cubicBezTo>
                    <a:cubicBezTo>
                      <a:pt x="1801" y="3436"/>
                      <a:pt x="1268" y="3270"/>
                      <a:pt x="901" y="3403"/>
                    </a:cubicBezTo>
                    <a:cubicBezTo>
                      <a:pt x="1268" y="3403"/>
                      <a:pt x="1668" y="3203"/>
                      <a:pt x="2068" y="3537"/>
                    </a:cubicBezTo>
                    <a:cubicBezTo>
                      <a:pt x="2168" y="4004"/>
                      <a:pt x="2235" y="4471"/>
                      <a:pt x="2001" y="4938"/>
                    </a:cubicBezTo>
                    <a:close/>
                  </a:path>
                </a:pathLst>
              </a:custGeom>
              <a:solidFill>
                <a:srgbClr val="94631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1" name="Google Shape;12541;p38"/>
              <p:cNvSpPr/>
              <p:nvPr/>
            </p:nvSpPr>
            <p:spPr>
              <a:xfrm>
                <a:off x="4681375" y="2296275"/>
                <a:ext cx="109275" cy="80075"/>
              </a:xfrm>
              <a:custGeom>
                <a:rect b="b" l="l" r="r" t="t"/>
                <a:pathLst>
                  <a:path extrusionOk="0" h="3203" w="4371">
                    <a:moveTo>
                      <a:pt x="0" y="3103"/>
                    </a:moveTo>
                    <a:cubicBezTo>
                      <a:pt x="0" y="2636"/>
                      <a:pt x="0" y="2135"/>
                      <a:pt x="0" y="1668"/>
                    </a:cubicBezTo>
                    <a:cubicBezTo>
                      <a:pt x="67" y="1535"/>
                      <a:pt x="234" y="1535"/>
                      <a:pt x="367" y="1535"/>
                    </a:cubicBezTo>
                    <a:cubicBezTo>
                      <a:pt x="1168" y="1501"/>
                      <a:pt x="1935" y="1468"/>
                      <a:pt x="2636" y="1535"/>
                    </a:cubicBezTo>
                    <a:cubicBezTo>
                      <a:pt x="2102" y="1435"/>
                      <a:pt x="1435" y="1401"/>
                      <a:pt x="768" y="1401"/>
                    </a:cubicBezTo>
                    <a:cubicBezTo>
                      <a:pt x="534" y="1401"/>
                      <a:pt x="267" y="1435"/>
                      <a:pt x="101" y="1235"/>
                    </a:cubicBezTo>
                    <a:cubicBezTo>
                      <a:pt x="134" y="901"/>
                      <a:pt x="167" y="567"/>
                      <a:pt x="201" y="234"/>
                    </a:cubicBezTo>
                    <a:cubicBezTo>
                      <a:pt x="201" y="100"/>
                      <a:pt x="267" y="0"/>
                      <a:pt x="434" y="0"/>
                    </a:cubicBezTo>
                    <a:cubicBezTo>
                      <a:pt x="1635" y="34"/>
                      <a:pt x="2836" y="34"/>
                      <a:pt x="4037" y="67"/>
                    </a:cubicBezTo>
                    <a:cubicBezTo>
                      <a:pt x="4103" y="67"/>
                      <a:pt x="4137" y="100"/>
                      <a:pt x="4170" y="134"/>
                    </a:cubicBezTo>
                    <a:cubicBezTo>
                      <a:pt x="4370" y="1001"/>
                      <a:pt x="4203" y="1868"/>
                      <a:pt x="4037" y="2702"/>
                    </a:cubicBezTo>
                    <a:cubicBezTo>
                      <a:pt x="4003" y="2936"/>
                      <a:pt x="3903" y="3036"/>
                      <a:pt x="3670" y="3069"/>
                    </a:cubicBezTo>
                    <a:cubicBezTo>
                      <a:pt x="2469" y="3136"/>
                      <a:pt x="1235" y="3203"/>
                      <a:pt x="0" y="3103"/>
                    </a:cubicBezTo>
                    <a:close/>
                  </a:path>
                </a:pathLst>
              </a:custGeom>
              <a:solidFill>
                <a:srgbClr val="D58D2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2" name="Google Shape;12542;p38"/>
              <p:cNvSpPr/>
              <p:nvPr/>
            </p:nvSpPr>
            <p:spPr>
              <a:xfrm>
                <a:off x="4653025" y="2625675"/>
                <a:ext cx="157625" cy="68400"/>
              </a:xfrm>
              <a:custGeom>
                <a:rect b="b" l="l" r="r" t="t"/>
                <a:pathLst>
                  <a:path extrusionOk="0" h="2736" w="6305">
                    <a:moveTo>
                      <a:pt x="401" y="934"/>
                    </a:moveTo>
                    <a:cubicBezTo>
                      <a:pt x="934" y="1034"/>
                      <a:pt x="1435" y="1268"/>
                      <a:pt x="2002" y="1301"/>
                    </a:cubicBezTo>
                    <a:cubicBezTo>
                      <a:pt x="2769" y="1335"/>
                      <a:pt x="3503" y="1201"/>
                      <a:pt x="4170" y="801"/>
                    </a:cubicBezTo>
                    <a:cubicBezTo>
                      <a:pt x="4670" y="501"/>
                      <a:pt x="5204" y="334"/>
                      <a:pt x="5738" y="100"/>
                    </a:cubicBezTo>
                    <a:cubicBezTo>
                      <a:pt x="6005" y="0"/>
                      <a:pt x="6071" y="67"/>
                      <a:pt x="6071" y="301"/>
                    </a:cubicBezTo>
                    <a:cubicBezTo>
                      <a:pt x="6171" y="1268"/>
                      <a:pt x="6305" y="1034"/>
                      <a:pt x="5471" y="1435"/>
                    </a:cubicBezTo>
                    <a:cubicBezTo>
                      <a:pt x="5438" y="1468"/>
                      <a:pt x="5371" y="1501"/>
                      <a:pt x="5337" y="1501"/>
                    </a:cubicBezTo>
                    <a:cubicBezTo>
                      <a:pt x="2569" y="2736"/>
                      <a:pt x="3436" y="2636"/>
                      <a:pt x="401" y="1968"/>
                    </a:cubicBezTo>
                    <a:cubicBezTo>
                      <a:pt x="0" y="1635"/>
                      <a:pt x="234" y="1268"/>
                      <a:pt x="401" y="934"/>
                    </a:cubicBezTo>
                    <a:close/>
                  </a:path>
                </a:pathLst>
              </a:custGeom>
              <a:solidFill>
                <a:srgbClr val="BD86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3" name="Google Shape;12543;p38"/>
              <p:cNvSpPr/>
              <p:nvPr/>
            </p:nvSpPr>
            <p:spPr>
              <a:xfrm>
                <a:off x="4631350" y="2218725"/>
                <a:ext cx="160950" cy="31700"/>
              </a:xfrm>
              <a:custGeom>
                <a:rect b="b" l="l" r="r" t="t"/>
                <a:pathLst>
                  <a:path extrusionOk="0" h="1268" w="6438">
                    <a:moveTo>
                      <a:pt x="5371" y="1268"/>
                    </a:moveTo>
                    <a:cubicBezTo>
                      <a:pt x="4637" y="1201"/>
                      <a:pt x="3903" y="1201"/>
                      <a:pt x="3169" y="1068"/>
                    </a:cubicBezTo>
                    <a:cubicBezTo>
                      <a:pt x="2468" y="967"/>
                      <a:pt x="1768" y="1168"/>
                      <a:pt x="1067" y="1168"/>
                    </a:cubicBezTo>
                    <a:cubicBezTo>
                      <a:pt x="901" y="1168"/>
                      <a:pt x="767" y="1168"/>
                      <a:pt x="600" y="1134"/>
                    </a:cubicBezTo>
                    <a:cubicBezTo>
                      <a:pt x="400" y="1101"/>
                      <a:pt x="67" y="1168"/>
                      <a:pt x="33" y="834"/>
                    </a:cubicBezTo>
                    <a:cubicBezTo>
                      <a:pt x="0" y="500"/>
                      <a:pt x="234" y="334"/>
                      <a:pt x="534" y="267"/>
                    </a:cubicBezTo>
                    <a:cubicBezTo>
                      <a:pt x="1368" y="33"/>
                      <a:pt x="2268" y="0"/>
                      <a:pt x="3169" y="67"/>
                    </a:cubicBezTo>
                    <a:cubicBezTo>
                      <a:pt x="3836" y="100"/>
                      <a:pt x="4537" y="167"/>
                      <a:pt x="5204" y="234"/>
                    </a:cubicBezTo>
                    <a:cubicBezTo>
                      <a:pt x="5671" y="300"/>
                      <a:pt x="6171" y="334"/>
                      <a:pt x="6371" y="901"/>
                    </a:cubicBezTo>
                    <a:cubicBezTo>
                      <a:pt x="6438" y="1134"/>
                      <a:pt x="6438" y="1268"/>
                      <a:pt x="6138" y="1268"/>
                    </a:cubicBezTo>
                    <a:cubicBezTo>
                      <a:pt x="5871" y="1234"/>
                      <a:pt x="5604" y="1268"/>
                      <a:pt x="5371" y="1268"/>
                    </a:cubicBezTo>
                    <a:close/>
                  </a:path>
                </a:pathLst>
              </a:custGeom>
              <a:solidFill>
                <a:srgbClr val="A028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4" name="Google Shape;12544;p38"/>
              <p:cNvSpPr/>
              <p:nvPr/>
            </p:nvSpPr>
            <p:spPr>
              <a:xfrm>
                <a:off x="4553775" y="3335350"/>
                <a:ext cx="37550" cy="142625"/>
              </a:xfrm>
              <a:custGeom>
                <a:rect b="b" l="l" r="r" t="t"/>
                <a:pathLst>
                  <a:path extrusionOk="0" h="5705" w="1502">
                    <a:moveTo>
                      <a:pt x="1502" y="167"/>
                    </a:moveTo>
                    <a:cubicBezTo>
                      <a:pt x="1268" y="2035"/>
                      <a:pt x="1402" y="3870"/>
                      <a:pt x="1368" y="5704"/>
                    </a:cubicBezTo>
                    <a:cubicBezTo>
                      <a:pt x="601" y="4804"/>
                      <a:pt x="301" y="3703"/>
                      <a:pt x="168" y="2536"/>
                    </a:cubicBezTo>
                    <a:cubicBezTo>
                      <a:pt x="68" y="1835"/>
                      <a:pt x="68" y="1068"/>
                      <a:pt x="34" y="334"/>
                    </a:cubicBezTo>
                    <a:cubicBezTo>
                      <a:pt x="1" y="100"/>
                      <a:pt x="68" y="0"/>
                      <a:pt x="334" y="67"/>
                    </a:cubicBezTo>
                    <a:cubicBezTo>
                      <a:pt x="701" y="100"/>
                      <a:pt x="1102" y="134"/>
                      <a:pt x="1502" y="167"/>
                    </a:cubicBezTo>
                    <a:close/>
                  </a:path>
                </a:pathLst>
              </a:custGeom>
              <a:solidFill>
                <a:srgbClr val="A1A1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5" name="Google Shape;12545;p38"/>
              <p:cNvSpPr/>
              <p:nvPr/>
            </p:nvSpPr>
            <p:spPr>
              <a:xfrm>
                <a:off x="4549625" y="3035125"/>
                <a:ext cx="51725" cy="115125"/>
              </a:xfrm>
              <a:custGeom>
                <a:rect b="b" l="l" r="r" t="t"/>
                <a:pathLst>
                  <a:path extrusionOk="0" h="4605" w="2069">
                    <a:moveTo>
                      <a:pt x="1635" y="1"/>
                    </a:moveTo>
                    <a:cubicBezTo>
                      <a:pt x="1635" y="1368"/>
                      <a:pt x="1668" y="2736"/>
                      <a:pt x="1735" y="4104"/>
                    </a:cubicBezTo>
                    <a:cubicBezTo>
                      <a:pt x="1735" y="4371"/>
                      <a:pt x="1868" y="4437"/>
                      <a:pt x="2068" y="4537"/>
                    </a:cubicBezTo>
                    <a:cubicBezTo>
                      <a:pt x="1468" y="4604"/>
                      <a:pt x="867" y="4404"/>
                      <a:pt x="267" y="4471"/>
                    </a:cubicBezTo>
                    <a:cubicBezTo>
                      <a:pt x="133" y="4471"/>
                      <a:pt x="0" y="4404"/>
                      <a:pt x="67" y="4204"/>
                    </a:cubicBezTo>
                    <a:cubicBezTo>
                      <a:pt x="400" y="2903"/>
                      <a:pt x="567" y="1535"/>
                      <a:pt x="1334" y="334"/>
                    </a:cubicBezTo>
                    <a:cubicBezTo>
                      <a:pt x="1434" y="234"/>
                      <a:pt x="1534" y="134"/>
                      <a:pt x="1635" y="1"/>
                    </a:cubicBezTo>
                    <a:close/>
                  </a:path>
                </a:pathLst>
              </a:custGeom>
              <a:solidFill>
                <a:srgbClr val="A0A19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6" name="Google Shape;12546;p38"/>
              <p:cNvSpPr/>
              <p:nvPr/>
            </p:nvSpPr>
            <p:spPr>
              <a:xfrm>
                <a:off x="4612150" y="2629850"/>
                <a:ext cx="53400" cy="45050"/>
              </a:xfrm>
              <a:custGeom>
                <a:rect b="b" l="l" r="r" t="t"/>
                <a:pathLst>
                  <a:path extrusionOk="0" h="1802" w="2136">
                    <a:moveTo>
                      <a:pt x="2036" y="767"/>
                    </a:moveTo>
                    <a:cubicBezTo>
                      <a:pt x="2136" y="1101"/>
                      <a:pt x="1769" y="1468"/>
                      <a:pt x="2036" y="1801"/>
                    </a:cubicBezTo>
                    <a:cubicBezTo>
                      <a:pt x="1502" y="1668"/>
                      <a:pt x="968" y="1535"/>
                      <a:pt x="468" y="1334"/>
                    </a:cubicBezTo>
                    <a:cubicBezTo>
                      <a:pt x="234" y="1234"/>
                      <a:pt x="1" y="300"/>
                      <a:pt x="168" y="100"/>
                    </a:cubicBezTo>
                    <a:cubicBezTo>
                      <a:pt x="268" y="0"/>
                      <a:pt x="368" y="67"/>
                      <a:pt x="501" y="100"/>
                    </a:cubicBezTo>
                    <a:cubicBezTo>
                      <a:pt x="1035" y="267"/>
                      <a:pt x="1535" y="501"/>
                      <a:pt x="2036" y="767"/>
                    </a:cubicBezTo>
                    <a:close/>
                  </a:path>
                </a:pathLst>
              </a:custGeom>
              <a:solidFill>
                <a:srgbClr val="835E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7" name="Google Shape;12547;p38"/>
              <p:cNvSpPr/>
              <p:nvPr/>
            </p:nvSpPr>
            <p:spPr>
              <a:xfrm>
                <a:off x="4779775" y="2703225"/>
                <a:ext cx="81750" cy="213525"/>
              </a:xfrm>
              <a:custGeom>
                <a:rect b="b" l="l" r="r" t="t"/>
                <a:pathLst>
                  <a:path extrusionOk="0" h="8541" w="3270">
                    <a:moveTo>
                      <a:pt x="67" y="1101"/>
                    </a:moveTo>
                    <a:cubicBezTo>
                      <a:pt x="67" y="768"/>
                      <a:pt x="34" y="568"/>
                      <a:pt x="67" y="368"/>
                    </a:cubicBezTo>
                    <a:cubicBezTo>
                      <a:pt x="67" y="234"/>
                      <a:pt x="34" y="67"/>
                      <a:pt x="201" y="34"/>
                    </a:cubicBezTo>
                    <a:cubicBezTo>
                      <a:pt x="401" y="1"/>
                      <a:pt x="468" y="167"/>
                      <a:pt x="501" y="301"/>
                    </a:cubicBezTo>
                    <a:cubicBezTo>
                      <a:pt x="568" y="501"/>
                      <a:pt x="601" y="668"/>
                      <a:pt x="601" y="868"/>
                    </a:cubicBezTo>
                    <a:cubicBezTo>
                      <a:pt x="768" y="1902"/>
                      <a:pt x="1402" y="2703"/>
                      <a:pt x="1969" y="3470"/>
                    </a:cubicBezTo>
                    <a:cubicBezTo>
                      <a:pt x="2636" y="4370"/>
                      <a:pt x="3036" y="5304"/>
                      <a:pt x="3136" y="6372"/>
                    </a:cubicBezTo>
                    <a:cubicBezTo>
                      <a:pt x="3203" y="6772"/>
                      <a:pt x="3236" y="7206"/>
                      <a:pt x="3236" y="7606"/>
                    </a:cubicBezTo>
                    <a:cubicBezTo>
                      <a:pt x="3270" y="7739"/>
                      <a:pt x="3236" y="7906"/>
                      <a:pt x="3203" y="8073"/>
                    </a:cubicBezTo>
                    <a:cubicBezTo>
                      <a:pt x="3136" y="8273"/>
                      <a:pt x="3069" y="8540"/>
                      <a:pt x="2803" y="8540"/>
                    </a:cubicBezTo>
                    <a:cubicBezTo>
                      <a:pt x="2536" y="8540"/>
                      <a:pt x="2469" y="8307"/>
                      <a:pt x="2402" y="8073"/>
                    </a:cubicBezTo>
                    <a:cubicBezTo>
                      <a:pt x="2269" y="7339"/>
                      <a:pt x="2135" y="6572"/>
                      <a:pt x="2035" y="5838"/>
                    </a:cubicBezTo>
                    <a:cubicBezTo>
                      <a:pt x="1935" y="5371"/>
                      <a:pt x="1769" y="4937"/>
                      <a:pt x="1502" y="4571"/>
                    </a:cubicBezTo>
                    <a:cubicBezTo>
                      <a:pt x="968" y="3903"/>
                      <a:pt x="601" y="3170"/>
                      <a:pt x="267" y="2369"/>
                    </a:cubicBezTo>
                    <a:cubicBezTo>
                      <a:pt x="101" y="1935"/>
                      <a:pt x="1" y="1468"/>
                      <a:pt x="67" y="1101"/>
                    </a:cubicBezTo>
                    <a:close/>
                  </a:path>
                </a:pathLst>
              </a:custGeom>
              <a:solidFill>
                <a:srgbClr val="EAC6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8" name="Google Shape;12548;p38"/>
              <p:cNvSpPr/>
              <p:nvPr/>
            </p:nvSpPr>
            <p:spPr>
              <a:xfrm>
                <a:off x="4789775" y="2840000"/>
                <a:ext cx="23375" cy="23375"/>
              </a:xfrm>
              <a:custGeom>
                <a:rect b="b" l="l" r="r" t="t"/>
                <a:pathLst>
                  <a:path extrusionOk="0" h="935" w="935">
                    <a:moveTo>
                      <a:pt x="902" y="367"/>
                    </a:moveTo>
                    <a:cubicBezTo>
                      <a:pt x="935" y="801"/>
                      <a:pt x="768" y="934"/>
                      <a:pt x="468" y="934"/>
                    </a:cubicBezTo>
                    <a:cubicBezTo>
                      <a:pt x="168" y="934"/>
                      <a:pt x="1" y="734"/>
                      <a:pt x="1" y="501"/>
                    </a:cubicBezTo>
                    <a:cubicBezTo>
                      <a:pt x="1" y="200"/>
                      <a:pt x="201" y="0"/>
                      <a:pt x="501" y="0"/>
                    </a:cubicBezTo>
                    <a:cubicBezTo>
                      <a:pt x="801" y="0"/>
                      <a:pt x="902" y="234"/>
                      <a:pt x="902" y="367"/>
                    </a:cubicBezTo>
                    <a:close/>
                  </a:path>
                </a:pathLst>
              </a:custGeom>
              <a:solidFill>
                <a:srgbClr val="E9C4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9" name="Google Shape;12549;p38"/>
              <p:cNvSpPr/>
              <p:nvPr/>
            </p:nvSpPr>
            <p:spPr>
              <a:xfrm>
                <a:off x="4761425" y="2880025"/>
                <a:ext cx="23375" cy="24200"/>
              </a:xfrm>
              <a:custGeom>
                <a:rect b="b" l="l" r="r" t="t"/>
                <a:pathLst>
                  <a:path extrusionOk="0" h="968" w="935">
                    <a:moveTo>
                      <a:pt x="468" y="968"/>
                    </a:moveTo>
                    <a:cubicBezTo>
                      <a:pt x="201" y="901"/>
                      <a:pt x="1" y="768"/>
                      <a:pt x="1" y="467"/>
                    </a:cubicBezTo>
                    <a:cubicBezTo>
                      <a:pt x="34" y="200"/>
                      <a:pt x="168" y="0"/>
                      <a:pt x="468" y="34"/>
                    </a:cubicBezTo>
                    <a:cubicBezTo>
                      <a:pt x="768" y="67"/>
                      <a:pt x="935" y="267"/>
                      <a:pt x="901" y="567"/>
                    </a:cubicBezTo>
                    <a:cubicBezTo>
                      <a:pt x="901" y="834"/>
                      <a:pt x="735" y="968"/>
                      <a:pt x="468" y="968"/>
                    </a:cubicBezTo>
                    <a:close/>
                  </a:path>
                </a:pathLst>
              </a:custGeom>
              <a:solidFill>
                <a:srgbClr val="E9C4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0" name="Google Shape;12550;p38"/>
              <p:cNvSpPr/>
              <p:nvPr/>
            </p:nvSpPr>
            <p:spPr>
              <a:xfrm>
                <a:off x="4765600" y="2810800"/>
                <a:ext cx="20875" cy="21700"/>
              </a:xfrm>
              <a:custGeom>
                <a:rect b="b" l="l" r="r" t="t"/>
                <a:pathLst>
                  <a:path extrusionOk="0" h="868" w="835">
                    <a:moveTo>
                      <a:pt x="834" y="468"/>
                    </a:moveTo>
                    <a:cubicBezTo>
                      <a:pt x="834" y="768"/>
                      <a:pt x="634" y="868"/>
                      <a:pt x="401" y="868"/>
                    </a:cubicBezTo>
                    <a:cubicBezTo>
                      <a:pt x="101" y="868"/>
                      <a:pt x="1" y="701"/>
                      <a:pt x="1" y="434"/>
                    </a:cubicBezTo>
                    <a:cubicBezTo>
                      <a:pt x="1" y="167"/>
                      <a:pt x="134" y="1"/>
                      <a:pt x="401" y="34"/>
                    </a:cubicBezTo>
                    <a:cubicBezTo>
                      <a:pt x="701" y="34"/>
                      <a:pt x="834" y="234"/>
                      <a:pt x="834" y="468"/>
                    </a:cubicBezTo>
                    <a:close/>
                  </a:path>
                </a:pathLst>
              </a:custGeom>
              <a:solidFill>
                <a:srgbClr val="E9C3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1" name="Google Shape;12551;p38"/>
              <p:cNvSpPr/>
              <p:nvPr/>
            </p:nvSpPr>
            <p:spPr>
              <a:xfrm>
                <a:off x="4647175" y="2324625"/>
                <a:ext cx="110950" cy="13375"/>
              </a:xfrm>
              <a:custGeom>
                <a:rect b="b" l="l" r="r" t="t"/>
                <a:pathLst>
                  <a:path extrusionOk="0" h="535" w="4438">
                    <a:moveTo>
                      <a:pt x="1469" y="101"/>
                    </a:moveTo>
                    <a:cubicBezTo>
                      <a:pt x="2469" y="134"/>
                      <a:pt x="3470" y="0"/>
                      <a:pt x="4437" y="534"/>
                    </a:cubicBezTo>
                    <a:lnTo>
                      <a:pt x="1368" y="534"/>
                    </a:lnTo>
                    <a:lnTo>
                      <a:pt x="1" y="534"/>
                    </a:lnTo>
                    <a:cubicBezTo>
                      <a:pt x="468" y="201"/>
                      <a:pt x="968" y="234"/>
                      <a:pt x="1469" y="101"/>
                    </a:cubicBezTo>
                    <a:close/>
                  </a:path>
                </a:pathLst>
              </a:custGeom>
              <a:solidFill>
                <a:srgbClr val="0D090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52" name="Google Shape;12552;p38"/>
          <p:cNvGrpSpPr/>
          <p:nvPr/>
        </p:nvGrpSpPr>
        <p:grpSpPr>
          <a:xfrm>
            <a:off x="1108358" y="324123"/>
            <a:ext cx="404116" cy="665707"/>
            <a:chOff x="1108358" y="324123"/>
            <a:chExt cx="404116" cy="665707"/>
          </a:xfrm>
        </p:grpSpPr>
        <p:grpSp>
          <p:nvGrpSpPr>
            <p:cNvPr id="12553" name="Google Shape;12553;p38"/>
            <p:cNvGrpSpPr/>
            <p:nvPr/>
          </p:nvGrpSpPr>
          <p:grpSpPr>
            <a:xfrm rot="748571">
              <a:off x="1172338" y="346646"/>
              <a:ext cx="276357" cy="620661"/>
              <a:chOff x="5115875" y="2177175"/>
              <a:chExt cx="600025" cy="1347575"/>
            </a:xfrm>
          </p:grpSpPr>
          <p:sp>
            <p:nvSpPr>
              <p:cNvPr id="12554" name="Google Shape;12554;p38"/>
              <p:cNvSpPr/>
              <p:nvPr/>
            </p:nvSpPr>
            <p:spPr>
              <a:xfrm>
                <a:off x="5173425" y="2394900"/>
                <a:ext cx="467150" cy="1041400"/>
              </a:xfrm>
              <a:custGeom>
                <a:rect b="b" l="l" r="r" t="t"/>
                <a:pathLst>
                  <a:path extrusionOk="0" h="41656" w="18686">
                    <a:moveTo>
                      <a:pt x="2419" y="3535"/>
                    </a:moveTo>
                    <a:cubicBezTo>
                      <a:pt x="2506" y="3535"/>
                      <a:pt x="2597" y="3639"/>
                      <a:pt x="2553" y="3742"/>
                    </a:cubicBezTo>
                    <a:cubicBezTo>
                      <a:pt x="2428" y="3973"/>
                      <a:pt x="2407" y="4224"/>
                      <a:pt x="2448" y="4475"/>
                    </a:cubicBezTo>
                    <a:cubicBezTo>
                      <a:pt x="2637" y="4537"/>
                      <a:pt x="2825" y="4600"/>
                      <a:pt x="2992" y="4684"/>
                    </a:cubicBezTo>
                    <a:cubicBezTo>
                      <a:pt x="3076" y="4747"/>
                      <a:pt x="3055" y="4914"/>
                      <a:pt x="2930" y="4914"/>
                    </a:cubicBezTo>
                    <a:cubicBezTo>
                      <a:pt x="2741" y="4893"/>
                      <a:pt x="2574" y="4830"/>
                      <a:pt x="2407" y="4768"/>
                    </a:cubicBezTo>
                    <a:cubicBezTo>
                      <a:pt x="2239" y="4726"/>
                      <a:pt x="2197" y="4684"/>
                      <a:pt x="2176" y="4517"/>
                    </a:cubicBezTo>
                    <a:cubicBezTo>
                      <a:pt x="2114" y="4203"/>
                      <a:pt x="2176" y="3889"/>
                      <a:pt x="2323" y="3596"/>
                    </a:cubicBezTo>
                    <a:cubicBezTo>
                      <a:pt x="2347" y="3553"/>
                      <a:pt x="2383" y="3535"/>
                      <a:pt x="2419" y="3535"/>
                    </a:cubicBezTo>
                    <a:close/>
                    <a:moveTo>
                      <a:pt x="4781" y="4776"/>
                    </a:moveTo>
                    <a:cubicBezTo>
                      <a:pt x="4885" y="4776"/>
                      <a:pt x="4963" y="4926"/>
                      <a:pt x="4855" y="4998"/>
                    </a:cubicBezTo>
                    <a:cubicBezTo>
                      <a:pt x="4604" y="5165"/>
                      <a:pt x="4520" y="5563"/>
                      <a:pt x="4708" y="5793"/>
                    </a:cubicBezTo>
                    <a:cubicBezTo>
                      <a:pt x="4811" y="5907"/>
                      <a:pt x="4963" y="5959"/>
                      <a:pt x="5114" y="5959"/>
                    </a:cubicBezTo>
                    <a:cubicBezTo>
                      <a:pt x="5240" y="5959"/>
                      <a:pt x="5366" y="5922"/>
                      <a:pt x="5461" y="5856"/>
                    </a:cubicBezTo>
                    <a:cubicBezTo>
                      <a:pt x="5488" y="5837"/>
                      <a:pt x="5514" y="5829"/>
                      <a:pt x="5540" y="5829"/>
                    </a:cubicBezTo>
                    <a:cubicBezTo>
                      <a:pt x="5658" y="5829"/>
                      <a:pt x="5753" y="6000"/>
                      <a:pt x="5650" y="6086"/>
                    </a:cubicBezTo>
                    <a:cubicBezTo>
                      <a:pt x="5490" y="6237"/>
                      <a:pt x="5283" y="6311"/>
                      <a:pt x="5079" y="6311"/>
                    </a:cubicBezTo>
                    <a:cubicBezTo>
                      <a:pt x="4830" y="6311"/>
                      <a:pt x="4586" y="6200"/>
                      <a:pt x="4436" y="5981"/>
                    </a:cubicBezTo>
                    <a:cubicBezTo>
                      <a:pt x="4164" y="5584"/>
                      <a:pt x="4311" y="5019"/>
                      <a:pt x="4729" y="4789"/>
                    </a:cubicBezTo>
                    <a:cubicBezTo>
                      <a:pt x="4747" y="4780"/>
                      <a:pt x="4764" y="4776"/>
                      <a:pt x="4781" y="4776"/>
                    </a:cubicBezTo>
                    <a:close/>
                    <a:moveTo>
                      <a:pt x="2766" y="5779"/>
                    </a:moveTo>
                    <a:cubicBezTo>
                      <a:pt x="2890" y="5779"/>
                      <a:pt x="3015" y="5816"/>
                      <a:pt x="3118" y="5898"/>
                    </a:cubicBezTo>
                    <a:cubicBezTo>
                      <a:pt x="3411" y="6149"/>
                      <a:pt x="3411" y="6630"/>
                      <a:pt x="3097" y="6860"/>
                    </a:cubicBezTo>
                    <a:cubicBezTo>
                      <a:pt x="3079" y="6875"/>
                      <a:pt x="3060" y="6881"/>
                      <a:pt x="3043" y="6881"/>
                    </a:cubicBezTo>
                    <a:cubicBezTo>
                      <a:pt x="2962" y="6881"/>
                      <a:pt x="2903" y="6741"/>
                      <a:pt x="2972" y="6672"/>
                    </a:cubicBezTo>
                    <a:cubicBezTo>
                      <a:pt x="3097" y="6504"/>
                      <a:pt x="3118" y="6232"/>
                      <a:pt x="2951" y="6107"/>
                    </a:cubicBezTo>
                    <a:cubicBezTo>
                      <a:pt x="2884" y="6055"/>
                      <a:pt x="2808" y="6032"/>
                      <a:pt x="2732" y="6032"/>
                    </a:cubicBezTo>
                    <a:cubicBezTo>
                      <a:pt x="2592" y="6032"/>
                      <a:pt x="2453" y="6110"/>
                      <a:pt x="2386" y="6232"/>
                    </a:cubicBezTo>
                    <a:cubicBezTo>
                      <a:pt x="2366" y="6272"/>
                      <a:pt x="2332" y="6288"/>
                      <a:pt x="2297" y="6288"/>
                    </a:cubicBezTo>
                    <a:cubicBezTo>
                      <a:pt x="2221" y="6288"/>
                      <a:pt x="2140" y="6207"/>
                      <a:pt x="2197" y="6107"/>
                    </a:cubicBezTo>
                    <a:cubicBezTo>
                      <a:pt x="2306" y="5904"/>
                      <a:pt x="2537" y="5779"/>
                      <a:pt x="2766" y="5779"/>
                    </a:cubicBezTo>
                    <a:close/>
                    <a:moveTo>
                      <a:pt x="15498" y="9198"/>
                    </a:moveTo>
                    <a:cubicBezTo>
                      <a:pt x="15549" y="9198"/>
                      <a:pt x="15604" y="9226"/>
                      <a:pt x="15630" y="9287"/>
                    </a:cubicBezTo>
                    <a:cubicBezTo>
                      <a:pt x="15722" y="9501"/>
                      <a:pt x="15912" y="9591"/>
                      <a:pt x="16113" y="9591"/>
                    </a:cubicBezTo>
                    <a:cubicBezTo>
                      <a:pt x="16325" y="9591"/>
                      <a:pt x="16548" y="9490"/>
                      <a:pt x="16677" y="9329"/>
                    </a:cubicBezTo>
                    <a:cubicBezTo>
                      <a:pt x="16703" y="9298"/>
                      <a:pt x="16733" y="9285"/>
                      <a:pt x="16762" y="9285"/>
                    </a:cubicBezTo>
                    <a:cubicBezTo>
                      <a:pt x="16850" y="9285"/>
                      <a:pt x="16933" y="9402"/>
                      <a:pt x="16886" y="9496"/>
                    </a:cubicBezTo>
                    <a:cubicBezTo>
                      <a:pt x="16769" y="9775"/>
                      <a:pt x="16517" y="9896"/>
                      <a:pt x="16250" y="9896"/>
                    </a:cubicBezTo>
                    <a:cubicBezTo>
                      <a:pt x="15897" y="9896"/>
                      <a:pt x="15519" y="9684"/>
                      <a:pt x="15400" y="9350"/>
                    </a:cubicBezTo>
                    <a:cubicBezTo>
                      <a:pt x="15364" y="9253"/>
                      <a:pt x="15426" y="9198"/>
                      <a:pt x="15498" y="9198"/>
                    </a:cubicBezTo>
                    <a:close/>
                    <a:moveTo>
                      <a:pt x="15028" y="10182"/>
                    </a:moveTo>
                    <a:cubicBezTo>
                      <a:pt x="15083" y="10182"/>
                      <a:pt x="15138" y="10190"/>
                      <a:pt x="15191" y="10208"/>
                    </a:cubicBezTo>
                    <a:cubicBezTo>
                      <a:pt x="15463" y="10312"/>
                      <a:pt x="15609" y="10626"/>
                      <a:pt x="15505" y="10877"/>
                    </a:cubicBezTo>
                    <a:cubicBezTo>
                      <a:pt x="15479" y="10939"/>
                      <a:pt x="15427" y="10967"/>
                      <a:pt x="15378" y="10967"/>
                    </a:cubicBezTo>
                    <a:cubicBezTo>
                      <a:pt x="15311" y="10967"/>
                      <a:pt x="15250" y="10912"/>
                      <a:pt x="15275" y="10815"/>
                    </a:cubicBezTo>
                    <a:cubicBezTo>
                      <a:pt x="15315" y="10585"/>
                      <a:pt x="15146" y="10416"/>
                      <a:pt x="14964" y="10416"/>
                    </a:cubicBezTo>
                    <a:cubicBezTo>
                      <a:pt x="14865" y="10416"/>
                      <a:pt x="14763" y="10466"/>
                      <a:pt x="14689" y="10584"/>
                    </a:cubicBezTo>
                    <a:cubicBezTo>
                      <a:pt x="14669" y="10624"/>
                      <a:pt x="14640" y="10641"/>
                      <a:pt x="14612" y="10641"/>
                    </a:cubicBezTo>
                    <a:cubicBezTo>
                      <a:pt x="14552" y="10641"/>
                      <a:pt x="14493" y="10565"/>
                      <a:pt x="14521" y="10480"/>
                    </a:cubicBezTo>
                    <a:cubicBezTo>
                      <a:pt x="14620" y="10298"/>
                      <a:pt x="14824" y="10182"/>
                      <a:pt x="15028" y="10182"/>
                    </a:cubicBezTo>
                    <a:close/>
                    <a:moveTo>
                      <a:pt x="17103" y="11285"/>
                    </a:moveTo>
                    <a:cubicBezTo>
                      <a:pt x="17380" y="11285"/>
                      <a:pt x="17644" y="11482"/>
                      <a:pt x="17681" y="11777"/>
                    </a:cubicBezTo>
                    <a:cubicBezTo>
                      <a:pt x="17695" y="11863"/>
                      <a:pt x="17612" y="11938"/>
                      <a:pt x="17532" y="11938"/>
                    </a:cubicBezTo>
                    <a:cubicBezTo>
                      <a:pt x="17494" y="11938"/>
                      <a:pt x="17456" y="11922"/>
                      <a:pt x="17430" y="11882"/>
                    </a:cubicBezTo>
                    <a:cubicBezTo>
                      <a:pt x="17367" y="11735"/>
                      <a:pt x="17221" y="11610"/>
                      <a:pt x="17053" y="11610"/>
                    </a:cubicBezTo>
                    <a:cubicBezTo>
                      <a:pt x="16865" y="11610"/>
                      <a:pt x="16718" y="11777"/>
                      <a:pt x="16718" y="11944"/>
                    </a:cubicBezTo>
                    <a:cubicBezTo>
                      <a:pt x="16708" y="12031"/>
                      <a:pt x="16641" y="12078"/>
                      <a:pt x="16577" y="12078"/>
                    </a:cubicBezTo>
                    <a:cubicBezTo>
                      <a:pt x="16516" y="12078"/>
                      <a:pt x="16457" y="12036"/>
                      <a:pt x="16446" y="11944"/>
                    </a:cubicBezTo>
                    <a:cubicBezTo>
                      <a:pt x="16446" y="11631"/>
                      <a:pt x="16656" y="11338"/>
                      <a:pt x="16990" y="11296"/>
                    </a:cubicBezTo>
                    <a:cubicBezTo>
                      <a:pt x="17028" y="11288"/>
                      <a:pt x="17066" y="11285"/>
                      <a:pt x="17103" y="11285"/>
                    </a:cubicBezTo>
                    <a:close/>
                    <a:moveTo>
                      <a:pt x="4131" y="19139"/>
                    </a:moveTo>
                    <a:cubicBezTo>
                      <a:pt x="4190" y="19139"/>
                      <a:pt x="4250" y="19146"/>
                      <a:pt x="4311" y="19163"/>
                    </a:cubicBezTo>
                    <a:cubicBezTo>
                      <a:pt x="4583" y="19226"/>
                      <a:pt x="4855" y="19498"/>
                      <a:pt x="4750" y="19791"/>
                    </a:cubicBezTo>
                    <a:cubicBezTo>
                      <a:pt x="4732" y="19854"/>
                      <a:pt x="4687" y="19882"/>
                      <a:pt x="4640" y="19882"/>
                    </a:cubicBezTo>
                    <a:cubicBezTo>
                      <a:pt x="4577" y="19882"/>
                      <a:pt x="4511" y="19832"/>
                      <a:pt x="4499" y="19749"/>
                    </a:cubicBezTo>
                    <a:cubicBezTo>
                      <a:pt x="4474" y="19515"/>
                      <a:pt x="4348" y="19434"/>
                      <a:pt x="4189" y="19434"/>
                    </a:cubicBezTo>
                    <a:cubicBezTo>
                      <a:pt x="3951" y="19434"/>
                      <a:pt x="3637" y="19615"/>
                      <a:pt x="3474" y="19728"/>
                    </a:cubicBezTo>
                    <a:cubicBezTo>
                      <a:pt x="3456" y="19743"/>
                      <a:pt x="3436" y="19749"/>
                      <a:pt x="3417" y="19749"/>
                    </a:cubicBezTo>
                    <a:cubicBezTo>
                      <a:pt x="3326" y="19749"/>
                      <a:pt x="3241" y="19605"/>
                      <a:pt x="3327" y="19519"/>
                    </a:cubicBezTo>
                    <a:cubicBezTo>
                      <a:pt x="3555" y="19343"/>
                      <a:pt x="3827" y="19139"/>
                      <a:pt x="4131" y="19139"/>
                    </a:cubicBezTo>
                    <a:close/>
                    <a:moveTo>
                      <a:pt x="8224" y="19919"/>
                    </a:moveTo>
                    <a:cubicBezTo>
                      <a:pt x="8339" y="19919"/>
                      <a:pt x="8414" y="20096"/>
                      <a:pt x="8307" y="20167"/>
                    </a:cubicBezTo>
                    <a:cubicBezTo>
                      <a:pt x="8056" y="20356"/>
                      <a:pt x="7972" y="20711"/>
                      <a:pt x="8140" y="20963"/>
                    </a:cubicBezTo>
                    <a:cubicBezTo>
                      <a:pt x="8259" y="21141"/>
                      <a:pt x="8441" y="21193"/>
                      <a:pt x="8634" y="21193"/>
                    </a:cubicBezTo>
                    <a:cubicBezTo>
                      <a:pt x="8713" y="21193"/>
                      <a:pt x="8793" y="21184"/>
                      <a:pt x="8872" y="21172"/>
                    </a:cubicBezTo>
                    <a:cubicBezTo>
                      <a:pt x="8878" y="21171"/>
                      <a:pt x="8884" y="21170"/>
                      <a:pt x="8890" y="21170"/>
                    </a:cubicBezTo>
                    <a:cubicBezTo>
                      <a:pt x="9022" y="21170"/>
                      <a:pt x="9055" y="21385"/>
                      <a:pt x="8935" y="21465"/>
                    </a:cubicBezTo>
                    <a:cubicBezTo>
                      <a:pt x="8835" y="21526"/>
                      <a:pt x="8723" y="21553"/>
                      <a:pt x="8610" y="21553"/>
                    </a:cubicBezTo>
                    <a:cubicBezTo>
                      <a:pt x="8295" y="21553"/>
                      <a:pt x="7964" y="21344"/>
                      <a:pt x="7826" y="21067"/>
                    </a:cubicBezTo>
                    <a:cubicBezTo>
                      <a:pt x="7617" y="20670"/>
                      <a:pt x="7805" y="20167"/>
                      <a:pt x="8161" y="19937"/>
                    </a:cubicBezTo>
                    <a:cubicBezTo>
                      <a:pt x="8183" y="19925"/>
                      <a:pt x="8204" y="19919"/>
                      <a:pt x="8224" y="19919"/>
                    </a:cubicBezTo>
                    <a:close/>
                    <a:moveTo>
                      <a:pt x="6019" y="22121"/>
                    </a:moveTo>
                    <a:cubicBezTo>
                      <a:pt x="6077" y="22121"/>
                      <a:pt x="6131" y="22158"/>
                      <a:pt x="6131" y="22239"/>
                    </a:cubicBezTo>
                    <a:cubicBezTo>
                      <a:pt x="6155" y="22594"/>
                      <a:pt x="5851" y="22788"/>
                      <a:pt x="5548" y="22788"/>
                    </a:cubicBezTo>
                    <a:cubicBezTo>
                      <a:pt x="5315" y="22788"/>
                      <a:pt x="5083" y="22673"/>
                      <a:pt x="5001" y="22427"/>
                    </a:cubicBezTo>
                    <a:cubicBezTo>
                      <a:pt x="4973" y="22371"/>
                      <a:pt x="5038" y="22325"/>
                      <a:pt x="5097" y="22325"/>
                    </a:cubicBezTo>
                    <a:cubicBezTo>
                      <a:pt x="5127" y="22325"/>
                      <a:pt x="5155" y="22337"/>
                      <a:pt x="5169" y="22364"/>
                    </a:cubicBezTo>
                    <a:cubicBezTo>
                      <a:pt x="5221" y="22487"/>
                      <a:pt x="5347" y="22543"/>
                      <a:pt x="5478" y="22543"/>
                    </a:cubicBezTo>
                    <a:cubicBezTo>
                      <a:pt x="5661" y="22543"/>
                      <a:pt x="5856" y="22434"/>
                      <a:pt x="5880" y="22239"/>
                    </a:cubicBezTo>
                    <a:cubicBezTo>
                      <a:pt x="5891" y="22163"/>
                      <a:pt x="5957" y="22121"/>
                      <a:pt x="6019" y="22121"/>
                    </a:cubicBezTo>
                    <a:close/>
                    <a:moveTo>
                      <a:pt x="8218" y="22571"/>
                    </a:moveTo>
                    <a:cubicBezTo>
                      <a:pt x="8311" y="22571"/>
                      <a:pt x="8404" y="22585"/>
                      <a:pt x="8495" y="22615"/>
                    </a:cubicBezTo>
                    <a:cubicBezTo>
                      <a:pt x="8684" y="22678"/>
                      <a:pt x="8767" y="22908"/>
                      <a:pt x="8788" y="23097"/>
                    </a:cubicBezTo>
                    <a:cubicBezTo>
                      <a:pt x="8830" y="23306"/>
                      <a:pt x="8788" y="23536"/>
                      <a:pt x="8663" y="23704"/>
                    </a:cubicBezTo>
                    <a:cubicBezTo>
                      <a:pt x="8632" y="23750"/>
                      <a:pt x="8583" y="23771"/>
                      <a:pt x="8538" y="23771"/>
                    </a:cubicBezTo>
                    <a:cubicBezTo>
                      <a:pt x="8461" y="23771"/>
                      <a:pt x="8393" y="23712"/>
                      <a:pt x="8433" y="23620"/>
                    </a:cubicBezTo>
                    <a:cubicBezTo>
                      <a:pt x="8495" y="23411"/>
                      <a:pt x="8600" y="22971"/>
                      <a:pt x="8349" y="22846"/>
                    </a:cubicBezTo>
                    <a:cubicBezTo>
                      <a:pt x="8279" y="22811"/>
                      <a:pt x="8202" y="22795"/>
                      <a:pt x="8124" y="22795"/>
                    </a:cubicBezTo>
                    <a:cubicBezTo>
                      <a:pt x="7924" y="22795"/>
                      <a:pt x="7716" y="22898"/>
                      <a:pt x="7596" y="23034"/>
                    </a:cubicBezTo>
                    <a:cubicBezTo>
                      <a:pt x="7586" y="23043"/>
                      <a:pt x="7575" y="23048"/>
                      <a:pt x="7563" y="23048"/>
                    </a:cubicBezTo>
                    <a:cubicBezTo>
                      <a:pt x="7521" y="23048"/>
                      <a:pt x="7475" y="22999"/>
                      <a:pt x="7491" y="22950"/>
                    </a:cubicBezTo>
                    <a:cubicBezTo>
                      <a:pt x="7650" y="22712"/>
                      <a:pt x="7928" y="22571"/>
                      <a:pt x="8218" y="22571"/>
                    </a:cubicBezTo>
                    <a:close/>
                    <a:moveTo>
                      <a:pt x="14956" y="31028"/>
                    </a:moveTo>
                    <a:cubicBezTo>
                      <a:pt x="15051" y="31028"/>
                      <a:pt x="15108" y="31187"/>
                      <a:pt x="15003" y="31257"/>
                    </a:cubicBezTo>
                    <a:cubicBezTo>
                      <a:pt x="14542" y="31550"/>
                      <a:pt x="14814" y="32261"/>
                      <a:pt x="15296" y="32366"/>
                    </a:cubicBezTo>
                    <a:cubicBezTo>
                      <a:pt x="15463" y="32408"/>
                      <a:pt x="15421" y="32659"/>
                      <a:pt x="15254" y="32659"/>
                    </a:cubicBezTo>
                    <a:cubicBezTo>
                      <a:pt x="15247" y="32659"/>
                      <a:pt x="15241" y="32659"/>
                      <a:pt x="15234" y="32659"/>
                    </a:cubicBezTo>
                    <a:cubicBezTo>
                      <a:pt x="14455" y="32659"/>
                      <a:pt x="14255" y="31401"/>
                      <a:pt x="14898" y="31048"/>
                    </a:cubicBezTo>
                    <a:cubicBezTo>
                      <a:pt x="14918" y="31034"/>
                      <a:pt x="14938" y="31028"/>
                      <a:pt x="14956" y="31028"/>
                    </a:cubicBezTo>
                    <a:close/>
                    <a:moveTo>
                      <a:pt x="13534" y="33210"/>
                    </a:moveTo>
                    <a:cubicBezTo>
                      <a:pt x="13954" y="33210"/>
                      <a:pt x="14306" y="33869"/>
                      <a:pt x="13936" y="34165"/>
                    </a:cubicBezTo>
                    <a:cubicBezTo>
                      <a:pt x="13901" y="34195"/>
                      <a:pt x="13865" y="34207"/>
                      <a:pt x="13831" y="34207"/>
                    </a:cubicBezTo>
                    <a:cubicBezTo>
                      <a:pt x="13718" y="34207"/>
                      <a:pt x="13630" y="34073"/>
                      <a:pt x="13726" y="33977"/>
                    </a:cubicBezTo>
                    <a:cubicBezTo>
                      <a:pt x="13902" y="33782"/>
                      <a:pt x="13714" y="33406"/>
                      <a:pt x="13468" y="33406"/>
                    </a:cubicBezTo>
                    <a:cubicBezTo>
                      <a:pt x="13450" y="33406"/>
                      <a:pt x="13431" y="33408"/>
                      <a:pt x="13412" y="33412"/>
                    </a:cubicBezTo>
                    <a:cubicBezTo>
                      <a:pt x="13399" y="33417"/>
                      <a:pt x="13386" y="33419"/>
                      <a:pt x="13374" y="33419"/>
                    </a:cubicBezTo>
                    <a:cubicBezTo>
                      <a:pt x="13280" y="33419"/>
                      <a:pt x="13259" y="33282"/>
                      <a:pt x="13371" y="33245"/>
                    </a:cubicBezTo>
                    <a:cubicBezTo>
                      <a:pt x="13425" y="33221"/>
                      <a:pt x="13480" y="33210"/>
                      <a:pt x="13534" y="33210"/>
                    </a:cubicBezTo>
                    <a:close/>
                    <a:moveTo>
                      <a:pt x="7263" y="37827"/>
                    </a:moveTo>
                    <a:cubicBezTo>
                      <a:pt x="7361" y="37827"/>
                      <a:pt x="7431" y="37964"/>
                      <a:pt x="7345" y="38015"/>
                    </a:cubicBezTo>
                    <a:cubicBezTo>
                      <a:pt x="7198" y="38141"/>
                      <a:pt x="7135" y="38350"/>
                      <a:pt x="7219" y="38517"/>
                    </a:cubicBezTo>
                    <a:cubicBezTo>
                      <a:pt x="7277" y="38619"/>
                      <a:pt x="7406" y="38680"/>
                      <a:pt x="7528" y="38680"/>
                    </a:cubicBezTo>
                    <a:cubicBezTo>
                      <a:pt x="7582" y="38680"/>
                      <a:pt x="7635" y="38669"/>
                      <a:pt x="7679" y="38643"/>
                    </a:cubicBezTo>
                    <a:cubicBezTo>
                      <a:pt x="7706" y="38631"/>
                      <a:pt x="7731" y="38626"/>
                      <a:pt x="7755" y="38626"/>
                    </a:cubicBezTo>
                    <a:cubicBezTo>
                      <a:pt x="7902" y="38626"/>
                      <a:pt x="7991" y="38822"/>
                      <a:pt x="7847" y="38894"/>
                    </a:cubicBezTo>
                    <a:cubicBezTo>
                      <a:pt x="7746" y="38952"/>
                      <a:pt x="7633" y="38979"/>
                      <a:pt x="7521" y="38979"/>
                    </a:cubicBezTo>
                    <a:cubicBezTo>
                      <a:pt x="7306" y="38979"/>
                      <a:pt x="7092" y="38877"/>
                      <a:pt x="6968" y="38685"/>
                    </a:cubicBezTo>
                    <a:cubicBezTo>
                      <a:pt x="6801" y="38392"/>
                      <a:pt x="6926" y="38015"/>
                      <a:pt x="7198" y="37848"/>
                    </a:cubicBezTo>
                    <a:cubicBezTo>
                      <a:pt x="7220" y="37833"/>
                      <a:pt x="7242" y="37827"/>
                      <a:pt x="7263" y="37827"/>
                    </a:cubicBezTo>
                    <a:close/>
                    <a:moveTo>
                      <a:pt x="924" y="0"/>
                    </a:moveTo>
                    <a:cubicBezTo>
                      <a:pt x="764" y="0"/>
                      <a:pt x="608" y="18"/>
                      <a:pt x="461" y="60"/>
                    </a:cubicBezTo>
                    <a:lnTo>
                      <a:pt x="440" y="60"/>
                    </a:lnTo>
                    <a:cubicBezTo>
                      <a:pt x="63" y="6002"/>
                      <a:pt x="0" y="11944"/>
                      <a:pt x="356" y="17887"/>
                    </a:cubicBezTo>
                    <a:cubicBezTo>
                      <a:pt x="796" y="24666"/>
                      <a:pt x="1716" y="31403"/>
                      <a:pt x="3160" y="38036"/>
                    </a:cubicBezTo>
                    <a:cubicBezTo>
                      <a:pt x="3348" y="38957"/>
                      <a:pt x="3474" y="40066"/>
                      <a:pt x="4164" y="40756"/>
                    </a:cubicBezTo>
                    <a:cubicBezTo>
                      <a:pt x="4771" y="41342"/>
                      <a:pt x="5671" y="41510"/>
                      <a:pt x="6487" y="41572"/>
                    </a:cubicBezTo>
                    <a:cubicBezTo>
                      <a:pt x="6881" y="41602"/>
                      <a:pt x="7278" y="41613"/>
                      <a:pt x="7677" y="41613"/>
                    </a:cubicBezTo>
                    <a:cubicBezTo>
                      <a:pt x="8697" y="41613"/>
                      <a:pt x="9727" y="41540"/>
                      <a:pt x="10734" y="41510"/>
                    </a:cubicBezTo>
                    <a:cubicBezTo>
                      <a:pt x="12534" y="41447"/>
                      <a:pt x="14647" y="41656"/>
                      <a:pt x="15609" y="39794"/>
                    </a:cubicBezTo>
                    <a:cubicBezTo>
                      <a:pt x="16237" y="38559"/>
                      <a:pt x="16321" y="36990"/>
                      <a:pt x="16509" y="35651"/>
                    </a:cubicBezTo>
                    <a:cubicBezTo>
                      <a:pt x="18162" y="24415"/>
                      <a:pt x="18685" y="13053"/>
                      <a:pt x="18183" y="1713"/>
                    </a:cubicBezTo>
                    <a:lnTo>
                      <a:pt x="18183" y="1713"/>
                    </a:lnTo>
                    <a:cubicBezTo>
                      <a:pt x="16754" y="3225"/>
                      <a:pt x="14758" y="3813"/>
                      <a:pt x="12739" y="3813"/>
                    </a:cubicBezTo>
                    <a:cubicBezTo>
                      <a:pt x="12215" y="3813"/>
                      <a:pt x="11690" y="3774"/>
                      <a:pt x="11174" y="3701"/>
                    </a:cubicBezTo>
                    <a:cubicBezTo>
                      <a:pt x="9500" y="3449"/>
                      <a:pt x="7910" y="2822"/>
                      <a:pt x="6361" y="2152"/>
                    </a:cubicBezTo>
                    <a:cubicBezTo>
                      <a:pt x="5524" y="1776"/>
                      <a:pt x="4687" y="1378"/>
                      <a:pt x="3829" y="1022"/>
                    </a:cubicBezTo>
                    <a:cubicBezTo>
                      <a:pt x="3057" y="681"/>
                      <a:pt x="1898" y="0"/>
                      <a:pt x="9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5" name="Google Shape;12555;p38"/>
              <p:cNvSpPr/>
              <p:nvPr/>
            </p:nvSpPr>
            <p:spPr>
              <a:xfrm>
                <a:off x="5137325" y="2274500"/>
                <a:ext cx="558700" cy="1236175"/>
              </a:xfrm>
              <a:custGeom>
                <a:rect b="b" l="l" r="r" t="t"/>
                <a:pathLst>
                  <a:path extrusionOk="0" h="49447" w="22348">
                    <a:moveTo>
                      <a:pt x="796" y="1"/>
                    </a:moveTo>
                    <a:cubicBezTo>
                      <a:pt x="545" y="3725"/>
                      <a:pt x="168" y="7429"/>
                      <a:pt x="84" y="11174"/>
                    </a:cubicBezTo>
                    <a:cubicBezTo>
                      <a:pt x="1" y="15191"/>
                      <a:pt x="84" y="19229"/>
                      <a:pt x="356" y="23247"/>
                    </a:cubicBezTo>
                    <a:cubicBezTo>
                      <a:pt x="859" y="30528"/>
                      <a:pt x="1821" y="37872"/>
                      <a:pt x="3453" y="45007"/>
                    </a:cubicBezTo>
                    <a:cubicBezTo>
                      <a:pt x="3872" y="46807"/>
                      <a:pt x="4520" y="48648"/>
                      <a:pt x="6487" y="49213"/>
                    </a:cubicBezTo>
                    <a:cubicBezTo>
                      <a:pt x="7085" y="49389"/>
                      <a:pt x="7708" y="49446"/>
                      <a:pt x="8337" y="49446"/>
                    </a:cubicBezTo>
                    <a:cubicBezTo>
                      <a:pt x="9206" y="49446"/>
                      <a:pt x="10085" y="49336"/>
                      <a:pt x="10923" y="49276"/>
                    </a:cubicBezTo>
                    <a:lnTo>
                      <a:pt x="13894" y="49025"/>
                    </a:lnTo>
                    <a:cubicBezTo>
                      <a:pt x="14877" y="48941"/>
                      <a:pt x="16154" y="49025"/>
                      <a:pt x="17033" y="48543"/>
                    </a:cubicBezTo>
                    <a:cubicBezTo>
                      <a:pt x="18623" y="47665"/>
                      <a:pt x="19104" y="45154"/>
                      <a:pt x="19376" y="43522"/>
                    </a:cubicBezTo>
                    <a:cubicBezTo>
                      <a:pt x="20025" y="39839"/>
                      <a:pt x="20338" y="36073"/>
                      <a:pt x="20757" y="32349"/>
                    </a:cubicBezTo>
                    <a:cubicBezTo>
                      <a:pt x="21154" y="28771"/>
                      <a:pt x="21510" y="25193"/>
                      <a:pt x="21761" y="21615"/>
                    </a:cubicBezTo>
                    <a:cubicBezTo>
                      <a:pt x="22263" y="14417"/>
                      <a:pt x="22347" y="7198"/>
                      <a:pt x="21636" y="1"/>
                    </a:cubicBezTo>
                    <a:cubicBezTo>
                      <a:pt x="21399" y="56"/>
                      <a:pt x="21143" y="75"/>
                      <a:pt x="20893" y="75"/>
                    </a:cubicBezTo>
                    <a:cubicBezTo>
                      <a:pt x="20769" y="75"/>
                      <a:pt x="20645" y="70"/>
                      <a:pt x="20527" y="63"/>
                    </a:cubicBezTo>
                    <a:cubicBezTo>
                      <a:pt x="20234" y="42"/>
                      <a:pt x="19962" y="22"/>
                      <a:pt x="19669" y="1"/>
                    </a:cubicBezTo>
                    <a:lnTo>
                      <a:pt x="19669" y="1"/>
                    </a:lnTo>
                    <a:cubicBezTo>
                      <a:pt x="19669" y="22"/>
                      <a:pt x="19690" y="42"/>
                      <a:pt x="19690" y="63"/>
                    </a:cubicBezTo>
                    <a:cubicBezTo>
                      <a:pt x="20380" y="8475"/>
                      <a:pt x="20464" y="16886"/>
                      <a:pt x="19983" y="25318"/>
                    </a:cubicBezTo>
                    <a:cubicBezTo>
                      <a:pt x="19773" y="28959"/>
                      <a:pt x="19460" y="32600"/>
                      <a:pt x="19020" y="36240"/>
                    </a:cubicBezTo>
                    <a:cubicBezTo>
                      <a:pt x="18790" y="38123"/>
                      <a:pt x="18539" y="39986"/>
                      <a:pt x="18246" y="41869"/>
                    </a:cubicBezTo>
                    <a:cubicBezTo>
                      <a:pt x="18079" y="42978"/>
                      <a:pt x="17911" y="44170"/>
                      <a:pt x="17305" y="45154"/>
                    </a:cubicBezTo>
                    <a:cubicBezTo>
                      <a:pt x="16677" y="46200"/>
                      <a:pt x="15693" y="46618"/>
                      <a:pt x="14522" y="46723"/>
                    </a:cubicBezTo>
                    <a:cubicBezTo>
                      <a:pt x="12931" y="46890"/>
                      <a:pt x="11320" y="46849"/>
                      <a:pt x="9730" y="46890"/>
                    </a:cubicBezTo>
                    <a:cubicBezTo>
                      <a:pt x="9513" y="46896"/>
                      <a:pt x="9297" y="46900"/>
                      <a:pt x="9084" y="46900"/>
                    </a:cubicBezTo>
                    <a:cubicBezTo>
                      <a:pt x="6918" y="46900"/>
                      <a:pt x="5021" y="46527"/>
                      <a:pt x="4374" y="44108"/>
                    </a:cubicBezTo>
                    <a:cubicBezTo>
                      <a:pt x="2532" y="37203"/>
                      <a:pt x="1779" y="29817"/>
                      <a:pt x="1340" y="22703"/>
                    </a:cubicBezTo>
                    <a:cubicBezTo>
                      <a:pt x="900" y="15359"/>
                      <a:pt x="1005" y="7931"/>
                      <a:pt x="1842" y="607"/>
                    </a:cubicBezTo>
                    <a:cubicBezTo>
                      <a:pt x="1737" y="566"/>
                      <a:pt x="1654" y="545"/>
                      <a:pt x="1549" y="503"/>
                    </a:cubicBezTo>
                    <a:cubicBezTo>
                      <a:pt x="1256" y="377"/>
                      <a:pt x="1005" y="210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6" name="Google Shape;12556;p38"/>
              <p:cNvSpPr/>
              <p:nvPr/>
            </p:nvSpPr>
            <p:spPr>
              <a:xfrm>
                <a:off x="5151450" y="2189000"/>
                <a:ext cx="542475" cy="89550"/>
              </a:xfrm>
              <a:custGeom>
                <a:rect b="b" l="l" r="r" t="t"/>
                <a:pathLst>
                  <a:path extrusionOk="0" h="3582" w="21699">
                    <a:moveTo>
                      <a:pt x="18569" y="1"/>
                    </a:moveTo>
                    <a:cubicBezTo>
                      <a:pt x="17363" y="1"/>
                      <a:pt x="16066" y="346"/>
                      <a:pt x="15149" y="596"/>
                    </a:cubicBezTo>
                    <a:cubicBezTo>
                      <a:pt x="13706" y="1014"/>
                      <a:pt x="12283" y="1391"/>
                      <a:pt x="10776" y="1538"/>
                    </a:cubicBezTo>
                    <a:cubicBezTo>
                      <a:pt x="10319" y="1575"/>
                      <a:pt x="9857" y="1593"/>
                      <a:pt x="9395" y="1593"/>
                    </a:cubicBezTo>
                    <a:cubicBezTo>
                      <a:pt x="8293" y="1593"/>
                      <a:pt x="7186" y="1487"/>
                      <a:pt x="6110" y="1266"/>
                    </a:cubicBezTo>
                    <a:cubicBezTo>
                      <a:pt x="5254" y="1089"/>
                      <a:pt x="3313" y="268"/>
                      <a:pt x="1899" y="268"/>
                    </a:cubicBezTo>
                    <a:cubicBezTo>
                      <a:pt x="964" y="268"/>
                      <a:pt x="260" y="627"/>
                      <a:pt x="252" y="1768"/>
                    </a:cubicBezTo>
                    <a:cubicBezTo>
                      <a:pt x="252" y="1914"/>
                      <a:pt x="126" y="1998"/>
                      <a:pt x="22" y="1998"/>
                    </a:cubicBezTo>
                    <a:cubicBezTo>
                      <a:pt x="1" y="2144"/>
                      <a:pt x="1" y="2291"/>
                      <a:pt x="22" y="2416"/>
                    </a:cubicBezTo>
                    <a:cubicBezTo>
                      <a:pt x="47" y="2406"/>
                      <a:pt x="76" y="2401"/>
                      <a:pt x="105" y="2401"/>
                    </a:cubicBezTo>
                    <a:cubicBezTo>
                      <a:pt x="196" y="2401"/>
                      <a:pt x="288" y="2452"/>
                      <a:pt x="273" y="2563"/>
                    </a:cubicBezTo>
                    <a:cubicBezTo>
                      <a:pt x="273" y="2688"/>
                      <a:pt x="273" y="2814"/>
                      <a:pt x="252" y="2960"/>
                    </a:cubicBezTo>
                    <a:cubicBezTo>
                      <a:pt x="607" y="3424"/>
                      <a:pt x="1311" y="3582"/>
                      <a:pt x="2129" y="3582"/>
                    </a:cubicBezTo>
                    <a:cubicBezTo>
                      <a:pt x="3673" y="3582"/>
                      <a:pt x="5624" y="3021"/>
                      <a:pt x="6403" y="2898"/>
                    </a:cubicBezTo>
                    <a:cubicBezTo>
                      <a:pt x="8077" y="2646"/>
                      <a:pt x="9772" y="2479"/>
                      <a:pt x="11467" y="2416"/>
                    </a:cubicBezTo>
                    <a:cubicBezTo>
                      <a:pt x="11937" y="2400"/>
                      <a:pt x="12409" y="2392"/>
                      <a:pt x="12881" y="2392"/>
                    </a:cubicBezTo>
                    <a:cubicBezTo>
                      <a:pt x="14257" y="2392"/>
                      <a:pt x="15635" y="2459"/>
                      <a:pt x="16991" y="2584"/>
                    </a:cubicBezTo>
                    <a:cubicBezTo>
                      <a:pt x="17681" y="2646"/>
                      <a:pt x="18372" y="2730"/>
                      <a:pt x="19062" y="2835"/>
                    </a:cubicBezTo>
                    <a:cubicBezTo>
                      <a:pt x="19473" y="2891"/>
                      <a:pt x="19901" y="2964"/>
                      <a:pt x="20316" y="2964"/>
                    </a:cubicBezTo>
                    <a:cubicBezTo>
                      <a:pt x="20365" y="2964"/>
                      <a:pt x="20415" y="2963"/>
                      <a:pt x="20464" y="2960"/>
                    </a:cubicBezTo>
                    <a:cubicBezTo>
                      <a:pt x="21594" y="2939"/>
                      <a:pt x="21698" y="1496"/>
                      <a:pt x="20945" y="784"/>
                    </a:cubicBezTo>
                    <a:cubicBezTo>
                      <a:pt x="20341" y="198"/>
                      <a:pt x="19481" y="1"/>
                      <a:pt x="185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7" name="Google Shape;12557;p38"/>
              <p:cNvSpPr/>
              <p:nvPr/>
            </p:nvSpPr>
            <p:spPr>
              <a:xfrm>
                <a:off x="5184925" y="2262325"/>
                <a:ext cx="442050" cy="212800"/>
              </a:xfrm>
              <a:custGeom>
                <a:rect b="b" l="l" r="r" t="t"/>
                <a:pathLst>
                  <a:path extrusionOk="0" h="8512" w="17682">
                    <a:moveTo>
                      <a:pt x="11415" y="0"/>
                    </a:moveTo>
                    <a:cubicBezTo>
                      <a:pt x="9249" y="0"/>
                      <a:pt x="7088" y="170"/>
                      <a:pt x="4960" y="509"/>
                    </a:cubicBezTo>
                    <a:cubicBezTo>
                      <a:pt x="3782" y="702"/>
                      <a:pt x="2325" y="1220"/>
                      <a:pt x="1008" y="1220"/>
                    </a:cubicBezTo>
                    <a:cubicBezTo>
                      <a:pt x="757" y="1220"/>
                      <a:pt x="511" y="1201"/>
                      <a:pt x="273" y="1157"/>
                    </a:cubicBezTo>
                    <a:cubicBezTo>
                      <a:pt x="168" y="2454"/>
                      <a:pt x="84" y="3752"/>
                      <a:pt x="1" y="5049"/>
                    </a:cubicBezTo>
                    <a:cubicBezTo>
                      <a:pt x="237" y="4959"/>
                      <a:pt x="483" y="4921"/>
                      <a:pt x="735" y="4921"/>
                    </a:cubicBezTo>
                    <a:cubicBezTo>
                      <a:pt x="1712" y="4921"/>
                      <a:pt x="2772" y="5495"/>
                      <a:pt x="3621" y="5844"/>
                    </a:cubicBezTo>
                    <a:cubicBezTo>
                      <a:pt x="5232" y="6514"/>
                      <a:pt x="6822" y="7288"/>
                      <a:pt x="8496" y="7853"/>
                    </a:cubicBezTo>
                    <a:cubicBezTo>
                      <a:pt x="9723" y="8253"/>
                      <a:pt x="11051" y="8512"/>
                      <a:pt x="12352" y="8512"/>
                    </a:cubicBezTo>
                    <a:cubicBezTo>
                      <a:pt x="14246" y="8512"/>
                      <a:pt x="16083" y="7965"/>
                      <a:pt x="17472" y="6514"/>
                    </a:cubicBezTo>
                    <a:cubicBezTo>
                      <a:pt x="17519" y="6467"/>
                      <a:pt x="17578" y="6443"/>
                      <a:pt x="17631" y="6443"/>
                    </a:cubicBezTo>
                    <a:cubicBezTo>
                      <a:pt x="17648" y="6443"/>
                      <a:pt x="17665" y="6446"/>
                      <a:pt x="17681" y="6451"/>
                    </a:cubicBezTo>
                    <a:cubicBezTo>
                      <a:pt x="17597" y="4484"/>
                      <a:pt x="17472" y="2517"/>
                      <a:pt x="17305" y="550"/>
                    </a:cubicBezTo>
                    <a:cubicBezTo>
                      <a:pt x="17305" y="509"/>
                      <a:pt x="17325" y="467"/>
                      <a:pt x="17325" y="425"/>
                    </a:cubicBezTo>
                    <a:cubicBezTo>
                      <a:pt x="15610" y="257"/>
                      <a:pt x="13894" y="27"/>
                      <a:pt x="12136" y="6"/>
                    </a:cubicBezTo>
                    <a:cubicBezTo>
                      <a:pt x="11896" y="2"/>
                      <a:pt x="11655" y="0"/>
                      <a:pt x="114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8" name="Google Shape;12558;p38"/>
              <p:cNvSpPr/>
              <p:nvPr/>
            </p:nvSpPr>
            <p:spPr>
              <a:xfrm>
                <a:off x="5584575" y="2677000"/>
                <a:ext cx="31250" cy="19850"/>
              </a:xfrm>
              <a:custGeom>
                <a:rect b="b" l="l" r="r" t="t"/>
                <a:pathLst>
                  <a:path extrusionOk="0" h="794" w="1250">
                    <a:moveTo>
                      <a:pt x="657" y="1"/>
                    </a:moveTo>
                    <a:cubicBezTo>
                      <a:pt x="620" y="1"/>
                      <a:pt x="582" y="4"/>
                      <a:pt x="544" y="12"/>
                    </a:cubicBezTo>
                    <a:cubicBezTo>
                      <a:pt x="210" y="54"/>
                      <a:pt x="0" y="347"/>
                      <a:pt x="0" y="660"/>
                    </a:cubicBezTo>
                    <a:cubicBezTo>
                      <a:pt x="11" y="752"/>
                      <a:pt x="70" y="794"/>
                      <a:pt x="131" y="794"/>
                    </a:cubicBezTo>
                    <a:cubicBezTo>
                      <a:pt x="195" y="794"/>
                      <a:pt x="262" y="747"/>
                      <a:pt x="272" y="660"/>
                    </a:cubicBezTo>
                    <a:cubicBezTo>
                      <a:pt x="272" y="493"/>
                      <a:pt x="419" y="326"/>
                      <a:pt x="607" y="326"/>
                    </a:cubicBezTo>
                    <a:cubicBezTo>
                      <a:pt x="775" y="326"/>
                      <a:pt x="921" y="451"/>
                      <a:pt x="984" y="598"/>
                    </a:cubicBezTo>
                    <a:cubicBezTo>
                      <a:pt x="1010" y="638"/>
                      <a:pt x="1048" y="654"/>
                      <a:pt x="1086" y="654"/>
                    </a:cubicBezTo>
                    <a:cubicBezTo>
                      <a:pt x="1166" y="654"/>
                      <a:pt x="1249" y="579"/>
                      <a:pt x="1235" y="493"/>
                    </a:cubicBezTo>
                    <a:cubicBezTo>
                      <a:pt x="1198" y="198"/>
                      <a:pt x="934" y="1"/>
                      <a:pt x="6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9" name="Google Shape;12559;p38"/>
              <p:cNvSpPr/>
              <p:nvPr/>
            </p:nvSpPr>
            <p:spPr>
              <a:xfrm>
                <a:off x="5557500" y="2624825"/>
                <a:ext cx="39250" cy="17475"/>
              </a:xfrm>
              <a:custGeom>
                <a:rect b="b" l="l" r="r" t="t"/>
                <a:pathLst>
                  <a:path extrusionOk="0" h="699" w="1570">
                    <a:moveTo>
                      <a:pt x="135" y="1"/>
                    </a:moveTo>
                    <a:cubicBezTo>
                      <a:pt x="63" y="1"/>
                      <a:pt x="1" y="56"/>
                      <a:pt x="37" y="153"/>
                    </a:cubicBezTo>
                    <a:cubicBezTo>
                      <a:pt x="156" y="487"/>
                      <a:pt x="534" y="699"/>
                      <a:pt x="887" y="699"/>
                    </a:cubicBezTo>
                    <a:cubicBezTo>
                      <a:pt x="1154" y="699"/>
                      <a:pt x="1406" y="578"/>
                      <a:pt x="1523" y="299"/>
                    </a:cubicBezTo>
                    <a:cubicBezTo>
                      <a:pt x="1570" y="205"/>
                      <a:pt x="1487" y="88"/>
                      <a:pt x="1399" y="88"/>
                    </a:cubicBezTo>
                    <a:cubicBezTo>
                      <a:pt x="1370" y="88"/>
                      <a:pt x="1340" y="101"/>
                      <a:pt x="1314" y="132"/>
                    </a:cubicBezTo>
                    <a:cubicBezTo>
                      <a:pt x="1185" y="293"/>
                      <a:pt x="962" y="394"/>
                      <a:pt x="750" y="394"/>
                    </a:cubicBezTo>
                    <a:cubicBezTo>
                      <a:pt x="549" y="394"/>
                      <a:pt x="359" y="304"/>
                      <a:pt x="267" y="90"/>
                    </a:cubicBezTo>
                    <a:cubicBezTo>
                      <a:pt x="241" y="29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0" name="Google Shape;12560;p38"/>
              <p:cNvSpPr/>
              <p:nvPr/>
            </p:nvSpPr>
            <p:spPr>
              <a:xfrm>
                <a:off x="5529775" y="3170600"/>
                <a:ext cx="30225" cy="40800"/>
              </a:xfrm>
              <a:custGeom>
                <a:rect b="b" l="l" r="r" t="t"/>
                <a:pathLst>
                  <a:path extrusionOk="0" h="1632" w="1209">
                    <a:moveTo>
                      <a:pt x="702" y="0"/>
                    </a:moveTo>
                    <a:cubicBezTo>
                      <a:pt x="684" y="0"/>
                      <a:pt x="664" y="6"/>
                      <a:pt x="644" y="20"/>
                    </a:cubicBezTo>
                    <a:cubicBezTo>
                      <a:pt x="1" y="373"/>
                      <a:pt x="201" y="1631"/>
                      <a:pt x="980" y="1631"/>
                    </a:cubicBezTo>
                    <a:cubicBezTo>
                      <a:pt x="987" y="1631"/>
                      <a:pt x="993" y="1631"/>
                      <a:pt x="1000" y="1631"/>
                    </a:cubicBezTo>
                    <a:cubicBezTo>
                      <a:pt x="1167" y="1631"/>
                      <a:pt x="1209" y="1380"/>
                      <a:pt x="1042" y="1338"/>
                    </a:cubicBezTo>
                    <a:cubicBezTo>
                      <a:pt x="560" y="1233"/>
                      <a:pt x="288" y="522"/>
                      <a:pt x="749" y="229"/>
                    </a:cubicBezTo>
                    <a:cubicBezTo>
                      <a:pt x="854" y="159"/>
                      <a:pt x="797" y="0"/>
                      <a:pt x="7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1" name="Google Shape;12561;p38"/>
              <p:cNvSpPr/>
              <p:nvPr/>
            </p:nvSpPr>
            <p:spPr>
              <a:xfrm>
                <a:off x="5535725" y="2649425"/>
                <a:ext cx="27950" cy="19650"/>
              </a:xfrm>
              <a:custGeom>
                <a:rect b="b" l="l" r="r" t="t"/>
                <a:pathLst>
                  <a:path extrusionOk="0" h="786" w="1118">
                    <a:moveTo>
                      <a:pt x="536" y="1"/>
                    </a:moveTo>
                    <a:cubicBezTo>
                      <a:pt x="332" y="1"/>
                      <a:pt x="128" y="117"/>
                      <a:pt x="29" y="299"/>
                    </a:cubicBezTo>
                    <a:cubicBezTo>
                      <a:pt x="1" y="384"/>
                      <a:pt x="60" y="460"/>
                      <a:pt x="120" y="460"/>
                    </a:cubicBezTo>
                    <a:cubicBezTo>
                      <a:pt x="148" y="460"/>
                      <a:pt x="177" y="443"/>
                      <a:pt x="197" y="403"/>
                    </a:cubicBezTo>
                    <a:cubicBezTo>
                      <a:pt x="271" y="285"/>
                      <a:pt x="373" y="235"/>
                      <a:pt x="472" y="235"/>
                    </a:cubicBezTo>
                    <a:cubicBezTo>
                      <a:pt x="654" y="235"/>
                      <a:pt x="823" y="404"/>
                      <a:pt x="783" y="634"/>
                    </a:cubicBezTo>
                    <a:cubicBezTo>
                      <a:pt x="758" y="731"/>
                      <a:pt x="819" y="786"/>
                      <a:pt x="886" y="786"/>
                    </a:cubicBezTo>
                    <a:cubicBezTo>
                      <a:pt x="935" y="786"/>
                      <a:pt x="987" y="758"/>
                      <a:pt x="1013" y="696"/>
                    </a:cubicBezTo>
                    <a:cubicBezTo>
                      <a:pt x="1117" y="445"/>
                      <a:pt x="971" y="131"/>
                      <a:pt x="699" y="27"/>
                    </a:cubicBezTo>
                    <a:cubicBezTo>
                      <a:pt x="646" y="9"/>
                      <a:pt x="591" y="1"/>
                      <a:pt x="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2" name="Google Shape;12562;p38"/>
              <p:cNvSpPr/>
              <p:nvPr/>
            </p:nvSpPr>
            <p:spPr>
              <a:xfrm>
                <a:off x="5504875" y="3225150"/>
                <a:ext cx="26225" cy="24925"/>
              </a:xfrm>
              <a:custGeom>
                <a:rect b="b" l="l" r="r" t="t"/>
                <a:pathLst>
                  <a:path extrusionOk="0" h="997" w="1049">
                    <a:moveTo>
                      <a:pt x="276" y="0"/>
                    </a:moveTo>
                    <a:cubicBezTo>
                      <a:pt x="222" y="0"/>
                      <a:pt x="167" y="11"/>
                      <a:pt x="113" y="35"/>
                    </a:cubicBezTo>
                    <a:cubicBezTo>
                      <a:pt x="1" y="72"/>
                      <a:pt x="22" y="209"/>
                      <a:pt x="116" y="209"/>
                    </a:cubicBezTo>
                    <a:cubicBezTo>
                      <a:pt x="128" y="209"/>
                      <a:pt x="141" y="207"/>
                      <a:pt x="154" y="202"/>
                    </a:cubicBezTo>
                    <a:cubicBezTo>
                      <a:pt x="173" y="198"/>
                      <a:pt x="192" y="196"/>
                      <a:pt x="210" y="196"/>
                    </a:cubicBezTo>
                    <a:cubicBezTo>
                      <a:pt x="456" y="196"/>
                      <a:pt x="644" y="572"/>
                      <a:pt x="468" y="767"/>
                    </a:cubicBezTo>
                    <a:cubicBezTo>
                      <a:pt x="372" y="863"/>
                      <a:pt x="460" y="997"/>
                      <a:pt x="573" y="997"/>
                    </a:cubicBezTo>
                    <a:cubicBezTo>
                      <a:pt x="607" y="997"/>
                      <a:pt x="643" y="985"/>
                      <a:pt x="678" y="955"/>
                    </a:cubicBezTo>
                    <a:cubicBezTo>
                      <a:pt x="1048" y="659"/>
                      <a:pt x="696" y="0"/>
                      <a:pt x="2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3" name="Google Shape;12563;p38"/>
              <p:cNvSpPr/>
              <p:nvPr/>
            </p:nvSpPr>
            <p:spPr>
              <a:xfrm>
                <a:off x="5363825" y="2892875"/>
                <a:ext cx="35975" cy="40850"/>
              </a:xfrm>
              <a:custGeom>
                <a:rect b="b" l="l" r="r" t="t"/>
                <a:pathLst>
                  <a:path extrusionOk="0" h="1634" w="1439">
                    <a:moveTo>
                      <a:pt x="608" y="0"/>
                    </a:moveTo>
                    <a:cubicBezTo>
                      <a:pt x="588" y="0"/>
                      <a:pt x="567" y="6"/>
                      <a:pt x="545" y="18"/>
                    </a:cubicBezTo>
                    <a:cubicBezTo>
                      <a:pt x="189" y="248"/>
                      <a:pt x="1" y="751"/>
                      <a:pt x="210" y="1148"/>
                    </a:cubicBezTo>
                    <a:cubicBezTo>
                      <a:pt x="348" y="1425"/>
                      <a:pt x="679" y="1634"/>
                      <a:pt x="994" y="1634"/>
                    </a:cubicBezTo>
                    <a:cubicBezTo>
                      <a:pt x="1107" y="1634"/>
                      <a:pt x="1219" y="1607"/>
                      <a:pt x="1319" y="1546"/>
                    </a:cubicBezTo>
                    <a:cubicBezTo>
                      <a:pt x="1439" y="1466"/>
                      <a:pt x="1406" y="1251"/>
                      <a:pt x="1274" y="1251"/>
                    </a:cubicBezTo>
                    <a:cubicBezTo>
                      <a:pt x="1268" y="1251"/>
                      <a:pt x="1262" y="1252"/>
                      <a:pt x="1256" y="1253"/>
                    </a:cubicBezTo>
                    <a:cubicBezTo>
                      <a:pt x="1177" y="1265"/>
                      <a:pt x="1097" y="1274"/>
                      <a:pt x="1018" y="1274"/>
                    </a:cubicBezTo>
                    <a:cubicBezTo>
                      <a:pt x="825" y="1274"/>
                      <a:pt x="643" y="1222"/>
                      <a:pt x="524" y="1044"/>
                    </a:cubicBezTo>
                    <a:cubicBezTo>
                      <a:pt x="356" y="792"/>
                      <a:pt x="440" y="437"/>
                      <a:pt x="691" y="248"/>
                    </a:cubicBezTo>
                    <a:cubicBezTo>
                      <a:pt x="798" y="177"/>
                      <a:pt x="723" y="0"/>
                      <a:pt x="6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4" name="Google Shape;12564;p38"/>
              <p:cNvSpPr/>
              <p:nvPr/>
            </p:nvSpPr>
            <p:spPr>
              <a:xfrm>
                <a:off x="5360275" y="2959150"/>
                <a:ext cx="33925" cy="30025"/>
              </a:xfrm>
              <a:custGeom>
                <a:rect b="b" l="l" r="r" t="t"/>
                <a:pathLst>
                  <a:path extrusionOk="0" h="1201" w="1357">
                    <a:moveTo>
                      <a:pt x="744" y="1"/>
                    </a:moveTo>
                    <a:cubicBezTo>
                      <a:pt x="454" y="1"/>
                      <a:pt x="176" y="142"/>
                      <a:pt x="17" y="380"/>
                    </a:cubicBezTo>
                    <a:cubicBezTo>
                      <a:pt x="1" y="429"/>
                      <a:pt x="47" y="478"/>
                      <a:pt x="89" y="478"/>
                    </a:cubicBezTo>
                    <a:cubicBezTo>
                      <a:pt x="101" y="478"/>
                      <a:pt x="112" y="473"/>
                      <a:pt x="122" y="464"/>
                    </a:cubicBezTo>
                    <a:cubicBezTo>
                      <a:pt x="242" y="328"/>
                      <a:pt x="450" y="225"/>
                      <a:pt x="650" y="225"/>
                    </a:cubicBezTo>
                    <a:cubicBezTo>
                      <a:pt x="728" y="225"/>
                      <a:pt x="805" y="241"/>
                      <a:pt x="875" y="276"/>
                    </a:cubicBezTo>
                    <a:cubicBezTo>
                      <a:pt x="1126" y="401"/>
                      <a:pt x="1021" y="841"/>
                      <a:pt x="959" y="1050"/>
                    </a:cubicBezTo>
                    <a:cubicBezTo>
                      <a:pt x="919" y="1142"/>
                      <a:pt x="987" y="1201"/>
                      <a:pt x="1064" y="1201"/>
                    </a:cubicBezTo>
                    <a:cubicBezTo>
                      <a:pt x="1109" y="1201"/>
                      <a:pt x="1158" y="1180"/>
                      <a:pt x="1189" y="1134"/>
                    </a:cubicBezTo>
                    <a:cubicBezTo>
                      <a:pt x="1314" y="966"/>
                      <a:pt x="1356" y="736"/>
                      <a:pt x="1314" y="527"/>
                    </a:cubicBezTo>
                    <a:cubicBezTo>
                      <a:pt x="1293" y="338"/>
                      <a:pt x="1210" y="108"/>
                      <a:pt x="1021" y="45"/>
                    </a:cubicBezTo>
                    <a:cubicBezTo>
                      <a:pt x="930" y="15"/>
                      <a:pt x="837" y="1"/>
                      <a:pt x="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5" name="Google Shape;12565;p38"/>
              <p:cNvSpPr/>
              <p:nvPr/>
            </p:nvSpPr>
            <p:spPr>
              <a:xfrm>
                <a:off x="5343425" y="3340550"/>
                <a:ext cx="29775" cy="28850"/>
              </a:xfrm>
              <a:custGeom>
                <a:rect b="b" l="l" r="r" t="t"/>
                <a:pathLst>
                  <a:path extrusionOk="0" h="1154" w="1191">
                    <a:moveTo>
                      <a:pt x="463" y="1"/>
                    </a:moveTo>
                    <a:cubicBezTo>
                      <a:pt x="442" y="1"/>
                      <a:pt x="420" y="7"/>
                      <a:pt x="398" y="22"/>
                    </a:cubicBezTo>
                    <a:cubicBezTo>
                      <a:pt x="126" y="189"/>
                      <a:pt x="1" y="566"/>
                      <a:pt x="168" y="859"/>
                    </a:cubicBezTo>
                    <a:cubicBezTo>
                      <a:pt x="292" y="1051"/>
                      <a:pt x="506" y="1153"/>
                      <a:pt x="721" y="1153"/>
                    </a:cubicBezTo>
                    <a:cubicBezTo>
                      <a:pt x="833" y="1153"/>
                      <a:pt x="946" y="1126"/>
                      <a:pt x="1047" y="1068"/>
                    </a:cubicBezTo>
                    <a:cubicBezTo>
                      <a:pt x="1191" y="996"/>
                      <a:pt x="1102" y="800"/>
                      <a:pt x="955" y="800"/>
                    </a:cubicBezTo>
                    <a:cubicBezTo>
                      <a:pt x="931" y="800"/>
                      <a:pt x="906" y="805"/>
                      <a:pt x="879" y="817"/>
                    </a:cubicBezTo>
                    <a:cubicBezTo>
                      <a:pt x="835" y="843"/>
                      <a:pt x="782" y="854"/>
                      <a:pt x="728" y="854"/>
                    </a:cubicBezTo>
                    <a:cubicBezTo>
                      <a:pt x="606" y="854"/>
                      <a:pt x="477" y="793"/>
                      <a:pt x="419" y="691"/>
                    </a:cubicBezTo>
                    <a:cubicBezTo>
                      <a:pt x="335" y="524"/>
                      <a:pt x="398" y="315"/>
                      <a:pt x="545" y="189"/>
                    </a:cubicBezTo>
                    <a:cubicBezTo>
                      <a:pt x="631" y="138"/>
                      <a:pt x="561" y="1"/>
                      <a:pt x="4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6" name="Google Shape;12566;p38"/>
              <p:cNvSpPr/>
              <p:nvPr/>
            </p:nvSpPr>
            <p:spPr>
              <a:xfrm>
                <a:off x="5297750" y="2947925"/>
                <a:ext cx="29550" cy="16675"/>
              </a:xfrm>
              <a:custGeom>
                <a:rect b="b" l="l" r="r" t="t"/>
                <a:pathLst>
                  <a:path extrusionOk="0" h="667" w="1182">
                    <a:moveTo>
                      <a:pt x="1046" y="0"/>
                    </a:moveTo>
                    <a:cubicBezTo>
                      <a:pt x="984" y="0"/>
                      <a:pt x="918" y="42"/>
                      <a:pt x="907" y="118"/>
                    </a:cubicBezTo>
                    <a:cubicBezTo>
                      <a:pt x="883" y="313"/>
                      <a:pt x="688" y="422"/>
                      <a:pt x="505" y="422"/>
                    </a:cubicBezTo>
                    <a:cubicBezTo>
                      <a:pt x="374" y="422"/>
                      <a:pt x="248" y="366"/>
                      <a:pt x="196" y="243"/>
                    </a:cubicBezTo>
                    <a:cubicBezTo>
                      <a:pt x="182" y="216"/>
                      <a:pt x="154" y="204"/>
                      <a:pt x="124" y="204"/>
                    </a:cubicBezTo>
                    <a:cubicBezTo>
                      <a:pt x="65" y="204"/>
                      <a:pt x="0" y="250"/>
                      <a:pt x="28" y="306"/>
                    </a:cubicBezTo>
                    <a:cubicBezTo>
                      <a:pt x="110" y="552"/>
                      <a:pt x="342" y="667"/>
                      <a:pt x="575" y="667"/>
                    </a:cubicBezTo>
                    <a:cubicBezTo>
                      <a:pt x="878" y="667"/>
                      <a:pt x="1182" y="473"/>
                      <a:pt x="1158" y="118"/>
                    </a:cubicBezTo>
                    <a:cubicBezTo>
                      <a:pt x="1158" y="37"/>
                      <a:pt x="1104" y="0"/>
                      <a:pt x="10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7" name="Google Shape;12567;p38"/>
              <p:cNvSpPr/>
              <p:nvPr/>
            </p:nvSpPr>
            <p:spPr>
              <a:xfrm>
                <a:off x="5277525" y="2514275"/>
                <a:ext cx="39725" cy="38400"/>
              </a:xfrm>
              <a:custGeom>
                <a:rect b="b" l="l" r="r" t="t"/>
                <a:pathLst>
                  <a:path extrusionOk="0" h="1536" w="1589">
                    <a:moveTo>
                      <a:pt x="617" y="1"/>
                    </a:moveTo>
                    <a:cubicBezTo>
                      <a:pt x="600" y="1"/>
                      <a:pt x="583" y="5"/>
                      <a:pt x="565" y="14"/>
                    </a:cubicBezTo>
                    <a:cubicBezTo>
                      <a:pt x="147" y="244"/>
                      <a:pt x="0" y="809"/>
                      <a:pt x="272" y="1206"/>
                    </a:cubicBezTo>
                    <a:cubicBezTo>
                      <a:pt x="422" y="1425"/>
                      <a:pt x="666" y="1536"/>
                      <a:pt x="915" y="1536"/>
                    </a:cubicBezTo>
                    <a:cubicBezTo>
                      <a:pt x="1119" y="1536"/>
                      <a:pt x="1326" y="1462"/>
                      <a:pt x="1486" y="1311"/>
                    </a:cubicBezTo>
                    <a:cubicBezTo>
                      <a:pt x="1589" y="1225"/>
                      <a:pt x="1494" y="1054"/>
                      <a:pt x="1376" y="1054"/>
                    </a:cubicBezTo>
                    <a:cubicBezTo>
                      <a:pt x="1350" y="1054"/>
                      <a:pt x="1324" y="1062"/>
                      <a:pt x="1297" y="1081"/>
                    </a:cubicBezTo>
                    <a:cubicBezTo>
                      <a:pt x="1202" y="1147"/>
                      <a:pt x="1076" y="1184"/>
                      <a:pt x="950" y="1184"/>
                    </a:cubicBezTo>
                    <a:cubicBezTo>
                      <a:pt x="799" y="1184"/>
                      <a:pt x="647" y="1132"/>
                      <a:pt x="544" y="1018"/>
                    </a:cubicBezTo>
                    <a:cubicBezTo>
                      <a:pt x="356" y="788"/>
                      <a:pt x="440" y="390"/>
                      <a:pt x="691" y="223"/>
                    </a:cubicBezTo>
                    <a:cubicBezTo>
                      <a:pt x="799" y="151"/>
                      <a:pt x="721" y="1"/>
                      <a:pt x="6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8" name="Google Shape;12568;p38"/>
              <p:cNvSpPr/>
              <p:nvPr/>
            </p:nvSpPr>
            <p:spPr>
              <a:xfrm>
                <a:off x="5254425" y="2873350"/>
                <a:ext cx="40375" cy="18600"/>
              </a:xfrm>
              <a:custGeom>
                <a:rect b="b" l="l" r="r" t="t"/>
                <a:pathLst>
                  <a:path extrusionOk="0" h="744" w="1615">
                    <a:moveTo>
                      <a:pt x="891" y="1"/>
                    </a:moveTo>
                    <a:cubicBezTo>
                      <a:pt x="587" y="1"/>
                      <a:pt x="315" y="205"/>
                      <a:pt x="87" y="381"/>
                    </a:cubicBezTo>
                    <a:cubicBezTo>
                      <a:pt x="1" y="467"/>
                      <a:pt x="86" y="611"/>
                      <a:pt x="177" y="611"/>
                    </a:cubicBezTo>
                    <a:cubicBezTo>
                      <a:pt x="196" y="611"/>
                      <a:pt x="216" y="605"/>
                      <a:pt x="234" y="590"/>
                    </a:cubicBezTo>
                    <a:cubicBezTo>
                      <a:pt x="397" y="477"/>
                      <a:pt x="711" y="296"/>
                      <a:pt x="949" y="296"/>
                    </a:cubicBezTo>
                    <a:cubicBezTo>
                      <a:pt x="1108" y="296"/>
                      <a:pt x="1234" y="377"/>
                      <a:pt x="1259" y="611"/>
                    </a:cubicBezTo>
                    <a:cubicBezTo>
                      <a:pt x="1271" y="694"/>
                      <a:pt x="1337" y="744"/>
                      <a:pt x="1400" y="744"/>
                    </a:cubicBezTo>
                    <a:cubicBezTo>
                      <a:pt x="1447" y="744"/>
                      <a:pt x="1492" y="716"/>
                      <a:pt x="1510" y="653"/>
                    </a:cubicBezTo>
                    <a:cubicBezTo>
                      <a:pt x="1615" y="360"/>
                      <a:pt x="1343" y="88"/>
                      <a:pt x="1071" y="25"/>
                    </a:cubicBezTo>
                    <a:cubicBezTo>
                      <a:pt x="1010" y="8"/>
                      <a:pt x="950" y="1"/>
                      <a:pt x="8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9" name="Google Shape;12569;p38"/>
              <p:cNvSpPr/>
              <p:nvPr/>
            </p:nvSpPr>
            <p:spPr>
              <a:xfrm>
                <a:off x="5226900" y="2539375"/>
                <a:ext cx="31800" cy="27550"/>
              </a:xfrm>
              <a:custGeom>
                <a:rect b="b" l="l" r="r" t="t"/>
                <a:pathLst>
                  <a:path extrusionOk="0" h="1102" w="1272">
                    <a:moveTo>
                      <a:pt x="627" y="0"/>
                    </a:moveTo>
                    <a:cubicBezTo>
                      <a:pt x="398" y="0"/>
                      <a:pt x="167" y="125"/>
                      <a:pt x="58" y="328"/>
                    </a:cubicBezTo>
                    <a:cubicBezTo>
                      <a:pt x="1" y="428"/>
                      <a:pt x="82" y="509"/>
                      <a:pt x="158" y="509"/>
                    </a:cubicBezTo>
                    <a:cubicBezTo>
                      <a:pt x="193" y="509"/>
                      <a:pt x="227" y="493"/>
                      <a:pt x="247" y="453"/>
                    </a:cubicBezTo>
                    <a:cubicBezTo>
                      <a:pt x="314" y="331"/>
                      <a:pt x="453" y="253"/>
                      <a:pt x="593" y="253"/>
                    </a:cubicBezTo>
                    <a:cubicBezTo>
                      <a:pt x="669" y="253"/>
                      <a:pt x="745" y="276"/>
                      <a:pt x="812" y="328"/>
                    </a:cubicBezTo>
                    <a:cubicBezTo>
                      <a:pt x="979" y="453"/>
                      <a:pt x="958" y="725"/>
                      <a:pt x="833" y="893"/>
                    </a:cubicBezTo>
                    <a:cubicBezTo>
                      <a:pt x="764" y="962"/>
                      <a:pt x="823" y="1102"/>
                      <a:pt x="904" y="1102"/>
                    </a:cubicBezTo>
                    <a:cubicBezTo>
                      <a:pt x="921" y="1102"/>
                      <a:pt x="940" y="1096"/>
                      <a:pt x="958" y="1081"/>
                    </a:cubicBezTo>
                    <a:cubicBezTo>
                      <a:pt x="1272" y="851"/>
                      <a:pt x="1272" y="370"/>
                      <a:pt x="979" y="119"/>
                    </a:cubicBezTo>
                    <a:cubicBezTo>
                      <a:pt x="876" y="37"/>
                      <a:pt x="751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0" name="Google Shape;12570;p38"/>
              <p:cNvSpPr/>
              <p:nvPr/>
            </p:nvSpPr>
            <p:spPr>
              <a:xfrm>
                <a:off x="5226250" y="2483275"/>
                <a:ext cx="24100" cy="34500"/>
              </a:xfrm>
              <a:custGeom>
                <a:rect b="b" l="l" r="r" t="t"/>
                <a:pathLst>
                  <a:path extrusionOk="0" h="1380" w="964">
                    <a:moveTo>
                      <a:pt x="306" y="0"/>
                    </a:moveTo>
                    <a:cubicBezTo>
                      <a:pt x="270" y="0"/>
                      <a:pt x="234" y="18"/>
                      <a:pt x="210" y="61"/>
                    </a:cubicBezTo>
                    <a:cubicBezTo>
                      <a:pt x="63" y="354"/>
                      <a:pt x="1" y="668"/>
                      <a:pt x="63" y="982"/>
                    </a:cubicBezTo>
                    <a:cubicBezTo>
                      <a:pt x="84" y="1149"/>
                      <a:pt x="126" y="1191"/>
                      <a:pt x="294" y="1233"/>
                    </a:cubicBezTo>
                    <a:cubicBezTo>
                      <a:pt x="461" y="1295"/>
                      <a:pt x="628" y="1358"/>
                      <a:pt x="817" y="1379"/>
                    </a:cubicBezTo>
                    <a:cubicBezTo>
                      <a:pt x="942" y="1379"/>
                      <a:pt x="963" y="1212"/>
                      <a:pt x="879" y="1149"/>
                    </a:cubicBezTo>
                    <a:cubicBezTo>
                      <a:pt x="712" y="1065"/>
                      <a:pt x="524" y="1002"/>
                      <a:pt x="335" y="940"/>
                    </a:cubicBezTo>
                    <a:cubicBezTo>
                      <a:pt x="294" y="689"/>
                      <a:pt x="315" y="438"/>
                      <a:pt x="440" y="207"/>
                    </a:cubicBezTo>
                    <a:cubicBezTo>
                      <a:pt x="484" y="104"/>
                      <a:pt x="393" y="0"/>
                      <a:pt x="3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1" name="Google Shape;12571;p38"/>
              <p:cNvSpPr/>
              <p:nvPr/>
            </p:nvSpPr>
            <p:spPr>
              <a:xfrm>
                <a:off x="5115875" y="2177175"/>
                <a:ext cx="600025" cy="1347575"/>
              </a:xfrm>
              <a:custGeom>
                <a:rect b="b" l="l" r="r" t="t"/>
                <a:pathLst>
                  <a:path extrusionOk="0" h="53903" w="24001">
                    <a:moveTo>
                      <a:pt x="19992" y="474"/>
                    </a:moveTo>
                    <a:cubicBezTo>
                      <a:pt x="20904" y="474"/>
                      <a:pt x="21764" y="671"/>
                      <a:pt x="22368" y="1257"/>
                    </a:cubicBezTo>
                    <a:cubicBezTo>
                      <a:pt x="23121" y="1969"/>
                      <a:pt x="23017" y="3412"/>
                      <a:pt x="21887" y="3433"/>
                    </a:cubicBezTo>
                    <a:cubicBezTo>
                      <a:pt x="21838" y="3436"/>
                      <a:pt x="21788" y="3437"/>
                      <a:pt x="21739" y="3437"/>
                    </a:cubicBezTo>
                    <a:cubicBezTo>
                      <a:pt x="21324" y="3437"/>
                      <a:pt x="20896" y="3364"/>
                      <a:pt x="20485" y="3308"/>
                    </a:cubicBezTo>
                    <a:cubicBezTo>
                      <a:pt x="19795" y="3203"/>
                      <a:pt x="19104" y="3119"/>
                      <a:pt x="18414" y="3057"/>
                    </a:cubicBezTo>
                    <a:cubicBezTo>
                      <a:pt x="17058" y="2932"/>
                      <a:pt x="15680" y="2865"/>
                      <a:pt x="14304" y="2865"/>
                    </a:cubicBezTo>
                    <a:cubicBezTo>
                      <a:pt x="13832" y="2865"/>
                      <a:pt x="13360" y="2873"/>
                      <a:pt x="12890" y="2889"/>
                    </a:cubicBezTo>
                    <a:cubicBezTo>
                      <a:pt x="11195" y="2952"/>
                      <a:pt x="9500" y="3119"/>
                      <a:pt x="7826" y="3371"/>
                    </a:cubicBezTo>
                    <a:cubicBezTo>
                      <a:pt x="7047" y="3494"/>
                      <a:pt x="5096" y="4055"/>
                      <a:pt x="3552" y="4055"/>
                    </a:cubicBezTo>
                    <a:cubicBezTo>
                      <a:pt x="2734" y="4055"/>
                      <a:pt x="2030" y="3897"/>
                      <a:pt x="1675" y="3433"/>
                    </a:cubicBezTo>
                    <a:cubicBezTo>
                      <a:pt x="1696" y="3287"/>
                      <a:pt x="1696" y="3161"/>
                      <a:pt x="1696" y="3036"/>
                    </a:cubicBezTo>
                    <a:cubicBezTo>
                      <a:pt x="1711" y="2925"/>
                      <a:pt x="1619" y="2874"/>
                      <a:pt x="1528" y="2874"/>
                    </a:cubicBezTo>
                    <a:cubicBezTo>
                      <a:pt x="1499" y="2874"/>
                      <a:pt x="1470" y="2879"/>
                      <a:pt x="1445" y="2889"/>
                    </a:cubicBezTo>
                    <a:cubicBezTo>
                      <a:pt x="1424" y="2764"/>
                      <a:pt x="1424" y="2617"/>
                      <a:pt x="1445" y="2471"/>
                    </a:cubicBezTo>
                    <a:cubicBezTo>
                      <a:pt x="1549" y="2471"/>
                      <a:pt x="1675" y="2387"/>
                      <a:pt x="1675" y="2241"/>
                    </a:cubicBezTo>
                    <a:cubicBezTo>
                      <a:pt x="1683" y="1100"/>
                      <a:pt x="2387" y="741"/>
                      <a:pt x="3322" y="741"/>
                    </a:cubicBezTo>
                    <a:cubicBezTo>
                      <a:pt x="4736" y="741"/>
                      <a:pt x="6677" y="1562"/>
                      <a:pt x="7533" y="1739"/>
                    </a:cubicBezTo>
                    <a:cubicBezTo>
                      <a:pt x="8609" y="1960"/>
                      <a:pt x="9716" y="2066"/>
                      <a:pt x="10818" y="2066"/>
                    </a:cubicBezTo>
                    <a:cubicBezTo>
                      <a:pt x="11280" y="2066"/>
                      <a:pt x="11742" y="2048"/>
                      <a:pt x="12199" y="2011"/>
                    </a:cubicBezTo>
                    <a:cubicBezTo>
                      <a:pt x="13706" y="1864"/>
                      <a:pt x="15129" y="1487"/>
                      <a:pt x="16572" y="1069"/>
                    </a:cubicBezTo>
                    <a:cubicBezTo>
                      <a:pt x="17489" y="819"/>
                      <a:pt x="18786" y="474"/>
                      <a:pt x="19992" y="474"/>
                    </a:cubicBezTo>
                    <a:close/>
                    <a:moveTo>
                      <a:pt x="14177" y="3406"/>
                    </a:moveTo>
                    <a:cubicBezTo>
                      <a:pt x="14417" y="3406"/>
                      <a:pt x="14658" y="3408"/>
                      <a:pt x="14898" y="3412"/>
                    </a:cubicBezTo>
                    <a:cubicBezTo>
                      <a:pt x="16656" y="3433"/>
                      <a:pt x="18372" y="3663"/>
                      <a:pt x="20087" y="3831"/>
                    </a:cubicBezTo>
                    <a:cubicBezTo>
                      <a:pt x="20087" y="3873"/>
                      <a:pt x="20067" y="3915"/>
                      <a:pt x="20067" y="3956"/>
                    </a:cubicBezTo>
                    <a:cubicBezTo>
                      <a:pt x="20234" y="5923"/>
                      <a:pt x="20359" y="7890"/>
                      <a:pt x="20443" y="9857"/>
                    </a:cubicBezTo>
                    <a:cubicBezTo>
                      <a:pt x="20427" y="9852"/>
                      <a:pt x="20410" y="9849"/>
                      <a:pt x="20393" y="9849"/>
                    </a:cubicBezTo>
                    <a:cubicBezTo>
                      <a:pt x="20340" y="9849"/>
                      <a:pt x="20281" y="9873"/>
                      <a:pt x="20234" y="9920"/>
                    </a:cubicBezTo>
                    <a:cubicBezTo>
                      <a:pt x="18845" y="11371"/>
                      <a:pt x="17008" y="11918"/>
                      <a:pt x="15114" y="11918"/>
                    </a:cubicBezTo>
                    <a:cubicBezTo>
                      <a:pt x="13813" y="11918"/>
                      <a:pt x="12485" y="11659"/>
                      <a:pt x="11258" y="11259"/>
                    </a:cubicBezTo>
                    <a:cubicBezTo>
                      <a:pt x="9584" y="10694"/>
                      <a:pt x="7994" y="9920"/>
                      <a:pt x="6383" y="9250"/>
                    </a:cubicBezTo>
                    <a:cubicBezTo>
                      <a:pt x="5534" y="8901"/>
                      <a:pt x="4474" y="8327"/>
                      <a:pt x="3497" y="8327"/>
                    </a:cubicBezTo>
                    <a:cubicBezTo>
                      <a:pt x="3245" y="8327"/>
                      <a:pt x="2999" y="8365"/>
                      <a:pt x="2763" y="8455"/>
                    </a:cubicBezTo>
                    <a:cubicBezTo>
                      <a:pt x="2846" y="7158"/>
                      <a:pt x="2930" y="5860"/>
                      <a:pt x="3035" y="4563"/>
                    </a:cubicBezTo>
                    <a:cubicBezTo>
                      <a:pt x="3273" y="4607"/>
                      <a:pt x="3519" y="4626"/>
                      <a:pt x="3770" y="4626"/>
                    </a:cubicBezTo>
                    <a:cubicBezTo>
                      <a:pt x="5087" y="4626"/>
                      <a:pt x="6544" y="4108"/>
                      <a:pt x="7722" y="3915"/>
                    </a:cubicBezTo>
                    <a:cubicBezTo>
                      <a:pt x="9850" y="3576"/>
                      <a:pt x="12011" y="3406"/>
                      <a:pt x="14177" y="3406"/>
                    </a:cubicBezTo>
                    <a:close/>
                    <a:moveTo>
                      <a:pt x="3226" y="8709"/>
                    </a:moveTo>
                    <a:cubicBezTo>
                      <a:pt x="4200" y="8709"/>
                      <a:pt x="5359" y="9390"/>
                      <a:pt x="6131" y="9731"/>
                    </a:cubicBezTo>
                    <a:cubicBezTo>
                      <a:pt x="6989" y="10087"/>
                      <a:pt x="7826" y="10485"/>
                      <a:pt x="8663" y="10861"/>
                    </a:cubicBezTo>
                    <a:cubicBezTo>
                      <a:pt x="10212" y="11531"/>
                      <a:pt x="11802" y="12158"/>
                      <a:pt x="13476" y="12410"/>
                    </a:cubicBezTo>
                    <a:cubicBezTo>
                      <a:pt x="13992" y="12483"/>
                      <a:pt x="14517" y="12522"/>
                      <a:pt x="15041" y="12522"/>
                    </a:cubicBezTo>
                    <a:cubicBezTo>
                      <a:pt x="17060" y="12522"/>
                      <a:pt x="19056" y="11934"/>
                      <a:pt x="20485" y="10422"/>
                    </a:cubicBezTo>
                    <a:lnTo>
                      <a:pt x="20485" y="10422"/>
                    </a:lnTo>
                    <a:cubicBezTo>
                      <a:pt x="20987" y="21762"/>
                      <a:pt x="20464" y="33124"/>
                      <a:pt x="18811" y="44360"/>
                    </a:cubicBezTo>
                    <a:cubicBezTo>
                      <a:pt x="18623" y="45699"/>
                      <a:pt x="18539" y="47268"/>
                      <a:pt x="17911" y="48503"/>
                    </a:cubicBezTo>
                    <a:cubicBezTo>
                      <a:pt x="16949" y="50365"/>
                      <a:pt x="14836" y="50156"/>
                      <a:pt x="13036" y="50219"/>
                    </a:cubicBezTo>
                    <a:cubicBezTo>
                      <a:pt x="12029" y="50249"/>
                      <a:pt x="10999" y="50322"/>
                      <a:pt x="9979" y="50322"/>
                    </a:cubicBezTo>
                    <a:cubicBezTo>
                      <a:pt x="9580" y="50322"/>
                      <a:pt x="9183" y="50311"/>
                      <a:pt x="8789" y="50281"/>
                    </a:cubicBezTo>
                    <a:cubicBezTo>
                      <a:pt x="7973" y="50219"/>
                      <a:pt x="7073" y="50051"/>
                      <a:pt x="6466" y="49465"/>
                    </a:cubicBezTo>
                    <a:cubicBezTo>
                      <a:pt x="5776" y="48775"/>
                      <a:pt x="5650" y="47666"/>
                      <a:pt x="5462" y="46745"/>
                    </a:cubicBezTo>
                    <a:cubicBezTo>
                      <a:pt x="4018" y="40112"/>
                      <a:pt x="3098" y="33375"/>
                      <a:pt x="2658" y="26596"/>
                    </a:cubicBezTo>
                    <a:cubicBezTo>
                      <a:pt x="2302" y="20653"/>
                      <a:pt x="2365" y="14711"/>
                      <a:pt x="2742" y="8769"/>
                    </a:cubicBezTo>
                    <a:lnTo>
                      <a:pt x="2763" y="8769"/>
                    </a:lnTo>
                    <a:cubicBezTo>
                      <a:pt x="2910" y="8727"/>
                      <a:pt x="3066" y="8709"/>
                      <a:pt x="3226" y="8709"/>
                    </a:cubicBezTo>
                    <a:close/>
                    <a:moveTo>
                      <a:pt x="22494" y="3894"/>
                    </a:moveTo>
                    <a:cubicBezTo>
                      <a:pt x="23205" y="11091"/>
                      <a:pt x="23121" y="18310"/>
                      <a:pt x="22619" y="25508"/>
                    </a:cubicBezTo>
                    <a:cubicBezTo>
                      <a:pt x="22368" y="29086"/>
                      <a:pt x="22012" y="32664"/>
                      <a:pt x="21615" y="36242"/>
                    </a:cubicBezTo>
                    <a:cubicBezTo>
                      <a:pt x="21196" y="39966"/>
                      <a:pt x="20883" y="43732"/>
                      <a:pt x="20234" y="47415"/>
                    </a:cubicBezTo>
                    <a:cubicBezTo>
                      <a:pt x="19962" y="49047"/>
                      <a:pt x="19481" y="51558"/>
                      <a:pt x="17891" y="52436"/>
                    </a:cubicBezTo>
                    <a:cubicBezTo>
                      <a:pt x="17012" y="52918"/>
                      <a:pt x="15735" y="52834"/>
                      <a:pt x="14752" y="52918"/>
                    </a:cubicBezTo>
                    <a:lnTo>
                      <a:pt x="11781" y="53169"/>
                    </a:lnTo>
                    <a:cubicBezTo>
                      <a:pt x="10943" y="53229"/>
                      <a:pt x="10064" y="53339"/>
                      <a:pt x="9195" y="53339"/>
                    </a:cubicBezTo>
                    <a:cubicBezTo>
                      <a:pt x="8566" y="53339"/>
                      <a:pt x="7943" y="53282"/>
                      <a:pt x="7345" y="53106"/>
                    </a:cubicBezTo>
                    <a:cubicBezTo>
                      <a:pt x="5378" y="52541"/>
                      <a:pt x="4730" y="50700"/>
                      <a:pt x="4311" y="48900"/>
                    </a:cubicBezTo>
                    <a:cubicBezTo>
                      <a:pt x="2679" y="41765"/>
                      <a:pt x="1717" y="34421"/>
                      <a:pt x="1214" y="27140"/>
                    </a:cubicBezTo>
                    <a:cubicBezTo>
                      <a:pt x="942" y="23122"/>
                      <a:pt x="859" y="19084"/>
                      <a:pt x="942" y="15067"/>
                    </a:cubicBezTo>
                    <a:cubicBezTo>
                      <a:pt x="1026" y="11322"/>
                      <a:pt x="1403" y="7618"/>
                      <a:pt x="1654" y="3894"/>
                    </a:cubicBezTo>
                    <a:cubicBezTo>
                      <a:pt x="1863" y="4103"/>
                      <a:pt x="2114" y="4270"/>
                      <a:pt x="2407" y="4396"/>
                    </a:cubicBezTo>
                    <a:cubicBezTo>
                      <a:pt x="2512" y="4438"/>
                      <a:pt x="2595" y="4459"/>
                      <a:pt x="2700" y="4500"/>
                    </a:cubicBezTo>
                    <a:cubicBezTo>
                      <a:pt x="1863" y="11824"/>
                      <a:pt x="1758" y="19252"/>
                      <a:pt x="2198" y="26596"/>
                    </a:cubicBezTo>
                    <a:cubicBezTo>
                      <a:pt x="2637" y="33710"/>
                      <a:pt x="3390" y="41096"/>
                      <a:pt x="5232" y="48001"/>
                    </a:cubicBezTo>
                    <a:cubicBezTo>
                      <a:pt x="5879" y="50420"/>
                      <a:pt x="7776" y="50793"/>
                      <a:pt x="9942" y="50793"/>
                    </a:cubicBezTo>
                    <a:cubicBezTo>
                      <a:pt x="10155" y="50793"/>
                      <a:pt x="10371" y="50789"/>
                      <a:pt x="10588" y="50783"/>
                    </a:cubicBezTo>
                    <a:cubicBezTo>
                      <a:pt x="12178" y="50742"/>
                      <a:pt x="13789" y="50783"/>
                      <a:pt x="15380" y="50616"/>
                    </a:cubicBezTo>
                    <a:cubicBezTo>
                      <a:pt x="16551" y="50511"/>
                      <a:pt x="17535" y="50093"/>
                      <a:pt x="18163" y="49047"/>
                    </a:cubicBezTo>
                    <a:cubicBezTo>
                      <a:pt x="18769" y="48063"/>
                      <a:pt x="18937" y="46871"/>
                      <a:pt x="19104" y="45762"/>
                    </a:cubicBezTo>
                    <a:cubicBezTo>
                      <a:pt x="19397" y="43879"/>
                      <a:pt x="19648" y="42016"/>
                      <a:pt x="19878" y="40133"/>
                    </a:cubicBezTo>
                    <a:cubicBezTo>
                      <a:pt x="20318" y="36493"/>
                      <a:pt x="20631" y="32852"/>
                      <a:pt x="20841" y="29211"/>
                    </a:cubicBezTo>
                    <a:cubicBezTo>
                      <a:pt x="21322" y="20779"/>
                      <a:pt x="21238" y="12368"/>
                      <a:pt x="20548" y="3956"/>
                    </a:cubicBezTo>
                    <a:cubicBezTo>
                      <a:pt x="20548" y="3935"/>
                      <a:pt x="20527" y="3915"/>
                      <a:pt x="20527" y="3894"/>
                    </a:cubicBezTo>
                    <a:lnTo>
                      <a:pt x="20527" y="3894"/>
                    </a:lnTo>
                    <a:cubicBezTo>
                      <a:pt x="20820" y="3915"/>
                      <a:pt x="21092" y="3935"/>
                      <a:pt x="21385" y="3956"/>
                    </a:cubicBezTo>
                    <a:cubicBezTo>
                      <a:pt x="21503" y="3963"/>
                      <a:pt x="21627" y="3968"/>
                      <a:pt x="21751" y="3968"/>
                    </a:cubicBezTo>
                    <a:cubicBezTo>
                      <a:pt x="22001" y="3968"/>
                      <a:pt x="22257" y="3949"/>
                      <a:pt x="22494" y="3894"/>
                    </a:cubicBezTo>
                    <a:close/>
                    <a:moveTo>
                      <a:pt x="19815" y="1"/>
                    </a:moveTo>
                    <a:cubicBezTo>
                      <a:pt x="18824" y="1"/>
                      <a:pt x="17823" y="207"/>
                      <a:pt x="16886" y="462"/>
                    </a:cubicBezTo>
                    <a:cubicBezTo>
                      <a:pt x="14867" y="987"/>
                      <a:pt x="12907" y="1531"/>
                      <a:pt x="10817" y="1531"/>
                    </a:cubicBezTo>
                    <a:cubicBezTo>
                      <a:pt x="10741" y="1531"/>
                      <a:pt x="10665" y="1531"/>
                      <a:pt x="10588" y="1529"/>
                    </a:cubicBezTo>
                    <a:cubicBezTo>
                      <a:pt x="9291" y="1508"/>
                      <a:pt x="8015" y="1341"/>
                      <a:pt x="6780" y="1027"/>
                    </a:cubicBezTo>
                    <a:cubicBezTo>
                      <a:pt x="5797" y="776"/>
                      <a:pt x="4855" y="337"/>
                      <a:pt x="3830" y="232"/>
                    </a:cubicBezTo>
                    <a:cubicBezTo>
                      <a:pt x="3755" y="227"/>
                      <a:pt x="3680" y="224"/>
                      <a:pt x="3606" y="224"/>
                    </a:cubicBezTo>
                    <a:cubicBezTo>
                      <a:pt x="2487" y="224"/>
                      <a:pt x="1392" y="810"/>
                      <a:pt x="1235" y="1948"/>
                    </a:cubicBezTo>
                    <a:cubicBezTo>
                      <a:pt x="1214" y="1969"/>
                      <a:pt x="1193" y="1990"/>
                      <a:pt x="1173" y="2052"/>
                    </a:cubicBezTo>
                    <a:cubicBezTo>
                      <a:pt x="1026" y="2555"/>
                      <a:pt x="1089" y="3036"/>
                      <a:pt x="1319" y="3454"/>
                    </a:cubicBezTo>
                    <a:cubicBezTo>
                      <a:pt x="1" y="11008"/>
                      <a:pt x="126" y="19021"/>
                      <a:pt x="587" y="26638"/>
                    </a:cubicBezTo>
                    <a:cubicBezTo>
                      <a:pt x="1068" y="34254"/>
                      <a:pt x="1989" y="42016"/>
                      <a:pt x="3830" y="49444"/>
                    </a:cubicBezTo>
                    <a:cubicBezTo>
                      <a:pt x="4541" y="52311"/>
                      <a:pt x="6194" y="53901"/>
                      <a:pt x="9207" y="53901"/>
                    </a:cubicBezTo>
                    <a:cubicBezTo>
                      <a:pt x="9277" y="53902"/>
                      <a:pt x="9346" y="53902"/>
                      <a:pt x="9416" y="53902"/>
                    </a:cubicBezTo>
                    <a:cubicBezTo>
                      <a:pt x="11105" y="53902"/>
                      <a:pt x="12813" y="53665"/>
                      <a:pt x="14501" y="53524"/>
                    </a:cubicBezTo>
                    <a:cubicBezTo>
                      <a:pt x="15986" y="53399"/>
                      <a:pt x="17744" y="53545"/>
                      <a:pt x="18874" y="52416"/>
                    </a:cubicBezTo>
                    <a:cubicBezTo>
                      <a:pt x="21155" y="50156"/>
                      <a:pt x="21071" y="45845"/>
                      <a:pt x="21427" y="42895"/>
                    </a:cubicBezTo>
                    <a:cubicBezTo>
                      <a:pt x="21908" y="38983"/>
                      <a:pt x="22368" y="35070"/>
                      <a:pt x="22724" y="31136"/>
                    </a:cubicBezTo>
                    <a:cubicBezTo>
                      <a:pt x="23582" y="22013"/>
                      <a:pt x="23958" y="12828"/>
                      <a:pt x="23038" y="3705"/>
                    </a:cubicBezTo>
                    <a:cubicBezTo>
                      <a:pt x="23352" y="3538"/>
                      <a:pt x="23603" y="3266"/>
                      <a:pt x="23707" y="2847"/>
                    </a:cubicBezTo>
                    <a:cubicBezTo>
                      <a:pt x="24000" y="1697"/>
                      <a:pt x="22849" y="776"/>
                      <a:pt x="21908" y="378"/>
                    </a:cubicBezTo>
                    <a:cubicBezTo>
                      <a:pt x="21234" y="107"/>
                      <a:pt x="20527" y="1"/>
                      <a:pt x="198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72" name="Google Shape;12572;p38"/>
            <p:cNvGrpSpPr/>
            <p:nvPr/>
          </p:nvGrpSpPr>
          <p:grpSpPr>
            <a:xfrm rot="748571">
              <a:off x="1172137" y="346646"/>
              <a:ext cx="276357" cy="620661"/>
              <a:chOff x="5115875" y="2177175"/>
              <a:chExt cx="600025" cy="1347575"/>
            </a:xfrm>
          </p:grpSpPr>
          <p:sp>
            <p:nvSpPr>
              <p:cNvPr id="12573" name="Google Shape;12573;p38"/>
              <p:cNvSpPr/>
              <p:nvPr/>
            </p:nvSpPr>
            <p:spPr>
              <a:xfrm>
                <a:off x="5173425" y="2394900"/>
                <a:ext cx="467150" cy="1041400"/>
              </a:xfrm>
              <a:custGeom>
                <a:rect b="b" l="l" r="r" t="t"/>
                <a:pathLst>
                  <a:path extrusionOk="0" h="41656" w="18686">
                    <a:moveTo>
                      <a:pt x="2419" y="3535"/>
                    </a:moveTo>
                    <a:cubicBezTo>
                      <a:pt x="2506" y="3535"/>
                      <a:pt x="2597" y="3639"/>
                      <a:pt x="2553" y="3742"/>
                    </a:cubicBezTo>
                    <a:cubicBezTo>
                      <a:pt x="2428" y="3973"/>
                      <a:pt x="2407" y="4224"/>
                      <a:pt x="2448" y="4475"/>
                    </a:cubicBezTo>
                    <a:cubicBezTo>
                      <a:pt x="2637" y="4537"/>
                      <a:pt x="2825" y="4600"/>
                      <a:pt x="2992" y="4684"/>
                    </a:cubicBezTo>
                    <a:cubicBezTo>
                      <a:pt x="3076" y="4747"/>
                      <a:pt x="3055" y="4914"/>
                      <a:pt x="2930" y="4914"/>
                    </a:cubicBezTo>
                    <a:cubicBezTo>
                      <a:pt x="2741" y="4893"/>
                      <a:pt x="2574" y="4830"/>
                      <a:pt x="2407" y="4768"/>
                    </a:cubicBezTo>
                    <a:cubicBezTo>
                      <a:pt x="2239" y="4726"/>
                      <a:pt x="2197" y="4684"/>
                      <a:pt x="2176" y="4517"/>
                    </a:cubicBezTo>
                    <a:cubicBezTo>
                      <a:pt x="2114" y="4203"/>
                      <a:pt x="2176" y="3889"/>
                      <a:pt x="2323" y="3596"/>
                    </a:cubicBezTo>
                    <a:cubicBezTo>
                      <a:pt x="2347" y="3553"/>
                      <a:pt x="2383" y="3535"/>
                      <a:pt x="2419" y="3535"/>
                    </a:cubicBezTo>
                    <a:close/>
                    <a:moveTo>
                      <a:pt x="4781" y="4776"/>
                    </a:moveTo>
                    <a:cubicBezTo>
                      <a:pt x="4885" y="4776"/>
                      <a:pt x="4963" y="4926"/>
                      <a:pt x="4855" y="4998"/>
                    </a:cubicBezTo>
                    <a:cubicBezTo>
                      <a:pt x="4604" y="5165"/>
                      <a:pt x="4520" y="5563"/>
                      <a:pt x="4708" y="5793"/>
                    </a:cubicBezTo>
                    <a:cubicBezTo>
                      <a:pt x="4811" y="5907"/>
                      <a:pt x="4963" y="5959"/>
                      <a:pt x="5114" y="5959"/>
                    </a:cubicBezTo>
                    <a:cubicBezTo>
                      <a:pt x="5240" y="5959"/>
                      <a:pt x="5366" y="5922"/>
                      <a:pt x="5461" y="5856"/>
                    </a:cubicBezTo>
                    <a:cubicBezTo>
                      <a:pt x="5488" y="5837"/>
                      <a:pt x="5514" y="5829"/>
                      <a:pt x="5540" y="5829"/>
                    </a:cubicBezTo>
                    <a:cubicBezTo>
                      <a:pt x="5658" y="5829"/>
                      <a:pt x="5753" y="6000"/>
                      <a:pt x="5650" y="6086"/>
                    </a:cubicBezTo>
                    <a:cubicBezTo>
                      <a:pt x="5490" y="6237"/>
                      <a:pt x="5283" y="6311"/>
                      <a:pt x="5079" y="6311"/>
                    </a:cubicBezTo>
                    <a:cubicBezTo>
                      <a:pt x="4830" y="6311"/>
                      <a:pt x="4586" y="6200"/>
                      <a:pt x="4436" y="5981"/>
                    </a:cubicBezTo>
                    <a:cubicBezTo>
                      <a:pt x="4164" y="5584"/>
                      <a:pt x="4311" y="5019"/>
                      <a:pt x="4729" y="4789"/>
                    </a:cubicBezTo>
                    <a:cubicBezTo>
                      <a:pt x="4747" y="4780"/>
                      <a:pt x="4764" y="4776"/>
                      <a:pt x="4781" y="4776"/>
                    </a:cubicBezTo>
                    <a:close/>
                    <a:moveTo>
                      <a:pt x="2766" y="5779"/>
                    </a:moveTo>
                    <a:cubicBezTo>
                      <a:pt x="2890" y="5779"/>
                      <a:pt x="3015" y="5816"/>
                      <a:pt x="3118" y="5898"/>
                    </a:cubicBezTo>
                    <a:cubicBezTo>
                      <a:pt x="3411" y="6149"/>
                      <a:pt x="3411" y="6630"/>
                      <a:pt x="3097" y="6860"/>
                    </a:cubicBezTo>
                    <a:cubicBezTo>
                      <a:pt x="3079" y="6875"/>
                      <a:pt x="3060" y="6881"/>
                      <a:pt x="3043" y="6881"/>
                    </a:cubicBezTo>
                    <a:cubicBezTo>
                      <a:pt x="2962" y="6881"/>
                      <a:pt x="2903" y="6741"/>
                      <a:pt x="2972" y="6672"/>
                    </a:cubicBezTo>
                    <a:cubicBezTo>
                      <a:pt x="3097" y="6504"/>
                      <a:pt x="3118" y="6232"/>
                      <a:pt x="2951" y="6107"/>
                    </a:cubicBezTo>
                    <a:cubicBezTo>
                      <a:pt x="2884" y="6055"/>
                      <a:pt x="2808" y="6032"/>
                      <a:pt x="2732" y="6032"/>
                    </a:cubicBezTo>
                    <a:cubicBezTo>
                      <a:pt x="2592" y="6032"/>
                      <a:pt x="2453" y="6110"/>
                      <a:pt x="2386" y="6232"/>
                    </a:cubicBezTo>
                    <a:cubicBezTo>
                      <a:pt x="2366" y="6272"/>
                      <a:pt x="2332" y="6288"/>
                      <a:pt x="2297" y="6288"/>
                    </a:cubicBezTo>
                    <a:cubicBezTo>
                      <a:pt x="2221" y="6288"/>
                      <a:pt x="2140" y="6207"/>
                      <a:pt x="2197" y="6107"/>
                    </a:cubicBezTo>
                    <a:cubicBezTo>
                      <a:pt x="2306" y="5904"/>
                      <a:pt x="2537" y="5779"/>
                      <a:pt x="2766" y="5779"/>
                    </a:cubicBezTo>
                    <a:close/>
                    <a:moveTo>
                      <a:pt x="15498" y="9198"/>
                    </a:moveTo>
                    <a:cubicBezTo>
                      <a:pt x="15549" y="9198"/>
                      <a:pt x="15604" y="9226"/>
                      <a:pt x="15630" y="9287"/>
                    </a:cubicBezTo>
                    <a:cubicBezTo>
                      <a:pt x="15722" y="9501"/>
                      <a:pt x="15912" y="9591"/>
                      <a:pt x="16113" y="9591"/>
                    </a:cubicBezTo>
                    <a:cubicBezTo>
                      <a:pt x="16325" y="9591"/>
                      <a:pt x="16548" y="9490"/>
                      <a:pt x="16677" y="9329"/>
                    </a:cubicBezTo>
                    <a:cubicBezTo>
                      <a:pt x="16703" y="9298"/>
                      <a:pt x="16733" y="9285"/>
                      <a:pt x="16762" y="9285"/>
                    </a:cubicBezTo>
                    <a:cubicBezTo>
                      <a:pt x="16850" y="9285"/>
                      <a:pt x="16933" y="9402"/>
                      <a:pt x="16886" y="9496"/>
                    </a:cubicBezTo>
                    <a:cubicBezTo>
                      <a:pt x="16769" y="9775"/>
                      <a:pt x="16517" y="9896"/>
                      <a:pt x="16250" y="9896"/>
                    </a:cubicBezTo>
                    <a:cubicBezTo>
                      <a:pt x="15897" y="9896"/>
                      <a:pt x="15519" y="9684"/>
                      <a:pt x="15400" y="9350"/>
                    </a:cubicBezTo>
                    <a:cubicBezTo>
                      <a:pt x="15364" y="9253"/>
                      <a:pt x="15426" y="9198"/>
                      <a:pt x="15498" y="9198"/>
                    </a:cubicBezTo>
                    <a:close/>
                    <a:moveTo>
                      <a:pt x="15028" y="10182"/>
                    </a:moveTo>
                    <a:cubicBezTo>
                      <a:pt x="15083" y="10182"/>
                      <a:pt x="15138" y="10190"/>
                      <a:pt x="15191" y="10208"/>
                    </a:cubicBezTo>
                    <a:cubicBezTo>
                      <a:pt x="15463" y="10312"/>
                      <a:pt x="15609" y="10626"/>
                      <a:pt x="15505" y="10877"/>
                    </a:cubicBezTo>
                    <a:cubicBezTo>
                      <a:pt x="15479" y="10939"/>
                      <a:pt x="15427" y="10967"/>
                      <a:pt x="15378" y="10967"/>
                    </a:cubicBezTo>
                    <a:cubicBezTo>
                      <a:pt x="15311" y="10967"/>
                      <a:pt x="15250" y="10912"/>
                      <a:pt x="15275" y="10815"/>
                    </a:cubicBezTo>
                    <a:cubicBezTo>
                      <a:pt x="15315" y="10585"/>
                      <a:pt x="15146" y="10416"/>
                      <a:pt x="14964" y="10416"/>
                    </a:cubicBezTo>
                    <a:cubicBezTo>
                      <a:pt x="14865" y="10416"/>
                      <a:pt x="14763" y="10466"/>
                      <a:pt x="14689" y="10584"/>
                    </a:cubicBezTo>
                    <a:cubicBezTo>
                      <a:pt x="14669" y="10624"/>
                      <a:pt x="14640" y="10641"/>
                      <a:pt x="14612" y="10641"/>
                    </a:cubicBezTo>
                    <a:cubicBezTo>
                      <a:pt x="14552" y="10641"/>
                      <a:pt x="14493" y="10565"/>
                      <a:pt x="14521" y="10480"/>
                    </a:cubicBezTo>
                    <a:cubicBezTo>
                      <a:pt x="14620" y="10298"/>
                      <a:pt x="14824" y="10182"/>
                      <a:pt x="15028" y="10182"/>
                    </a:cubicBezTo>
                    <a:close/>
                    <a:moveTo>
                      <a:pt x="17103" y="11285"/>
                    </a:moveTo>
                    <a:cubicBezTo>
                      <a:pt x="17380" y="11285"/>
                      <a:pt x="17644" y="11482"/>
                      <a:pt x="17681" y="11777"/>
                    </a:cubicBezTo>
                    <a:cubicBezTo>
                      <a:pt x="17695" y="11863"/>
                      <a:pt x="17612" y="11938"/>
                      <a:pt x="17532" y="11938"/>
                    </a:cubicBezTo>
                    <a:cubicBezTo>
                      <a:pt x="17494" y="11938"/>
                      <a:pt x="17456" y="11922"/>
                      <a:pt x="17430" y="11882"/>
                    </a:cubicBezTo>
                    <a:cubicBezTo>
                      <a:pt x="17367" y="11735"/>
                      <a:pt x="17221" y="11610"/>
                      <a:pt x="17053" y="11610"/>
                    </a:cubicBezTo>
                    <a:cubicBezTo>
                      <a:pt x="16865" y="11610"/>
                      <a:pt x="16718" y="11777"/>
                      <a:pt x="16718" y="11944"/>
                    </a:cubicBezTo>
                    <a:cubicBezTo>
                      <a:pt x="16708" y="12031"/>
                      <a:pt x="16641" y="12078"/>
                      <a:pt x="16577" y="12078"/>
                    </a:cubicBezTo>
                    <a:cubicBezTo>
                      <a:pt x="16516" y="12078"/>
                      <a:pt x="16457" y="12036"/>
                      <a:pt x="16446" y="11944"/>
                    </a:cubicBezTo>
                    <a:cubicBezTo>
                      <a:pt x="16446" y="11631"/>
                      <a:pt x="16656" y="11338"/>
                      <a:pt x="16990" y="11296"/>
                    </a:cubicBezTo>
                    <a:cubicBezTo>
                      <a:pt x="17028" y="11288"/>
                      <a:pt x="17066" y="11285"/>
                      <a:pt x="17103" y="11285"/>
                    </a:cubicBezTo>
                    <a:close/>
                    <a:moveTo>
                      <a:pt x="4131" y="19139"/>
                    </a:moveTo>
                    <a:cubicBezTo>
                      <a:pt x="4190" y="19139"/>
                      <a:pt x="4250" y="19146"/>
                      <a:pt x="4311" y="19163"/>
                    </a:cubicBezTo>
                    <a:cubicBezTo>
                      <a:pt x="4583" y="19226"/>
                      <a:pt x="4855" y="19498"/>
                      <a:pt x="4750" y="19791"/>
                    </a:cubicBezTo>
                    <a:cubicBezTo>
                      <a:pt x="4732" y="19854"/>
                      <a:pt x="4687" y="19882"/>
                      <a:pt x="4640" y="19882"/>
                    </a:cubicBezTo>
                    <a:cubicBezTo>
                      <a:pt x="4577" y="19882"/>
                      <a:pt x="4511" y="19832"/>
                      <a:pt x="4499" y="19749"/>
                    </a:cubicBezTo>
                    <a:cubicBezTo>
                      <a:pt x="4474" y="19515"/>
                      <a:pt x="4348" y="19434"/>
                      <a:pt x="4189" y="19434"/>
                    </a:cubicBezTo>
                    <a:cubicBezTo>
                      <a:pt x="3951" y="19434"/>
                      <a:pt x="3637" y="19615"/>
                      <a:pt x="3474" y="19728"/>
                    </a:cubicBezTo>
                    <a:cubicBezTo>
                      <a:pt x="3456" y="19743"/>
                      <a:pt x="3436" y="19749"/>
                      <a:pt x="3417" y="19749"/>
                    </a:cubicBezTo>
                    <a:cubicBezTo>
                      <a:pt x="3326" y="19749"/>
                      <a:pt x="3241" y="19605"/>
                      <a:pt x="3327" y="19519"/>
                    </a:cubicBezTo>
                    <a:cubicBezTo>
                      <a:pt x="3555" y="19343"/>
                      <a:pt x="3827" y="19139"/>
                      <a:pt x="4131" y="19139"/>
                    </a:cubicBezTo>
                    <a:close/>
                    <a:moveTo>
                      <a:pt x="8224" y="19919"/>
                    </a:moveTo>
                    <a:cubicBezTo>
                      <a:pt x="8339" y="19919"/>
                      <a:pt x="8414" y="20096"/>
                      <a:pt x="8307" y="20167"/>
                    </a:cubicBezTo>
                    <a:cubicBezTo>
                      <a:pt x="8056" y="20356"/>
                      <a:pt x="7972" y="20711"/>
                      <a:pt x="8140" y="20963"/>
                    </a:cubicBezTo>
                    <a:cubicBezTo>
                      <a:pt x="8259" y="21141"/>
                      <a:pt x="8441" y="21193"/>
                      <a:pt x="8634" y="21193"/>
                    </a:cubicBezTo>
                    <a:cubicBezTo>
                      <a:pt x="8713" y="21193"/>
                      <a:pt x="8793" y="21184"/>
                      <a:pt x="8872" y="21172"/>
                    </a:cubicBezTo>
                    <a:cubicBezTo>
                      <a:pt x="8878" y="21171"/>
                      <a:pt x="8884" y="21170"/>
                      <a:pt x="8890" y="21170"/>
                    </a:cubicBezTo>
                    <a:cubicBezTo>
                      <a:pt x="9022" y="21170"/>
                      <a:pt x="9055" y="21385"/>
                      <a:pt x="8935" y="21465"/>
                    </a:cubicBezTo>
                    <a:cubicBezTo>
                      <a:pt x="8835" y="21526"/>
                      <a:pt x="8723" y="21553"/>
                      <a:pt x="8610" y="21553"/>
                    </a:cubicBezTo>
                    <a:cubicBezTo>
                      <a:pt x="8295" y="21553"/>
                      <a:pt x="7964" y="21344"/>
                      <a:pt x="7826" y="21067"/>
                    </a:cubicBezTo>
                    <a:cubicBezTo>
                      <a:pt x="7617" y="20670"/>
                      <a:pt x="7805" y="20167"/>
                      <a:pt x="8161" y="19937"/>
                    </a:cubicBezTo>
                    <a:cubicBezTo>
                      <a:pt x="8183" y="19925"/>
                      <a:pt x="8204" y="19919"/>
                      <a:pt x="8224" y="19919"/>
                    </a:cubicBezTo>
                    <a:close/>
                    <a:moveTo>
                      <a:pt x="6019" y="22121"/>
                    </a:moveTo>
                    <a:cubicBezTo>
                      <a:pt x="6077" y="22121"/>
                      <a:pt x="6131" y="22158"/>
                      <a:pt x="6131" y="22239"/>
                    </a:cubicBezTo>
                    <a:cubicBezTo>
                      <a:pt x="6155" y="22594"/>
                      <a:pt x="5851" y="22788"/>
                      <a:pt x="5548" y="22788"/>
                    </a:cubicBezTo>
                    <a:cubicBezTo>
                      <a:pt x="5315" y="22788"/>
                      <a:pt x="5083" y="22673"/>
                      <a:pt x="5001" y="22427"/>
                    </a:cubicBezTo>
                    <a:cubicBezTo>
                      <a:pt x="4973" y="22371"/>
                      <a:pt x="5038" y="22325"/>
                      <a:pt x="5097" y="22325"/>
                    </a:cubicBezTo>
                    <a:cubicBezTo>
                      <a:pt x="5127" y="22325"/>
                      <a:pt x="5155" y="22337"/>
                      <a:pt x="5169" y="22364"/>
                    </a:cubicBezTo>
                    <a:cubicBezTo>
                      <a:pt x="5221" y="22487"/>
                      <a:pt x="5347" y="22543"/>
                      <a:pt x="5478" y="22543"/>
                    </a:cubicBezTo>
                    <a:cubicBezTo>
                      <a:pt x="5661" y="22543"/>
                      <a:pt x="5856" y="22434"/>
                      <a:pt x="5880" y="22239"/>
                    </a:cubicBezTo>
                    <a:cubicBezTo>
                      <a:pt x="5891" y="22163"/>
                      <a:pt x="5957" y="22121"/>
                      <a:pt x="6019" y="22121"/>
                    </a:cubicBezTo>
                    <a:close/>
                    <a:moveTo>
                      <a:pt x="8218" y="22571"/>
                    </a:moveTo>
                    <a:cubicBezTo>
                      <a:pt x="8311" y="22571"/>
                      <a:pt x="8404" y="22585"/>
                      <a:pt x="8495" y="22615"/>
                    </a:cubicBezTo>
                    <a:cubicBezTo>
                      <a:pt x="8684" y="22678"/>
                      <a:pt x="8767" y="22908"/>
                      <a:pt x="8788" y="23097"/>
                    </a:cubicBezTo>
                    <a:cubicBezTo>
                      <a:pt x="8830" y="23306"/>
                      <a:pt x="8788" y="23536"/>
                      <a:pt x="8663" y="23704"/>
                    </a:cubicBezTo>
                    <a:cubicBezTo>
                      <a:pt x="8632" y="23750"/>
                      <a:pt x="8583" y="23771"/>
                      <a:pt x="8538" y="23771"/>
                    </a:cubicBezTo>
                    <a:cubicBezTo>
                      <a:pt x="8461" y="23771"/>
                      <a:pt x="8393" y="23712"/>
                      <a:pt x="8433" y="23620"/>
                    </a:cubicBezTo>
                    <a:cubicBezTo>
                      <a:pt x="8495" y="23411"/>
                      <a:pt x="8600" y="22971"/>
                      <a:pt x="8349" y="22846"/>
                    </a:cubicBezTo>
                    <a:cubicBezTo>
                      <a:pt x="8279" y="22811"/>
                      <a:pt x="8202" y="22795"/>
                      <a:pt x="8124" y="22795"/>
                    </a:cubicBezTo>
                    <a:cubicBezTo>
                      <a:pt x="7924" y="22795"/>
                      <a:pt x="7716" y="22898"/>
                      <a:pt x="7596" y="23034"/>
                    </a:cubicBezTo>
                    <a:cubicBezTo>
                      <a:pt x="7586" y="23043"/>
                      <a:pt x="7575" y="23048"/>
                      <a:pt x="7563" y="23048"/>
                    </a:cubicBezTo>
                    <a:cubicBezTo>
                      <a:pt x="7521" y="23048"/>
                      <a:pt x="7475" y="22999"/>
                      <a:pt x="7491" y="22950"/>
                    </a:cubicBezTo>
                    <a:cubicBezTo>
                      <a:pt x="7650" y="22712"/>
                      <a:pt x="7928" y="22571"/>
                      <a:pt x="8218" y="22571"/>
                    </a:cubicBezTo>
                    <a:close/>
                    <a:moveTo>
                      <a:pt x="14956" y="31028"/>
                    </a:moveTo>
                    <a:cubicBezTo>
                      <a:pt x="15051" y="31028"/>
                      <a:pt x="15108" y="31187"/>
                      <a:pt x="15003" y="31257"/>
                    </a:cubicBezTo>
                    <a:cubicBezTo>
                      <a:pt x="14542" y="31550"/>
                      <a:pt x="14814" y="32261"/>
                      <a:pt x="15296" y="32366"/>
                    </a:cubicBezTo>
                    <a:cubicBezTo>
                      <a:pt x="15463" y="32408"/>
                      <a:pt x="15421" y="32659"/>
                      <a:pt x="15254" y="32659"/>
                    </a:cubicBezTo>
                    <a:cubicBezTo>
                      <a:pt x="15247" y="32659"/>
                      <a:pt x="15241" y="32659"/>
                      <a:pt x="15234" y="32659"/>
                    </a:cubicBezTo>
                    <a:cubicBezTo>
                      <a:pt x="14455" y="32659"/>
                      <a:pt x="14255" y="31401"/>
                      <a:pt x="14898" y="31048"/>
                    </a:cubicBezTo>
                    <a:cubicBezTo>
                      <a:pt x="14918" y="31034"/>
                      <a:pt x="14938" y="31028"/>
                      <a:pt x="14956" y="31028"/>
                    </a:cubicBezTo>
                    <a:close/>
                    <a:moveTo>
                      <a:pt x="13534" y="33210"/>
                    </a:moveTo>
                    <a:cubicBezTo>
                      <a:pt x="13954" y="33210"/>
                      <a:pt x="14306" y="33869"/>
                      <a:pt x="13936" y="34165"/>
                    </a:cubicBezTo>
                    <a:cubicBezTo>
                      <a:pt x="13901" y="34195"/>
                      <a:pt x="13865" y="34207"/>
                      <a:pt x="13831" y="34207"/>
                    </a:cubicBezTo>
                    <a:cubicBezTo>
                      <a:pt x="13718" y="34207"/>
                      <a:pt x="13630" y="34073"/>
                      <a:pt x="13726" y="33977"/>
                    </a:cubicBezTo>
                    <a:cubicBezTo>
                      <a:pt x="13902" y="33782"/>
                      <a:pt x="13714" y="33406"/>
                      <a:pt x="13468" y="33406"/>
                    </a:cubicBezTo>
                    <a:cubicBezTo>
                      <a:pt x="13450" y="33406"/>
                      <a:pt x="13431" y="33408"/>
                      <a:pt x="13412" y="33412"/>
                    </a:cubicBezTo>
                    <a:cubicBezTo>
                      <a:pt x="13399" y="33417"/>
                      <a:pt x="13386" y="33419"/>
                      <a:pt x="13374" y="33419"/>
                    </a:cubicBezTo>
                    <a:cubicBezTo>
                      <a:pt x="13280" y="33419"/>
                      <a:pt x="13259" y="33282"/>
                      <a:pt x="13371" y="33245"/>
                    </a:cubicBezTo>
                    <a:cubicBezTo>
                      <a:pt x="13425" y="33221"/>
                      <a:pt x="13480" y="33210"/>
                      <a:pt x="13534" y="33210"/>
                    </a:cubicBezTo>
                    <a:close/>
                    <a:moveTo>
                      <a:pt x="7263" y="37827"/>
                    </a:moveTo>
                    <a:cubicBezTo>
                      <a:pt x="7361" y="37827"/>
                      <a:pt x="7431" y="37964"/>
                      <a:pt x="7345" y="38015"/>
                    </a:cubicBezTo>
                    <a:cubicBezTo>
                      <a:pt x="7198" y="38141"/>
                      <a:pt x="7135" y="38350"/>
                      <a:pt x="7219" y="38517"/>
                    </a:cubicBezTo>
                    <a:cubicBezTo>
                      <a:pt x="7277" y="38619"/>
                      <a:pt x="7406" y="38680"/>
                      <a:pt x="7528" y="38680"/>
                    </a:cubicBezTo>
                    <a:cubicBezTo>
                      <a:pt x="7582" y="38680"/>
                      <a:pt x="7635" y="38669"/>
                      <a:pt x="7679" y="38643"/>
                    </a:cubicBezTo>
                    <a:cubicBezTo>
                      <a:pt x="7706" y="38631"/>
                      <a:pt x="7731" y="38626"/>
                      <a:pt x="7755" y="38626"/>
                    </a:cubicBezTo>
                    <a:cubicBezTo>
                      <a:pt x="7902" y="38626"/>
                      <a:pt x="7991" y="38822"/>
                      <a:pt x="7847" y="38894"/>
                    </a:cubicBezTo>
                    <a:cubicBezTo>
                      <a:pt x="7746" y="38952"/>
                      <a:pt x="7633" y="38979"/>
                      <a:pt x="7521" y="38979"/>
                    </a:cubicBezTo>
                    <a:cubicBezTo>
                      <a:pt x="7306" y="38979"/>
                      <a:pt x="7092" y="38877"/>
                      <a:pt x="6968" y="38685"/>
                    </a:cubicBezTo>
                    <a:cubicBezTo>
                      <a:pt x="6801" y="38392"/>
                      <a:pt x="6926" y="38015"/>
                      <a:pt x="7198" y="37848"/>
                    </a:cubicBezTo>
                    <a:cubicBezTo>
                      <a:pt x="7220" y="37833"/>
                      <a:pt x="7242" y="37827"/>
                      <a:pt x="7263" y="37827"/>
                    </a:cubicBezTo>
                    <a:close/>
                    <a:moveTo>
                      <a:pt x="924" y="0"/>
                    </a:moveTo>
                    <a:cubicBezTo>
                      <a:pt x="764" y="0"/>
                      <a:pt x="608" y="18"/>
                      <a:pt x="461" y="60"/>
                    </a:cubicBezTo>
                    <a:lnTo>
                      <a:pt x="440" y="60"/>
                    </a:lnTo>
                    <a:cubicBezTo>
                      <a:pt x="63" y="6002"/>
                      <a:pt x="0" y="11944"/>
                      <a:pt x="356" y="17887"/>
                    </a:cubicBezTo>
                    <a:cubicBezTo>
                      <a:pt x="796" y="24666"/>
                      <a:pt x="1716" y="31403"/>
                      <a:pt x="3160" y="38036"/>
                    </a:cubicBezTo>
                    <a:cubicBezTo>
                      <a:pt x="3348" y="38957"/>
                      <a:pt x="3474" y="40066"/>
                      <a:pt x="4164" y="40756"/>
                    </a:cubicBezTo>
                    <a:cubicBezTo>
                      <a:pt x="4771" y="41342"/>
                      <a:pt x="5671" y="41510"/>
                      <a:pt x="6487" y="41572"/>
                    </a:cubicBezTo>
                    <a:cubicBezTo>
                      <a:pt x="6881" y="41602"/>
                      <a:pt x="7278" y="41613"/>
                      <a:pt x="7677" y="41613"/>
                    </a:cubicBezTo>
                    <a:cubicBezTo>
                      <a:pt x="8697" y="41613"/>
                      <a:pt x="9727" y="41540"/>
                      <a:pt x="10734" y="41510"/>
                    </a:cubicBezTo>
                    <a:cubicBezTo>
                      <a:pt x="12534" y="41447"/>
                      <a:pt x="14647" y="41656"/>
                      <a:pt x="15609" y="39794"/>
                    </a:cubicBezTo>
                    <a:cubicBezTo>
                      <a:pt x="16237" y="38559"/>
                      <a:pt x="16321" y="36990"/>
                      <a:pt x="16509" y="35651"/>
                    </a:cubicBezTo>
                    <a:cubicBezTo>
                      <a:pt x="18162" y="24415"/>
                      <a:pt x="18685" y="13053"/>
                      <a:pt x="18183" y="1713"/>
                    </a:cubicBezTo>
                    <a:lnTo>
                      <a:pt x="18183" y="1713"/>
                    </a:lnTo>
                    <a:cubicBezTo>
                      <a:pt x="16754" y="3225"/>
                      <a:pt x="14758" y="3813"/>
                      <a:pt x="12739" y="3813"/>
                    </a:cubicBezTo>
                    <a:cubicBezTo>
                      <a:pt x="12215" y="3813"/>
                      <a:pt x="11690" y="3774"/>
                      <a:pt x="11174" y="3701"/>
                    </a:cubicBezTo>
                    <a:cubicBezTo>
                      <a:pt x="9500" y="3449"/>
                      <a:pt x="7910" y="2822"/>
                      <a:pt x="6361" y="2152"/>
                    </a:cubicBezTo>
                    <a:cubicBezTo>
                      <a:pt x="5524" y="1776"/>
                      <a:pt x="4687" y="1378"/>
                      <a:pt x="3829" y="1022"/>
                    </a:cubicBezTo>
                    <a:cubicBezTo>
                      <a:pt x="3057" y="681"/>
                      <a:pt x="1898" y="0"/>
                      <a:pt x="924" y="0"/>
                    </a:cubicBezTo>
                    <a:close/>
                  </a:path>
                </a:pathLst>
              </a:custGeom>
              <a:solidFill>
                <a:srgbClr val="E3A5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4" name="Google Shape;12574;p38"/>
              <p:cNvSpPr/>
              <p:nvPr/>
            </p:nvSpPr>
            <p:spPr>
              <a:xfrm>
                <a:off x="5137325" y="2274500"/>
                <a:ext cx="558700" cy="1236175"/>
              </a:xfrm>
              <a:custGeom>
                <a:rect b="b" l="l" r="r" t="t"/>
                <a:pathLst>
                  <a:path extrusionOk="0" h="49447" w="22348">
                    <a:moveTo>
                      <a:pt x="796" y="1"/>
                    </a:moveTo>
                    <a:cubicBezTo>
                      <a:pt x="545" y="3725"/>
                      <a:pt x="168" y="7429"/>
                      <a:pt x="84" y="11174"/>
                    </a:cubicBezTo>
                    <a:cubicBezTo>
                      <a:pt x="1" y="15191"/>
                      <a:pt x="84" y="19229"/>
                      <a:pt x="356" y="23247"/>
                    </a:cubicBezTo>
                    <a:cubicBezTo>
                      <a:pt x="859" y="30528"/>
                      <a:pt x="1821" y="37872"/>
                      <a:pt x="3453" y="45007"/>
                    </a:cubicBezTo>
                    <a:cubicBezTo>
                      <a:pt x="3872" y="46807"/>
                      <a:pt x="4520" y="48648"/>
                      <a:pt x="6487" y="49213"/>
                    </a:cubicBezTo>
                    <a:cubicBezTo>
                      <a:pt x="7085" y="49389"/>
                      <a:pt x="7708" y="49446"/>
                      <a:pt x="8337" y="49446"/>
                    </a:cubicBezTo>
                    <a:cubicBezTo>
                      <a:pt x="9206" y="49446"/>
                      <a:pt x="10085" y="49336"/>
                      <a:pt x="10923" y="49276"/>
                    </a:cubicBezTo>
                    <a:lnTo>
                      <a:pt x="13894" y="49025"/>
                    </a:lnTo>
                    <a:cubicBezTo>
                      <a:pt x="14877" y="48941"/>
                      <a:pt x="16154" y="49025"/>
                      <a:pt x="17033" y="48543"/>
                    </a:cubicBezTo>
                    <a:cubicBezTo>
                      <a:pt x="18623" y="47665"/>
                      <a:pt x="19104" y="45154"/>
                      <a:pt x="19376" y="43522"/>
                    </a:cubicBezTo>
                    <a:cubicBezTo>
                      <a:pt x="20025" y="39839"/>
                      <a:pt x="20338" y="36073"/>
                      <a:pt x="20757" y="32349"/>
                    </a:cubicBezTo>
                    <a:cubicBezTo>
                      <a:pt x="21154" y="28771"/>
                      <a:pt x="21510" y="25193"/>
                      <a:pt x="21761" y="21615"/>
                    </a:cubicBezTo>
                    <a:cubicBezTo>
                      <a:pt x="22263" y="14417"/>
                      <a:pt x="22347" y="7198"/>
                      <a:pt x="21636" y="1"/>
                    </a:cubicBezTo>
                    <a:cubicBezTo>
                      <a:pt x="21399" y="56"/>
                      <a:pt x="21143" y="75"/>
                      <a:pt x="20893" y="75"/>
                    </a:cubicBezTo>
                    <a:cubicBezTo>
                      <a:pt x="20769" y="75"/>
                      <a:pt x="20645" y="70"/>
                      <a:pt x="20527" y="63"/>
                    </a:cubicBezTo>
                    <a:cubicBezTo>
                      <a:pt x="20234" y="42"/>
                      <a:pt x="19962" y="22"/>
                      <a:pt x="19669" y="1"/>
                    </a:cubicBezTo>
                    <a:lnTo>
                      <a:pt x="19669" y="1"/>
                    </a:lnTo>
                    <a:cubicBezTo>
                      <a:pt x="19669" y="22"/>
                      <a:pt x="19690" y="42"/>
                      <a:pt x="19690" y="63"/>
                    </a:cubicBezTo>
                    <a:cubicBezTo>
                      <a:pt x="20380" y="8475"/>
                      <a:pt x="20464" y="16886"/>
                      <a:pt x="19983" y="25318"/>
                    </a:cubicBezTo>
                    <a:cubicBezTo>
                      <a:pt x="19773" y="28959"/>
                      <a:pt x="19460" y="32600"/>
                      <a:pt x="19020" y="36240"/>
                    </a:cubicBezTo>
                    <a:cubicBezTo>
                      <a:pt x="18790" y="38123"/>
                      <a:pt x="18539" y="39986"/>
                      <a:pt x="18246" y="41869"/>
                    </a:cubicBezTo>
                    <a:cubicBezTo>
                      <a:pt x="18079" y="42978"/>
                      <a:pt x="17911" y="44170"/>
                      <a:pt x="17305" y="45154"/>
                    </a:cubicBezTo>
                    <a:cubicBezTo>
                      <a:pt x="16677" y="46200"/>
                      <a:pt x="15693" y="46618"/>
                      <a:pt x="14522" y="46723"/>
                    </a:cubicBezTo>
                    <a:cubicBezTo>
                      <a:pt x="12931" y="46890"/>
                      <a:pt x="11320" y="46849"/>
                      <a:pt x="9730" y="46890"/>
                    </a:cubicBezTo>
                    <a:cubicBezTo>
                      <a:pt x="9513" y="46896"/>
                      <a:pt x="9297" y="46900"/>
                      <a:pt x="9084" y="46900"/>
                    </a:cubicBezTo>
                    <a:cubicBezTo>
                      <a:pt x="6918" y="46900"/>
                      <a:pt x="5021" y="46527"/>
                      <a:pt x="4374" y="44108"/>
                    </a:cubicBezTo>
                    <a:cubicBezTo>
                      <a:pt x="2532" y="37203"/>
                      <a:pt x="1779" y="29817"/>
                      <a:pt x="1340" y="22703"/>
                    </a:cubicBezTo>
                    <a:cubicBezTo>
                      <a:pt x="900" y="15359"/>
                      <a:pt x="1005" y="7931"/>
                      <a:pt x="1842" y="607"/>
                    </a:cubicBezTo>
                    <a:cubicBezTo>
                      <a:pt x="1737" y="566"/>
                      <a:pt x="1654" y="545"/>
                      <a:pt x="1549" y="503"/>
                    </a:cubicBezTo>
                    <a:cubicBezTo>
                      <a:pt x="1256" y="377"/>
                      <a:pt x="1005" y="210"/>
                      <a:pt x="796" y="1"/>
                    </a:cubicBezTo>
                    <a:close/>
                  </a:path>
                </a:pathLst>
              </a:custGeom>
              <a:solidFill>
                <a:srgbClr val="CCE3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5" name="Google Shape;12575;p38"/>
              <p:cNvSpPr/>
              <p:nvPr/>
            </p:nvSpPr>
            <p:spPr>
              <a:xfrm>
                <a:off x="5151450" y="2189000"/>
                <a:ext cx="542475" cy="89550"/>
              </a:xfrm>
              <a:custGeom>
                <a:rect b="b" l="l" r="r" t="t"/>
                <a:pathLst>
                  <a:path extrusionOk="0" h="3582" w="21699">
                    <a:moveTo>
                      <a:pt x="18569" y="1"/>
                    </a:moveTo>
                    <a:cubicBezTo>
                      <a:pt x="17363" y="1"/>
                      <a:pt x="16066" y="346"/>
                      <a:pt x="15149" y="596"/>
                    </a:cubicBezTo>
                    <a:cubicBezTo>
                      <a:pt x="13706" y="1014"/>
                      <a:pt x="12283" y="1391"/>
                      <a:pt x="10776" y="1538"/>
                    </a:cubicBezTo>
                    <a:cubicBezTo>
                      <a:pt x="10319" y="1575"/>
                      <a:pt x="9857" y="1593"/>
                      <a:pt x="9395" y="1593"/>
                    </a:cubicBezTo>
                    <a:cubicBezTo>
                      <a:pt x="8293" y="1593"/>
                      <a:pt x="7186" y="1487"/>
                      <a:pt x="6110" y="1266"/>
                    </a:cubicBezTo>
                    <a:cubicBezTo>
                      <a:pt x="5254" y="1089"/>
                      <a:pt x="3313" y="268"/>
                      <a:pt x="1899" y="268"/>
                    </a:cubicBezTo>
                    <a:cubicBezTo>
                      <a:pt x="964" y="268"/>
                      <a:pt x="260" y="627"/>
                      <a:pt x="252" y="1768"/>
                    </a:cubicBezTo>
                    <a:cubicBezTo>
                      <a:pt x="252" y="1914"/>
                      <a:pt x="126" y="1998"/>
                      <a:pt x="22" y="1998"/>
                    </a:cubicBezTo>
                    <a:cubicBezTo>
                      <a:pt x="1" y="2144"/>
                      <a:pt x="1" y="2291"/>
                      <a:pt x="22" y="2416"/>
                    </a:cubicBezTo>
                    <a:cubicBezTo>
                      <a:pt x="47" y="2406"/>
                      <a:pt x="76" y="2401"/>
                      <a:pt x="105" y="2401"/>
                    </a:cubicBezTo>
                    <a:cubicBezTo>
                      <a:pt x="196" y="2401"/>
                      <a:pt x="288" y="2452"/>
                      <a:pt x="273" y="2563"/>
                    </a:cubicBezTo>
                    <a:cubicBezTo>
                      <a:pt x="273" y="2688"/>
                      <a:pt x="273" y="2814"/>
                      <a:pt x="252" y="2960"/>
                    </a:cubicBezTo>
                    <a:cubicBezTo>
                      <a:pt x="607" y="3424"/>
                      <a:pt x="1311" y="3582"/>
                      <a:pt x="2129" y="3582"/>
                    </a:cubicBezTo>
                    <a:cubicBezTo>
                      <a:pt x="3673" y="3582"/>
                      <a:pt x="5624" y="3021"/>
                      <a:pt x="6403" y="2898"/>
                    </a:cubicBezTo>
                    <a:cubicBezTo>
                      <a:pt x="8077" y="2646"/>
                      <a:pt x="9772" y="2479"/>
                      <a:pt x="11467" y="2416"/>
                    </a:cubicBezTo>
                    <a:cubicBezTo>
                      <a:pt x="11937" y="2400"/>
                      <a:pt x="12409" y="2392"/>
                      <a:pt x="12881" y="2392"/>
                    </a:cubicBezTo>
                    <a:cubicBezTo>
                      <a:pt x="14257" y="2392"/>
                      <a:pt x="15635" y="2459"/>
                      <a:pt x="16991" y="2584"/>
                    </a:cubicBezTo>
                    <a:cubicBezTo>
                      <a:pt x="17681" y="2646"/>
                      <a:pt x="18372" y="2730"/>
                      <a:pt x="19062" y="2835"/>
                    </a:cubicBezTo>
                    <a:cubicBezTo>
                      <a:pt x="19473" y="2891"/>
                      <a:pt x="19901" y="2964"/>
                      <a:pt x="20316" y="2964"/>
                    </a:cubicBezTo>
                    <a:cubicBezTo>
                      <a:pt x="20365" y="2964"/>
                      <a:pt x="20415" y="2963"/>
                      <a:pt x="20464" y="2960"/>
                    </a:cubicBezTo>
                    <a:cubicBezTo>
                      <a:pt x="21594" y="2939"/>
                      <a:pt x="21698" y="1496"/>
                      <a:pt x="20945" y="784"/>
                    </a:cubicBezTo>
                    <a:cubicBezTo>
                      <a:pt x="20341" y="198"/>
                      <a:pt x="19481" y="1"/>
                      <a:pt x="185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6" name="Google Shape;12576;p38"/>
              <p:cNvSpPr/>
              <p:nvPr/>
            </p:nvSpPr>
            <p:spPr>
              <a:xfrm>
                <a:off x="5184925" y="2262325"/>
                <a:ext cx="442050" cy="212800"/>
              </a:xfrm>
              <a:custGeom>
                <a:rect b="b" l="l" r="r" t="t"/>
                <a:pathLst>
                  <a:path extrusionOk="0" h="8512" w="17682">
                    <a:moveTo>
                      <a:pt x="11415" y="0"/>
                    </a:moveTo>
                    <a:cubicBezTo>
                      <a:pt x="9249" y="0"/>
                      <a:pt x="7088" y="170"/>
                      <a:pt x="4960" y="509"/>
                    </a:cubicBezTo>
                    <a:cubicBezTo>
                      <a:pt x="3782" y="702"/>
                      <a:pt x="2325" y="1220"/>
                      <a:pt x="1008" y="1220"/>
                    </a:cubicBezTo>
                    <a:cubicBezTo>
                      <a:pt x="757" y="1220"/>
                      <a:pt x="511" y="1201"/>
                      <a:pt x="273" y="1157"/>
                    </a:cubicBezTo>
                    <a:cubicBezTo>
                      <a:pt x="168" y="2454"/>
                      <a:pt x="84" y="3752"/>
                      <a:pt x="1" y="5049"/>
                    </a:cubicBezTo>
                    <a:cubicBezTo>
                      <a:pt x="237" y="4959"/>
                      <a:pt x="483" y="4921"/>
                      <a:pt x="735" y="4921"/>
                    </a:cubicBezTo>
                    <a:cubicBezTo>
                      <a:pt x="1712" y="4921"/>
                      <a:pt x="2772" y="5495"/>
                      <a:pt x="3621" y="5844"/>
                    </a:cubicBezTo>
                    <a:cubicBezTo>
                      <a:pt x="5232" y="6514"/>
                      <a:pt x="6822" y="7288"/>
                      <a:pt x="8496" y="7853"/>
                    </a:cubicBezTo>
                    <a:cubicBezTo>
                      <a:pt x="9723" y="8253"/>
                      <a:pt x="11051" y="8512"/>
                      <a:pt x="12352" y="8512"/>
                    </a:cubicBezTo>
                    <a:cubicBezTo>
                      <a:pt x="14246" y="8512"/>
                      <a:pt x="16083" y="7965"/>
                      <a:pt x="17472" y="6514"/>
                    </a:cubicBezTo>
                    <a:cubicBezTo>
                      <a:pt x="17519" y="6467"/>
                      <a:pt x="17578" y="6443"/>
                      <a:pt x="17631" y="6443"/>
                    </a:cubicBezTo>
                    <a:cubicBezTo>
                      <a:pt x="17648" y="6443"/>
                      <a:pt x="17665" y="6446"/>
                      <a:pt x="17681" y="6451"/>
                    </a:cubicBezTo>
                    <a:cubicBezTo>
                      <a:pt x="17597" y="4484"/>
                      <a:pt x="17472" y="2517"/>
                      <a:pt x="17305" y="550"/>
                    </a:cubicBezTo>
                    <a:cubicBezTo>
                      <a:pt x="17305" y="509"/>
                      <a:pt x="17325" y="467"/>
                      <a:pt x="17325" y="425"/>
                    </a:cubicBezTo>
                    <a:cubicBezTo>
                      <a:pt x="15610" y="257"/>
                      <a:pt x="13894" y="27"/>
                      <a:pt x="12136" y="6"/>
                    </a:cubicBezTo>
                    <a:cubicBezTo>
                      <a:pt x="11896" y="2"/>
                      <a:pt x="11655" y="0"/>
                      <a:pt x="11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7" name="Google Shape;12577;p38"/>
              <p:cNvSpPr/>
              <p:nvPr/>
            </p:nvSpPr>
            <p:spPr>
              <a:xfrm>
                <a:off x="5584575" y="2677000"/>
                <a:ext cx="31250" cy="19850"/>
              </a:xfrm>
              <a:custGeom>
                <a:rect b="b" l="l" r="r" t="t"/>
                <a:pathLst>
                  <a:path extrusionOk="0" h="794" w="1250">
                    <a:moveTo>
                      <a:pt x="657" y="1"/>
                    </a:moveTo>
                    <a:cubicBezTo>
                      <a:pt x="620" y="1"/>
                      <a:pt x="582" y="4"/>
                      <a:pt x="544" y="12"/>
                    </a:cubicBezTo>
                    <a:cubicBezTo>
                      <a:pt x="210" y="54"/>
                      <a:pt x="0" y="347"/>
                      <a:pt x="0" y="660"/>
                    </a:cubicBezTo>
                    <a:cubicBezTo>
                      <a:pt x="11" y="752"/>
                      <a:pt x="70" y="794"/>
                      <a:pt x="131" y="794"/>
                    </a:cubicBezTo>
                    <a:cubicBezTo>
                      <a:pt x="195" y="794"/>
                      <a:pt x="262" y="747"/>
                      <a:pt x="272" y="660"/>
                    </a:cubicBezTo>
                    <a:cubicBezTo>
                      <a:pt x="272" y="493"/>
                      <a:pt x="419" y="326"/>
                      <a:pt x="607" y="326"/>
                    </a:cubicBezTo>
                    <a:cubicBezTo>
                      <a:pt x="775" y="326"/>
                      <a:pt x="921" y="451"/>
                      <a:pt x="984" y="598"/>
                    </a:cubicBezTo>
                    <a:cubicBezTo>
                      <a:pt x="1010" y="638"/>
                      <a:pt x="1048" y="654"/>
                      <a:pt x="1086" y="654"/>
                    </a:cubicBezTo>
                    <a:cubicBezTo>
                      <a:pt x="1166" y="654"/>
                      <a:pt x="1249" y="579"/>
                      <a:pt x="1235" y="493"/>
                    </a:cubicBezTo>
                    <a:cubicBezTo>
                      <a:pt x="1198" y="198"/>
                      <a:pt x="934" y="1"/>
                      <a:pt x="65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8" name="Google Shape;12578;p38"/>
              <p:cNvSpPr/>
              <p:nvPr/>
            </p:nvSpPr>
            <p:spPr>
              <a:xfrm>
                <a:off x="5557500" y="2624825"/>
                <a:ext cx="39250" cy="17475"/>
              </a:xfrm>
              <a:custGeom>
                <a:rect b="b" l="l" r="r" t="t"/>
                <a:pathLst>
                  <a:path extrusionOk="0" h="699" w="1570">
                    <a:moveTo>
                      <a:pt x="135" y="1"/>
                    </a:moveTo>
                    <a:cubicBezTo>
                      <a:pt x="63" y="1"/>
                      <a:pt x="1" y="56"/>
                      <a:pt x="37" y="153"/>
                    </a:cubicBezTo>
                    <a:cubicBezTo>
                      <a:pt x="156" y="487"/>
                      <a:pt x="534" y="699"/>
                      <a:pt x="887" y="699"/>
                    </a:cubicBezTo>
                    <a:cubicBezTo>
                      <a:pt x="1154" y="699"/>
                      <a:pt x="1406" y="578"/>
                      <a:pt x="1523" y="299"/>
                    </a:cubicBezTo>
                    <a:cubicBezTo>
                      <a:pt x="1570" y="205"/>
                      <a:pt x="1487" y="88"/>
                      <a:pt x="1399" y="88"/>
                    </a:cubicBezTo>
                    <a:cubicBezTo>
                      <a:pt x="1370" y="88"/>
                      <a:pt x="1340" y="101"/>
                      <a:pt x="1314" y="132"/>
                    </a:cubicBezTo>
                    <a:cubicBezTo>
                      <a:pt x="1185" y="293"/>
                      <a:pt x="962" y="394"/>
                      <a:pt x="750" y="394"/>
                    </a:cubicBezTo>
                    <a:cubicBezTo>
                      <a:pt x="549" y="394"/>
                      <a:pt x="359" y="304"/>
                      <a:pt x="267" y="90"/>
                    </a:cubicBezTo>
                    <a:cubicBezTo>
                      <a:pt x="241" y="29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9" name="Google Shape;12579;p38"/>
              <p:cNvSpPr/>
              <p:nvPr/>
            </p:nvSpPr>
            <p:spPr>
              <a:xfrm>
                <a:off x="5529775" y="3170600"/>
                <a:ext cx="30225" cy="40800"/>
              </a:xfrm>
              <a:custGeom>
                <a:rect b="b" l="l" r="r" t="t"/>
                <a:pathLst>
                  <a:path extrusionOk="0" h="1632" w="1209">
                    <a:moveTo>
                      <a:pt x="702" y="0"/>
                    </a:moveTo>
                    <a:cubicBezTo>
                      <a:pt x="684" y="0"/>
                      <a:pt x="664" y="6"/>
                      <a:pt x="644" y="20"/>
                    </a:cubicBezTo>
                    <a:cubicBezTo>
                      <a:pt x="1" y="373"/>
                      <a:pt x="201" y="1631"/>
                      <a:pt x="980" y="1631"/>
                    </a:cubicBezTo>
                    <a:cubicBezTo>
                      <a:pt x="987" y="1631"/>
                      <a:pt x="993" y="1631"/>
                      <a:pt x="1000" y="1631"/>
                    </a:cubicBezTo>
                    <a:cubicBezTo>
                      <a:pt x="1167" y="1631"/>
                      <a:pt x="1209" y="1380"/>
                      <a:pt x="1042" y="1338"/>
                    </a:cubicBezTo>
                    <a:cubicBezTo>
                      <a:pt x="560" y="1233"/>
                      <a:pt x="288" y="522"/>
                      <a:pt x="749" y="229"/>
                    </a:cubicBezTo>
                    <a:cubicBezTo>
                      <a:pt x="854" y="159"/>
                      <a:pt x="797" y="0"/>
                      <a:pt x="70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0" name="Google Shape;12580;p38"/>
              <p:cNvSpPr/>
              <p:nvPr/>
            </p:nvSpPr>
            <p:spPr>
              <a:xfrm>
                <a:off x="5535725" y="2649425"/>
                <a:ext cx="27950" cy="19650"/>
              </a:xfrm>
              <a:custGeom>
                <a:rect b="b" l="l" r="r" t="t"/>
                <a:pathLst>
                  <a:path extrusionOk="0" h="786" w="1118">
                    <a:moveTo>
                      <a:pt x="536" y="1"/>
                    </a:moveTo>
                    <a:cubicBezTo>
                      <a:pt x="332" y="1"/>
                      <a:pt x="128" y="117"/>
                      <a:pt x="29" y="299"/>
                    </a:cubicBezTo>
                    <a:cubicBezTo>
                      <a:pt x="1" y="384"/>
                      <a:pt x="60" y="460"/>
                      <a:pt x="120" y="460"/>
                    </a:cubicBezTo>
                    <a:cubicBezTo>
                      <a:pt x="148" y="460"/>
                      <a:pt x="177" y="443"/>
                      <a:pt x="197" y="403"/>
                    </a:cubicBezTo>
                    <a:cubicBezTo>
                      <a:pt x="271" y="285"/>
                      <a:pt x="373" y="235"/>
                      <a:pt x="472" y="235"/>
                    </a:cubicBezTo>
                    <a:cubicBezTo>
                      <a:pt x="654" y="235"/>
                      <a:pt x="823" y="404"/>
                      <a:pt x="783" y="634"/>
                    </a:cubicBezTo>
                    <a:cubicBezTo>
                      <a:pt x="758" y="731"/>
                      <a:pt x="819" y="786"/>
                      <a:pt x="886" y="786"/>
                    </a:cubicBezTo>
                    <a:cubicBezTo>
                      <a:pt x="935" y="786"/>
                      <a:pt x="987" y="758"/>
                      <a:pt x="1013" y="696"/>
                    </a:cubicBezTo>
                    <a:cubicBezTo>
                      <a:pt x="1117" y="445"/>
                      <a:pt x="971" y="131"/>
                      <a:pt x="699" y="27"/>
                    </a:cubicBezTo>
                    <a:cubicBezTo>
                      <a:pt x="646" y="9"/>
                      <a:pt x="591" y="1"/>
                      <a:pt x="5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1" name="Google Shape;12581;p38"/>
              <p:cNvSpPr/>
              <p:nvPr/>
            </p:nvSpPr>
            <p:spPr>
              <a:xfrm>
                <a:off x="5504875" y="3225150"/>
                <a:ext cx="26225" cy="24925"/>
              </a:xfrm>
              <a:custGeom>
                <a:rect b="b" l="l" r="r" t="t"/>
                <a:pathLst>
                  <a:path extrusionOk="0" h="997" w="1049">
                    <a:moveTo>
                      <a:pt x="276" y="0"/>
                    </a:moveTo>
                    <a:cubicBezTo>
                      <a:pt x="222" y="0"/>
                      <a:pt x="167" y="11"/>
                      <a:pt x="113" y="35"/>
                    </a:cubicBezTo>
                    <a:cubicBezTo>
                      <a:pt x="1" y="72"/>
                      <a:pt x="22" y="209"/>
                      <a:pt x="116" y="209"/>
                    </a:cubicBezTo>
                    <a:cubicBezTo>
                      <a:pt x="128" y="209"/>
                      <a:pt x="141" y="207"/>
                      <a:pt x="154" y="202"/>
                    </a:cubicBezTo>
                    <a:cubicBezTo>
                      <a:pt x="173" y="198"/>
                      <a:pt x="192" y="196"/>
                      <a:pt x="210" y="196"/>
                    </a:cubicBezTo>
                    <a:cubicBezTo>
                      <a:pt x="456" y="196"/>
                      <a:pt x="644" y="572"/>
                      <a:pt x="468" y="767"/>
                    </a:cubicBezTo>
                    <a:cubicBezTo>
                      <a:pt x="372" y="863"/>
                      <a:pt x="460" y="997"/>
                      <a:pt x="573" y="997"/>
                    </a:cubicBezTo>
                    <a:cubicBezTo>
                      <a:pt x="607" y="997"/>
                      <a:pt x="643" y="985"/>
                      <a:pt x="678" y="955"/>
                    </a:cubicBezTo>
                    <a:cubicBezTo>
                      <a:pt x="1048" y="659"/>
                      <a:pt x="696" y="0"/>
                      <a:pt x="27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2" name="Google Shape;12582;p38"/>
              <p:cNvSpPr/>
              <p:nvPr/>
            </p:nvSpPr>
            <p:spPr>
              <a:xfrm>
                <a:off x="5363825" y="2892875"/>
                <a:ext cx="35975" cy="40850"/>
              </a:xfrm>
              <a:custGeom>
                <a:rect b="b" l="l" r="r" t="t"/>
                <a:pathLst>
                  <a:path extrusionOk="0" h="1634" w="1439">
                    <a:moveTo>
                      <a:pt x="608" y="0"/>
                    </a:moveTo>
                    <a:cubicBezTo>
                      <a:pt x="588" y="0"/>
                      <a:pt x="567" y="6"/>
                      <a:pt x="545" y="18"/>
                    </a:cubicBezTo>
                    <a:cubicBezTo>
                      <a:pt x="189" y="248"/>
                      <a:pt x="1" y="751"/>
                      <a:pt x="210" y="1148"/>
                    </a:cubicBezTo>
                    <a:cubicBezTo>
                      <a:pt x="348" y="1425"/>
                      <a:pt x="679" y="1634"/>
                      <a:pt x="994" y="1634"/>
                    </a:cubicBezTo>
                    <a:cubicBezTo>
                      <a:pt x="1107" y="1634"/>
                      <a:pt x="1219" y="1607"/>
                      <a:pt x="1319" y="1546"/>
                    </a:cubicBezTo>
                    <a:cubicBezTo>
                      <a:pt x="1439" y="1466"/>
                      <a:pt x="1406" y="1251"/>
                      <a:pt x="1274" y="1251"/>
                    </a:cubicBezTo>
                    <a:cubicBezTo>
                      <a:pt x="1268" y="1251"/>
                      <a:pt x="1262" y="1252"/>
                      <a:pt x="1256" y="1253"/>
                    </a:cubicBezTo>
                    <a:cubicBezTo>
                      <a:pt x="1177" y="1265"/>
                      <a:pt x="1097" y="1274"/>
                      <a:pt x="1018" y="1274"/>
                    </a:cubicBezTo>
                    <a:cubicBezTo>
                      <a:pt x="825" y="1274"/>
                      <a:pt x="643" y="1222"/>
                      <a:pt x="524" y="1044"/>
                    </a:cubicBezTo>
                    <a:cubicBezTo>
                      <a:pt x="356" y="792"/>
                      <a:pt x="440" y="437"/>
                      <a:pt x="691" y="248"/>
                    </a:cubicBezTo>
                    <a:cubicBezTo>
                      <a:pt x="798" y="177"/>
                      <a:pt x="723" y="0"/>
                      <a:pt x="60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3" name="Google Shape;12583;p38"/>
              <p:cNvSpPr/>
              <p:nvPr/>
            </p:nvSpPr>
            <p:spPr>
              <a:xfrm>
                <a:off x="5360275" y="2959150"/>
                <a:ext cx="33925" cy="30025"/>
              </a:xfrm>
              <a:custGeom>
                <a:rect b="b" l="l" r="r" t="t"/>
                <a:pathLst>
                  <a:path extrusionOk="0" h="1201" w="1357">
                    <a:moveTo>
                      <a:pt x="744" y="1"/>
                    </a:moveTo>
                    <a:cubicBezTo>
                      <a:pt x="454" y="1"/>
                      <a:pt x="176" y="142"/>
                      <a:pt x="17" y="380"/>
                    </a:cubicBezTo>
                    <a:cubicBezTo>
                      <a:pt x="1" y="429"/>
                      <a:pt x="47" y="478"/>
                      <a:pt x="89" y="478"/>
                    </a:cubicBezTo>
                    <a:cubicBezTo>
                      <a:pt x="101" y="478"/>
                      <a:pt x="112" y="473"/>
                      <a:pt x="122" y="464"/>
                    </a:cubicBezTo>
                    <a:cubicBezTo>
                      <a:pt x="242" y="328"/>
                      <a:pt x="450" y="225"/>
                      <a:pt x="650" y="225"/>
                    </a:cubicBezTo>
                    <a:cubicBezTo>
                      <a:pt x="728" y="225"/>
                      <a:pt x="805" y="241"/>
                      <a:pt x="875" y="276"/>
                    </a:cubicBezTo>
                    <a:cubicBezTo>
                      <a:pt x="1126" y="401"/>
                      <a:pt x="1021" y="841"/>
                      <a:pt x="959" y="1050"/>
                    </a:cubicBezTo>
                    <a:cubicBezTo>
                      <a:pt x="919" y="1142"/>
                      <a:pt x="987" y="1201"/>
                      <a:pt x="1064" y="1201"/>
                    </a:cubicBezTo>
                    <a:cubicBezTo>
                      <a:pt x="1109" y="1201"/>
                      <a:pt x="1158" y="1180"/>
                      <a:pt x="1189" y="1134"/>
                    </a:cubicBezTo>
                    <a:cubicBezTo>
                      <a:pt x="1314" y="966"/>
                      <a:pt x="1356" y="736"/>
                      <a:pt x="1314" y="527"/>
                    </a:cubicBezTo>
                    <a:cubicBezTo>
                      <a:pt x="1293" y="338"/>
                      <a:pt x="1210" y="108"/>
                      <a:pt x="1021" y="45"/>
                    </a:cubicBezTo>
                    <a:cubicBezTo>
                      <a:pt x="930" y="15"/>
                      <a:pt x="837" y="1"/>
                      <a:pt x="74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4" name="Google Shape;12584;p38"/>
              <p:cNvSpPr/>
              <p:nvPr/>
            </p:nvSpPr>
            <p:spPr>
              <a:xfrm>
                <a:off x="5343425" y="3340550"/>
                <a:ext cx="29775" cy="28850"/>
              </a:xfrm>
              <a:custGeom>
                <a:rect b="b" l="l" r="r" t="t"/>
                <a:pathLst>
                  <a:path extrusionOk="0" h="1154" w="1191">
                    <a:moveTo>
                      <a:pt x="463" y="1"/>
                    </a:moveTo>
                    <a:cubicBezTo>
                      <a:pt x="442" y="1"/>
                      <a:pt x="420" y="7"/>
                      <a:pt x="398" y="22"/>
                    </a:cubicBezTo>
                    <a:cubicBezTo>
                      <a:pt x="126" y="189"/>
                      <a:pt x="1" y="566"/>
                      <a:pt x="168" y="859"/>
                    </a:cubicBezTo>
                    <a:cubicBezTo>
                      <a:pt x="292" y="1051"/>
                      <a:pt x="506" y="1153"/>
                      <a:pt x="721" y="1153"/>
                    </a:cubicBezTo>
                    <a:cubicBezTo>
                      <a:pt x="833" y="1153"/>
                      <a:pt x="946" y="1126"/>
                      <a:pt x="1047" y="1068"/>
                    </a:cubicBezTo>
                    <a:cubicBezTo>
                      <a:pt x="1191" y="996"/>
                      <a:pt x="1102" y="800"/>
                      <a:pt x="955" y="800"/>
                    </a:cubicBezTo>
                    <a:cubicBezTo>
                      <a:pt x="931" y="800"/>
                      <a:pt x="906" y="805"/>
                      <a:pt x="879" y="817"/>
                    </a:cubicBezTo>
                    <a:cubicBezTo>
                      <a:pt x="835" y="843"/>
                      <a:pt x="782" y="854"/>
                      <a:pt x="728" y="854"/>
                    </a:cubicBezTo>
                    <a:cubicBezTo>
                      <a:pt x="606" y="854"/>
                      <a:pt x="477" y="793"/>
                      <a:pt x="419" y="691"/>
                    </a:cubicBezTo>
                    <a:cubicBezTo>
                      <a:pt x="335" y="524"/>
                      <a:pt x="398" y="315"/>
                      <a:pt x="545" y="189"/>
                    </a:cubicBezTo>
                    <a:cubicBezTo>
                      <a:pt x="631" y="138"/>
                      <a:pt x="561" y="1"/>
                      <a:pt x="46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5" name="Google Shape;12585;p38"/>
              <p:cNvSpPr/>
              <p:nvPr/>
            </p:nvSpPr>
            <p:spPr>
              <a:xfrm>
                <a:off x="5297750" y="2947925"/>
                <a:ext cx="29550" cy="16675"/>
              </a:xfrm>
              <a:custGeom>
                <a:rect b="b" l="l" r="r" t="t"/>
                <a:pathLst>
                  <a:path extrusionOk="0" h="667" w="1182">
                    <a:moveTo>
                      <a:pt x="1046" y="0"/>
                    </a:moveTo>
                    <a:cubicBezTo>
                      <a:pt x="984" y="0"/>
                      <a:pt x="918" y="42"/>
                      <a:pt x="907" y="118"/>
                    </a:cubicBezTo>
                    <a:cubicBezTo>
                      <a:pt x="883" y="313"/>
                      <a:pt x="688" y="422"/>
                      <a:pt x="505" y="422"/>
                    </a:cubicBezTo>
                    <a:cubicBezTo>
                      <a:pt x="374" y="422"/>
                      <a:pt x="248" y="366"/>
                      <a:pt x="196" y="243"/>
                    </a:cubicBezTo>
                    <a:cubicBezTo>
                      <a:pt x="182" y="216"/>
                      <a:pt x="154" y="204"/>
                      <a:pt x="124" y="204"/>
                    </a:cubicBezTo>
                    <a:cubicBezTo>
                      <a:pt x="65" y="204"/>
                      <a:pt x="0" y="250"/>
                      <a:pt x="28" y="306"/>
                    </a:cubicBezTo>
                    <a:cubicBezTo>
                      <a:pt x="110" y="552"/>
                      <a:pt x="342" y="667"/>
                      <a:pt x="575" y="667"/>
                    </a:cubicBezTo>
                    <a:cubicBezTo>
                      <a:pt x="878" y="667"/>
                      <a:pt x="1182" y="473"/>
                      <a:pt x="1158" y="118"/>
                    </a:cubicBezTo>
                    <a:cubicBezTo>
                      <a:pt x="1158" y="37"/>
                      <a:pt x="1104" y="0"/>
                      <a:pt x="104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6" name="Google Shape;12586;p38"/>
              <p:cNvSpPr/>
              <p:nvPr/>
            </p:nvSpPr>
            <p:spPr>
              <a:xfrm>
                <a:off x="5277525" y="2514275"/>
                <a:ext cx="39725" cy="38400"/>
              </a:xfrm>
              <a:custGeom>
                <a:rect b="b" l="l" r="r" t="t"/>
                <a:pathLst>
                  <a:path extrusionOk="0" h="1536" w="1589">
                    <a:moveTo>
                      <a:pt x="617" y="1"/>
                    </a:moveTo>
                    <a:cubicBezTo>
                      <a:pt x="600" y="1"/>
                      <a:pt x="583" y="5"/>
                      <a:pt x="565" y="14"/>
                    </a:cubicBezTo>
                    <a:cubicBezTo>
                      <a:pt x="147" y="244"/>
                      <a:pt x="0" y="809"/>
                      <a:pt x="272" y="1206"/>
                    </a:cubicBezTo>
                    <a:cubicBezTo>
                      <a:pt x="422" y="1425"/>
                      <a:pt x="666" y="1536"/>
                      <a:pt x="915" y="1536"/>
                    </a:cubicBezTo>
                    <a:cubicBezTo>
                      <a:pt x="1119" y="1536"/>
                      <a:pt x="1326" y="1462"/>
                      <a:pt x="1486" y="1311"/>
                    </a:cubicBezTo>
                    <a:cubicBezTo>
                      <a:pt x="1589" y="1225"/>
                      <a:pt x="1494" y="1054"/>
                      <a:pt x="1376" y="1054"/>
                    </a:cubicBezTo>
                    <a:cubicBezTo>
                      <a:pt x="1350" y="1054"/>
                      <a:pt x="1324" y="1062"/>
                      <a:pt x="1297" y="1081"/>
                    </a:cubicBezTo>
                    <a:cubicBezTo>
                      <a:pt x="1202" y="1147"/>
                      <a:pt x="1076" y="1184"/>
                      <a:pt x="950" y="1184"/>
                    </a:cubicBezTo>
                    <a:cubicBezTo>
                      <a:pt x="799" y="1184"/>
                      <a:pt x="647" y="1132"/>
                      <a:pt x="544" y="1018"/>
                    </a:cubicBezTo>
                    <a:cubicBezTo>
                      <a:pt x="356" y="788"/>
                      <a:pt x="440" y="390"/>
                      <a:pt x="691" y="223"/>
                    </a:cubicBezTo>
                    <a:cubicBezTo>
                      <a:pt x="799" y="151"/>
                      <a:pt x="721" y="1"/>
                      <a:pt x="6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7" name="Google Shape;12587;p38"/>
              <p:cNvSpPr/>
              <p:nvPr/>
            </p:nvSpPr>
            <p:spPr>
              <a:xfrm>
                <a:off x="5254425" y="2873350"/>
                <a:ext cx="40375" cy="18600"/>
              </a:xfrm>
              <a:custGeom>
                <a:rect b="b" l="l" r="r" t="t"/>
                <a:pathLst>
                  <a:path extrusionOk="0" h="744" w="1615">
                    <a:moveTo>
                      <a:pt x="891" y="1"/>
                    </a:moveTo>
                    <a:cubicBezTo>
                      <a:pt x="587" y="1"/>
                      <a:pt x="315" y="205"/>
                      <a:pt x="87" y="381"/>
                    </a:cubicBezTo>
                    <a:cubicBezTo>
                      <a:pt x="1" y="467"/>
                      <a:pt x="86" y="611"/>
                      <a:pt x="177" y="611"/>
                    </a:cubicBezTo>
                    <a:cubicBezTo>
                      <a:pt x="196" y="611"/>
                      <a:pt x="216" y="605"/>
                      <a:pt x="234" y="590"/>
                    </a:cubicBezTo>
                    <a:cubicBezTo>
                      <a:pt x="397" y="477"/>
                      <a:pt x="711" y="296"/>
                      <a:pt x="949" y="296"/>
                    </a:cubicBezTo>
                    <a:cubicBezTo>
                      <a:pt x="1108" y="296"/>
                      <a:pt x="1234" y="377"/>
                      <a:pt x="1259" y="611"/>
                    </a:cubicBezTo>
                    <a:cubicBezTo>
                      <a:pt x="1271" y="694"/>
                      <a:pt x="1337" y="744"/>
                      <a:pt x="1400" y="744"/>
                    </a:cubicBezTo>
                    <a:cubicBezTo>
                      <a:pt x="1447" y="744"/>
                      <a:pt x="1492" y="716"/>
                      <a:pt x="1510" y="653"/>
                    </a:cubicBezTo>
                    <a:cubicBezTo>
                      <a:pt x="1615" y="360"/>
                      <a:pt x="1343" y="88"/>
                      <a:pt x="1071" y="25"/>
                    </a:cubicBezTo>
                    <a:cubicBezTo>
                      <a:pt x="1010" y="8"/>
                      <a:pt x="950" y="1"/>
                      <a:pt x="89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8" name="Google Shape;12588;p38"/>
              <p:cNvSpPr/>
              <p:nvPr/>
            </p:nvSpPr>
            <p:spPr>
              <a:xfrm>
                <a:off x="5226900" y="2539375"/>
                <a:ext cx="31800" cy="27550"/>
              </a:xfrm>
              <a:custGeom>
                <a:rect b="b" l="l" r="r" t="t"/>
                <a:pathLst>
                  <a:path extrusionOk="0" h="1102" w="1272">
                    <a:moveTo>
                      <a:pt x="627" y="0"/>
                    </a:moveTo>
                    <a:cubicBezTo>
                      <a:pt x="398" y="0"/>
                      <a:pt x="167" y="125"/>
                      <a:pt x="58" y="328"/>
                    </a:cubicBezTo>
                    <a:cubicBezTo>
                      <a:pt x="1" y="428"/>
                      <a:pt x="82" y="509"/>
                      <a:pt x="158" y="509"/>
                    </a:cubicBezTo>
                    <a:cubicBezTo>
                      <a:pt x="193" y="509"/>
                      <a:pt x="227" y="493"/>
                      <a:pt x="247" y="453"/>
                    </a:cubicBezTo>
                    <a:cubicBezTo>
                      <a:pt x="314" y="331"/>
                      <a:pt x="453" y="253"/>
                      <a:pt x="593" y="253"/>
                    </a:cubicBezTo>
                    <a:cubicBezTo>
                      <a:pt x="669" y="253"/>
                      <a:pt x="745" y="276"/>
                      <a:pt x="812" y="328"/>
                    </a:cubicBezTo>
                    <a:cubicBezTo>
                      <a:pt x="979" y="453"/>
                      <a:pt x="958" y="725"/>
                      <a:pt x="833" y="893"/>
                    </a:cubicBezTo>
                    <a:cubicBezTo>
                      <a:pt x="764" y="962"/>
                      <a:pt x="823" y="1102"/>
                      <a:pt x="904" y="1102"/>
                    </a:cubicBezTo>
                    <a:cubicBezTo>
                      <a:pt x="921" y="1102"/>
                      <a:pt x="940" y="1096"/>
                      <a:pt x="958" y="1081"/>
                    </a:cubicBezTo>
                    <a:cubicBezTo>
                      <a:pt x="1272" y="851"/>
                      <a:pt x="1272" y="370"/>
                      <a:pt x="979" y="119"/>
                    </a:cubicBezTo>
                    <a:cubicBezTo>
                      <a:pt x="876" y="37"/>
                      <a:pt x="751" y="0"/>
                      <a:pt x="6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9" name="Google Shape;12589;p38"/>
              <p:cNvSpPr/>
              <p:nvPr/>
            </p:nvSpPr>
            <p:spPr>
              <a:xfrm>
                <a:off x="5226250" y="2483275"/>
                <a:ext cx="24100" cy="34500"/>
              </a:xfrm>
              <a:custGeom>
                <a:rect b="b" l="l" r="r" t="t"/>
                <a:pathLst>
                  <a:path extrusionOk="0" h="1380" w="964">
                    <a:moveTo>
                      <a:pt x="306" y="0"/>
                    </a:moveTo>
                    <a:cubicBezTo>
                      <a:pt x="270" y="0"/>
                      <a:pt x="234" y="18"/>
                      <a:pt x="210" y="61"/>
                    </a:cubicBezTo>
                    <a:cubicBezTo>
                      <a:pt x="63" y="354"/>
                      <a:pt x="1" y="668"/>
                      <a:pt x="63" y="982"/>
                    </a:cubicBezTo>
                    <a:cubicBezTo>
                      <a:pt x="84" y="1149"/>
                      <a:pt x="126" y="1191"/>
                      <a:pt x="294" y="1233"/>
                    </a:cubicBezTo>
                    <a:cubicBezTo>
                      <a:pt x="461" y="1295"/>
                      <a:pt x="628" y="1358"/>
                      <a:pt x="817" y="1379"/>
                    </a:cubicBezTo>
                    <a:cubicBezTo>
                      <a:pt x="942" y="1379"/>
                      <a:pt x="963" y="1212"/>
                      <a:pt x="879" y="1149"/>
                    </a:cubicBezTo>
                    <a:cubicBezTo>
                      <a:pt x="712" y="1065"/>
                      <a:pt x="524" y="1002"/>
                      <a:pt x="335" y="940"/>
                    </a:cubicBezTo>
                    <a:cubicBezTo>
                      <a:pt x="294" y="689"/>
                      <a:pt x="315" y="438"/>
                      <a:pt x="440" y="207"/>
                    </a:cubicBezTo>
                    <a:cubicBezTo>
                      <a:pt x="484" y="104"/>
                      <a:pt x="393" y="0"/>
                      <a:pt x="30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0" name="Google Shape;12590;p38"/>
              <p:cNvSpPr/>
              <p:nvPr/>
            </p:nvSpPr>
            <p:spPr>
              <a:xfrm>
                <a:off x="5115875" y="2177175"/>
                <a:ext cx="600025" cy="1347575"/>
              </a:xfrm>
              <a:custGeom>
                <a:rect b="b" l="l" r="r" t="t"/>
                <a:pathLst>
                  <a:path extrusionOk="0" h="53903" w="24001">
                    <a:moveTo>
                      <a:pt x="19992" y="474"/>
                    </a:moveTo>
                    <a:cubicBezTo>
                      <a:pt x="20904" y="474"/>
                      <a:pt x="21764" y="671"/>
                      <a:pt x="22368" y="1257"/>
                    </a:cubicBezTo>
                    <a:cubicBezTo>
                      <a:pt x="23121" y="1969"/>
                      <a:pt x="23017" y="3412"/>
                      <a:pt x="21887" y="3433"/>
                    </a:cubicBezTo>
                    <a:cubicBezTo>
                      <a:pt x="21838" y="3436"/>
                      <a:pt x="21788" y="3437"/>
                      <a:pt x="21739" y="3437"/>
                    </a:cubicBezTo>
                    <a:cubicBezTo>
                      <a:pt x="21324" y="3437"/>
                      <a:pt x="20896" y="3364"/>
                      <a:pt x="20485" y="3308"/>
                    </a:cubicBezTo>
                    <a:cubicBezTo>
                      <a:pt x="19795" y="3203"/>
                      <a:pt x="19104" y="3119"/>
                      <a:pt x="18414" y="3057"/>
                    </a:cubicBezTo>
                    <a:cubicBezTo>
                      <a:pt x="17058" y="2932"/>
                      <a:pt x="15680" y="2865"/>
                      <a:pt x="14304" y="2865"/>
                    </a:cubicBezTo>
                    <a:cubicBezTo>
                      <a:pt x="13832" y="2865"/>
                      <a:pt x="13360" y="2873"/>
                      <a:pt x="12890" y="2889"/>
                    </a:cubicBezTo>
                    <a:cubicBezTo>
                      <a:pt x="11195" y="2952"/>
                      <a:pt x="9500" y="3119"/>
                      <a:pt x="7826" y="3371"/>
                    </a:cubicBezTo>
                    <a:cubicBezTo>
                      <a:pt x="7047" y="3494"/>
                      <a:pt x="5096" y="4055"/>
                      <a:pt x="3552" y="4055"/>
                    </a:cubicBezTo>
                    <a:cubicBezTo>
                      <a:pt x="2734" y="4055"/>
                      <a:pt x="2030" y="3897"/>
                      <a:pt x="1675" y="3433"/>
                    </a:cubicBezTo>
                    <a:cubicBezTo>
                      <a:pt x="1696" y="3287"/>
                      <a:pt x="1696" y="3161"/>
                      <a:pt x="1696" y="3036"/>
                    </a:cubicBezTo>
                    <a:cubicBezTo>
                      <a:pt x="1711" y="2925"/>
                      <a:pt x="1619" y="2874"/>
                      <a:pt x="1528" y="2874"/>
                    </a:cubicBezTo>
                    <a:cubicBezTo>
                      <a:pt x="1499" y="2874"/>
                      <a:pt x="1470" y="2879"/>
                      <a:pt x="1445" y="2889"/>
                    </a:cubicBezTo>
                    <a:cubicBezTo>
                      <a:pt x="1424" y="2764"/>
                      <a:pt x="1424" y="2617"/>
                      <a:pt x="1445" y="2471"/>
                    </a:cubicBezTo>
                    <a:cubicBezTo>
                      <a:pt x="1549" y="2471"/>
                      <a:pt x="1675" y="2387"/>
                      <a:pt x="1675" y="2241"/>
                    </a:cubicBezTo>
                    <a:cubicBezTo>
                      <a:pt x="1683" y="1100"/>
                      <a:pt x="2387" y="741"/>
                      <a:pt x="3322" y="741"/>
                    </a:cubicBezTo>
                    <a:cubicBezTo>
                      <a:pt x="4736" y="741"/>
                      <a:pt x="6677" y="1562"/>
                      <a:pt x="7533" y="1739"/>
                    </a:cubicBezTo>
                    <a:cubicBezTo>
                      <a:pt x="8609" y="1960"/>
                      <a:pt x="9716" y="2066"/>
                      <a:pt x="10818" y="2066"/>
                    </a:cubicBezTo>
                    <a:cubicBezTo>
                      <a:pt x="11280" y="2066"/>
                      <a:pt x="11742" y="2048"/>
                      <a:pt x="12199" y="2011"/>
                    </a:cubicBezTo>
                    <a:cubicBezTo>
                      <a:pt x="13706" y="1864"/>
                      <a:pt x="15129" y="1487"/>
                      <a:pt x="16572" y="1069"/>
                    </a:cubicBezTo>
                    <a:cubicBezTo>
                      <a:pt x="17489" y="819"/>
                      <a:pt x="18786" y="474"/>
                      <a:pt x="19992" y="474"/>
                    </a:cubicBezTo>
                    <a:close/>
                    <a:moveTo>
                      <a:pt x="14177" y="3406"/>
                    </a:moveTo>
                    <a:cubicBezTo>
                      <a:pt x="14417" y="3406"/>
                      <a:pt x="14658" y="3408"/>
                      <a:pt x="14898" y="3412"/>
                    </a:cubicBezTo>
                    <a:cubicBezTo>
                      <a:pt x="16656" y="3433"/>
                      <a:pt x="18372" y="3663"/>
                      <a:pt x="20087" y="3831"/>
                    </a:cubicBezTo>
                    <a:cubicBezTo>
                      <a:pt x="20087" y="3873"/>
                      <a:pt x="20067" y="3915"/>
                      <a:pt x="20067" y="3956"/>
                    </a:cubicBezTo>
                    <a:cubicBezTo>
                      <a:pt x="20234" y="5923"/>
                      <a:pt x="20359" y="7890"/>
                      <a:pt x="20443" y="9857"/>
                    </a:cubicBezTo>
                    <a:cubicBezTo>
                      <a:pt x="20427" y="9852"/>
                      <a:pt x="20410" y="9849"/>
                      <a:pt x="20393" y="9849"/>
                    </a:cubicBezTo>
                    <a:cubicBezTo>
                      <a:pt x="20340" y="9849"/>
                      <a:pt x="20281" y="9873"/>
                      <a:pt x="20234" y="9920"/>
                    </a:cubicBezTo>
                    <a:cubicBezTo>
                      <a:pt x="18845" y="11371"/>
                      <a:pt x="17008" y="11918"/>
                      <a:pt x="15114" y="11918"/>
                    </a:cubicBezTo>
                    <a:cubicBezTo>
                      <a:pt x="13813" y="11918"/>
                      <a:pt x="12485" y="11659"/>
                      <a:pt x="11258" y="11259"/>
                    </a:cubicBezTo>
                    <a:cubicBezTo>
                      <a:pt x="9584" y="10694"/>
                      <a:pt x="7994" y="9920"/>
                      <a:pt x="6383" y="9250"/>
                    </a:cubicBezTo>
                    <a:cubicBezTo>
                      <a:pt x="5534" y="8901"/>
                      <a:pt x="4474" y="8327"/>
                      <a:pt x="3497" y="8327"/>
                    </a:cubicBezTo>
                    <a:cubicBezTo>
                      <a:pt x="3245" y="8327"/>
                      <a:pt x="2999" y="8365"/>
                      <a:pt x="2763" y="8455"/>
                    </a:cubicBezTo>
                    <a:cubicBezTo>
                      <a:pt x="2846" y="7158"/>
                      <a:pt x="2930" y="5860"/>
                      <a:pt x="3035" y="4563"/>
                    </a:cubicBezTo>
                    <a:cubicBezTo>
                      <a:pt x="3273" y="4607"/>
                      <a:pt x="3519" y="4626"/>
                      <a:pt x="3770" y="4626"/>
                    </a:cubicBezTo>
                    <a:cubicBezTo>
                      <a:pt x="5087" y="4626"/>
                      <a:pt x="6544" y="4108"/>
                      <a:pt x="7722" y="3915"/>
                    </a:cubicBezTo>
                    <a:cubicBezTo>
                      <a:pt x="9850" y="3576"/>
                      <a:pt x="12011" y="3406"/>
                      <a:pt x="14177" y="3406"/>
                    </a:cubicBezTo>
                    <a:close/>
                    <a:moveTo>
                      <a:pt x="3226" y="8709"/>
                    </a:moveTo>
                    <a:cubicBezTo>
                      <a:pt x="4200" y="8709"/>
                      <a:pt x="5359" y="9390"/>
                      <a:pt x="6131" y="9731"/>
                    </a:cubicBezTo>
                    <a:cubicBezTo>
                      <a:pt x="6989" y="10087"/>
                      <a:pt x="7826" y="10485"/>
                      <a:pt x="8663" y="10861"/>
                    </a:cubicBezTo>
                    <a:cubicBezTo>
                      <a:pt x="10212" y="11531"/>
                      <a:pt x="11802" y="12158"/>
                      <a:pt x="13476" y="12410"/>
                    </a:cubicBezTo>
                    <a:cubicBezTo>
                      <a:pt x="13992" y="12483"/>
                      <a:pt x="14517" y="12522"/>
                      <a:pt x="15041" y="12522"/>
                    </a:cubicBezTo>
                    <a:cubicBezTo>
                      <a:pt x="17060" y="12522"/>
                      <a:pt x="19056" y="11934"/>
                      <a:pt x="20485" y="10422"/>
                    </a:cubicBezTo>
                    <a:lnTo>
                      <a:pt x="20485" y="10422"/>
                    </a:lnTo>
                    <a:cubicBezTo>
                      <a:pt x="20987" y="21762"/>
                      <a:pt x="20464" y="33124"/>
                      <a:pt x="18811" y="44360"/>
                    </a:cubicBezTo>
                    <a:cubicBezTo>
                      <a:pt x="18623" y="45699"/>
                      <a:pt x="18539" y="47268"/>
                      <a:pt x="17911" y="48503"/>
                    </a:cubicBezTo>
                    <a:cubicBezTo>
                      <a:pt x="16949" y="50365"/>
                      <a:pt x="14836" y="50156"/>
                      <a:pt x="13036" y="50219"/>
                    </a:cubicBezTo>
                    <a:cubicBezTo>
                      <a:pt x="12029" y="50249"/>
                      <a:pt x="10999" y="50322"/>
                      <a:pt x="9979" y="50322"/>
                    </a:cubicBezTo>
                    <a:cubicBezTo>
                      <a:pt x="9580" y="50322"/>
                      <a:pt x="9183" y="50311"/>
                      <a:pt x="8789" y="50281"/>
                    </a:cubicBezTo>
                    <a:cubicBezTo>
                      <a:pt x="7973" y="50219"/>
                      <a:pt x="7073" y="50051"/>
                      <a:pt x="6466" y="49465"/>
                    </a:cubicBezTo>
                    <a:cubicBezTo>
                      <a:pt x="5776" y="48775"/>
                      <a:pt x="5650" y="47666"/>
                      <a:pt x="5462" y="46745"/>
                    </a:cubicBezTo>
                    <a:cubicBezTo>
                      <a:pt x="4018" y="40112"/>
                      <a:pt x="3098" y="33375"/>
                      <a:pt x="2658" y="26596"/>
                    </a:cubicBezTo>
                    <a:cubicBezTo>
                      <a:pt x="2302" y="20653"/>
                      <a:pt x="2365" y="14711"/>
                      <a:pt x="2742" y="8769"/>
                    </a:cubicBezTo>
                    <a:lnTo>
                      <a:pt x="2763" y="8769"/>
                    </a:lnTo>
                    <a:cubicBezTo>
                      <a:pt x="2910" y="8727"/>
                      <a:pt x="3066" y="8709"/>
                      <a:pt x="3226" y="8709"/>
                    </a:cubicBezTo>
                    <a:close/>
                    <a:moveTo>
                      <a:pt x="22494" y="3894"/>
                    </a:moveTo>
                    <a:cubicBezTo>
                      <a:pt x="23205" y="11091"/>
                      <a:pt x="23121" y="18310"/>
                      <a:pt x="22619" y="25508"/>
                    </a:cubicBezTo>
                    <a:cubicBezTo>
                      <a:pt x="22368" y="29086"/>
                      <a:pt x="22012" y="32664"/>
                      <a:pt x="21615" y="36242"/>
                    </a:cubicBezTo>
                    <a:cubicBezTo>
                      <a:pt x="21196" y="39966"/>
                      <a:pt x="20883" y="43732"/>
                      <a:pt x="20234" y="47415"/>
                    </a:cubicBezTo>
                    <a:cubicBezTo>
                      <a:pt x="19962" y="49047"/>
                      <a:pt x="19481" y="51558"/>
                      <a:pt x="17891" y="52436"/>
                    </a:cubicBezTo>
                    <a:cubicBezTo>
                      <a:pt x="17012" y="52918"/>
                      <a:pt x="15735" y="52834"/>
                      <a:pt x="14752" y="52918"/>
                    </a:cubicBezTo>
                    <a:lnTo>
                      <a:pt x="11781" y="53169"/>
                    </a:lnTo>
                    <a:cubicBezTo>
                      <a:pt x="10943" y="53229"/>
                      <a:pt x="10064" y="53339"/>
                      <a:pt x="9195" y="53339"/>
                    </a:cubicBezTo>
                    <a:cubicBezTo>
                      <a:pt x="8566" y="53339"/>
                      <a:pt x="7943" y="53282"/>
                      <a:pt x="7345" y="53106"/>
                    </a:cubicBezTo>
                    <a:cubicBezTo>
                      <a:pt x="5378" y="52541"/>
                      <a:pt x="4730" y="50700"/>
                      <a:pt x="4311" y="48900"/>
                    </a:cubicBezTo>
                    <a:cubicBezTo>
                      <a:pt x="2679" y="41765"/>
                      <a:pt x="1717" y="34421"/>
                      <a:pt x="1214" y="27140"/>
                    </a:cubicBezTo>
                    <a:cubicBezTo>
                      <a:pt x="942" y="23122"/>
                      <a:pt x="859" y="19084"/>
                      <a:pt x="942" y="15067"/>
                    </a:cubicBezTo>
                    <a:cubicBezTo>
                      <a:pt x="1026" y="11322"/>
                      <a:pt x="1403" y="7618"/>
                      <a:pt x="1654" y="3894"/>
                    </a:cubicBezTo>
                    <a:cubicBezTo>
                      <a:pt x="1863" y="4103"/>
                      <a:pt x="2114" y="4270"/>
                      <a:pt x="2407" y="4396"/>
                    </a:cubicBezTo>
                    <a:cubicBezTo>
                      <a:pt x="2512" y="4438"/>
                      <a:pt x="2595" y="4459"/>
                      <a:pt x="2700" y="4500"/>
                    </a:cubicBezTo>
                    <a:cubicBezTo>
                      <a:pt x="1863" y="11824"/>
                      <a:pt x="1758" y="19252"/>
                      <a:pt x="2198" y="26596"/>
                    </a:cubicBezTo>
                    <a:cubicBezTo>
                      <a:pt x="2637" y="33710"/>
                      <a:pt x="3390" y="41096"/>
                      <a:pt x="5232" y="48001"/>
                    </a:cubicBezTo>
                    <a:cubicBezTo>
                      <a:pt x="5879" y="50420"/>
                      <a:pt x="7776" y="50793"/>
                      <a:pt x="9942" y="50793"/>
                    </a:cubicBezTo>
                    <a:cubicBezTo>
                      <a:pt x="10155" y="50793"/>
                      <a:pt x="10371" y="50789"/>
                      <a:pt x="10588" y="50783"/>
                    </a:cubicBezTo>
                    <a:cubicBezTo>
                      <a:pt x="12178" y="50742"/>
                      <a:pt x="13789" y="50783"/>
                      <a:pt x="15380" y="50616"/>
                    </a:cubicBezTo>
                    <a:cubicBezTo>
                      <a:pt x="16551" y="50511"/>
                      <a:pt x="17535" y="50093"/>
                      <a:pt x="18163" y="49047"/>
                    </a:cubicBezTo>
                    <a:cubicBezTo>
                      <a:pt x="18769" y="48063"/>
                      <a:pt x="18937" y="46871"/>
                      <a:pt x="19104" y="45762"/>
                    </a:cubicBezTo>
                    <a:cubicBezTo>
                      <a:pt x="19397" y="43879"/>
                      <a:pt x="19648" y="42016"/>
                      <a:pt x="19878" y="40133"/>
                    </a:cubicBezTo>
                    <a:cubicBezTo>
                      <a:pt x="20318" y="36493"/>
                      <a:pt x="20631" y="32852"/>
                      <a:pt x="20841" y="29211"/>
                    </a:cubicBezTo>
                    <a:cubicBezTo>
                      <a:pt x="21322" y="20779"/>
                      <a:pt x="21238" y="12368"/>
                      <a:pt x="20548" y="3956"/>
                    </a:cubicBezTo>
                    <a:cubicBezTo>
                      <a:pt x="20548" y="3935"/>
                      <a:pt x="20527" y="3915"/>
                      <a:pt x="20527" y="3894"/>
                    </a:cubicBezTo>
                    <a:lnTo>
                      <a:pt x="20527" y="3894"/>
                    </a:lnTo>
                    <a:cubicBezTo>
                      <a:pt x="20820" y="3915"/>
                      <a:pt x="21092" y="3935"/>
                      <a:pt x="21385" y="3956"/>
                    </a:cubicBezTo>
                    <a:cubicBezTo>
                      <a:pt x="21503" y="3963"/>
                      <a:pt x="21627" y="3968"/>
                      <a:pt x="21751" y="3968"/>
                    </a:cubicBezTo>
                    <a:cubicBezTo>
                      <a:pt x="22001" y="3968"/>
                      <a:pt x="22257" y="3949"/>
                      <a:pt x="22494" y="3894"/>
                    </a:cubicBezTo>
                    <a:close/>
                    <a:moveTo>
                      <a:pt x="19815" y="1"/>
                    </a:moveTo>
                    <a:cubicBezTo>
                      <a:pt x="18824" y="1"/>
                      <a:pt x="17823" y="207"/>
                      <a:pt x="16886" y="462"/>
                    </a:cubicBezTo>
                    <a:cubicBezTo>
                      <a:pt x="14867" y="987"/>
                      <a:pt x="12907" y="1531"/>
                      <a:pt x="10817" y="1531"/>
                    </a:cubicBezTo>
                    <a:cubicBezTo>
                      <a:pt x="10741" y="1531"/>
                      <a:pt x="10665" y="1531"/>
                      <a:pt x="10588" y="1529"/>
                    </a:cubicBezTo>
                    <a:cubicBezTo>
                      <a:pt x="9291" y="1508"/>
                      <a:pt x="8015" y="1341"/>
                      <a:pt x="6780" y="1027"/>
                    </a:cubicBezTo>
                    <a:cubicBezTo>
                      <a:pt x="5797" y="776"/>
                      <a:pt x="4855" y="337"/>
                      <a:pt x="3830" y="232"/>
                    </a:cubicBezTo>
                    <a:cubicBezTo>
                      <a:pt x="3755" y="227"/>
                      <a:pt x="3680" y="224"/>
                      <a:pt x="3606" y="224"/>
                    </a:cubicBezTo>
                    <a:cubicBezTo>
                      <a:pt x="2487" y="224"/>
                      <a:pt x="1392" y="810"/>
                      <a:pt x="1235" y="1948"/>
                    </a:cubicBezTo>
                    <a:cubicBezTo>
                      <a:pt x="1214" y="1969"/>
                      <a:pt x="1193" y="1990"/>
                      <a:pt x="1173" y="2052"/>
                    </a:cubicBezTo>
                    <a:cubicBezTo>
                      <a:pt x="1026" y="2555"/>
                      <a:pt x="1089" y="3036"/>
                      <a:pt x="1319" y="3454"/>
                    </a:cubicBezTo>
                    <a:cubicBezTo>
                      <a:pt x="1" y="11008"/>
                      <a:pt x="126" y="19021"/>
                      <a:pt x="587" y="26638"/>
                    </a:cubicBezTo>
                    <a:cubicBezTo>
                      <a:pt x="1068" y="34254"/>
                      <a:pt x="1989" y="42016"/>
                      <a:pt x="3830" y="49444"/>
                    </a:cubicBezTo>
                    <a:cubicBezTo>
                      <a:pt x="4541" y="52311"/>
                      <a:pt x="6194" y="53901"/>
                      <a:pt x="9207" y="53901"/>
                    </a:cubicBezTo>
                    <a:cubicBezTo>
                      <a:pt x="9277" y="53902"/>
                      <a:pt x="9346" y="53902"/>
                      <a:pt x="9416" y="53902"/>
                    </a:cubicBezTo>
                    <a:cubicBezTo>
                      <a:pt x="11105" y="53902"/>
                      <a:pt x="12813" y="53665"/>
                      <a:pt x="14501" y="53524"/>
                    </a:cubicBezTo>
                    <a:cubicBezTo>
                      <a:pt x="15986" y="53399"/>
                      <a:pt x="17744" y="53545"/>
                      <a:pt x="18874" y="52416"/>
                    </a:cubicBezTo>
                    <a:cubicBezTo>
                      <a:pt x="21155" y="50156"/>
                      <a:pt x="21071" y="45845"/>
                      <a:pt x="21427" y="42895"/>
                    </a:cubicBezTo>
                    <a:cubicBezTo>
                      <a:pt x="21908" y="38983"/>
                      <a:pt x="22368" y="35070"/>
                      <a:pt x="22724" y="31136"/>
                    </a:cubicBezTo>
                    <a:cubicBezTo>
                      <a:pt x="23582" y="22013"/>
                      <a:pt x="23958" y="12828"/>
                      <a:pt x="23038" y="3705"/>
                    </a:cubicBezTo>
                    <a:cubicBezTo>
                      <a:pt x="23352" y="3538"/>
                      <a:pt x="23603" y="3266"/>
                      <a:pt x="23707" y="2847"/>
                    </a:cubicBezTo>
                    <a:cubicBezTo>
                      <a:pt x="24000" y="1697"/>
                      <a:pt x="22849" y="776"/>
                      <a:pt x="21908" y="378"/>
                    </a:cubicBezTo>
                    <a:cubicBezTo>
                      <a:pt x="21234" y="107"/>
                      <a:pt x="20527" y="1"/>
                      <a:pt x="198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594" name="Shape 12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" name="Google Shape;12595;p39"/>
          <p:cNvSpPr txBox="1"/>
          <p:nvPr>
            <p:ph type="title"/>
          </p:nvPr>
        </p:nvSpPr>
        <p:spPr>
          <a:xfrm>
            <a:off x="646300" y="539188"/>
            <a:ext cx="4178700" cy="67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2596" name="Google Shape;12596;p39"/>
          <p:cNvSpPr txBox="1"/>
          <p:nvPr>
            <p:ph idx="1" type="subTitle"/>
          </p:nvPr>
        </p:nvSpPr>
        <p:spPr>
          <a:xfrm>
            <a:off x="491525" y="2501925"/>
            <a:ext cx="4806300" cy="134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/>
              <a:t>The challenge: </a:t>
            </a:r>
            <a:r>
              <a:rPr lang="en" sz="1400"/>
              <a:t>Select a weekly lineup of six craft beers that perform well under the league’s scoring system.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rgbClr val="A7A7A7"/>
              </a:buClr>
              <a:buSzPts val="1600"/>
              <a:buChar char="●"/>
            </a:pPr>
            <a:r>
              <a:rPr b="1" lang="en" sz="1400"/>
              <a:t>Goal: </a:t>
            </a:r>
            <a:r>
              <a:rPr lang="en" sz="1400"/>
              <a:t>Build weekly beer lineups to score high in the league.</a:t>
            </a:r>
            <a:endParaRPr sz="1400"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rgbClr val="A7A7A7"/>
              </a:buClr>
              <a:buSzPts val="1600"/>
              <a:buChar char="●"/>
            </a:pPr>
            <a:r>
              <a:rPr lang="en" sz="1400"/>
              <a:t>Used a moving average to track performance trends over time.</a:t>
            </a:r>
            <a:endParaRPr sz="1400"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rgbClr val="A7A7A7"/>
              </a:buClr>
              <a:buSzPts val="1600"/>
              <a:buChar char="●"/>
            </a:pPr>
            <a:r>
              <a:rPr lang="en" sz="1400"/>
              <a:t>Compared each week’s score to our average to guide adjustments.</a:t>
            </a:r>
            <a:endParaRPr sz="1400"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rgbClr val="A7A7A7"/>
              </a:buClr>
              <a:buSzPts val="1600"/>
              <a:buChar char="●"/>
            </a:pPr>
            <a:r>
              <a:rPr lang="en" sz="1400"/>
              <a:t>Strategy helped us stay consistent and spot weak picks early.</a:t>
            </a:r>
            <a:endParaRPr sz="1400"/>
          </a:p>
          <a:p>
            <a:pPr indent="0" lvl="0" marL="45720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 b="1" sz="1400"/>
          </a:p>
        </p:txBody>
      </p:sp>
      <p:grpSp>
        <p:nvGrpSpPr>
          <p:cNvPr id="12597" name="Google Shape;12597;p39"/>
          <p:cNvGrpSpPr/>
          <p:nvPr/>
        </p:nvGrpSpPr>
        <p:grpSpPr>
          <a:xfrm>
            <a:off x="5446131" y="1666810"/>
            <a:ext cx="2238187" cy="2094228"/>
            <a:chOff x="5875025" y="2372775"/>
            <a:chExt cx="1381000" cy="1292175"/>
          </a:xfrm>
        </p:grpSpPr>
        <p:grpSp>
          <p:nvGrpSpPr>
            <p:cNvPr id="12598" name="Google Shape;12598;p39"/>
            <p:cNvGrpSpPr/>
            <p:nvPr/>
          </p:nvGrpSpPr>
          <p:grpSpPr>
            <a:xfrm>
              <a:off x="5875025" y="2372775"/>
              <a:ext cx="1381000" cy="1292175"/>
              <a:chOff x="5798825" y="2296575"/>
              <a:chExt cx="1381000" cy="1292175"/>
            </a:xfrm>
          </p:grpSpPr>
          <p:sp>
            <p:nvSpPr>
              <p:cNvPr id="12599" name="Google Shape;12599;p39"/>
              <p:cNvSpPr/>
              <p:nvPr/>
            </p:nvSpPr>
            <p:spPr>
              <a:xfrm>
                <a:off x="5814675" y="2647875"/>
                <a:ext cx="47550" cy="171350"/>
              </a:xfrm>
              <a:custGeom>
                <a:rect b="b" l="l" r="r" t="t"/>
                <a:pathLst>
                  <a:path extrusionOk="0" h="6854" w="1902">
                    <a:moveTo>
                      <a:pt x="976" y="1"/>
                    </a:moveTo>
                    <a:cubicBezTo>
                      <a:pt x="971" y="1"/>
                      <a:pt x="968" y="5"/>
                      <a:pt x="968" y="16"/>
                    </a:cubicBezTo>
                    <a:lnTo>
                      <a:pt x="934" y="16"/>
                    </a:lnTo>
                    <a:cubicBezTo>
                      <a:pt x="434" y="2017"/>
                      <a:pt x="100" y="4219"/>
                      <a:pt x="0" y="6554"/>
                    </a:cubicBezTo>
                    <a:cubicBezTo>
                      <a:pt x="0" y="6554"/>
                      <a:pt x="0" y="6587"/>
                      <a:pt x="34" y="6587"/>
                    </a:cubicBezTo>
                    <a:cubicBezTo>
                      <a:pt x="134" y="6587"/>
                      <a:pt x="267" y="6620"/>
                      <a:pt x="367" y="6687"/>
                    </a:cubicBezTo>
                    <a:cubicBezTo>
                      <a:pt x="434" y="6687"/>
                      <a:pt x="501" y="6721"/>
                      <a:pt x="534" y="6721"/>
                    </a:cubicBezTo>
                    <a:cubicBezTo>
                      <a:pt x="634" y="6754"/>
                      <a:pt x="701" y="6754"/>
                      <a:pt x="767" y="6787"/>
                    </a:cubicBezTo>
                    <a:cubicBezTo>
                      <a:pt x="868" y="6787"/>
                      <a:pt x="1001" y="6821"/>
                      <a:pt x="1068" y="6854"/>
                    </a:cubicBezTo>
                    <a:lnTo>
                      <a:pt x="1134" y="6854"/>
                    </a:lnTo>
                    <a:cubicBezTo>
                      <a:pt x="1134" y="6854"/>
                      <a:pt x="1134" y="6821"/>
                      <a:pt x="1134" y="6821"/>
                    </a:cubicBezTo>
                    <a:cubicBezTo>
                      <a:pt x="1201" y="4619"/>
                      <a:pt x="1468" y="2584"/>
                      <a:pt x="1902" y="750"/>
                    </a:cubicBezTo>
                    <a:cubicBezTo>
                      <a:pt x="1902" y="750"/>
                      <a:pt x="1868" y="750"/>
                      <a:pt x="1868" y="716"/>
                    </a:cubicBezTo>
                    <a:lnTo>
                      <a:pt x="1735" y="616"/>
                    </a:lnTo>
                    <a:cubicBezTo>
                      <a:pt x="1601" y="516"/>
                      <a:pt x="1468" y="383"/>
                      <a:pt x="1335" y="283"/>
                    </a:cubicBezTo>
                    <a:cubicBezTo>
                      <a:pt x="1301" y="216"/>
                      <a:pt x="1234" y="183"/>
                      <a:pt x="1201" y="149"/>
                    </a:cubicBezTo>
                    <a:cubicBezTo>
                      <a:pt x="1134" y="116"/>
                      <a:pt x="1068" y="49"/>
                      <a:pt x="1001" y="16"/>
                    </a:cubicBezTo>
                    <a:cubicBezTo>
                      <a:pt x="1001" y="16"/>
                      <a:pt x="986" y="1"/>
                      <a:pt x="9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0" name="Google Shape;12600;p39"/>
              <p:cNvSpPr/>
              <p:nvPr/>
            </p:nvSpPr>
            <p:spPr>
              <a:xfrm>
                <a:off x="5957275" y="2575700"/>
                <a:ext cx="185975" cy="362800"/>
              </a:xfrm>
              <a:custGeom>
                <a:rect b="b" l="l" r="r" t="t"/>
                <a:pathLst>
                  <a:path extrusionOk="0" h="14512" w="7439">
                    <a:moveTo>
                      <a:pt x="5271" y="1"/>
                    </a:moveTo>
                    <a:cubicBezTo>
                      <a:pt x="5237" y="1"/>
                      <a:pt x="5237" y="34"/>
                      <a:pt x="5237" y="34"/>
                    </a:cubicBezTo>
                    <a:cubicBezTo>
                      <a:pt x="5004" y="534"/>
                      <a:pt x="4737" y="1035"/>
                      <a:pt x="4437" y="1502"/>
                    </a:cubicBezTo>
                    <a:cubicBezTo>
                      <a:pt x="4370" y="1635"/>
                      <a:pt x="4270" y="1802"/>
                      <a:pt x="4170" y="1969"/>
                    </a:cubicBezTo>
                    <a:cubicBezTo>
                      <a:pt x="3703" y="2803"/>
                      <a:pt x="3269" y="3570"/>
                      <a:pt x="2836" y="4270"/>
                    </a:cubicBezTo>
                    <a:cubicBezTo>
                      <a:pt x="2369" y="5038"/>
                      <a:pt x="1902" y="5805"/>
                      <a:pt x="1468" y="6505"/>
                    </a:cubicBezTo>
                    <a:cubicBezTo>
                      <a:pt x="1235" y="6906"/>
                      <a:pt x="1001" y="7273"/>
                      <a:pt x="768" y="7639"/>
                    </a:cubicBezTo>
                    <a:cubicBezTo>
                      <a:pt x="634" y="7840"/>
                      <a:pt x="534" y="8006"/>
                      <a:pt x="401" y="8207"/>
                    </a:cubicBezTo>
                    <a:cubicBezTo>
                      <a:pt x="334" y="8307"/>
                      <a:pt x="301" y="8373"/>
                      <a:pt x="234" y="8440"/>
                    </a:cubicBezTo>
                    <a:cubicBezTo>
                      <a:pt x="234" y="8440"/>
                      <a:pt x="200" y="8473"/>
                      <a:pt x="200" y="8473"/>
                    </a:cubicBezTo>
                    <a:cubicBezTo>
                      <a:pt x="200" y="8607"/>
                      <a:pt x="200" y="8707"/>
                      <a:pt x="200" y="8807"/>
                    </a:cubicBezTo>
                    <a:cubicBezTo>
                      <a:pt x="34" y="10475"/>
                      <a:pt x="0" y="12143"/>
                      <a:pt x="100" y="13710"/>
                    </a:cubicBezTo>
                    <a:cubicBezTo>
                      <a:pt x="100" y="13710"/>
                      <a:pt x="100" y="13744"/>
                      <a:pt x="100" y="13744"/>
                    </a:cubicBezTo>
                    <a:lnTo>
                      <a:pt x="234" y="13744"/>
                    </a:lnTo>
                    <a:cubicBezTo>
                      <a:pt x="266" y="13742"/>
                      <a:pt x="297" y="13741"/>
                      <a:pt x="329" y="13741"/>
                    </a:cubicBezTo>
                    <a:cubicBezTo>
                      <a:pt x="860" y="13741"/>
                      <a:pt x="1353" y="14005"/>
                      <a:pt x="1668" y="14478"/>
                    </a:cubicBezTo>
                    <a:cubicBezTo>
                      <a:pt x="1668" y="14478"/>
                      <a:pt x="1668" y="14511"/>
                      <a:pt x="1702" y="14511"/>
                    </a:cubicBezTo>
                    <a:cubicBezTo>
                      <a:pt x="1702" y="14511"/>
                      <a:pt x="1735" y="14478"/>
                      <a:pt x="1735" y="14478"/>
                    </a:cubicBezTo>
                    <a:lnTo>
                      <a:pt x="1768" y="14444"/>
                    </a:lnTo>
                    <a:cubicBezTo>
                      <a:pt x="1868" y="14311"/>
                      <a:pt x="1968" y="14177"/>
                      <a:pt x="2035" y="14011"/>
                    </a:cubicBezTo>
                    <a:lnTo>
                      <a:pt x="2102" y="13944"/>
                    </a:lnTo>
                    <a:cubicBezTo>
                      <a:pt x="2702" y="13110"/>
                      <a:pt x="3303" y="12276"/>
                      <a:pt x="3903" y="11442"/>
                    </a:cubicBezTo>
                    <a:cubicBezTo>
                      <a:pt x="4504" y="10575"/>
                      <a:pt x="5104" y="9741"/>
                      <a:pt x="5704" y="8907"/>
                    </a:cubicBezTo>
                    <a:cubicBezTo>
                      <a:pt x="6005" y="8473"/>
                      <a:pt x="6305" y="8040"/>
                      <a:pt x="6605" y="7639"/>
                    </a:cubicBezTo>
                    <a:cubicBezTo>
                      <a:pt x="6672" y="7506"/>
                      <a:pt x="6772" y="7406"/>
                      <a:pt x="6839" y="7306"/>
                    </a:cubicBezTo>
                    <a:cubicBezTo>
                      <a:pt x="7039" y="7039"/>
                      <a:pt x="7205" y="6739"/>
                      <a:pt x="7439" y="6505"/>
                    </a:cubicBezTo>
                    <a:cubicBezTo>
                      <a:pt x="7439" y="6472"/>
                      <a:pt x="7439" y="6472"/>
                      <a:pt x="7439" y="6472"/>
                    </a:cubicBezTo>
                    <a:cubicBezTo>
                      <a:pt x="7039" y="4437"/>
                      <a:pt x="6505" y="2636"/>
                      <a:pt x="5804" y="1101"/>
                    </a:cubicBezTo>
                    <a:cubicBezTo>
                      <a:pt x="5638" y="735"/>
                      <a:pt x="5471" y="368"/>
                      <a:pt x="5304" y="34"/>
                    </a:cubicBezTo>
                    <a:cubicBezTo>
                      <a:pt x="5304" y="34"/>
                      <a:pt x="5271" y="1"/>
                      <a:pt x="5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1" name="Google Shape;12601;p39"/>
              <p:cNvSpPr/>
              <p:nvPr/>
            </p:nvSpPr>
            <p:spPr>
              <a:xfrm>
                <a:off x="5813000" y="2818850"/>
                <a:ext cx="32550" cy="149650"/>
              </a:xfrm>
              <a:custGeom>
                <a:rect b="b" l="l" r="r" t="t"/>
                <a:pathLst>
                  <a:path extrusionOk="0" h="5986" w="1302">
                    <a:moveTo>
                      <a:pt x="92" y="0"/>
                    </a:moveTo>
                    <a:cubicBezTo>
                      <a:pt x="82" y="0"/>
                      <a:pt x="67" y="15"/>
                      <a:pt x="67" y="15"/>
                    </a:cubicBezTo>
                    <a:cubicBezTo>
                      <a:pt x="34" y="15"/>
                      <a:pt x="34" y="15"/>
                      <a:pt x="34" y="48"/>
                    </a:cubicBezTo>
                    <a:cubicBezTo>
                      <a:pt x="1" y="1149"/>
                      <a:pt x="1" y="2250"/>
                      <a:pt x="34" y="3384"/>
                    </a:cubicBezTo>
                    <a:cubicBezTo>
                      <a:pt x="101" y="4218"/>
                      <a:pt x="134" y="5085"/>
                      <a:pt x="234" y="5919"/>
                    </a:cubicBezTo>
                    <a:cubicBezTo>
                      <a:pt x="234" y="5953"/>
                      <a:pt x="234" y="5953"/>
                      <a:pt x="267" y="5953"/>
                    </a:cubicBezTo>
                    <a:cubicBezTo>
                      <a:pt x="267" y="5953"/>
                      <a:pt x="267" y="5986"/>
                      <a:pt x="267" y="5986"/>
                    </a:cubicBezTo>
                    <a:cubicBezTo>
                      <a:pt x="301" y="5986"/>
                      <a:pt x="301" y="5953"/>
                      <a:pt x="301" y="5953"/>
                    </a:cubicBezTo>
                    <a:cubicBezTo>
                      <a:pt x="334" y="5953"/>
                      <a:pt x="401" y="5919"/>
                      <a:pt x="434" y="5919"/>
                    </a:cubicBezTo>
                    <a:cubicBezTo>
                      <a:pt x="501" y="5886"/>
                      <a:pt x="534" y="5886"/>
                      <a:pt x="568" y="5886"/>
                    </a:cubicBezTo>
                    <a:cubicBezTo>
                      <a:pt x="634" y="5819"/>
                      <a:pt x="734" y="5786"/>
                      <a:pt x="868" y="5752"/>
                    </a:cubicBezTo>
                    <a:cubicBezTo>
                      <a:pt x="901" y="5752"/>
                      <a:pt x="901" y="5752"/>
                      <a:pt x="901" y="5719"/>
                    </a:cubicBezTo>
                    <a:cubicBezTo>
                      <a:pt x="901" y="5519"/>
                      <a:pt x="935" y="5319"/>
                      <a:pt x="1035" y="5119"/>
                    </a:cubicBezTo>
                    <a:cubicBezTo>
                      <a:pt x="1068" y="4952"/>
                      <a:pt x="1168" y="4785"/>
                      <a:pt x="1301" y="4652"/>
                    </a:cubicBezTo>
                    <a:cubicBezTo>
                      <a:pt x="1301" y="4618"/>
                      <a:pt x="1301" y="4618"/>
                      <a:pt x="1301" y="4618"/>
                    </a:cubicBezTo>
                    <a:cubicBezTo>
                      <a:pt x="1268" y="4151"/>
                      <a:pt x="1235" y="3718"/>
                      <a:pt x="1201" y="3251"/>
                    </a:cubicBezTo>
                    <a:cubicBezTo>
                      <a:pt x="1168" y="2283"/>
                      <a:pt x="1168" y="1316"/>
                      <a:pt x="1201" y="349"/>
                    </a:cubicBezTo>
                    <a:cubicBezTo>
                      <a:pt x="1201" y="315"/>
                      <a:pt x="1168" y="315"/>
                      <a:pt x="1168" y="315"/>
                    </a:cubicBezTo>
                    <a:cubicBezTo>
                      <a:pt x="968" y="282"/>
                      <a:pt x="768" y="215"/>
                      <a:pt x="601" y="182"/>
                    </a:cubicBezTo>
                    <a:cubicBezTo>
                      <a:pt x="534" y="148"/>
                      <a:pt x="501" y="148"/>
                      <a:pt x="434" y="115"/>
                    </a:cubicBezTo>
                    <a:cubicBezTo>
                      <a:pt x="434" y="115"/>
                      <a:pt x="401" y="115"/>
                      <a:pt x="367" y="82"/>
                    </a:cubicBezTo>
                    <a:cubicBezTo>
                      <a:pt x="267" y="82"/>
                      <a:pt x="167" y="48"/>
                      <a:pt x="101" y="15"/>
                    </a:cubicBezTo>
                    <a:cubicBezTo>
                      <a:pt x="101" y="4"/>
                      <a:pt x="97" y="0"/>
                      <a:pt x="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2" name="Google Shape;12602;p39"/>
              <p:cNvSpPr/>
              <p:nvPr/>
            </p:nvSpPr>
            <p:spPr>
              <a:xfrm>
                <a:off x="5868875" y="3041025"/>
                <a:ext cx="8375" cy="11700"/>
              </a:xfrm>
              <a:custGeom>
                <a:rect b="b" l="l" r="r" t="t"/>
                <a:pathLst>
                  <a:path extrusionOk="0" h="468" w="335">
                    <a:moveTo>
                      <a:pt x="0" y="1"/>
                    </a:moveTo>
                    <a:cubicBezTo>
                      <a:pt x="0" y="1"/>
                      <a:pt x="0" y="34"/>
                      <a:pt x="0" y="34"/>
                    </a:cubicBezTo>
                    <a:cubicBezTo>
                      <a:pt x="0" y="168"/>
                      <a:pt x="34" y="301"/>
                      <a:pt x="67" y="435"/>
                    </a:cubicBezTo>
                    <a:cubicBezTo>
                      <a:pt x="67" y="468"/>
                      <a:pt x="67" y="468"/>
                      <a:pt x="101" y="468"/>
                    </a:cubicBezTo>
                    <a:lnTo>
                      <a:pt x="167" y="468"/>
                    </a:lnTo>
                    <a:cubicBezTo>
                      <a:pt x="201" y="401"/>
                      <a:pt x="267" y="368"/>
                      <a:pt x="334" y="335"/>
                    </a:cubicBezTo>
                    <a:cubicBezTo>
                      <a:pt x="334" y="335"/>
                      <a:pt x="334" y="301"/>
                      <a:pt x="334" y="301"/>
                    </a:cubicBezTo>
                    <a:cubicBezTo>
                      <a:pt x="334" y="301"/>
                      <a:pt x="334" y="268"/>
                      <a:pt x="334" y="268"/>
                    </a:cubicBezTo>
                    <a:cubicBezTo>
                      <a:pt x="234" y="201"/>
                      <a:pt x="167" y="10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3" name="Google Shape;12603;p39"/>
              <p:cNvSpPr/>
              <p:nvPr/>
            </p:nvSpPr>
            <p:spPr>
              <a:xfrm>
                <a:off x="5849700" y="3119425"/>
                <a:ext cx="39225" cy="99275"/>
              </a:xfrm>
              <a:custGeom>
                <a:rect b="b" l="l" r="r" t="t"/>
                <a:pathLst>
                  <a:path extrusionOk="0" h="3971" w="1569">
                    <a:moveTo>
                      <a:pt x="267" y="1"/>
                    </a:moveTo>
                    <a:cubicBezTo>
                      <a:pt x="167" y="67"/>
                      <a:pt x="100" y="101"/>
                      <a:pt x="34" y="101"/>
                    </a:cubicBezTo>
                    <a:cubicBezTo>
                      <a:pt x="0" y="134"/>
                      <a:pt x="0" y="134"/>
                      <a:pt x="0" y="167"/>
                    </a:cubicBezTo>
                    <a:cubicBezTo>
                      <a:pt x="401" y="1535"/>
                      <a:pt x="901" y="2836"/>
                      <a:pt x="1468" y="3970"/>
                    </a:cubicBezTo>
                    <a:lnTo>
                      <a:pt x="1535" y="3970"/>
                    </a:lnTo>
                    <a:cubicBezTo>
                      <a:pt x="1535" y="3970"/>
                      <a:pt x="1568" y="3970"/>
                      <a:pt x="1568" y="3937"/>
                    </a:cubicBezTo>
                    <a:cubicBezTo>
                      <a:pt x="1568" y="3636"/>
                      <a:pt x="1568" y="3303"/>
                      <a:pt x="1568" y="2969"/>
                    </a:cubicBezTo>
                    <a:cubicBezTo>
                      <a:pt x="1568" y="2702"/>
                      <a:pt x="1568" y="2436"/>
                      <a:pt x="1568" y="2169"/>
                    </a:cubicBezTo>
                    <a:cubicBezTo>
                      <a:pt x="1568" y="2169"/>
                      <a:pt x="1535" y="2135"/>
                      <a:pt x="1535" y="2135"/>
                    </a:cubicBezTo>
                    <a:cubicBezTo>
                      <a:pt x="968" y="2002"/>
                      <a:pt x="701" y="1435"/>
                      <a:pt x="534" y="868"/>
                    </a:cubicBezTo>
                    <a:cubicBezTo>
                      <a:pt x="434" y="634"/>
                      <a:pt x="367" y="334"/>
                      <a:pt x="334" y="34"/>
                    </a:cubicBezTo>
                    <a:cubicBezTo>
                      <a:pt x="334" y="34"/>
                      <a:pt x="334" y="1"/>
                      <a:pt x="3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4" name="Google Shape;12604;p39"/>
              <p:cNvSpPr/>
              <p:nvPr/>
            </p:nvSpPr>
            <p:spPr>
              <a:xfrm>
                <a:off x="6056500" y="3054375"/>
                <a:ext cx="34225" cy="74250"/>
              </a:xfrm>
              <a:custGeom>
                <a:rect b="b" l="l" r="r" t="t"/>
                <a:pathLst>
                  <a:path extrusionOk="0" h="2970" w="1369">
                    <a:moveTo>
                      <a:pt x="368" y="1"/>
                    </a:moveTo>
                    <a:cubicBezTo>
                      <a:pt x="201" y="34"/>
                      <a:pt x="68" y="101"/>
                      <a:pt x="1" y="268"/>
                    </a:cubicBezTo>
                    <a:cubicBezTo>
                      <a:pt x="1" y="268"/>
                      <a:pt x="1" y="301"/>
                      <a:pt x="1" y="301"/>
                    </a:cubicBezTo>
                    <a:lnTo>
                      <a:pt x="34" y="301"/>
                    </a:lnTo>
                    <a:cubicBezTo>
                      <a:pt x="234" y="334"/>
                      <a:pt x="434" y="334"/>
                      <a:pt x="568" y="468"/>
                    </a:cubicBezTo>
                    <a:cubicBezTo>
                      <a:pt x="868" y="668"/>
                      <a:pt x="901" y="1168"/>
                      <a:pt x="901" y="1435"/>
                    </a:cubicBezTo>
                    <a:cubicBezTo>
                      <a:pt x="901" y="1669"/>
                      <a:pt x="868" y="2069"/>
                      <a:pt x="635" y="2302"/>
                    </a:cubicBezTo>
                    <a:cubicBezTo>
                      <a:pt x="501" y="2436"/>
                      <a:pt x="334" y="2536"/>
                      <a:pt x="101" y="2536"/>
                    </a:cubicBezTo>
                    <a:lnTo>
                      <a:pt x="68" y="2536"/>
                    </a:lnTo>
                    <a:cubicBezTo>
                      <a:pt x="68" y="2569"/>
                      <a:pt x="34" y="2569"/>
                      <a:pt x="68" y="2603"/>
                    </a:cubicBezTo>
                    <a:cubicBezTo>
                      <a:pt x="134" y="2769"/>
                      <a:pt x="234" y="2969"/>
                      <a:pt x="434" y="2969"/>
                    </a:cubicBezTo>
                    <a:cubicBezTo>
                      <a:pt x="501" y="2969"/>
                      <a:pt x="535" y="2936"/>
                      <a:pt x="568" y="2936"/>
                    </a:cubicBezTo>
                    <a:cubicBezTo>
                      <a:pt x="1002" y="2803"/>
                      <a:pt x="1168" y="2269"/>
                      <a:pt x="1235" y="1835"/>
                    </a:cubicBezTo>
                    <a:cubicBezTo>
                      <a:pt x="1302" y="1568"/>
                      <a:pt x="1368" y="868"/>
                      <a:pt x="1035" y="368"/>
                    </a:cubicBezTo>
                    <a:cubicBezTo>
                      <a:pt x="868" y="1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5" name="Google Shape;12605;p39"/>
              <p:cNvSpPr/>
              <p:nvPr/>
            </p:nvSpPr>
            <p:spPr>
              <a:xfrm>
                <a:off x="5964775" y="2526500"/>
                <a:ext cx="120950" cy="239375"/>
              </a:xfrm>
              <a:custGeom>
                <a:rect b="b" l="l" r="r" t="t"/>
                <a:pathLst>
                  <a:path extrusionOk="0" h="9575" w="4838">
                    <a:moveTo>
                      <a:pt x="3570" y="1"/>
                    </a:moveTo>
                    <a:cubicBezTo>
                      <a:pt x="3436" y="234"/>
                      <a:pt x="3303" y="434"/>
                      <a:pt x="3136" y="668"/>
                    </a:cubicBezTo>
                    <a:cubicBezTo>
                      <a:pt x="2803" y="1135"/>
                      <a:pt x="2436" y="1635"/>
                      <a:pt x="2169" y="2169"/>
                    </a:cubicBezTo>
                    <a:cubicBezTo>
                      <a:pt x="1702" y="3036"/>
                      <a:pt x="1301" y="3970"/>
                      <a:pt x="1001" y="4971"/>
                    </a:cubicBezTo>
                    <a:cubicBezTo>
                      <a:pt x="534" y="6372"/>
                      <a:pt x="234" y="7840"/>
                      <a:pt x="1" y="9541"/>
                    </a:cubicBezTo>
                    <a:cubicBezTo>
                      <a:pt x="1" y="9541"/>
                      <a:pt x="34" y="9574"/>
                      <a:pt x="34" y="9574"/>
                    </a:cubicBezTo>
                    <a:lnTo>
                      <a:pt x="67" y="9574"/>
                    </a:lnTo>
                    <a:cubicBezTo>
                      <a:pt x="67" y="9574"/>
                      <a:pt x="67" y="9574"/>
                      <a:pt x="101" y="9541"/>
                    </a:cubicBezTo>
                    <a:cubicBezTo>
                      <a:pt x="101" y="9541"/>
                      <a:pt x="101" y="9507"/>
                      <a:pt x="134" y="9507"/>
                    </a:cubicBezTo>
                    <a:cubicBezTo>
                      <a:pt x="334" y="9140"/>
                      <a:pt x="568" y="8774"/>
                      <a:pt x="801" y="8407"/>
                    </a:cubicBezTo>
                    <a:cubicBezTo>
                      <a:pt x="1301" y="7639"/>
                      <a:pt x="1768" y="6872"/>
                      <a:pt x="2202" y="6105"/>
                    </a:cubicBezTo>
                    <a:cubicBezTo>
                      <a:pt x="2669" y="5338"/>
                      <a:pt x="3136" y="4571"/>
                      <a:pt x="3536" y="3837"/>
                    </a:cubicBezTo>
                    <a:cubicBezTo>
                      <a:pt x="3670" y="3637"/>
                      <a:pt x="3770" y="3436"/>
                      <a:pt x="3903" y="3236"/>
                    </a:cubicBezTo>
                    <a:cubicBezTo>
                      <a:pt x="4170" y="2703"/>
                      <a:pt x="4470" y="2202"/>
                      <a:pt x="4804" y="1735"/>
                    </a:cubicBezTo>
                    <a:cubicBezTo>
                      <a:pt x="4837" y="1702"/>
                      <a:pt x="4837" y="1702"/>
                      <a:pt x="4837" y="1668"/>
                    </a:cubicBezTo>
                    <a:cubicBezTo>
                      <a:pt x="4437" y="1035"/>
                      <a:pt x="4070" y="468"/>
                      <a:pt x="3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6" name="Google Shape;12606;p39"/>
              <p:cNvSpPr/>
              <p:nvPr/>
            </p:nvSpPr>
            <p:spPr>
              <a:xfrm>
                <a:off x="5819675" y="2970350"/>
                <a:ext cx="44225" cy="146600"/>
              </a:xfrm>
              <a:custGeom>
                <a:rect b="b" l="l" r="r" t="t"/>
                <a:pathLst>
                  <a:path extrusionOk="0" h="5864" w="1769">
                    <a:moveTo>
                      <a:pt x="601" y="1"/>
                    </a:moveTo>
                    <a:cubicBezTo>
                      <a:pt x="592" y="1"/>
                      <a:pt x="584" y="9"/>
                      <a:pt x="567" y="26"/>
                    </a:cubicBezTo>
                    <a:cubicBezTo>
                      <a:pt x="534" y="26"/>
                      <a:pt x="467" y="59"/>
                      <a:pt x="434" y="59"/>
                    </a:cubicBezTo>
                    <a:cubicBezTo>
                      <a:pt x="367" y="93"/>
                      <a:pt x="301" y="93"/>
                      <a:pt x="267" y="126"/>
                    </a:cubicBezTo>
                    <a:lnTo>
                      <a:pt x="234" y="126"/>
                    </a:lnTo>
                    <a:cubicBezTo>
                      <a:pt x="201" y="126"/>
                      <a:pt x="134" y="159"/>
                      <a:pt x="34" y="193"/>
                    </a:cubicBezTo>
                    <a:cubicBezTo>
                      <a:pt x="34" y="193"/>
                      <a:pt x="0" y="193"/>
                      <a:pt x="0" y="226"/>
                    </a:cubicBezTo>
                    <a:cubicBezTo>
                      <a:pt x="234" y="2194"/>
                      <a:pt x="601" y="4096"/>
                      <a:pt x="1101" y="5830"/>
                    </a:cubicBezTo>
                    <a:cubicBezTo>
                      <a:pt x="1135" y="5830"/>
                      <a:pt x="1135" y="5863"/>
                      <a:pt x="1135" y="5863"/>
                    </a:cubicBezTo>
                    <a:lnTo>
                      <a:pt x="1168" y="5863"/>
                    </a:lnTo>
                    <a:cubicBezTo>
                      <a:pt x="1268" y="5797"/>
                      <a:pt x="1368" y="5730"/>
                      <a:pt x="1468" y="5663"/>
                    </a:cubicBezTo>
                    <a:lnTo>
                      <a:pt x="1468" y="5630"/>
                    </a:lnTo>
                    <a:cubicBezTo>
                      <a:pt x="1501" y="5630"/>
                      <a:pt x="1501" y="5630"/>
                      <a:pt x="1501" y="5597"/>
                    </a:cubicBezTo>
                    <a:cubicBezTo>
                      <a:pt x="1501" y="5330"/>
                      <a:pt x="1501" y="5063"/>
                      <a:pt x="1535" y="4796"/>
                    </a:cubicBezTo>
                    <a:cubicBezTo>
                      <a:pt x="1568" y="4396"/>
                      <a:pt x="1635" y="4062"/>
                      <a:pt x="1768" y="3795"/>
                    </a:cubicBezTo>
                    <a:cubicBezTo>
                      <a:pt x="1768" y="3762"/>
                      <a:pt x="1768" y="3762"/>
                      <a:pt x="1768" y="3762"/>
                    </a:cubicBezTo>
                    <a:cubicBezTo>
                      <a:pt x="1668" y="3228"/>
                      <a:pt x="1568" y="2695"/>
                      <a:pt x="1468" y="2127"/>
                    </a:cubicBezTo>
                    <a:cubicBezTo>
                      <a:pt x="1468" y="2127"/>
                      <a:pt x="1468" y="2094"/>
                      <a:pt x="1468" y="2094"/>
                    </a:cubicBezTo>
                    <a:cubicBezTo>
                      <a:pt x="1368" y="1961"/>
                      <a:pt x="1268" y="1794"/>
                      <a:pt x="1168" y="1627"/>
                    </a:cubicBezTo>
                    <a:cubicBezTo>
                      <a:pt x="968" y="1260"/>
                      <a:pt x="701" y="660"/>
                      <a:pt x="634" y="59"/>
                    </a:cubicBezTo>
                    <a:cubicBezTo>
                      <a:pt x="634" y="26"/>
                      <a:pt x="634" y="26"/>
                      <a:pt x="634" y="26"/>
                    </a:cubicBezTo>
                    <a:cubicBezTo>
                      <a:pt x="617" y="9"/>
                      <a:pt x="609" y="1"/>
                      <a:pt x="6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7" name="Google Shape;12607;p39"/>
              <p:cNvSpPr/>
              <p:nvPr/>
            </p:nvSpPr>
            <p:spPr>
              <a:xfrm>
                <a:off x="5839675" y="2521500"/>
                <a:ext cx="70075" cy="135950"/>
              </a:xfrm>
              <a:custGeom>
                <a:rect b="b" l="l" r="r" t="t"/>
                <a:pathLst>
                  <a:path extrusionOk="0" h="5438" w="2803">
                    <a:moveTo>
                      <a:pt x="1969" y="0"/>
                    </a:moveTo>
                    <a:cubicBezTo>
                      <a:pt x="1569" y="701"/>
                      <a:pt x="1168" y="1468"/>
                      <a:pt x="835" y="2302"/>
                    </a:cubicBezTo>
                    <a:cubicBezTo>
                      <a:pt x="535" y="3069"/>
                      <a:pt x="268" y="3903"/>
                      <a:pt x="34" y="4771"/>
                    </a:cubicBezTo>
                    <a:cubicBezTo>
                      <a:pt x="1" y="4771"/>
                      <a:pt x="34" y="4804"/>
                      <a:pt x="34" y="4804"/>
                    </a:cubicBezTo>
                    <a:cubicBezTo>
                      <a:pt x="201" y="4871"/>
                      <a:pt x="335" y="5004"/>
                      <a:pt x="468" y="5104"/>
                    </a:cubicBezTo>
                    <a:lnTo>
                      <a:pt x="501" y="5104"/>
                    </a:lnTo>
                    <a:cubicBezTo>
                      <a:pt x="635" y="5204"/>
                      <a:pt x="802" y="5338"/>
                      <a:pt x="902" y="5438"/>
                    </a:cubicBezTo>
                    <a:lnTo>
                      <a:pt x="968" y="5438"/>
                    </a:lnTo>
                    <a:cubicBezTo>
                      <a:pt x="968" y="5438"/>
                      <a:pt x="968" y="5438"/>
                      <a:pt x="968" y="5404"/>
                    </a:cubicBezTo>
                    <a:cubicBezTo>
                      <a:pt x="1135" y="4771"/>
                      <a:pt x="1335" y="4137"/>
                      <a:pt x="1535" y="3536"/>
                    </a:cubicBezTo>
                    <a:cubicBezTo>
                      <a:pt x="1902" y="2469"/>
                      <a:pt x="2336" y="1535"/>
                      <a:pt x="2803" y="768"/>
                    </a:cubicBezTo>
                    <a:cubicBezTo>
                      <a:pt x="2803" y="768"/>
                      <a:pt x="2803" y="768"/>
                      <a:pt x="2803" y="734"/>
                    </a:cubicBezTo>
                    <a:cubicBezTo>
                      <a:pt x="2803" y="701"/>
                      <a:pt x="2803" y="701"/>
                      <a:pt x="2803" y="668"/>
                    </a:cubicBezTo>
                    <a:cubicBezTo>
                      <a:pt x="2703" y="634"/>
                      <a:pt x="2636" y="568"/>
                      <a:pt x="2569" y="501"/>
                    </a:cubicBezTo>
                    <a:cubicBezTo>
                      <a:pt x="2536" y="467"/>
                      <a:pt x="2503" y="401"/>
                      <a:pt x="2469" y="367"/>
                    </a:cubicBezTo>
                    <a:cubicBezTo>
                      <a:pt x="2403" y="334"/>
                      <a:pt x="2369" y="301"/>
                      <a:pt x="2336" y="267"/>
                    </a:cubicBezTo>
                    <a:cubicBezTo>
                      <a:pt x="2236" y="201"/>
                      <a:pt x="2136" y="101"/>
                      <a:pt x="20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8" name="Google Shape;12608;p39"/>
              <p:cNvSpPr/>
              <p:nvPr/>
            </p:nvSpPr>
            <p:spPr>
              <a:xfrm>
                <a:off x="5893050" y="2447275"/>
                <a:ext cx="85100" cy="85100"/>
              </a:xfrm>
              <a:custGeom>
                <a:rect b="b" l="l" r="r" t="t"/>
                <a:pathLst>
                  <a:path extrusionOk="0" h="3404" w="3404">
                    <a:moveTo>
                      <a:pt x="3070" y="1"/>
                    </a:moveTo>
                    <a:cubicBezTo>
                      <a:pt x="1936" y="401"/>
                      <a:pt x="935" y="1302"/>
                      <a:pt x="1" y="2703"/>
                    </a:cubicBezTo>
                    <a:cubicBezTo>
                      <a:pt x="1" y="2703"/>
                      <a:pt x="1" y="2736"/>
                      <a:pt x="1" y="2736"/>
                    </a:cubicBezTo>
                    <a:cubicBezTo>
                      <a:pt x="1" y="2736"/>
                      <a:pt x="34" y="2769"/>
                      <a:pt x="34" y="2769"/>
                    </a:cubicBezTo>
                    <a:cubicBezTo>
                      <a:pt x="168" y="2836"/>
                      <a:pt x="334" y="2969"/>
                      <a:pt x="468" y="3070"/>
                    </a:cubicBezTo>
                    <a:lnTo>
                      <a:pt x="535" y="3136"/>
                    </a:lnTo>
                    <a:cubicBezTo>
                      <a:pt x="568" y="3170"/>
                      <a:pt x="601" y="3203"/>
                      <a:pt x="635" y="3236"/>
                    </a:cubicBezTo>
                    <a:cubicBezTo>
                      <a:pt x="701" y="3270"/>
                      <a:pt x="768" y="3336"/>
                      <a:pt x="835" y="3403"/>
                    </a:cubicBezTo>
                    <a:lnTo>
                      <a:pt x="901" y="3403"/>
                    </a:lnTo>
                    <a:cubicBezTo>
                      <a:pt x="1635" y="2336"/>
                      <a:pt x="2469" y="1702"/>
                      <a:pt x="3370" y="1502"/>
                    </a:cubicBezTo>
                    <a:cubicBezTo>
                      <a:pt x="3370" y="1502"/>
                      <a:pt x="3403" y="1502"/>
                      <a:pt x="3403" y="1468"/>
                    </a:cubicBezTo>
                    <a:cubicBezTo>
                      <a:pt x="3403" y="1468"/>
                      <a:pt x="3403" y="1468"/>
                      <a:pt x="3403" y="1435"/>
                    </a:cubicBezTo>
                    <a:cubicBezTo>
                      <a:pt x="3303" y="1235"/>
                      <a:pt x="3270" y="1001"/>
                      <a:pt x="3236" y="734"/>
                    </a:cubicBezTo>
                    <a:cubicBezTo>
                      <a:pt x="3203" y="634"/>
                      <a:pt x="3203" y="568"/>
                      <a:pt x="3203" y="468"/>
                    </a:cubicBezTo>
                    <a:cubicBezTo>
                      <a:pt x="3170" y="434"/>
                      <a:pt x="3170" y="368"/>
                      <a:pt x="3170" y="334"/>
                    </a:cubicBezTo>
                    <a:cubicBezTo>
                      <a:pt x="3136" y="234"/>
                      <a:pt x="3103" y="134"/>
                      <a:pt x="3103" y="34"/>
                    </a:cubicBezTo>
                    <a:cubicBezTo>
                      <a:pt x="3103" y="34"/>
                      <a:pt x="3103" y="34"/>
                      <a:pt x="31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9" name="Google Shape;12609;p39"/>
              <p:cNvSpPr/>
              <p:nvPr/>
            </p:nvSpPr>
            <p:spPr>
              <a:xfrm>
                <a:off x="5923925" y="2491425"/>
                <a:ext cx="125100" cy="48450"/>
              </a:xfrm>
              <a:custGeom>
                <a:rect b="b" l="l" r="r" t="t"/>
                <a:pathLst>
                  <a:path extrusionOk="0" h="1938" w="5004">
                    <a:moveTo>
                      <a:pt x="2706" y="0"/>
                    </a:moveTo>
                    <a:cubicBezTo>
                      <a:pt x="2671" y="0"/>
                      <a:pt x="2637" y="1"/>
                      <a:pt x="2602" y="3"/>
                    </a:cubicBezTo>
                    <a:cubicBezTo>
                      <a:pt x="1668" y="69"/>
                      <a:pt x="801" y="636"/>
                      <a:pt x="0" y="1737"/>
                    </a:cubicBezTo>
                    <a:cubicBezTo>
                      <a:pt x="0" y="1771"/>
                      <a:pt x="0" y="1771"/>
                      <a:pt x="0" y="1804"/>
                    </a:cubicBezTo>
                    <a:lnTo>
                      <a:pt x="33" y="1804"/>
                    </a:lnTo>
                    <a:cubicBezTo>
                      <a:pt x="200" y="1804"/>
                      <a:pt x="334" y="1837"/>
                      <a:pt x="500" y="1837"/>
                    </a:cubicBezTo>
                    <a:lnTo>
                      <a:pt x="1101" y="1837"/>
                    </a:lnTo>
                    <a:cubicBezTo>
                      <a:pt x="1401" y="1871"/>
                      <a:pt x="1735" y="1871"/>
                      <a:pt x="2035" y="1871"/>
                    </a:cubicBezTo>
                    <a:lnTo>
                      <a:pt x="2869" y="1871"/>
                    </a:lnTo>
                    <a:cubicBezTo>
                      <a:pt x="3336" y="1871"/>
                      <a:pt x="3869" y="1871"/>
                      <a:pt x="4370" y="1904"/>
                    </a:cubicBezTo>
                    <a:cubicBezTo>
                      <a:pt x="4370" y="1937"/>
                      <a:pt x="4370" y="1937"/>
                      <a:pt x="4370" y="1937"/>
                    </a:cubicBezTo>
                    <a:cubicBezTo>
                      <a:pt x="4370" y="1937"/>
                      <a:pt x="4370" y="1904"/>
                      <a:pt x="4403" y="1904"/>
                    </a:cubicBezTo>
                    <a:cubicBezTo>
                      <a:pt x="4603" y="1637"/>
                      <a:pt x="4803" y="1370"/>
                      <a:pt x="5004" y="1170"/>
                    </a:cubicBezTo>
                    <a:cubicBezTo>
                      <a:pt x="5004" y="1170"/>
                      <a:pt x="5004" y="1170"/>
                      <a:pt x="5004" y="1137"/>
                    </a:cubicBezTo>
                    <a:cubicBezTo>
                      <a:pt x="5004" y="1137"/>
                      <a:pt x="5004" y="1137"/>
                      <a:pt x="5004" y="1103"/>
                    </a:cubicBezTo>
                    <a:cubicBezTo>
                      <a:pt x="4268" y="368"/>
                      <a:pt x="3502" y="0"/>
                      <a:pt x="27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0" name="Google Shape;12610;p39"/>
              <p:cNvSpPr/>
              <p:nvPr/>
            </p:nvSpPr>
            <p:spPr>
              <a:xfrm>
                <a:off x="5871375" y="2544025"/>
                <a:ext cx="155125" cy="121775"/>
              </a:xfrm>
              <a:custGeom>
                <a:rect b="b" l="l" r="r" t="t"/>
                <a:pathLst>
                  <a:path extrusionOk="0" h="4871" w="6205">
                    <a:moveTo>
                      <a:pt x="1869" y="0"/>
                    </a:moveTo>
                    <a:cubicBezTo>
                      <a:pt x="1869" y="0"/>
                      <a:pt x="1835" y="0"/>
                      <a:pt x="1835" y="33"/>
                    </a:cubicBezTo>
                    <a:cubicBezTo>
                      <a:pt x="1368" y="767"/>
                      <a:pt x="968" y="1668"/>
                      <a:pt x="601" y="2735"/>
                    </a:cubicBezTo>
                    <a:cubicBezTo>
                      <a:pt x="367" y="3369"/>
                      <a:pt x="167" y="4070"/>
                      <a:pt x="1" y="4804"/>
                    </a:cubicBezTo>
                    <a:cubicBezTo>
                      <a:pt x="1" y="4804"/>
                      <a:pt x="1" y="4837"/>
                      <a:pt x="1" y="4837"/>
                    </a:cubicBezTo>
                    <a:cubicBezTo>
                      <a:pt x="34" y="4837"/>
                      <a:pt x="34" y="4870"/>
                      <a:pt x="34" y="4870"/>
                    </a:cubicBezTo>
                    <a:cubicBezTo>
                      <a:pt x="167" y="4837"/>
                      <a:pt x="267" y="4837"/>
                      <a:pt x="401" y="4837"/>
                    </a:cubicBezTo>
                    <a:lnTo>
                      <a:pt x="1802" y="4837"/>
                    </a:lnTo>
                    <a:cubicBezTo>
                      <a:pt x="2135" y="4837"/>
                      <a:pt x="2436" y="4804"/>
                      <a:pt x="2736" y="4804"/>
                    </a:cubicBezTo>
                    <a:cubicBezTo>
                      <a:pt x="3203" y="4770"/>
                      <a:pt x="3703" y="4737"/>
                      <a:pt x="4170" y="4737"/>
                    </a:cubicBezTo>
                    <a:lnTo>
                      <a:pt x="4204" y="4737"/>
                    </a:lnTo>
                    <a:cubicBezTo>
                      <a:pt x="4537" y="3636"/>
                      <a:pt x="4904" y="2635"/>
                      <a:pt x="5371" y="1735"/>
                    </a:cubicBezTo>
                    <a:cubicBezTo>
                      <a:pt x="5605" y="1268"/>
                      <a:pt x="5871" y="734"/>
                      <a:pt x="6205" y="234"/>
                    </a:cubicBezTo>
                    <a:cubicBezTo>
                      <a:pt x="6205" y="234"/>
                      <a:pt x="6205" y="200"/>
                      <a:pt x="6205" y="200"/>
                    </a:cubicBezTo>
                    <a:cubicBezTo>
                      <a:pt x="6205" y="167"/>
                      <a:pt x="6172" y="167"/>
                      <a:pt x="6172" y="167"/>
                    </a:cubicBezTo>
                    <a:lnTo>
                      <a:pt x="5705" y="167"/>
                    </a:lnTo>
                    <a:cubicBezTo>
                      <a:pt x="5605" y="134"/>
                      <a:pt x="5471" y="134"/>
                      <a:pt x="5371" y="134"/>
                    </a:cubicBezTo>
                    <a:cubicBezTo>
                      <a:pt x="4971" y="134"/>
                      <a:pt x="4537" y="134"/>
                      <a:pt x="4070" y="100"/>
                    </a:cubicBezTo>
                    <a:cubicBezTo>
                      <a:pt x="3670" y="100"/>
                      <a:pt x="3270" y="100"/>
                      <a:pt x="2869" y="67"/>
                    </a:cubicBezTo>
                    <a:lnTo>
                      <a:pt x="2636" y="67"/>
                    </a:lnTo>
                    <a:cubicBezTo>
                      <a:pt x="2369" y="67"/>
                      <a:pt x="2135" y="67"/>
                      <a:pt x="18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1" name="Google Shape;12611;p39"/>
              <p:cNvSpPr/>
              <p:nvPr/>
            </p:nvSpPr>
            <p:spPr>
              <a:xfrm>
                <a:off x="5852200" y="2670775"/>
                <a:ext cx="121775" cy="150125"/>
              </a:xfrm>
              <a:custGeom>
                <a:rect b="b" l="l" r="r" t="t"/>
                <a:pathLst>
                  <a:path extrusionOk="0" h="6005" w="4871">
                    <a:moveTo>
                      <a:pt x="4804" y="0"/>
                    </a:moveTo>
                    <a:cubicBezTo>
                      <a:pt x="4270" y="67"/>
                      <a:pt x="3703" y="67"/>
                      <a:pt x="3169" y="67"/>
                    </a:cubicBezTo>
                    <a:lnTo>
                      <a:pt x="2669" y="67"/>
                    </a:lnTo>
                    <a:cubicBezTo>
                      <a:pt x="2202" y="100"/>
                      <a:pt x="1835" y="100"/>
                      <a:pt x="1468" y="100"/>
                    </a:cubicBezTo>
                    <a:lnTo>
                      <a:pt x="1235" y="100"/>
                    </a:lnTo>
                    <a:cubicBezTo>
                      <a:pt x="1068" y="100"/>
                      <a:pt x="901" y="100"/>
                      <a:pt x="734" y="67"/>
                    </a:cubicBezTo>
                    <a:cubicBezTo>
                      <a:pt x="701" y="67"/>
                      <a:pt x="701" y="67"/>
                      <a:pt x="701" y="100"/>
                    </a:cubicBezTo>
                    <a:cubicBezTo>
                      <a:pt x="301" y="1868"/>
                      <a:pt x="67" y="3836"/>
                      <a:pt x="0" y="5938"/>
                    </a:cubicBezTo>
                    <a:cubicBezTo>
                      <a:pt x="0" y="5971"/>
                      <a:pt x="0" y="5971"/>
                      <a:pt x="0" y="5971"/>
                    </a:cubicBezTo>
                    <a:cubicBezTo>
                      <a:pt x="0" y="5971"/>
                      <a:pt x="34" y="6005"/>
                      <a:pt x="34" y="6005"/>
                    </a:cubicBezTo>
                    <a:cubicBezTo>
                      <a:pt x="100" y="5988"/>
                      <a:pt x="167" y="5980"/>
                      <a:pt x="234" y="5980"/>
                    </a:cubicBezTo>
                    <a:cubicBezTo>
                      <a:pt x="301" y="5980"/>
                      <a:pt x="367" y="5988"/>
                      <a:pt x="434" y="6005"/>
                    </a:cubicBezTo>
                    <a:lnTo>
                      <a:pt x="3069" y="6005"/>
                    </a:lnTo>
                    <a:cubicBezTo>
                      <a:pt x="3136" y="6005"/>
                      <a:pt x="3236" y="5971"/>
                      <a:pt x="3336" y="5971"/>
                    </a:cubicBezTo>
                    <a:cubicBezTo>
                      <a:pt x="3469" y="5971"/>
                      <a:pt x="3603" y="5956"/>
                      <a:pt x="3726" y="5956"/>
                    </a:cubicBezTo>
                    <a:cubicBezTo>
                      <a:pt x="3788" y="5956"/>
                      <a:pt x="3847" y="5960"/>
                      <a:pt x="3903" y="5971"/>
                    </a:cubicBezTo>
                    <a:lnTo>
                      <a:pt x="3936" y="5971"/>
                    </a:lnTo>
                    <a:cubicBezTo>
                      <a:pt x="3970" y="5971"/>
                      <a:pt x="3970" y="5938"/>
                      <a:pt x="3970" y="5938"/>
                    </a:cubicBezTo>
                    <a:cubicBezTo>
                      <a:pt x="4103" y="3703"/>
                      <a:pt x="4403" y="1768"/>
                      <a:pt x="4870" y="67"/>
                    </a:cubicBezTo>
                    <a:cubicBezTo>
                      <a:pt x="4870" y="34"/>
                      <a:pt x="4870" y="34"/>
                      <a:pt x="48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2" name="Google Shape;12612;p39"/>
              <p:cNvSpPr/>
              <p:nvPr/>
            </p:nvSpPr>
            <p:spPr>
              <a:xfrm>
                <a:off x="5851350" y="2827550"/>
                <a:ext cx="99275" cy="114275"/>
              </a:xfrm>
              <a:custGeom>
                <a:rect b="b" l="l" r="r" t="t"/>
                <a:pathLst>
                  <a:path extrusionOk="0" h="4571" w="3971">
                    <a:moveTo>
                      <a:pt x="34" y="1"/>
                    </a:moveTo>
                    <a:cubicBezTo>
                      <a:pt x="1" y="1"/>
                      <a:pt x="1" y="1"/>
                      <a:pt x="1" y="34"/>
                    </a:cubicBezTo>
                    <a:cubicBezTo>
                      <a:pt x="1" y="1001"/>
                      <a:pt x="1" y="1935"/>
                      <a:pt x="34" y="2903"/>
                    </a:cubicBezTo>
                    <a:cubicBezTo>
                      <a:pt x="34" y="3203"/>
                      <a:pt x="68" y="3536"/>
                      <a:pt x="101" y="3903"/>
                    </a:cubicBezTo>
                    <a:cubicBezTo>
                      <a:pt x="101" y="3903"/>
                      <a:pt x="101" y="3903"/>
                      <a:pt x="101" y="3937"/>
                    </a:cubicBezTo>
                    <a:cubicBezTo>
                      <a:pt x="134" y="3937"/>
                      <a:pt x="134" y="3937"/>
                      <a:pt x="168" y="3903"/>
                    </a:cubicBezTo>
                    <a:cubicBezTo>
                      <a:pt x="400" y="3758"/>
                      <a:pt x="683" y="3663"/>
                      <a:pt x="951" y="3663"/>
                    </a:cubicBezTo>
                    <a:cubicBezTo>
                      <a:pt x="990" y="3663"/>
                      <a:pt x="1030" y="3666"/>
                      <a:pt x="1068" y="3670"/>
                    </a:cubicBezTo>
                    <a:cubicBezTo>
                      <a:pt x="1435" y="3670"/>
                      <a:pt x="1769" y="3803"/>
                      <a:pt x="2036" y="4037"/>
                    </a:cubicBezTo>
                    <a:cubicBezTo>
                      <a:pt x="2102" y="4103"/>
                      <a:pt x="2136" y="4170"/>
                      <a:pt x="2203" y="4237"/>
                    </a:cubicBezTo>
                    <a:cubicBezTo>
                      <a:pt x="2336" y="4337"/>
                      <a:pt x="2436" y="4470"/>
                      <a:pt x="2569" y="4537"/>
                    </a:cubicBezTo>
                    <a:cubicBezTo>
                      <a:pt x="2636" y="4537"/>
                      <a:pt x="2670" y="4570"/>
                      <a:pt x="2703" y="4570"/>
                    </a:cubicBezTo>
                    <a:lnTo>
                      <a:pt x="2836" y="4570"/>
                    </a:lnTo>
                    <a:cubicBezTo>
                      <a:pt x="2903" y="4570"/>
                      <a:pt x="2936" y="4537"/>
                      <a:pt x="2970" y="4537"/>
                    </a:cubicBezTo>
                    <a:cubicBezTo>
                      <a:pt x="3137" y="4470"/>
                      <a:pt x="3237" y="4337"/>
                      <a:pt x="3370" y="4237"/>
                    </a:cubicBezTo>
                    <a:cubicBezTo>
                      <a:pt x="3403" y="4170"/>
                      <a:pt x="3470" y="4103"/>
                      <a:pt x="3537" y="4037"/>
                    </a:cubicBezTo>
                    <a:cubicBezTo>
                      <a:pt x="3670" y="3937"/>
                      <a:pt x="3804" y="3870"/>
                      <a:pt x="3937" y="3803"/>
                    </a:cubicBezTo>
                    <a:cubicBezTo>
                      <a:pt x="3970" y="3770"/>
                      <a:pt x="3970" y="3770"/>
                      <a:pt x="3970" y="3737"/>
                    </a:cubicBezTo>
                    <a:cubicBezTo>
                      <a:pt x="3904" y="2536"/>
                      <a:pt x="3904" y="1301"/>
                      <a:pt x="3970" y="34"/>
                    </a:cubicBezTo>
                    <a:cubicBezTo>
                      <a:pt x="3970" y="34"/>
                      <a:pt x="3970" y="34"/>
                      <a:pt x="3970" y="1"/>
                    </a:cubicBezTo>
                    <a:lnTo>
                      <a:pt x="3937" y="1"/>
                    </a:lnTo>
                    <a:cubicBezTo>
                      <a:pt x="3770" y="34"/>
                      <a:pt x="3570" y="34"/>
                      <a:pt x="3403" y="34"/>
                    </a:cubicBezTo>
                    <a:lnTo>
                      <a:pt x="3170" y="34"/>
                    </a:lnTo>
                    <a:cubicBezTo>
                      <a:pt x="2947" y="34"/>
                      <a:pt x="2666" y="49"/>
                      <a:pt x="2374" y="49"/>
                    </a:cubicBezTo>
                    <a:cubicBezTo>
                      <a:pt x="2228" y="49"/>
                      <a:pt x="2080" y="45"/>
                      <a:pt x="1936" y="34"/>
                    </a:cubicBezTo>
                    <a:lnTo>
                      <a:pt x="535" y="34"/>
                    </a:lnTo>
                    <a:cubicBezTo>
                      <a:pt x="368" y="1"/>
                      <a:pt x="201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3" name="Google Shape;12613;p39"/>
              <p:cNvSpPr/>
              <p:nvPr/>
            </p:nvSpPr>
            <p:spPr>
              <a:xfrm>
                <a:off x="5833850" y="2927525"/>
                <a:ext cx="174325" cy="119375"/>
              </a:xfrm>
              <a:custGeom>
                <a:rect b="b" l="l" r="r" t="t"/>
                <a:pathLst>
                  <a:path extrusionOk="0" h="4775" w="6973">
                    <a:moveTo>
                      <a:pt x="1670" y="0"/>
                    </a:moveTo>
                    <a:cubicBezTo>
                      <a:pt x="1635" y="0"/>
                      <a:pt x="1602" y="2"/>
                      <a:pt x="1568" y="4"/>
                    </a:cubicBezTo>
                    <a:cubicBezTo>
                      <a:pt x="1201" y="4"/>
                      <a:pt x="868" y="205"/>
                      <a:pt x="634" y="538"/>
                    </a:cubicBezTo>
                    <a:cubicBezTo>
                      <a:pt x="0" y="1372"/>
                      <a:pt x="501" y="2606"/>
                      <a:pt x="868" y="3240"/>
                    </a:cubicBezTo>
                    <a:cubicBezTo>
                      <a:pt x="1101" y="3707"/>
                      <a:pt x="1435" y="4107"/>
                      <a:pt x="1768" y="4441"/>
                    </a:cubicBezTo>
                    <a:cubicBezTo>
                      <a:pt x="1835" y="4541"/>
                      <a:pt x="1935" y="4641"/>
                      <a:pt x="2002" y="4708"/>
                    </a:cubicBezTo>
                    <a:cubicBezTo>
                      <a:pt x="2002" y="4741"/>
                      <a:pt x="2035" y="4741"/>
                      <a:pt x="2035" y="4741"/>
                    </a:cubicBezTo>
                    <a:cubicBezTo>
                      <a:pt x="2235" y="4674"/>
                      <a:pt x="2436" y="4674"/>
                      <a:pt x="2702" y="4674"/>
                    </a:cubicBezTo>
                    <a:cubicBezTo>
                      <a:pt x="2702" y="4674"/>
                      <a:pt x="2736" y="4641"/>
                      <a:pt x="2736" y="4641"/>
                    </a:cubicBezTo>
                    <a:cubicBezTo>
                      <a:pt x="2736" y="4641"/>
                      <a:pt x="2736" y="4608"/>
                      <a:pt x="2736" y="4608"/>
                    </a:cubicBezTo>
                    <a:cubicBezTo>
                      <a:pt x="2636" y="4374"/>
                      <a:pt x="2569" y="4141"/>
                      <a:pt x="2502" y="3907"/>
                    </a:cubicBezTo>
                    <a:cubicBezTo>
                      <a:pt x="2369" y="3574"/>
                      <a:pt x="2235" y="3140"/>
                      <a:pt x="2269" y="2773"/>
                    </a:cubicBezTo>
                    <a:cubicBezTo>
                      <a:pt x="2269" y="2606"/>
                      <a:pt x="2302" y="2473"/>
                      <a:pt x="2402" y="2373"/>
                    </a:cubicBezTo>
                    <a:cubicBezTo>
                      <a:pt x="2596" y="2203"/>
                      <a:pt x="2948" y="2157"/>
                      <a:pt x="3241" y="2157"/>
                    </a:cubicBezTo>
                    <a:cubicBezTo>
                      <a:pt x="3352" y="2157"/>
                      <a:pt x="3454" y="2163"/>
                      <a:pt x="3536" y="2173"/>
                    </a:cubicBezTo>
                    <a:lnTo>
                      <a:pt x="3570" y="2173"/>
                    </a:lnTo>
                    <a:cubicBezTo>
                      <a:pt x="4070" y="2173"/>
                      <a:pt x="4737" y="2306"/>
                      <a:pt x="4737" y="3040"/>
                    </a:cubicBezTo>
                    <a:cubicBezTo>
                      <a:pt x="4737" y="3540"/>
                      <a:pt x="4537" y="4107"/>
                      <a:pt x="4137" y="4641"/>
                    </a:cubicBezTo>
                    <a:cubicBezTo>
                      <a:pt x="4137" y="4674"/>
                      <a:pt x="4137" y="4674"/>
                      <a:pt x="4137" y="4708"/>
                    </a:cubicBezTo>
                    <a:lnTo>
                      <a:pt x="4170" y="4708"/>
                    </a:lnTo>
                    <a:cubicBezTo>
                      <a:pt x="4304" y="4741"/>
                      <a:pt x="4404" y="4741"/>
                      <a:pt x="4504" y="4741"/>
                    </a:cubicBezTo>
                    <a:cubicBezTo>
                      <a:pt x="4604" y="4741"/>
                      <a:pt x="4670" y="4774"/>
                      <a:pt x="4771" y="4774"/>
                    </a:cubicBezTo>
                    <a:lnTo>
                      <a:pt x="4904" y="4774"/>
                    </a:lnTo>
                    <a:cubicBezTo>
                      <a:pt x="5004" y="4641"/>
                      <a:pt x="5104" y="4541"/>
                      <a:pt x="5204" y="4441"/>
                    </a:cubicBezTo>
                    <a:cubicBezTo>
                      <a:pt x="5504" y="4074"/>
                      <a:pt x="5838" y="3707"/>
                      <a:pt x="6105" y="3240"/>
                    </a:cubicBezTo>
                    <a:cubicBezTo>
                      <a:pt x="6472" y="2606"/>
                      <a:pt x="6972" y="1372"/>
                      <a:pt x="6338" y="538"/>
                    </a:cubicBezTo>
                    <a:cubicBezTo>
                      <a:pt x="6071" y="205"/>
                      <a:pt x="5771" y="4"/>
                      <a:pt x="5404" y="4"/>
                    </a:cubicBezTo>
                    <a:cubicBezTo>
                      <a:pt x="5368" y="2"/>
                      <a:pt x="5332" y="0"/>
                      <a:pt x="5296" y="0"/>
                    </a:cubicBezTo>
                    <a:cubicBezTo>
                      <a:pt x="4899" y="0"/>
                      <a:pt x="4506" y="168"/>
                      <a:pt x="4170" y="505"/>
                    </a:cubicBezTo>
                    <a:cubicBezTo>
                      <a:pt x="4037" y="638"/>
                      <a:pt x="3903" y="738"/>
                      <a:pt x="3770" y="805"/>
                    </a:cubicBezTo>
                    <a:cubicBezTo>
                      <a:pt x="3670" y="838"/>
                      <a:pt x="3603" y="872"/>
                      <a:pt x="3503" y="872"/>
                    </a:cubicBezTo>
                    <a:lnTo>
                      <a:pt x="3436" y="872"/>
                    </a:lnTo>
                    <a:cubicBezTo>
                      <a:pt x="3370" y="872"/>
                      <a:pt x="3303" y="838"/>
                      <a:pt x="3203" y="805"/>
                    </a:cubicBezTo>
                    <a:cubicBezTo>
                      <a:pt x="3169" y="805"/>
                      <a:pt x="3136" y="772"/>
                      <a:pt x="3069" y="738"/>
                    </a:cubicBezTo>
                    <a:cubicBezTo>
                      <a:pt x="3003" y="705"/>
                      <a:pt x="2903" y="638"/>
                      <a:pt x="2836" y="571"/>
                    </a:cubicBezTo>
                    <a:lnTo>
                      <a:pt x="2802" y="538"/>
                    </a:lnTo>
                    <a:cubicBezTo>
                      <a:pt x="2802" y="538"/>
                      <a:pt x="2802" y="505"/>
                      <a:pt x="2769" y="505"/>
                    </a:cubicBezTo>
                    <a:cubicBezTo>
                      <a:pt x="2463" y="168"/>
                      <a:pt x="2045" y="0"/>
                      <a:pt x="16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4" name="Google Shape;12614;p39"/>
              <p:cNvSpPr/>
              <p:nvPr/>
            </p:nvSpPr>
            <p:spPr>
              <a:xfrm>
                <a:off x="5985625" y="3396225"/>
                <a:ext cx="105925" cy="57625"/>
              </a:xfrm>
              <a:custGeom>
                <a:rect b="b" l="l" r="r" t="t"/>
                <a:pathLst>
                  <a:path extrusionOk="0" h="2305" w="4237">
                    <a:moveTo>
                      <a:pt x="3321" y="0"/>
                    </a:moveTo>
                    <a:cubicBezTo>
                      <a:pt x="2626" y="0"/>
                      <a:pt x="1956" y="194"/>
                      <a:pt x="1368" y="570"/>
                    </a:cubicBezTo>
                    <a:cubicBezTo>
                      <a:pt x="1001" y="837"/>
                      <a:pt x="668" y="1137"/>
                      <a:pt x="401" y="1538"/>
                    </a:cubicBezTo>
                    <a:cubicBezTo>
                      <a:pt x="234" y="1738"/>
                      <a:pt x="134" y="1971"/>
                      <a:pt x="0" y="2205"/>
                    </a:cubicBezTo>
                    <a:lnTo>
                      <a:pt x="0" y="2271"/>
                    </a:lnTo>
                    <a:cubicBezTo>
                      <a:pt x="0" y="2271"/>
                      <a:pt x="0" y="2271"/>
                      <a:pt x="0" y="2305"/>
                    </a:cubicBezTo>
                    <a:lnTo>
                      <a:pt x="668" y="2305"/>
                    </a:lnTo>
                    <a:cubicBezTo>
                      <a:pt x="868" y="2305"/>
                      <a:pt x="1068" y="2305"/>
                      <a:pt x="1268" y="2271"/>
                    </a:cubicBezTo>
                    <a:lnTo>
                      <a:pt x="2202" y="2271"/>
                    </a:lnTo>
                    <a:cubicBezTo>
                      <a:pt x="2235" y="2271"/>
                      <a:pt x="2302" y="2238"/>
                      <a:pt x="2335" y="2238"/>
                    </a:cubicBezTo>
                    <a:lnTo>
                      <a:pt x="2569" y="2238"/>
                    </a:lnTo>
                    <a:cubicBezTo>
                      <a:pt x="2569" y="2238"/>
                      <a:pt x="2602" y="2238"/>
                      <a:pt x="2602" y="2205"/>
                    </a:cubicBezTo>
                    <a:cubicBezTo>
                      <a:pt x="2636" y="2005"/>
                      <a:pt x="2769" y="1738"/>
                      <a:pt x="2836" y="1571"/>
                    </a:cubicBezTo>
                    <a:lnTo>
                      <a:pt x="2869" y="1504"/>
                    </a:lnTo>
                    <a:cubicBezTo>
                      <a:pt x="3003" y="1171"/>
                      <a:pt x="3203" y="870"/>
                      <a:pt x="3436" y="637"/>
                    </a:cubicBezTo>
                    <a:cubicBezTo>
                      <a:pt x="3670" y="437"/>
                      <a:pt x="3937" y="270"/>
                      <a:pt x="4203" y="170"/>
                    </a:cubicBezTo>
                    <a:cubicBezTo>
                      <a:pt x="4237" y="170"/>
                      <a:pt x="4237" y="137"/>
                      <a:pt x="4237" y="137"/>
                    </a:cubicBezTo>
                    <a:cubicBezTo>
                      <a:pt x="4237" y="103"/>
                      <a:pt x="4203" y="103"/>
                      <a:pt x="4203" y="103"/>
                    </a:cubicBezTo>
                    <a:cubicBezTo>
                      <a:pt x="3908" y="34"/>
                      <a:pt x="3612" y="0"/>
                      <a:pt x="33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5" name="Google Shape;12615;p39"/>
              <p:cNvSpPr/>
              <p:nvPr/>
            </p:nvSpPr>
            <p:spPr>
              <a:xfrm>
                <a:off x="5932250" y="3114425"/>
                <a:ext cx="107600" cy="105925"/>
              </a:xfrm>
              <a:custGeom>
                <a:rect b="b" l="l" r="r" t="t"/>
                <a:pathLst>
                  <a:path extrusionOk="0" h="4237" w="4304">
                    <a:moveTo>
                      <a:pt x="1835" y="0"/>
                    </a:moveTo>
                    <a:cubicBezTo>
                      <a:pt x="1835" y="0"/>
                      <a:pt x="1835" y="34"/>
                      <a:pt x="1835" y="34"/>
                    </a:cubicBezTo>
                    <a:cubicBezTo>
                      <a:pt x="1802" y="267"/>
                      <a:pt x="1769" y="401"/>
                      <a:pt x="1668" y="534"/>
                    </a:cubicBezTo>
                    <a:cubicBezTo>
                      <a:pt x="1602" y="567"/>
                      <a:pt x="1568" y="601"/>
                      <a:pt x="1502" y="634"/>
                    </a:cubicBezTo>
                    <a:cubicBezTo>
                      <a:pt x="1468" y="668"/>
                      <a:pt x="1402" y="701"/>
                      <a:pt x="1335" y="768"/>
                    </a:cubicBezTo>
                    <a:cubicBezTo>
                      <a:pt x="1235" y="901"/>
                      <a:pt x="1168" y="1068"/>
                      <a:pt x="1101" y="1235"/>
                    </a:cubicBezTo>
                    <a:lnTo>
                      <a:pt x="1068" y="1268"/>
                    </a:lnTo>
                    <a:cubicBezTo>
                      <a:pt x="868" y="1802"/>
                      <a:pt x="534" y="2135"/>
                      <a:pt x="101" y="2302"/>
                    </a:cubicBezTo>
                    <a:cubicBezTo>
                      <a:pt x="67" y="2302"/>
                      <a:pt x="67" y="2335"/>
                      <a:pt x="67" y="2335"/>
                    </a:cubicBezTo>
                    <a:cubicBezTo>
                      <a:pt x="67" y="2569"/>
                      <a:pt x="67" y="2769"/>
                      <a:pt x="34" y="3003"/>
                    </a:cubicBezTo>
                    <a:cubicBezTo>
                      <a:pt x="34" y="3069"/>
                      <a:pt x="34" y="3136"/>
                      <a:pt x="34" y="3203"/>
                    </a:cubicBezTo>
                    <a:cubicBezTo>
                      <a:pt x="34" y="3536"/>
                      <a:pt x="1" y="3870"/>
                      <a:pt x="1" y="4203"/>
                    </a:cubicBezTo>
                    <a:cubicBezTo>
                      <a:pt x="1" y="4203"/>
                      <a:pt x="1" y="4203"/>
                      <a:pt x="1" y="4237"/>
                    </a:cubicBezTo>
                    <a:lnTo>
                      <a:pt x="34" y="4237"/>
                    </a:lnTo>
                    <a:cubicBezTo>
                      <a:pt x="201" y="4203"/>
                      <a:pt x="368" y="4203"/>
                      <a:pt x="501" y="4203"/>
                    </a:cubicBezTo>
                    <a:lnTo>
                      <a:pt x="734" y="4203"/>
                    </a:lnTo>
                    <a:cubicBezTo>
                      <a:pt x="1235" y="4203"/>
                      <a:pt x="1702" y="4170"/>
                      <a:pt x="2102" y="4137"/>
                    </a:cubicBezTo>
                    <a:cubicBezTo>
                      <a:pt x="2569" y="4137"/>
                      <a:pt x="2969" y="4103"/>
                      <a:pt x="3370" y="4070"/>
                    </a:cubicBezTo>
                    <a:cubicBezTo>
                      <a:pt x="3503" y="4070"/>
                      <a:pt x="3603" y="4037"/>
                      <a:pt x="3737" y="4037"/>
                    </a:cubicBezTo>
                    <a:cubicBezTo>
                      <a:pt x="3903" y="4003"/>
                      <a:pt x="4104" y="3970"/>
                      <a:pt x="4270" y="3970"/>
                    </a:cubicBezTo>
                    <a:cubicBezTo>
                      <a:pt x="4270" y="3970"/>
                      <a:pt x="4304" y="3970"/>
                      <a:pt x="4304" y="3937"/>
                    </a:cubicBezTo>
                    <a:cubicBezTo>
                      <a:pt x="4304" y="3937"/>
                      <a:pt x="4304" y="3937"/>
                      <a:pt x="4304" y="3903"/>
                    </a:cubicBezTo>
                    <a:cubicBezTo>
                      <a:pt x="3770" y="3203"/>
                      <a:pt x="3270" y="2369"/>
                      <a:pt x="2836" y="1368"/>
                    </a:cubicBezTo>
                    <a:cubicBezTo>
                      <a:pt x="2636" y="968"/>
                      <a:pt x="2469" y="501"/>
                      <a:pt x="2302" y="34"/>
                    </a:cubicBezTo>
                    <a:lnTo>
                      <a:pt x="2202" y="34"/>
                    </a:lnTo>
                    <a:cubicBezTo>
                      <a:pt x="2102" y="34"/>
                      <a:pt x="1969" y="34"/>
                      <a:pt x="18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6" name="Google Shape;12616;p39"/>
              <p:cNvSpPr/>
              <p:nvPr/>
            </p:nvSpPr>
            <p:spPr>
              <a:xfrm>
                <a:off x="5933925" y="3221175"/>
                <a:ext cx="150950" cy="73400"/>
              </a:xfrm>
              <a:custGeom>
                <a:rect b="b" l="l" r="r" t="t"/>
                <a:pathLst>
                  <a:path extrusionOk="0" h="2936" w="6038">
                    <a:moveTo>
                      <a:pt x="4470" y="0"/>
                    </a:moveTo>
                    <a:cubicBezTo>
                      <a:pt x="4237" y="100"/>
                      <a:pt x="3970" y="100"/>
                      <a:pt x="3670" y="100"/>
                    </a:cubicBezTo>
                    <a:cubicBezTo>
                      <a:pt x="3570" y="100"/>
                      <a:pt x="3503" y="100"/>
                      <a:pt x="3403" y="134"/>
                    </a:cubicBezTo>
                    <a:cubicBezTo>
                      <a:pt x="2969" y="167"/>
                      <a:pt x="2502" y="167"/>
                      <a:pt x="2035" y="200"/>
                    </a:cubicBezTo>
                    <a:cubicBezTo>
                      <a:pt x="1601" y="234"/>
                      <a:pt x="1168" y="234"/>
                      <a:pt x="701" y="234"/>
                    </a:cubicBezTo>
                    <a:lnTo>
                      <a:pt x="501" y="234"/>
                    </a:lnTo>
                    <a:cubicBezTo>
                      <a:pt x="367" y="234"/>
                      <a:pt x="200" y="234"/>
                      <a:pt x="34" y="200"/>
                    </a:cubicBezTo>
                    <a:cubicBezTo>
                      <a:pt x="34" y="200"/>
                      <a:pt x="0" y="234"/>
                      <a:pt x="0" y="234"/>
                    </a:cubicBezTo>
                    <a:cubicBezTo>
                      <a:pt x="0" y="234"/>
                      <a:pt x="0" y="267"/>
                      <a:pt x="0" y="267"/>
                    </a:cubicBezTo>
                    <a:cubicBezTo>
                      <a:pt x="1101" y="2035"/>
                      <a:pt x="2302" y="2936"/>
                      <a:pt x="3503" y="2936"/>
                    </a:cubicBezTo>
                    <a:lnTo>
                      <a:pt x="3603" y="2936"/>
                    </a:lnTo>
                    <a:cubicBezTo>
                      <a:pt x="4470" y="2902"/>
                      <a:pt x="5304" y="2402"/>
                      <a:pt x="6038" y="1434"/>
                    </a:cubicBezTo>
                    <a:cubicBezTo>
                      <a:pt x="6038" y="1434"/>
                      <a:pt x="6038" y="1434"/>
                      <a:pt x="6038" y="1401"/>
                    </a:cubicBezTo>
                    <a:cubicBezTo>
                      <a:pt x="5504" y="1001"/>
                      <a:pt x="4971" y="534"/>
                      <a:pt x="45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7" name="Google Shape;12617;p39"/>
              <p:cNvSpPr/>
              <p:nvPr/>
            </p:nvSpPr>
            <p:spPr>
              <a:xfrm>
                <a:off x="5906400" y="3240350"/>
                <a:ext cx="112600" cy="105100"/>
              </a:xfrm>
              <a:custGeom>
                <a:rect b="b" l="l" r="r" t="t"/>
                <a:pathLst>
                  <a:path extrusionOk="0" h="4204" w="4504">
                    <a:moveTo>
                      <a:pt x="935" y="0"/>
                    </a:moveTo>
                    <a:cubicBezTo>
                      <a:pt x="834" y="334"/>
                      <a:pt x="568" y="501"/>
                      <a:pt x="267" y="534"/>
                    </a:cubicBezTo>
                    <a:lnTo>
                      <a:pt x="1" y="534"/>
                    </a:lnTo>
                    <a:cubicBezTo>
                      <a:pt x="1" y="567"/>
                      <a:pt x="1" y="567"/>
                      <a:pt x="34" y="601"/>
                    </a:cubicBezTo>
                    <a:cubicBezTo>
                      <a:pt x="67" y="634"/>
                      <a:pt x="101" y="734"/>
                      <a:pt x="134" y="768"/>
                    </a:cubicBezTo>
                    <a:cubicBezTo>
                      <a:pt x="167" y="868"/>
                      <a:pt x="201" y="901"/>
                      <a:pt x="234" y="934"/>
                    </a:cubicBezTo>
                    <a:cubicBezTo>
                      <a:pt x="868" y="1802"/>
                      <a:pt x="1435" y="2535"/>
                      <a:pt x="2202" y="3169"/>
                    </a:cubicBezTo>
                    <a:cubicBezTo>
                      <a:pt x="2569" y="3436"/>
                      <a:pt x="2903" y="3670"/>
                      <a:pt x="3270" y="3836"/>
                    </a:cubicBezTo>
                    <a:cubicBezTo>
                      <a:pt x="3270" y="3836"/>
                      <a:pt x="4204" y="4203"/>
                      <a:pt x="4370" y="4203"/>
                    </a:cubicBezTo>
                    <a:cubicBezTo>
                      <a:pt x="4404" y="4203"/>
                      <a:pt x="4404" y="4203"/>
                      <a:pt x="4404" y="4170"/>
                    </a:cubicBezTo>
                    <a:cubicBezTo>
                      <a:pt x="4404" y="4170"/>
                      <a:pt x="4404" y="4137"/>
                      <a:pt x="4404" y="4103"/>
                    </a:cubicBezTo>
                    <a:lnTo>
                      <a:pt x="4470" y="3369"/>
                    </a:lnTo>
                    <a:cubicBezTo>
                      <a:pt x="4470" y="3303"/>
                      <a:pt x="4470" y="3236"/>
                      <a:pt x="4470" y="3136"/>
                    </a:cubicBezTo>
                    <a:cubicBezTo>
                      <a:pt x="4470" y="2969"/>
                      <a:pt x="4470" y="2736"/>
                      <a:pt x="4504" y="2569"/>
                    </a:cubicBezTo>
                    <a:cubicBezTo>
                      <a:pt x="4504" y="2535"/>
                      <a:pt x="4504" y="2535"/>
                      <a:pt x="4504" y="2535"/>
                    </a:cubicBezTo>
                    <a:cubicBezTo>
                      <a:pt x="4504" y="2502"/>
                      <a:pt x="4504" y="2502"/>
                      <a:pt x="4470" y="2502"/>
                    </a:cubicBezTo>
                    <a:cubicBezTo>
                      <a:pt x="3270" y="2469"/>
                      <a:pt x="2069" y="1601"/>
                      <a:pt x="10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8" name="Google Shape;12618;p39"/>
              <p:cNvSpPr/>
              <p:nvPr/>
            </p:nvSpPr>
            <p:spPr>
              <a:xfrm>
                <a:off x="6024825" y="3230350"/>
                <a:ext cx="114275" cy="116775"/>
              </a:xfrm>
              <a:custGeom>
                <a:rect b="b" l="l" r="r" t="t"/>
                <a:pathLst>
                  <a:path extrusionOk="0" h="4671" w="4571">
                    <a:moveTo>
                      <a:pt x="3536" y="0"/>
                    </a:moveTo>
                    <a:cubicBezTo>
                      <a:pt x="2602" y="1835"/>
                      <a:pt x="1435" y="2802"/>
                      <a:pt x="100" y="2902"/>
                    </a:cubicBezTo>
                    <a:cubicBezTo>
                      <a:pt x="100" y="2902"/>
                      <a:pt x="67" y="2935"/>
                      <a:pt x="67" y="2935"/>
                    </a:cubicBezTo>
                    <a:cubicBezTo>
                      <a:pt x="67" y="2969"/>
                      <a:pt x="67" y="3036"/>
                      <a:pt x="67" y="3069"/>
                    </a:cubicBezTo>
                    <a:lnTo>
                      <a:pt x="67" y="3136"/>
                    </a:lnTo>
                    <a:cubicBezTo>
                      <a:pt x="67" y="3302"/>
                      <a:pt x="67" y="3503"/>
                      <a:pt x="34" y="3669"/>
                    </a:cubicBezTo>
                    <a:cubicBezTo>
                      <a:pt x="34" y="3736"/>
                      <a:pt x="34" y="3803"/>
                      <a:pt x="34" y="3869"/>
                    </a:cubicBezTo>
                    <a:lnTo>
                      <a:pt x="34" y="4103"/>
                    </a:lnTo>
                    <a:cubicBezTo>
                      <a:pt x="34" y="4270"/>
                      <a:pt x="0" y="4437"/>
                      <a:pt x="0" y="4603"/>
                    </a:cubicBezTo>
                    <a:cubicBezTo>
                      <a:pt x="0" y="4637"/>
                      <a:pt x="34" y="4670"/>
                      <a:pt x="34" y="4670"/>
                    </a:cubicBezTo>
                    <a:lnTo>
                      <a:pt x="467" y="4670"/>
                    </a:lnTo>
                    <a:cubicBezTo>
                      <a:pt x="1935" y="4603"/>
                      <a:pt x="3369" y="3636"/>
                      <a:pt x="4570" y="1835"/>
                    </a:cubicBezTo>
                    <a:cubicBezTo>
                      <a:pt x="4570" y="1801"/>
                      <a:pt x="4570" y="1801"/>
                      <a:pt x="4537" y="1768"/>
                    </a:cubicBezTo>
                    <a:cubicBezTo>
                      <a:pt x="4370" y="1568"/>
                      <a:pt x="4237" y="1234"/>
                      <a:pt x="4103" y="967"/>
                    </a:cubicBezTo>
                    <a:cubicBezTo>
                      <a:pt x="4036" y="867"/>
                      <a:pt x="4003" y="767"/>
                      <a:pt x="3936" y="667"/>
                    </a:cubicBezTo>
                    <a:cubicBezTo>
                      <a:pt x="3903" y="600"/>
                      <a:pt x="3870" y="534"/>
                      <a:pt x="3836" y="434"/>
                    </a:cubicBezTo>
                    <a:cubicBezTo>
                      <a:pt x="3736" y="300"/>
                      <a:pt x="3670" y="167"/>
                      <a:pt x="3603" y="33"/>
                    </a:cubicBezTo>
                    <a:cubicBezTo>
                      <a:pt x="3603" y="0"/>
                      <a:pt x="3569" y="0"/>
                      <a:pt x="3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9" name="Google Shape;12619;p39"/>
              <p:cNvSpPr/>
              <p:nvPr/>
            </p:nvSpPr>
            <p:spPr>
              <a:xfrm>
                <a:off x="6118225" y="3072725"/>
                <a:ext cx="83400" cy="194325"/>
              </a:xfrm>
              <a:custGeom>
                <a:rect b="b" l="l" r="r" t="t"/>
                <a:pathLst>
                  <a:path extrusionOk="0" h="7773" w="3336">
                    <a:moveTo>
                      <a:pt x="1701" y="1"/>
                    </a:moveTo>
                    <a:cubicBezTo>
                      <a:pt x="1701" y="1"/>
                      <a:pt x="1701" y="1"/>
                      <a:pt x="1701" y="34"/>
                    </a:cubicBezTo>
                    <a:cubicBezTo>
                      <a:pt x="1435" y="1535"/>
                      <a:pt x="1101" y="2936"/>
                      <a:pt x="701" y="4137"/>
                    </a:cubicBezTo>
                    <a:cubicBezTo>
                      <a:pt x="467" y="4837"/>
                      <a:pt x="234" y="5404"/>
                      <a:pt x="0" y="5905"/>
                    </a:cubicBezTo>
                    <a:cubicBezTo>
                      <a:pt x="0" y="5938"/>
                      <a:pt x="0" y="5938"/>
                      <a:pt x="0" y="5938"/>
                    </a:cubicBezTo>
                    <a:cubicBezTo>
                      <a:pt x="167" y="6138"/>
                      <a:pt x="300" y="6405"/>
                      <a:pt x="401" y="6639"/>
                    </a:cubicBezTo>
                    <a:cubicBezTo>
                      <a:pt x="434" y="6739"/>
                      <a:pt x="501" y="6839"/>
                      <a:pt x="534" y="6905"/>
                    </a:cubicBezTo>
                    <a:cubicBezTo>
                      <a:pt x="601" y="7039"/>
                      <a:pt x="667" y="7139"/>
                      <a:pt x="734" y="7272"/>
                    </a:cubicBezTo>
                    <a:cubicBezTo>
                      <a:pt x="834" y="7406"/>
                      <a:pt x="934" y="7573"/>
                      <a:pt x="1001" y="7739"/>
                    </a:cubicBezTo>
                    <a:cubicBezTo>
                      <a:pt x="1001" y="7739"/>
                      <a:pt x="1034" y="7773"/>
                      <a:pt x="1034" y="7773"/>
                    </a:cubicBezTo>
                    <a:cubicBezTo>
                      <a:pt x="1034" y="7773"/>
                      <a:pt x="1068" y="7739"/>
                      <a:pt x="1068" y="7739"/>
                    </a:cubicBezTo>
                    <a:cubicBezTo>
                      <a:pt x="1468" y="7072"/>
                      <a:pt x="1868" y="6305"/>
                      <a:pt x="2202" y="5471"/>
                    </a:cubicBezTo>
                    <a:cubicBezTo>
                      <a:pt x="2635" y="4337"/>
                      <a:pt x="3036" y="3036"/>
                      <a:pt x="3336" y="1635"/>
                    </a:cubicBezTo>
                    <a:cubicBezTo>
                      <a:pt x="3336" y="1635"/>
                      <a:pt x="3336" y="1602"/>
                      <a:pt x="3336" y="1602"/>
                    </a:cubicBezTo>
                    <a:cubicBezTo>
                      <a:pt x="3269" y="1535"/>
                      <a:pt x="3203" y="1468"/>
                      <a:pt x="3136" y="1402"/>
                    </a:cubicBezTo>
                    <a:cubicBezTo>
                      <a:pt x="3102" y="1335"/>
                      <a:pt x="3036" y="1268"/>
                      <a:pt x="2969" y="1235"/>
                    </a:cubicBezTo>
                    <a:cubicBezTo>
                      <a:pt x="2836" y="1068"/>
                      <a:pt x="2635" y="901"/>
                      <a:pt x="2469" y="734"/>
                    </a:cubicBezTo>
                    <a:lnTo>
                      <a:pt x="2335" y="601"/>
                    </a:lnTo>
                    <a:cubicBezTo>
                      <a:pt x="2302" y="568"/>
                      <a:pt x="2269" y="534"/>
                      <a:pt x="2235" y="501"/>
                    </a:cubicBezTo>
                    <a:cubicBezTo>
                      <a:pt x="2068" y="367"/>
                      <a:pt x="1902" y="201"/>
                      <a:pt x="17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0" name="Google Shape;12620;p39"/>
              <p:cNvSpPr/>
              <p:nvPr/>
            </p:nvSpPr>
            <p:spPr>
              <a:xfrm>
                <a:off x="6161575" y="2949300"/>
                <a:ext cx="58400" cy="152650"/>
              </a:xfrm>
              <a:custGeom>
                <a:rect b="b" l="l" r="r" t="t"/>
                <a:pathLst>
                  <a:path extrusionOk="0" h="6106" w="2336">
                    <a:moveTo>
                      <a:pt x="368" y="1"/>
                    </a:moveTo>
                    <a:cubicBezTo>
                      <a:pt x="368" y="1"/>
                      <a:pt x="368" y="34"/>
                      <a:pt x="368" y="34"/>
                    </a:cubicBezTo>
                    <a:cubicBezTo>
                      <a:pt x="334" y="1602"/>
                      <a:pt x="234" y="3103"/>
                      <a:pt x="1" y="4537"/>
                    </a:cubicBezTo>
                    <a:cubicBezTo>
                      <a:pt x="1" y="4537"/>
                      <a:pt x="34" y="4571"/>
                      <a:pt x="34" y="4571"/>
                    </a:cubicBezTo>
                    <a:cubicBezTo>
                      <a:pt x="101" y="4637"/>
                      <a:pt x="201" y="4704"/>
                      <a:pt x="268" y="4804"/>
                    </a:cubicBezTo>
                    <a:cubicBezTo>
                      <a:pt x="301" y="4837"/>
                      <a:pt x="334" y="4871"/>
                      <a:pt x="334" y="4871"/>
                    </a:cubicBezTo>
                    <a:cubicBezTo>
                      <a:pt x="501" y="5038"/>
                      <a:pt x="668" y="5204"/>
                      <a:pt x="835" y="5338"/>
                    </a:cubicBezTo>
                    <a:lnTo>
                      <a:pt x="935" y="5438"/>
                    </a:lnTo>
                    <a:cubicBezTo>
                      <a:pt x="1002" y="5505"/>
                      <a:pt x="1068" y="5571"/>
                      <a:pt x="1168" y="5638"/>
                    </a:cubicBezTo>
                    <a:cubicBezTo>
                      <a:pt x="1335" y="5805"/>
                      <a:pt x="1502" y="5938"/>
                      <a:pt x="1635" y="6105"/>
                    </a:cubicBezTo>
                    <a:lnTo>
                      <a:pt x="1669" y="6105"/>
                    </a:lnTo>
                    <a:cubicBezTo>
                      <a:pt x="1702" y="6105"/>
                      <a:pt x="1702" y="6105"/>
                      <a:pt x="1702" y="6072"/>
                    </a:cubicBezTo>
                    <a:cubicBezTo>
                      <a:pt x="2069" y="4304"/>
                      <a:pt x="2269" y="2369"/>
                      <a:pt x="2336" y="368"/>
                    </a:cubicBezTo>
                    <a:cubicBezTo>
                      <a:pt x="2336" y="334"/>
                      <a:pt x="2302" y="334"/>
                      <a:pt x="2302" y="301"/>
                    </a:cubicBezTo>
                    <a:cubicBezTo>
                      <a:pt x="1869" y="268"/>
                      <a:pt x="1469" y="201"/>
                      <a:pt x="1102" y="101"/>
                    </a:cubicBezTo>
                    <a:cubicBezTo>
                      <a:pt x="1002" y="101"/>
                      <a:pt x="935" y="101"/>
                      <a:pt x="868" y="67"/>
                    </a:cubicBezTo>
                    <a:cubicBezTo>
                      <a:pt x="735" y="67"/>
                      <a:pt x="568" y="34"/>
                      <a:pt x="4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1" name="Google Shape;12621;p39"/>
              <p:cNvSpPr/>
              <p:nvPr/>
            </p:nvSpPr>
            <p:spPr>
              <a:xfrm>
                <a:off x="6164925" y="2797525"/>
                <a:ext cx="55900" cy="152650"/>
              </a:xfrm>
              <a:custGeom>
                <a:rect b="b" l="l" r="r" t="t"/>
                <a:pathLst>
                  <a:path extrusionOk="0" h="6106" w="2236">
                    <a:moveTo>
                      <a:pt x="1802" y="1"/>
                    </a:moveTo>
                    <a:cubicBezTo>
                      <a:pt x="1668" y="67"/>
                      <a:pt x="1535" y="134"/>
                      <a:pt x="1401" y="167"/>
                    </a:cubicBezTo>
                    <a:cubicBezTo>
                      <a:pt x="1335" y="201"/>
                      <a:pt x="1234" y="234"/>
                      <a:pt x="1168" y="268"/>
                    </a:cubicBezTo>
                    <a:lnTo>
                      <a:pt x="968" y="368"/>
                    </a:lnTo>
                    <a:cubicBezTo>
                      <a:pt x="667" y="501"/>
                      <a:pt x="334" y="634"/>
                      <a:pt x="34" y="768"/>
                    </a:cubicBezTo>
                    <a:cubicBezTo>
                      <a:pt x="0" y="768"/>
                      <a:pt x="0" y="801"/>
                      <a:pt x="0" y="801"/>
                    </a:cubicBezTo>
                    <a:cubicBezTo>
                      <a:pt x="100" y="1702"/>
                      <a:pt x="167" y="2636"/>
                      <a:pt x="200" y="3537"/>
                    </a:cubicBezTo>
                    <a:cubicBezTo>
                      <a:pt x="234" y="4270"/>
                      <a:pt x="234" y="5004"/>
                      <a:pt x="234" y="5738"/>
                    </a:cubicBezTo>
                    <a:cubicBezTo>
                      <a:pt x="234" y="5771"/>
                      <a:pt x="267" y="5771"/>
                      <a:pt x="267" y="5771"/>
                    </a:cubicBezTo>
                    <a:cubicBezTo>
                      <a:pt x="434" y="5771"/>
                      <a:pt x="601" y="5838"/>
                      <a:pt x="767" y="5872"/>
                    </a:cubicBezTo>
                    <a:cubicBezTo>
                      <a:pt x="868" y="5872"/>
                      <a:pt x="934" y="5905"/>
                      <a:pt x="1034" y="5905"/>
                    </a:cubicBezTo>
                    <a:cubicBezTo>
                      <a:pt x="1401" y="5972"/>
                      <a:pt x="1768" y="6038"/>
                      <a:pt x="2168" y="6105"/>
                    </a:cubicBezTo>
                    <a:lnTo>
                      <a:pt x="2202" y="6105"/>
                    </a:lnTo>
                    <a:cubicBezTo>
                      <a:pt x="2202" y="6072"/>
                      <a:pt x="2202" y="6072"/>
                      <a:pt x="2202" y="6072"/>
                    </a:cubicBezTo>
                    <a:cubicBezTo>
                      <a:pt x="2235" y="5204"/>
                      <a:pt x="2202" y="4370"/>
                      <a:pt x="2168" y="3537"/>
                    </a:cubicBezTo>
                    <a:cubicBezTo>
                      <a:pt x="2135" y="2336"/>
                      <a:pt x="2035" y="1168"/>
                      <a:pt x="1868" y="34"/>
                    </a:cubicBezTo>
                    <a:cubicBezTo>
                      <a:pt x="1868" y="34"/>
                      <a:pt x="1868" y="1"/>
                      <a:pt x="1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2" name="Google Shape;12622;p39"/>
              <p:cNvSpPr/>
              <p:nvPr/>
            </p:nvSpPr>
            <p:spPr>
              <a:xfrm>
                <a:off x="6142400" y="2650750"/>
                <a:ext cx="67575" cy="156800"/>
              </a:xfrm>
              <a:custGeom>
                <a:rect b="b" l="l" r="r" t="t"/>
                <a:pathLst>
                  <a:path extrusionOk="0" h="6272" w="2703">
                    <a:moveTo>
                      <a:pt x="1402" y="1"/>
                    </a:moveTo>
                    <a:cubicBezTo>
                      <a:pt x="1335" y="101"/>
                      <a:pt x="1268" y="168"/>
                      <a:pt x="1201" y="234"/>
                    </a:cubicBezTo>
                    <a:cubicBezTo>
                      <a:pt x="1168" y="301"/>
                      <a:pt x="1101" y="368"/>
                      <a:pt x="1068" y="434"/>
                    </a:cubicBezTo>
                    <a:cubicBezTo>
                      <a:pt x="1001" y="501"/>
                      <a:pt x="901" y="601"/>
                      <a:pt x="835" y="701"/>
                    </a:cubicBezTo>
                    <a:cubicBezTo>
                      <a:pt x="601" y="1035"/>
                      <a:pt x="368" y="1368"/>
                      <a:pt x="67" y="1669"/>
                    </a:cubicBezTo>
                    <a:cubicBezTo>
                      <a:pt x="67" y="1669"/>
                      <a:pt x="34" y="1669"/>
                      <a:pt x="34" y="1702"/>
                    </a:cubicBezTo>
                    <a:cubicBezTo>
                      <a:pt x="1" y="1702"/>
                      <a:pt x="1" y="1735"/>
                      <a:pt x="1" y="1735"/>
                    </a:cubicBezTo>
                    <a:cubicBezTo>
                      <a:pt x="368" y="3136"/>
                      <a:pt x="668" y="4671"/>
                      <a:pt x="835" y="6239"/>
                    </a:cubicBezTo>
                    <a:cubicBezTo>
                      <a:pt x="835" y="6239"/>
                      <a:pt x="868" y="6272"/>
                      <a:pt x="868" y="6272"/>
                    </a:cubicBezTo>
                    <a:lnTo>
                      <a:pt x="901" y="6272"/>
                    </a:lnTo>
                    <a:cubicBezTo>
                      <a:pt x="1135" y="6172"/>
                      <a:pt x="1368" y="6072"/>
                      <a:pt x="1602" y="5972"/>
                    </a:cubicBezTo>
                    <a:cubicBezTo>
                      <a:pt x="1702" y="5938"/>
                      <a:pt x="1802" y="5905"/>
                      <a:pt x="1902" y="5838"/>
                    </a:cubicBezTo>
                    <a:cubicBezTo>
                      <a:pt x="2002" y="5805"/>
                      <a:pt x="2135" y="5738"/>
                      <a:pt x="2236" y="5705"/>
                    </a:cubicBezTo>
                    <a:cubicBezTo>
                      <a:pt x="2369" y="5638"/>
                      <a:pt x="2536" y="5571"/>
                      <a:pt x="2669" y="5505"/>
                    </a:cubicBezTo>
                    <a:cubicBezTo>
                      <a:pt x="2703" y="5505"/>
                      <a:pt x="2703" y="5471"/>
                      <a:pt x="2703" y="5471"/>
                    </a:cubicBezTo>
                    <a:cubicBezTo>
                      <a:pt x="2436" y="3537"/>
                      <a:pt x="2002" y="1702"/>
                      <a:pt x="1468" y="34"/>
                    </a:cubicBezTo>
                    <a:cubicBezTo>
                      <a:pt x="1468" y="1"/>
                      <a:pt x="1468" y="1"/>
                      <a:pt x="14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3" name="Google Shape;12623;p39"/>
              <p:cNvSpPr/>
              <p:nvPr/>
            </p:nvSpPr>
            <p:spPr>
              <a:xfrm>
                <a:off x="6079025" y="2496475"/>
                <a:ext cx="95925" cy="186000"/>
              </a:xfrm>
              <a:custGeom>
                <a:rect b="b" l="l" r="r" t="t"/>
                <a:pathLst>
                  <a:path extrusionOk="0" h="7440" w="3837">
                    <a:moveTo>
                      <a:pt x="734" y="1"/>
                    </a:moveTo>
                    <a:cubicBezTo>
                      <a:pt x="701" y="168"/>
                      <a:pt x="634" y="334"/>
                      <a:pt x="568" y="468"/>
                    </a:cubicBezTo>
                    <a:cubicBezTo>
                      <a:pt x="568" y="534"/>
                      <a:pt x="534" y="568"/>
                      <a:pt x="501" y="635"/>
                    </a:cubicBezTo>
                    <a:cubicBezTo>
                      <a:pt x="434" y="868"/>
                      <a:pt x="334" y="1135"/>
                      <a:pt x="234" y="1368"/>
                    </a:cubicBezTo>
                    <a:cubicBezTo>
                      <a:pt x="234" y="1402"/>
                      <a:pt x="201" y="1468"/>
                      <a:pt x="201" y="1502"/>
                    </a:cubicBezTo>
                    <a:cubicBezTo>
                      <a:pt x="134" y="1635"/>
                      <a:pt x="101" y="1735"/>
                      <a:pt x="34" y="1802"/>
                    </a:cubicBezTo>
                    <a:cubicBezTo>
                      <a:pt x="0" y="1835"/>
                      <a:pt x="0" y="1835"/>
                      <a:pt x="34" y="1869"/>
                    </a:cubicBezTo>
                    <a:cubicBezTo>
                      <a:pt x="467" y="2503"/>
                      <a:pt x="868" y="3270"/>
                      <a:pt x="1268" y="4137"/>
                    </a:cubicBezTo>
                    <a:cubicBezTo>
                      <a:pt x="1702" y="5138"/>
                      <a:pt x="2102" y="6239"/>
                      <a:pt x="2402" y="7406"/>
                    </a:cubicBezTo>
                    <a:cubicBezTo>
                      <a:pt x="2436" y="7439"/>
                      <a:pt x="2436" y="7439"/>
                      <a:pt x="2436" y="7439"/>
                    </a:cubicBezTo>
                    <a:lnTo>
                      <a:pt x="2469" y="7439"/>
                    </a:lnTo>
                    <a:cubicBezTo>
                      <a:pt x="2502" y="7406"/>
                      <a:pt x="2502" y="7406"/>
                      <a:pt x="2536" y="7373"/>
                    </a:cubicBezTo>
                    <a:cubicBezTo>
                      <a:pt x="2636" y="7273"/>
                      <a:pt x="2702" y="7139"/>
                      <a:pt x="2802" y="7039"/>
                    </a:cubicBezTo>
                    <a:lnTo>
                      <a:pt x="2903" y="6939"/>
                    </a:lnTo>
                    <a:cubicBezTo>
                      <a:pt x="3036" y="6739"/>
                      <a:pt x="3203" y="6539"/>
                      <a:pt x="3370" y="6339"/>
                    </a:cubicBezTo>
                    <a:lnTo>
                      <a:pt x="3536" y="6105"/>
                    </a:lnTo>
                    <a:cubicBezTo>
                      <a:pt x="3570" y="6038"/>
                      <a:pt x="3603" y="6005"/>
                      <a:pt x="3636" y="5938"/>
                    </a:cubicBezTo>
                    <a:cubicBezTo>
                      <a:pt x="3703" y="5872"/>
                      <a:pt x="3770" y="5772"/>
                      <a:pt x="3837" y="5705"/>
                    </a:cubicBezTo>
                    <a:cubicBezTo>
                      <a:pt x="3837" y="5705"/>
                      <a:pt x="3837" y="5671"/>
                      <a:pt x="3837" y="5671"/>
                    </a:cubicBezTo>
                    <a:cubicBezTo>
                      <a:pt x="3470" y="4637"/>
                      <a:pt x="3069" y="3670"/>
                      <a:pt x="2636" y="2836"/>
                    </a:cubicBezTo>
                    <a:cubicBezTo>
                      <a:pt x="2069" y="1702"/>
                      <a:pt x="1468" y="768"/>
                      <a:pt x="8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4" name="Google Shape;12624;p39"/>
              <p:cNvSpPr/>
              <p:nvPr/>
            </p:nvSpPr>
            <p:spPr>
              <a:xfrm>
                <a:off x="5978125" y="2442150"/>
                <a:ext cx="113425" cy="91875"/>
              </a:xfrm>
              <a:custGeom>
                <a:rect b="b" l="l" r="r" t="t"/>
                <a:pathLst>
                  <a:path extrusionOk="0" h="3675" w="4537">
                    <a:moveTo>
                      <a:pt x="962" y="0"/>
                    </a:moveTo>
                    <a:cubicBezTo>
                      <a:pt x="897" y="0"/>
                      <a:pt x="832" y="2"/>
                      <a:pt x="767" y="5"/>
                    </a:cubicBezTo>
                    <a:cubicBezTo>
                      <a:pt x="501" y="5"/>
                      <a:pt x="267" y="39"/>
                      <a:pt x="0" y="106"/>
                    </a:cubicBezTo>
                    <a:cubicBezTo>
                      <a:pt x="0" y="106"/>
                      <a:pt x="0" y="106"/>
                      <a:pt x="0" y="139"/>
                    </a:cubicBezTo>
                    <a:cubicBezTo>
                      <a:pt x="0" y="139"/>
                      <a:pt x="0" y="139"/>
                      <a:pt x="0" y="172"/>
                    </a:cubicBezTo>
                    <a:cubicBezTo>
                      <a:pt x="34" y="272"/>
                      <a:pt x="67" y="406"/>
                      <a:pt x="67" y="539"/>
                    </a:cubicBezTo>
                    <a:cubicBezTo>
                      <a:pt x="100" y="606"/>
                      <a:pt x="100" y="639"/>
                      <a:pt x="100" y="706"/>
                    </a:cubicBezTo>
                    <a:cubicBezTo>
                      <a:pt x="134" y="773"/>
                      <a:pt x="134" y="873"/>
                      <a:pt x="167" y="939"/>
                    </a:cubicBezTo>
                    <a:cubicBezTo>
                      <a:pt x="234" y="1173"/>
                      <a:pt x="300" y="1407"/>
                      <a:pt x="267" y="1607"/>
                    </a:cubicBezTo>
                    <a:cubicBezTo>
                      <a:pt x="267" y="1640"/>
                      <a:pt x="300" y="1640"/>
                      <a:pt x="300" y="1640"/>
                    </a:cubicBezTo>
                    <a:lnTo>
                      <a:pt x="434" y="1640"/>
                    </a:lnTo>
                    <a:cubicBezTo>
                      <a:pt x="462" y="1639"/>
                      <a:pt x="489" y="1639"/>
                      <a:pt x="517" y="1639"/>
                    </a:cubicBezTo>
                    <a:cubicBezTo>
                      <a:pt x="1655" y="1639"/>
                      <a:pt x="2760" y="2306"/>
                      <a:pt x="3770" y="3641"/>
                    </a:cubicBezTo>
                    <a:cubicBezTo>
                      <a:pt x="3770" y="3641"/>
                      <a:pt x="3803" y="3675"/>
                      <a:pt x="3803" y="3675"/>
                    </a:cubicBezTo>
                    <a:cubicBezTo>
                      <a:pt x="3803" y="3675"/>
                      <a:pt x="3803" y="3675"/>
                      <a:pt x="3803" y="3641"/>
                    </a:cubicBezTo>
                    <a:lnTo>
                      <a:pt x="3836" y="3641"/>
                    </a:lnTo>
                    <a:cubicBezTo>
                      <a:pt x="3870" y="3575"/>
                      <a:pt x="3903" y="3541"/>
                      <a:pt x="3903" y="3475"/>
                    </a:cubicBezTo>
                    <a:cubicBezTo>
                      <a:pt x="3936" y="3441"/>
                      <a:pt x="3970" y="3375"/>
                      <a:pt x="3970" y="3308"/>
                    </a:cubicBezTo>
                    <a:cubicBezTo>
                      <a:pt x="4036" y="3208"/>
                      <a:pt x="4070" y="3074"/>
                      <a:pt x="4103" y="2941"/>
                    </a:cubicBezTo>
                    <a:cubicBezTo>
                      <a:pt x="4170" y="2808"/>
                      <a:pt x="4237" y="2641"/>
                      <a:pt x="4303" y="2507"/>
                    </a:cubicBezTo>
                    <a:cubicBezTo>
                      <a:pt x="4303" y="2474"/>
                      <a:pt x="4303" y="2474"/>
                      <a:pt x="4303" y="2441"/>
                    </a:cubicBezTo>
                    <a:cubicBezTo>
                      <a:pt x="4337" y="2341"/>
                      <a:pt x="4437" y="2074"/>
                      <a:pt x="4537" y="1874"/>
                    </a:cubicBezTo>
                    <a:cubicBezTo>
                      <a:pt x="4537" y="1874"/>
                      <a:pt x="4537" y="1840"/>
                      <a:pt x="4537" y="1840"/>
                    </a:cubicBezTo>
                    <a:cubicBezTo>
                      <a:pt x="3396" y="604"/>
                      <a:pt x="2195" y="0"/>
                      <a:pt x="9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5" name="Google Shape;12625;p39"/>
              <p:cNvSpPr/>
              <p:nvPr/>
            </p:nvSpPr>
            <p:spPr>
              <a:xfrm>
                <a:off x="5948925" y="2385575"/>
                <a:ext cx="223525" cy="96750"/>
              </a:xfrm>
              <a:custGeom>
                <a:rect b="b" l="l" r="r" t="t"/>
                <a:pathLst>
                  <a:path extrusionOk="0" h="3870" w="8941">
                    <a:moveTo>
                      <a:pt x="4571" y="0"/>
                    </a:moveTo>
                    <a:cubicBezTo>
                      <a:pt x="4404" y="100"/>
                      <a:pt x="4237" y="134"/>
                      <a:pt x="4037" y="200"/>
                    </a:cubicBezTo>
                    <a:cubicBezTo>
                      <a:pt x="3937" y="234"/>
                      <a:pt x="3870" y="234"/>
                      <a:pt x="3770" y="267"/>
                    </a:cubicBezTo>
                    <a:cubicBezTo>
                      <a:pt x="3403" y="400"/>
                      <a:pt x="3070" y="534"/>
                      <a:pt x="2736" y="667"/>
                    </a:cubicBezTo>
                    <a:cubicBezTo>
                      <a:pt x="2036" y="968"/>
                      <a:pt x="1335" y="1368"/>
                      <a:pt x="668" y="1868"/>
                    </a:cubicBezTo>
                    <a:cubicBezTo>
                      <a:pt x="468" y="2002"/>
                      <a:pt x="268" y="2168"/>
                      <a:pt x="34" y="2369"/>
                    </a:cubicBezTo>
                    <a:cubicBezTo>
                      <a:pt x="34" y="2369"/>
                      <a:pt x="1" y="2402"/>
                      <a:pt x="34" y="2435"/>
                    </a:cubicBezTo>
                    <a:lnTo>
                      <a:pt x="67" y="2435"/>
                    </a:lnTo>
                    <a:cubicBezTo>
                      <a:pt x="668" y="2102"/>
                      <a:pt x="1302" y="1935"/>
                      <a:pt x="1902" y="1902"/>
                    </a:cubicBezTo>
                    <a:cubicBezTo>
                      <a:pt x="1935" y="1901"/>
                      <a:pt x="1969" y="1900"/>
                      <a:pt x="2002" y="1900"/>
                    </a:cubicBezTo>
                    <a:cubicBezTo>
                      <a:pt x="3370" y="1900"/>
                      <a:pt x="4734" y="2567"/>
                      <a:pt x="5972" y="3870"/>
                    </a:cubicBezTo>
                    <a:lnTo>
                      <a:pt x="6005" y="3870"/>
                    </a:lnTo>
                    <a:cubicBezTo>
                      <a:pt x="6105" y="3836"/>
                      <a:pt x="6205" y="3770"/>
                      <a:pt x="6305" y="3736"/>
                    </a:cubicBezTo>
                    <a:lnTo>
                      <a:pt x="6339" y="3736"/>
                    </a:lnTo>
                    <a:cubicBezTo>
                      <a:pt x="6672" y="3603"/>
                      <a:pt x="7006" y="3536"/>
                      <a:pt x="7306" y="3436"/>
                    </a:cubicBezTo>
                    <a:lnTo>
                      <a:pt x="7339" y="3436"/>
                    </a:lnTo>
                    <a:cubicBezTo>
                      <a:pt x="7439" y="3403"/>
                      <a:pt x="7506" y="3369"/>
                      <a:pt x="7606" y="3336"/>
                    </a:cubicBezTo>
                    <a:cubicBezTo>
                      <a:pt x="8040" y="3236"/>
                      <a:pt x="8473" y="3102"/>
                      <a:pt x="8907" y="3036"/>
                    </a:cubicBezTo>
                    <a:cubicBezTo>
                      <a:pt x="8907" y="3036"/>
                      <a:pt x="8907" y="3002"/>
                      <a:pt x="8940" y="3002"/>
                    </a:cubicBezTo>
                    <a:cubicBezTo>
                      <a:pt x="8940" y="2969"/>
                      <a:pt x="8940" y="2969"/>
                      <a:pt x="8907" y="2969"/>
                    </a:cubicBezTo>
                    <a:cubicBezTo>
                      <a:pt x="7773" y="1601"/>
                      <a:pt x="6505" y="634"/>
                      <a:pt x="5204" y="67"/>
                    </a:cubicBezTo>
                    <a:cubicBezTo>
                      <a:pt x="4971" y="34"/>
                      <a:pt x="4804" y="34"/>
                      <a:pt x="46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6" name="Google Shape;12626;p39"/>
              <p:cNvSpPr/>
              <p:nvPr/>
            </p:nvSpPr>
            <p:spPr>
              <a:xfrm>
                <a:off x="6104050" y="2468125"/>
                <a:ext cx="154300" cy="165150"/>
              </a:xfrm>
              <a:custGeom>
                <a:rect b="b" l="l" r="r" t="t"/>
                <a:pathLst>
                  <a:path extrusionOk="0" h="6606" w="6172">
                    <a:moveTo>
                      <a:pt x="2969" y="1"/>
                    </a:moveTo>
                    <a:cubicBezTo>
                      <a:pt x="2635" y="101"/>
                      <a:pt x="2268" y="201"/>
                      <a:pt x="1935" y="267"/>
                    </a:cubicBezTo>
                    <a:cubicBezTo>
                      <a:pt x="1701" y="334"/>
                      <a:pt x="1435" y="401"/>
                      <a:pt x="1168" y="468"/>
                    </a:cubicBezTo>
                    <a:cubicBezTo>
                      <a:pt x="1068" y="501"/>
                      <a:pt x="934" y="534"/>
                      <a:pt x="801" y="568"/>
                    </a:cubicBezTo>
                    <a:cubicBezTo>
                      <a:pt x="634" y="601"/>
                      <a:pt x="434" y="668"/>
                      <a:pt x="234" y="734"/>
                    </a:cubicBezTo>
                    <a:lnTo>
                      <a:pt x="200" y="734"/>
                    </a:lnTo>
                    <a:cubicBezTo>
                      <a:pt x="167" y="734"/>
                      <a:pt x="100" y="768"/>
                      <a:pt x="34" y="768"/>
                    </a:cubicBezTo>
                    <a:cubicBezTo>
                      <a:pt x="34" y="768"/>
                      <a:pt x="0" y="768"/>
                      <a:pt x="0" y="801"/>
                    </a:cubicBezTo>
                    <a:cubicBezTo>
                      <a:pt x="0" y="801"/>
                      <a:pt x="0" y="835"/>
                      <a:pt x="0" y="835"/>
                    </a:cubicBezTo>
                    <a:cubicBezTo>
                      <a:pt x="701" y="1635"/>
                      <a:pt x="1368" y="2636"/>
                      <a:pt x="1968" y="3803"/>
                    </a:cubicBezTo>
                    <a:cubicBezTo>
                      <a:pt x="2402" y="4671"/>
                      <a:pt x="2769" y="5605"/>
                      <a:pt x="3136" y="6572"/>
                    </a:cubicBezTo>
                    <a:cubicBezTo>
                      <a:pt x="3136" y="6605"/>
                      <a:pt x="3136" y="6605"/>
                      <a:pt x="3169" y="6605"/>
                    </a:cubicBezTo>
                    <a:lnTo>
                      <a:pt x="3202" y="6605"/>
                    </a:lnTo>
                    <a:cubicBezTo>
                      <a:pt x="3269" y="6572"/>
                      <a:pt x="3369" y="6539"/>
                      <a:pt x="3469" y="6505"/>
                    </a:cubicBezTo>
                    <a:cubicBezTo>
                      <a:pt x="3503" y="6505"/>
                      <a:pt x="3503" y="6505"/>
                      <a:pt x="3536" y="6472"/>
                    </a:cubicBezTo>
                    <a:cubicBezTo>
                      <a:pt x="3803" y="6405"/>
                      <a:pt x="4036" y="6338"/>
                      <a:pt x="4303" y="6272"/>
                    </a:cubicBezTo>
                    <a:lnTo>
                      <a:pt x="4503" y="6205"/>
                    </a:lnTo>
                    <a:cubicBezTo>
                      <a:pt x="4670" y="6172"/>
                      <a:pt x="4837" y="6105"/>
                      <a:pt x="5004" y="6072"/>
                    </a:cubicBezTo>
                    <a:cubicBezTo>
                      <a:pt x="5371" y="5972"/>
                      <a:pt x="5771" y="5838"/>
                      <a:pt x="6138" y="5771"/>
                    </a:cubicBezTo>
                    <a:cubicBezTo>
                      <a:pt x="6138" y="5771"/>
                      <a:pt x="6138" y="5771"/>
                      <a:pt x="6138" y="5738"/>
                    </a:cubicBezTo>
                    <a:cubicBezTo>
                      <a:pt x="6171" y="5738"/>
                      <a:pt x="6171" y="5738"/>
                      <a:pt x="6138" y="5705"/>
                    </a:cubicBezTo>
                    <a:cubicBezTo>
                      <a:pt x="5304" y="3470"/>
                      <a:pt x="4237" y="1568"/>
                      <a:pt x="3002" y="34"/>
                    </a:cubicBezTo>
                    <a:cubicBezTo>
                      <a:pt x="3002" y="1"/>
                      <a:pt x="3002" y="1"/>
                      <a:pt x="29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7" name="Google Shape;12627;p39"/>
              <p:cNvSpPr/>
              <p:nvPr/>
            </p:nvSpPr>
            <p:spPr>
              <a:xfrm>
                <a:off x="6184925" y="2620375"/>
                <a:ext cx="115950" cy="166350"/>
              </a:xfrm>
              <a:custGeom>
                <a:rect b="b" l="l" r="r" t="t"/>
                <a:pathLst>
                  <a:path extrusionOk="0" h="6654" w="4638">
                    <a:moveTo>
                      <a:pt x="3035" y="0"/>
                    </a:moveTo>
                    <a:cubicBezTo>
                      <a:pt x="3025" y="0"/>
                      <a:pt x="3014" y="4"/>
                      <a:pt x="3003" y="15"/>
                    </a:cubicBezTo>
                    <a:cubicBezTo>
                      <a:pt x="2636" y="148"/>
                      <a:pt x="2236" y="248"/>
                      <a:pt x="1835" y="315"/>
                    </a:cubicBezTo>
                    <a:cubicBezTo>
                      <a:pt x="1669" y="382"/>
                      <a:pt x="1502" y="415"/>
                      <a:pt x="1302" y="449"/>
                    </a:cubicBezTo>
                    <a:lnTo>
                      <a:pt x="1102" y="515"/>
                    </a:lnTo>
                    <a:cubicBezTo>
                      <a:pt x="868" y="582"/>
                      <a:pt x="635" y="649"/>
                      <a:pt x="401" y="682"/>
                    </a:cubicBezTo>
                    <a:cubicBezTo>
                      <a:pt x="368" y="715"/>
                      <a:pt x="334" y="715"/>
                      <a:pt x="301" y="715"/>
                    </a:cubicBezTo>
                    <a:cubicBezTo>
                      <a:pt x="201" y="749"/>
                      <a:pt x="134" y="749"/>
                      <a:pt x="34" y="749"/>
                    </a:cubicBezTo>
                    <a:cubicBezTo>
                      <a:pt x="34" y="749"/>
                      <a:pt x="34" y="782"/>
                      <a:pt x="1" y="782"/>
                    </a:cubicBezTo>
                    <a:cubicBezTo>
                      <a:pt x="1" y="782"/>
                      <a:pt x="1" y="816"/>
                      <a:pt x="1" y="816"/>
                    </a:cubicBezTo>
                    <a:cubicBezTo>
                      <a:pt x="601" y="2583"/>
                      <a:pt x="1068" y="4518"/>
                      <a:pt x="1368" y="6620"/>
                    </a:cubicBezTo>
                    <a:cubicBezTo>
                      <a:pt x="1368" y="6653"/>
                      <a:pt x="1402" y="6653"/>
                      <a:pt x="1402" y="6653"/>
                    </a:cubicBezTo>
                    <a:cubicBezTo>
                      <a:pt x="1502" y="6620"/>
                      <a:pt x="1602" y="6586"/>
                      <a:pt x="1702" y="6586"/>
                    </a:cubicBezTo>
                    <a:cubicBezTo>
                      <a:pt x="1735" y="6553"/>
                      <a:pt x="1802" y="6553"/>
                      <a:pt x="1835" y="6553"/>
                    </a:cubicBezTo>
                    <a:cubicBezTo>
                      <a:pt x="2136" y="6486"/>
                      <a:pt x="2436" y="6453"/>
                      <a:pt x="2736" y="6386"/>
                    </a:cubicBezTo>
                    <a:lnTo>
                      <a:pt x="2769" y="6386"/>
                    </a:lnTo>
                    <a:cubicBezTo>
                      <a:pt x="3136" y="6319"/>
                      <a:pt x="3470" y="6253"/>
                      <a:pt x="3804" y="6219"/>
                    </a:cubicBezTo>
                    <a:cubicBezTo>
                      <a:pt x="3870" y="6186"/>
                      <a:pt x="3970" y="6186"/>
                      <a:pt x="4037" y="6153"/>
                    </a:cubicBezTo>
                    <a:cubicBezTo>
                      <a:pt x="4237" y="6119"/>
                      <a:pt x="4404" y="6086"/>
                      <a:pt x="4604" y="6086"/>
                    </a:cubicBezTo>
                    <a:cubicBezTo>
                      <a:pt x="4637" y="6053"/>
                      <a:pt x="4637" y="6053"/>
                      <a:pt x="4637" y="6053"/>
                    </a:cubicBezTo>
                    <a:cubicBezTo>
                      <a:pt x="4271" y="3918"/>
                      <a:pt x="3737" y="1883"/>
                      <a:pt x="3070" y="15"/>
                    </a:cubicBezTo>
                    <a:cubicBezTo>
                      <a:pt x="3070" y="15"/>
                      <a:pt x="3055" y="0"/>
                      <a:pt x="30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8" name="Google Shape;12628;p39"/>
              <p:cNvSpPr/>
              <p:nvPr/>
            </p:nvSpPr>
            <p:spPr>
              <a:xfrm>
                <a:off x="6219950" y="2780025"/>
                <a:ext cx="94275" cy="170975"/>
              </a:xfrm>
              <a:custGeom>
                <a:rect b="b" l="l" r="r" t="t"/>
                <a:pathLst>
                  <a:path extrusionOk="0" h="6839" w="3771">
                    <a:moveTo>
                      <a:pt x="3236" y="0"/>
                    </a:moveTo>
                    <a:cubicBezTo>
                      <a:pt x="3103" y="67"/>
                      <a:pt x="2936" y="67"/>
                      <a:pt x="2769" y="100"/>
                    </a:cubicBezTo>
                    <a:cubicBezTo>
                      <a:pt x="2703" y="100"/>
                      <a:pt x="2636" y="100"/>
                      <a:pt x="2536" y="134"/>
                    </a:cubicBezTo>
                    <a:cubicBezTo>
                      <a:pt x="2436" y="134"/>
                      <a:pt x="2302" y="167"/>
                      <a:pt x="2169" y="200"/>
                    </a:cubicBezTo>
                    <a:cubicBezTo>
                      <a:pt x="1936" y="234"/>
                      <a:pt x="1735" y="267"/>
                      <a:pt x="1502" y="300"/>
                    </a:cubicBezTo>
                    <a:cubicBezTo>
                      <a:pt x="1368" y="300"/>
                      <a:pt x="1235" y="334"/>
                      <a:pt x="1102" y="367"/>
                    </a:cubicBezTo>
                    <a:cubicBezTo>
                      <a:pt x="901" y="400"/>
                      <a:pt x="701" y="434"/>
                      <a:pt x="501" y="434"/>
                    </a:cubicBezTo>
                    <a:cubicBezTo>
                      <a:pt x="434" y="467"/>
                      <a:pt x="401" y="467"/>
                      <a:pt x="368" y="467"/>
                    </a:cubicBezTo>
                    <a:cubicBezTo>
                      <a:pt x="268" y="501"/>
                      <a:pt x="134" y="501"/>
                      <a:pt x="34" y="501"/>
                    </a:cubicBezTo>
                    <a:cubicBezTo>
                      <a:pt x="34" y="501"/>
                      <a:pt x="34" y="501"/>
                      <a:pt x="1" y="534"/>
                    </a:cubicBezTo>
                    <a:cubicBezTo>
                      <a:pt x="1" y="534"/>
                      <a:pt x="1" y="534"/>
                      <a:pt x="1" y="567"/>
                    </a:cubicBezTo>
                    <a:cubicBezTo>
                      <a:pt x="168" y="1768"/>
                      <a:pt x="268" y="2969"/>
                      <a:pt x="334" y="4203"/>
                    </a:cubicBezTo>
                    <a:cubicBezTo>
                      <a:pt x="368" y="5070"/>
                      <a:pt x="368" y="5938"/>
                      <a:pt x="368" y="6772"/>
                    </a:cubicBezTo>
                    <a:cubicBezTo>
                      <a:pt x="368" y="6805"/>
                      <a:pt x="368" y="6805"/>
                      <a:pt x="368" y="6805"/>
                    </a:cubicBezTo>
                    <a:lnTo>
                      <a:pt x="401" y="6805"/>
                    </a:lnTo>
                    <a:cubicBezTo>
                      <a:pt x="501" y="6805"/>
                      <a:pt x="601" y="6838"/>
                      <a:pt x="701" y="6838"/>
                    </a:cubicBezTo>
                    <a:lnTo>
                      <a:pt x="1969" y="6838"/>
                    </a:lnTo>
                    <a:cubicBezTo>
                      <a:pt x="2136" y="6838"/>
                      <a:pt x="2302" y="6805"/>
                      <a:pt x="2503" y="6805"/>
                    </a:cubicBezTo>
                    <a:cubicBezTo>
                      <a:pt x="2769" y="6805"/>
                      <a:pt x="3036" y="6790"/>
                      <a:pt x="3303" y="6790"/>
                    </a:cubicBezTo>
                    <a:cubicBezTo>
                      <a:pt x="3437" y="6790"/>
                      <a:pt x="3570" y="6794"/>
                      <a:pt x="3703" y="6805"/>
                    </a:cubicBezTo>
                    <a:lnTo>
                      <a:pt x="3737" y="6805"/>
                    </a:lnTo>
                    <a:cubicBezTo>
                      <a:pt x="3737" y="6805"/>
                      <a:pt x="3770" y="6772"/>
                      <a:pt x="3770" y="6772"/>
                    </a:cubicBezTo>
                    <a:cubicBezTo>
                      <a:pt x="3770" y="6138"/>
                      <a:pt x="3770" y="5471"/>
                      <a:pt x="3737" y="4837"/>
                    </a:cubicBezTo>
                    <a:cubicBezTo>
                      <a:pt x="3670" y="3202"/>
                      <a:pt x="3537" y="1601"/>
                      <a:pt x="3303" y="34"/>
                    </a:cubicBezTo>
                    <a:cubicBezTo>
                      <a:pt x="3303" y="34"/>
                      <a:pt x="3270" y="34"/>
                      <a:pt x="3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9" name="Google Shape;12629;p39"/>
              <p:cNvSpPr/>
              <p:nvPr/>
            </p:nvSpPr>
            <p:spPr>
              <a:xfrm>
                <a:off x="6210775" y="2957650"/>
                <a:ext cx="102600" cy="168475"/>
              </a:xfrm>
              <a:custGeom>
                <a:rect b="b" l="l" r="r" t="t"/>
                <a:pathLst>
                  <a:path extrusionOk="0" h="6739" w="4104">
                    <a:moveTo>
                      <a:pt x="735" y="0"/>
                    </a:moveTo>
                    <a:cubicBezTo>
                      <a:pt x="735" y="0"/>
                      <a:pt x="701" y="34"/>
                      <a:pt x="701" y="34"/>
                    </a:cubicBezTo>
                    <a:cubicBezTo>
                      <a:pt x="668" y="2202"/>
                      <a:pt x="401" y="4237"/>
                      <a:pt x="1" y="6171"/>
                    </a:cubicBezTo>
                    <a:cubicBezTo>
                      <a:pt x="1" y="6171"/>
                      <a:pt x="1" y="6171"/>
                      <a:pt x="34" y="6205"/>
                    </a:cubicBezTo>
                    <a:lnTo>
                      <a:pt x="68" y="6205"/>
                    </a:lnTo>
                    <a:cubicBezTo>
                      <a:pt x="401" y="6205"/>
                      <a:pt x="735" y="6271"/>
                      <a:pt x="1068" y="6338"/>
                    </a:cubicBezTo>
                    <a:cubicBezTo>
                      <a:pt x="1235" y="6371"/>
                      <a:pt x="1369" y="6405"/>
                      <a:pt x="1502" y="6438"/>
                    </a:cubicBezTo>
                    <a:cubicBezTo>
                      <a:pt x="1702" y="6472"/>
                      <a:pt x="1902" y="6472"/>
                      <a:pt x="2069" y="6505"/>
                    </a:cubicBezTo>
                    <a:cubicBezTo>
                      <a:pt x="2503" y="6572"/>
                      <a:pt x="2903" y="6638"/>
                      <a:pt x="3303" y="6738"/>
                    </a:cubicBezTo>
                    <a:lnTo>
                      <a:pt x="3337" y="6738"/>
                    </a:lnTo>
                    <a:cubicBezTo>
                      <a:pt x="3370" y="6705"/>
                      <a:pt x="3370" y="6705"/>
                      <a:pt x="3370" y="6705"/>
                    </a:cubicBezTo>
                    <a:cubicBezTo>
                      <a:pt x="3804" y="4604"/>
                      <a:pt x="4070" y="2369"/>
                      <a:pt x="4104" y="67"/>
                    </a:cubicBezTo>
                    <a:cubicBezTo>
                      <a:pt x="4104" y="67"/>
                      <a:pt x="4104" y="67"/>
                      <a:pt x="4104" y="34"/>
                    </a:cubicBezTo>
                    <a:lnTo>
                      <a:pt x="4070" y="34"/>
                    </a:lnTo>
                    <a:cubicBezTo>
                      <a:pt x="3637" y="67"/>
                      <a:pt x="3170" y="67"/>
                      <a:pt x="2736" y="67"/>
                    </a:cubicBezTo>
                    <a:cubicBezTo>
                      <a:pt x="2536" y="67"/>
                      <a:pt x="2336" y="34"/>
                      <a:pt x="2136" y="34"/>
                    </a:cubicBezTo>
                    <a:cubicBezTo>
                      <a:pt x="2036" y="34"/>
                      <a:pt x="1936" y="67"/>
                      <a:pt x="1802" y="67"/>
                    </a:cubicBezTo>
                    <a:cubicBezTo>
                      <a:pt x="1669" y="67"/>
                      <a:pt x="1525" y="72"/>
                      <a:pt x="1381" y="72"/>
                    </a:cubicBezTo>
                    <a:cubicBezTo>
                      <a:pt x="1164" y="72"/>
                      <a:pt x="948" y="60"/>
                      <a:pt x="7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0" name="Google Shape;12630;p39"/>
              <p:cNvSpPr/>
              <p:nvPr/>
            </p:nvSpPr>
            <p:spPr>
              <a:xfrm>
                <a:off x="6149075" y="3119425"/>
                <a:ext cx="144300" cy="178475"/>
              </a:xfrm>
              <a:custGeom>
                <a:rect b="b" l="l" r="r" t="t"/>
                <a:pathLst>
                  <a:path extrusionOk="0" h="7139" w="5772">
                    <a:moveTo>
                      <a:pt x="2436" y="1"/>
                    </a:moveTo>
                    <a:cubicBezTo>
                      <a:pt x="2436" y="1"/>
                      <a:pt x="2402" y="1"/>
                      <a:pt x="2402" y="34"/>
                    </a:cubicBezTo>
                    <a:cubicBezTo>
                      <a:pt x="2102" y="1368"/>
                      <a:pt x="1735" y="2602"/>
                      <a:pt x="1268" y="3737"/>
                    </a:cubicBezTo>
                    <a:cubicBezTo>
                      <a:pt x="901" y="4671"/>
                      <a:pt x="501" y="5504"/>
                      <a:pt x="34" y="6238"/>
                    </a:cubicBezTo>
                    <a:cubicBezTo>
                      <a:pt x="34" y="6238"/>
                      <a:pt x="0" y="6272"/>
                      <a:pt x="34" y="6272"/>
                    </a:cubicBezTo>
                    <a:cubicBezTo>
                      <a:pt x="34" y="6272"/>
                      <a:pt x="34" y="6305"/>
                      <a:pt x="67" y="6305"/>
                    </a:cubicBezTo>
                    <a:cubicBezTo>
                      <a:pt x="134" y="6305"/>
                      <a:pt x="201" y="6338"/>
                      <a:pt x="267" y="6338"/>
                    </a:cubicBezTo>
                    <a:cubicBezTo>
                      <a:pt x="301" y="6372"/>
                      <a:pt x="367" y="6372"/>
                      <a:pt x="401" y="6372"/>
                    </a:cubicBezTo>
                    <a:cubicBezTo>
                      <a:pt x="701" y="6472"/>
                      <a:pt x="1035" y="6539"/>
                      <a:pt x="1335" y="6639"/>
                    </a:cubicBezTo>
                    <a:cubicBezTo>
                      <a:pt x="1568" y="6672"/>
                      <a:pt x="1802" y="6739"/>
                      <a:pt x="2035" y="6805"/>
                    </a:cubicBezTo>
                    <a:cubicBezTo>
                      <a:pt x="2469" y="6905"/>
                      <a:pt x="2903" y="7006"/>
                      <a:pt x="3336" y="7139"/>
                    </a:cubicBezTo>
                    <a:lnTo>
                      <a:pt x="3436" y="7139"/>
                    </a:lnTo>
                    <a:cubicBezTo>
                      <a:pt x="4437" y="5271"/>
                      <a:pt x="5204" y="3069"/>
                      <a:pt x="5738" y="601"/>
                    </a:cubicBezTo>
                    <a:cubicBezTo>
                      <a:pt x="5771" y="601"/>
                      <a:pt x="5738" y="601"/>
                      <a:pt x="5738" y="568"/>
                    </a:cubicBezTo>
                    <a:lnTo>
                      <a:pt x="5705" y="568"/>
                    </a:lnTo>
                    <a:cubicBezTo>
                      <a:pt x="5338" y="534"/>
                      <a:pt x="4971" y="468"/>
                      <a:pt x="4570" y="367"/>
                    </a:cubicBezTo>
                    <a:cubicBezTo>
                      <a:pt x="4404" y="334"/>
                      <a:pt x="4237" y="301"/>
                      <a:pt x="4037" y="301"/>
                    </a:cubicBezTo>
                    <a:cubicBezTo>
                      <a:pt x="3703" y="234"/>
                      <a:pt x="3370" y="167"/>
                      <a:pt x="3069" y="101"/>
                    </a:cubicBezTo>
                    <a:lnTo>
                      <a:pt x="2936" y="101"/>
                    </a:lnTo>
                    <a:cubicBezTo>
                      <a:pt x="2769" y="67"/>
                      <a:pt x="2602" y="34"/>
                      <a:pt x="2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1" name="Google Shape;12631;p39"/>
              <p:cNvSpPr/>
              <p:nvPr/>
            </p:nvSpPr>
            <p:spPr>
              <a:xfrm>
                <a:off x="6029000" y="3282500"/>
                <a:ext cx="201000" cy="112975"/>
              </a:xfrm>
              <a:custGeom>
                <a:rect b="b" l="l" r="r" t="t"/>
                <a:pathLst>
                  <a:path extrusionOk="0" h="4519" w="8040">
                    <a:moveTo>
                      <a:pt x="4661" y="1"/>
                    </a:moveTo>
                    <a:cubicBezTo>
                      <a:pt x="4651" y="1"/>
                      <a:pt x="4637" y="16"/>
                      <a:pt x="4637" y="16"/>
                    </a:cubicBezTo>
                    <a:cubicBezTo>
                      <a:pt x="3369" y="1850"/>
                      <a:pt x="1868" y="2851"/>
                      <a:pt x="300" y="2918"/>
                    </a:cubicBezTo>
                    <a:lnTo>
                      <a:pt x="33" y="2918"/>
                    </a:lnTo>
                    <a:cubicBezTo>
                      <a:pt x="33" y="2918"/>
                      <a:pt x="0" y="2951"/>
                      <a:pt x="0" y="2951"/>
                    </a:cubicBezTo>
                    <a:cubicBezTo>
                      <a:pt x="0" y="2984"/>
                      <a:pt x="0" y="2984"/>
                      <a:pt x="33" y="3018"/>
                    </a:cubicBezTo>
                    <a:cubicBezTo>
                      <a:pt x="467" y="3185"/>
                      <a:pt x="867" y="3318"/>
                      <a:pt x="1234" y="3451"/>
                    </a:cubicBezTo>
                    <a:cubicBezTo>
                      <a:pt x="1901" y="3685"/>
                      <a:pt x="2569" y="3918"/>
                      <a:pt x="3236" y="4085"/>
                    </a:cubicBezTo>
                    <a:cubicBezTo>
                      <a:pt x="3536" y="4152"/>
                      <a:pt x="3869" y="4252"/>
                      <a:pt x="4270" y="4352"/>
                    </a:cubicBezTo>
                    <a:cubicBezTo>
                      <a:pt x="4303" y="4352"/>
                      <a:pt x="4370" y="4352"/>
                      <a:pt x="4403" y="4385"/>
                    </a:cubicBezTo>
                    <a:cubicBezTo>
                      <a:pt x="4603" y="4419"/>
                      <a:pt x="4770" y="4452"/>
                      <a:pt x="4904" y="4519"/>
                    </a:cubicBezTo>
                    <a:lnTo>
                      <a:pt x="4970" y="4519"/>
                    </a:lnTo>
                    <a:cubicBezTo>
                      <a:pt x="5204" y="4452"/>
                      <a:pt x="5471" y="4319"/>
                      <a:pt x="5704" y="4152"/>
                    </a:cubicBezTo>
                    <a:cubicBezTo>
                      <a:pt x="6538" y="3285"/>
                      <a:pt x="7339" y="2217"/>
                      <a:pt x="8039" y="983"/>
                    </a:cubicBezTo>
                    <a:cubicBezTo>
                      <a:pt x="8039" y="950"/>
                      <a:pt x="8039" y="950"/>
                      <a:pt x="8039" y="950"/>
                    </a:cubicBezTo>
                    <a:cubicBezTo>
                      <a:pt x="8039" y="916"/>
                      <a:pt x="8006" y="916"/>
                      <a:pt x="8006" y="916"/>
                    </a:cubicBezTo>
                    <a:cubicBezTo>
                      <a:pt x="7505" y="816"/>
                      <a:pt x="7005" y="683"/>
                      <a:pt x="6538" y="549"/>
                    </a:cubicBezTo>
                    <a:cubicBezTo>
                      <a:pt x="6371" y="516"/>
                      <a:pt x="6238" y="449"/>
                      <a:pt x="6071" y="416"/>
                    </a:cubicBezTo>
                    <a:cubicBezTo>
                      <a:pt x="5704" y="316"/>
                      <a:pt x="5404" y="249"/>
                      <a:pt x="5137" y="149"/>
                    </a:cubicBezTo>
                    <a:cubicBezTo>
                      <a:pt x="5104" y="149"/>
                      <a:pt x="5037" y="149"/>
                      <a:pt x="5004" y="116"/>
                    </a:cubicBezTo>
                    <a:cubicBezTo>
                      <a:pt x="4904" y="82"/>
                      <a:pt x="4770" y="49"/>
                      <a:pt x="4670" y="16"/>
                    </a:cubicBezTo>
                    <a:cubicBezTo>
                      <a:pt x="4670" y="4"/>
                      <a:pt x="4666" y="1"/>
                      <a:pt x="46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2" name="Google Shape;12632;p39"/>
              <p:cNvSpPr/>
              <p:nvPr/>
            </p:nvSpPr>
            <p:spPr>
              <a:xfrm>
                <a:off x="6208275" y="2305925"/>
                <a:ext cx="641325" cy="140550"/>
              </a:xfrm>
              <a:custGeom>
                <a:rect b="b" l="l" r="r" t="t"/>
                <a:pathLst>
                  <a:path extrusionOk="0" h="5622" w="25653">
                    <a:moveTo>
                      <a:pt x="11135" y="1"/>
                    </a:moveTo>
                    <a:cubicBezTo>
                      <a:pt x="8927" y="1"/>
                      <a:pt x="6723" y="181"/>
                      <a:pt x="4537" y="518"/>
                    </a:cubicBezTo>
                    <a:cubicBezTo>
                      <a:pt x="3036" y="751"/>
                      <a:pt x="1535" y="1085"/>
                      <a:pt x="34" y="1518"/>
                    </a:cubicBezTo>
                    <a:cubicBezTo>
                      <a:pt x="1" y="1518"/>
                      <a:pt x="1" y="1518"/>
                      <a:pt x="1" y="1552"/>
                    </a:cubicBezTo>
                    <a:cubicBezTo>
                      <a:pt x="1" y="1552"/>
                      <a:pt x="1" y="1585"/>
                      <a:pt x="34" y="1585"/>
                    </a:cubicBezTo>
                    <a:cubicBezTo>
                      <a:pt x="1402" y="2286"/>
                      <a:pt x="2669" y="3453"/>
                      <a:pt x="3870" y="5054"/>
                    </a:cubicBezTo>
                    <a:lnTo>
                      <a:pt x="3904" y="5054"/>
                    </a:lnTo>
                    <a:cubicBezTo>
                      <a:pt x="4371" y="4887"/>
                      <a:pt x="4904" y="4821"/>
                      <a:pt x="5405" y="4754"/>
                    </a:cubicBezTo>
                    <a:cubicBezTo>
                      <a:pt x="5538" y="4754"/>
                      <a:pt x="5672" y="4754"/>
                      <a:pt x="5772" y="4721"/>
                    </a:cubicBezTo>
                    <a:cubicBezTo>
                      <a:pt x="6572" y="4621"/>
                      <a:pt x="7273" y="4554"/>
                      <a:pt x="7973" y="4487"/>
                    </a:cubicBezTo>
                    <a:cubicBezTo>
                      <a:pt x="9441" y="4354"/>
                      <a:pt x="10942" y="4287"/>
                      <a:pt x="12443" y="4254"/>
                    </a:cubicBezTo>
                    <a:cubicBezTo>
                      <a:pt x="15312" y="4254"/>
                      <a:pt x="18247" y="4420"/>
                      <a:pt x="21116" y="4821"/>
                    </a:cubicBezTo>
                    <a:cubicBezTo>
                      <a:pt x="22617" y="5021"/>
                      <a:pt x="24118" y="5288"/>
                      <a:pt x="25619" y="5621"/>
                    </a:cubicBezTo>
                    <a:lnTo>
                      <a:pt x="25652" y="5621"/>
                    </a:lnTo>
                    <a:cubicBezTo>
                      <a:pt x="25652" y="5588"/>
                      <a:pt x="25652" y="5588"/>
                      <a:pt x="25652" y="5555"/>
                    </a:cubicBezTo>
                    <a:cubicBezTo>
                      <a:pt x="24852" y="4120"/>
                      <a:pt x="23951" y="2853"/>
                      <a:pt x="23017" y="1885"/>
                    </a:cubicBezTo>
                    <a:cubicBezTo>
                      <a:pt x="22784" y="1652"/>
                      <a:pt x="22550" y="1518"/>
                      <a:pt x="22217" y="1418"/>
                    </a:cubicBezTo>
                    <a:cubicBezTo>
                      <a:pt x="21916" y="1352"/>
                      <a:pt x="21616" y="1285"/>
                      <a:pt x="21316" y="1251"/>
                    </a:cubicBezTo>
                    <a:cubicBezTo>
                      <a:pt x="21083" y="1218"/>
                      <a:pt x="20849" y="1151"/>
                      <a:pt x="20616" y="1118"/>
                    </a:cubicBezTo>
                    <a:cubicBezTo>
                      <a:pt x="19882" y="918"/>
                      <a:pt x="19114" y="784"/>
                      <a:pt x="18381" y="651"/>
                    </a:cubicBezTo>
                    <a:cubicBezTo>
                      <a:pt x="16846" y="384"/>
                      <a:pt x="15278" y="184"/>
                      <a:pt x="13711" y="84"/>
                    </a:cubicBezTo>
                    <a:cubicBezTo>
                      <a:pt x="12852" y="28"/>
                      <a:pt x="11993" y="1"/>
                      <a:pt x="11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3" name="Google Shape;12633;p39"/>
              <p:cNvSpPr/>
              <p:nvPr/>
            </p:nvSpPr>
            <p:spPr>
              <a:xfrm>
                <a:off x="6309200" y="2420675"/>
                <a:ext cx="599600" cy="169225"/>
              </a:xfrm>
              <a:custGeom>
                <a:rect b="b" l="l" r="r" t="t"/>
                <a:pathLst>
                  <a:path extrusionOk="0" h="6769" w="23984">
                    <a:moveTo>
                      <a:pt x="8900" y="1"/>
                    </a:moveTo>
                    <a:cubicBezTo>
                      <a:pt x="7436" y="1"/>
                      <a:pt x="5970" y="55"/>
                      <a:pt x="4503" y="164"/>
                    </a:cubicBezTo>
                    <a:cubicBezTo>
                      <a:pt x="3636" y="231"/>
                      <a:pt x="2802" y="331"/>
                      <a:pt x="2035" y="397"/>
                    </a:cubicBezTo>
                    <a:cubicBezTo>
                      <a:pt x="1801" y="431"/>
                      <a:pt x="1601" y="464"/>
                      <a:pt x="1368" y="498"/>
                    </a:cubicBezTo>
                    <a:cubicBezTo>
                      <a:pt x="934" y="564"/>
                      <a:pt x="467" y="631"/>
                      <a:pt x="33" y="631"/>
                    </a:cubicBezTo>
                    <a:cubicBezTo>
                      <a:pt x="0" y="631"/>
                      <a:pt x="0" y="631"/>
                      <a:pt x="0" y="664"/>
                    </a:cubicBezTo>
                    <a:cubicBezTo>
                      <a:pt x="0" y="664"/>
                      <a:pt x="0" y="698"/>
                      <a:pt x="0" y="698"/>
                    </a:cubicBezTo>
                    <a:cubicBezTo>
                      <a:pt x="467" y="1331"/>
                      <a:pt x="901" y="2032"/>
                      <a:pt x="1301" y="2799"/>
                    </a:cubicBezTo>
                    <a:cubicBezTo>
                      <a:pt x="1901" y="3933"/>
                      <a:pt x="2468" y="5168"/>
                      <a:pt x="2969" y="6535"/>
                    </a:cubicBezTo>
                    <a:cubicBezTo>
                      <a:pt x="2969" y="6535"/>
                      <a:pt x="3002" y="6569"/>
                      <a:pt x="3002" y="6569"/>
                    </a:cubicBezTo>
                    <a:cubicBezTo>
                      <a:pt x="4236" y="6268"/>
                      <a:pt x="5504" y="6168"/>
                      <a:pt x="6805" y="6068"/>
                    </a:cubicBezTo>
                    <a:cubicBezTo>
                      <a:pt x="8173" y="6002"/>
                      <a:pt x="9540" y="5935"/>
                      <a:pt x="11008" y="5935"/>
                    </a:cubicBezTo>
                    <a:cubicBezTo>
                      <a:pt x="13476" y="5968"/>
                      <a:pt x="16112" y="6068"/>
                      <a:pt x="19514" y="6368"/>
                    </a:cubicBezTo>
                    <a:cubicBezTo>
                      <a:pt x="21015" y="6502"/>
                      <a:pt x="22516" y="6635"/>
                      <a:pt x="23950" y="6769"/>
                    </a:cubicBezTo>
                    <a:lnTo>
                      <a:pt x="23984" y="6769"/>
                    </a:lnTo>
                    <a:cubicBezTo>
                      <a:pt x="23984" y="6735"/>
                      <a:pt x="23984" y="6735"/>
                      <a:pt x="23984" y="6735"/>
                    </a:cubicBezTo>
                    <a:cubicBezTo>
                      <a:pt x="23383" y="4801"/>
                      <a:pt x="22683" y="3033"/>
                      <a:pt x="21882" y="1465"/>
                    </a:cubicBezTo>
                    <a:cubicBezTo>
                      <a:pt x="21849" y="1432"/>
                      <a:pt x="21849" y="1432"/>
                      <a:pt x="21849" y="1432"/>
                    </a:cubicBezTo>
                    <a:cubicBezTo>
                      <a:pt x="17603" y="482"/>
                      <a:pt x="13263" y="1"/>
                      <a:pt x="89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4" name="Google Shape;12634;p39"/>
              <p:cNvSpPr/>
              <p:nvPr/>
            </p:nvSpPr>
            <p:spPr>
              <a:xfrm>
                <a:off x="6385900" y="2577775"/>
                <a:ext cx="555425" cy="173075"/>
              </a:xfrm>
              <a:custGeom>
                <a:rect b="b" l="l" r="r" t="t"/>
                <a:pathLst>
                  <a:path extrusionOk="0" h="6923" w="22217">
                    <a:moveTo>
                      <a:pt x="7652" y="1"/>
                    </a:moveTo>
                    <a:cubicBezTo>
                      <a:pt x="6545" y="1"/>
                      <a:pt x="5438" y="26"/>
                      <a:pt x="4337" y="84"/>
                    </a:cubicBezTo>
                    <a:cubicBezTo>
                      <a:pt x="3537" y="151"/>
                      <a:pt x="2703" y="218"/>
                      <a:pt x="1902" y="285"/>
                    </a:cubicBezTo>
                    <a:cubicBezTo>
                      <a:pt x="1302" y="351"/>
                      <a:pt x="668" y="418"/>
                      <a:pt x="34" y="451"/>
                    </a:cubicBezTo>
                    <a:cubicBezTo>
                      <a:pt x="34" y="451"/>
                      <a:pt x="1" y="485"/>
                      <a:pt x="1" y="485"/>
                    </a:cubicBezTo>
                    <a:cubicBezTo>
                      <a:pt x="1" y="485"/>
                      <a:pt x="1" y="518"/>
                      <a:pt x="1" y="518"/>
                    </a:cubicBezTo>
                    <a:cubicBezTo>
                      <a:pt x="701" y="2486"/>
                      <a:pt x="1235" y="4621"/>
                      <a:pt x="1602" y="6889"/>
                    </a:cubicBezTo>
                    <a:cubicBezTo>
                      <a:pt x="1602" y="6923"/>
                      <a:pt x="1635" y="6923"/>
                      <a:pt x="1635" y="6923"/>
                    </a:cubicBezTo>
                    <a:cubicBezTo>
                      <a:pt x="2002" y="6889"/>
                      <a:pt x="2336" y="6856"/>
                      <a:pt x="2703" y="6823"/>
                    </a:cubicBezTo>
                    <a:cubicBezTo>
                      <a:pt x="2870" y="6823"/>
                      <a:pt x="3036" y="6823"/>
                      <a:pt x="3203" y="6789"/>
                    </a:cubicBezTo>
                    <a:cubicBezTo>
                      <a:pt x="3870" y="6756"/>
                      <a:pt x="4537" y="6689"/>
                      <a:pt x="5271" y="6656"/>
                    </a:cubicBezTo>
                    <a:cubicBezTo>
                      <a:pt x="6672" y="6556"/>
                      <a:pt x="8073" y="6489"/>
                      <a:pt x="9441" y="6422"/>
                    </a:cubicBezTo>
                    <a:cubicBezTo>
                      <a:pt x="11517" y="6347"/>
                      <a:pt x="13613" y="6310"/>
                      <a:pt x="15699" y="6310"/>
                    </a:cubicBezTo>
                    <a:cubicBezTo>
                      <a:pt x="16394" y="6310"/>
                      <a:pt x="17088" y="6314"/>
                      <a:pt x="17780" y="6322"/>
                    </a:cubicBezTo>
                    <a:cubicBezTo>
                      <a:pt x="18547" y="6322"/>
                      <a:pt x="19315" y="6356"/>
                      <a:pt x="20082" y="6356"/>
                    </a:cubicBezTo>
                    <a:lnTo>
                      <a:pt x="20249" y="6356"/>
                    </a:lnTo>
                    <a:cubicBezTo>
                      <a:pt x="20616" y="6389"/>
                      <a:pt x="20949" y="6389"/>
                      <a:pt x="21316" y="6422"/>
                    </a:cubicBezTo>
                    <a:lnTo>
                      <a:pt x="21450" y="6422"/>
                    </a:lnTo>
                    <a:cubicBezTo>
                      <a:pt x="21683" y="6422"/>
                      <a:pt x="21950" y="6422"/>
                      <a:pt x="22150" y="6489"/>
                    </a:cubicBezTo>
                    <a:lnTo>
                      <a:pt x="22217" y="6489"/>
                    </a:lnTo>
                    <a:cubicBezTo>
                      <a:pt x="22217" y="6489"/>
                      <a:pt x="22217" y="6456"/>
                      <a:pt x="22217" y="6456"/>
                    </a:cubicBezTo>
                    <a:cubicBezTo>
                      <a:pt x="21950" y="4521"/>
                      <a:pt x="21550" y="2620"/>
                      <a:pt x="21049" y="852"/>
                    </a:cubicBezTo>
                    <a:cubicBezTo>
                      <a:pt x="21016" y="852"/>
                      <a:pt x="21016" y="852"/>
                      <a:pt x="21016" y="818"/>
                    </a:cubicBezTo>
                    <a:cubicBezTo>
                      <a:pt x="16849" y="442"/>
                      <a:pt x="12249" y="1"/>
                      <a:pt x="76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5" name="Google Shape;12635;p39"/>
              <p:cNvSpPr/>
              <p:nvPr/>
            </p:nvSpPr>
            <p:spPr>
              <a:xfrm>
                <a:off x="6427600" y="2743525"/>
                <a:ext cx="525400" cy="220825"/>
              </a:xfrm>
              <a:custGeom>
                <a:rect b="b" l="l" r="r" t="t"/>
                <a:pathLst>
                  <a:path extrusionOk="0" h="8833" w="21016">
                    <a:moveTo>
                      <a:pt x="14582" y="1"/>
                    </a:moveTo>
                    <a:cubicBezTo>
                      <a:pt x="13894" y="1"/>
                      <a:pt x="13210" y="9"/>
                      <a:pt x="12543" y="26"/>
                    </a:cubicBezTo>
                    <a:cubicBezTo>
                      <a:pt x="9808" y="26"/>
                      <a:pt x="7006" y="126"/>
                      <a:pt x="4270" y="326"/>
                    </a:cubicBezTo>
                    <a:cubicBezTo>
                      <a:pt x="3537" y="359"/>
                      <a:pt x="2803" y="393"/>
                      <a:pt x="1969" y="459"/>
                    </a:cubicBezTo>
                    <a:cubicBezTo>
                      <a:pt x="1702" y="493"/>
                      <a:pt x="1435" y="526"/>
                      <a:pt x="1168" y="560"/>
                    </a:cubicBezTo>
                    <a:cubicBezTo>
                      <a:pt x="801" y="593"/>
                      <a:pt x="434" y="626"/>
                      <a:pt x="34" y="660"/>
                    </a:cubicBezTo>
                    <a:lnTo>
                      <a:pt x="1" y="660"/>
                    </a:lnTo>
                    <a:cubicBezTo>
                      <a:pt x="1" y="660"/>
                      <a:pt x="1" y="693"/>
                      <a:pt x="1" y="693"/>
                    </a:cubicBezTo>
                    <a:cubicBezTo>
                      <a:pt x="268" y="2461"/>
                      <a:pt x="434" y="4262"/>
                      <a:pt x="501" y="6097"/>
                    </a:cubicBezTo>
                    <a:cubicBezTo>
                      <a:pt x="534" y="6964"/>
                      <a:pt x="534" y="7798"/>
                      <a:pt x="534" y="8599"/>
                    </a:cubicBezTo>
                    <a:cubicBezTo>
                      <a:pt x="534" y="8632"/>
                      <a:pt x="534" y="8632"/>
                      <a:pt x="534" y="8632"/>
                    </a:cubicBezTo>
                    <a:lnTo>
                      <a:pt x="568" y="8632"/>
                    </a:lnTo>
                    <a:cubicBezTo>
                      <a:pt x="675" y="8622"/>
                      <a:pt x="783" y="8618"/>
                      <a:pt x="890" y="8618"/>
                    </a:cubicBezTo>
                    <a:cubicBezTo>
                      <a:pt x="1150" y="8618"/>
                      <a:pt x="1409" y="8642"/>
                      <a:pt x="1669" y="8665"/>
                    </a:cubicBezTo>
                    <a:cubicBezTo>
                      <a:pt x="1802" y="8665"/>
                      <a:pt x="1969" y="8699"/>
                      <a:pt x="2102" y="8699"/>
                    </a:cubicBezTo>
                    <a:cubicBezTo>
                      <a:pt x="2836" y="8732"/>
                      <a:pt x="3503" y="8732"/>
                      <a:pt x="4104" y="8765"/>
                    </a:cubicBezTo>
                    <a:cubicBezTo>
                      <a:pt x="5571" y="8799"/>
                      <a:pt x="6906" y="8832"/>
                      <a:pt x="8207" y="8832"/>
                    </a:cubicBezTo>
                    <a:lnTo>
                      <a:pt x="8574" y="8832"/>
                    </a:lnTo>
                    <a:cubicBezTo>
                      <a:pt x="11175" y="8832"/>
                      <a:pt x="13777" y="8765"/>
                      <a:pt x="16346" y="8632"/>
                    </a:cubicBezTo>
                    <a:cubicBezTo>
                      <a:pt x="17113" y="8599"/>
                      <a:pt x="17847" y="8532"/>
                      <a:pt x="18581" y="8499"/>
                    </a:cubicBezTo>
                    <a:cubicBezTo>
                      <a:pt x="18848" y="8465"/>
                      <a:pt x="19081" y="8465"/>
                      <a:pt x="19348" y="8432"/>
                    </a:cubicBezTo>
                    <a:cubicBezTo>
                      <a:pt x="19753" y="8405"/>
                      <a:pt x="20179" y="8356"/>
                      <a:pt x="20610" y="8356"/>
                    </a:cubicBezTo>
                    <a:cubicBezTo>
                      <a:pt x="20712" y="8356"/>
                      <a:pt x="20814" y="8359"/>
                      <a:pt x="20916" y="8365"/>
                    </a:cubicBezTo>
                    <a:cubicBezTo>
                      <a:pt x="20949" y="8365"/>
                      <a:pt x="20949" y="8332"/>
                      <a:pt x="20949" y="8298"/>
                    </a:cubicBezTo>
                    <a:cubicBezTo>
                      <a:pt x="21016" y="6931"/>
                      <a:pt x="21016" y="5496"/>
                      <a:pt x="20949" y="4029"/>
                    </a:cubicBezTo>
                    <a:cubicBezTo>
                      <a:pt x="20882" y="2694"/>
                      <a:pt x="20749" y="1393"/>
                      <a:pt x="20582" y="93"/>
                    </a:cubicBezTo>
                    <a:cubicBezTo>
                      <a:pt x="20582" y="93"/>
                      <a:pt x="20582" y="93"/>
                      <a:pt x="20582" y="59"/>
                    </a:cubicBezTo>
                    <a:lnTo>
                      <a:pt x="20549" y="59"/>
                    </a:lnTo>
                    <a:cubicBezTo>
                      <a:pt x="20352" y="120"/>
                      <a:pt x="20149" y="139"/>
                      <a:pt x="19942" y="139"/>
                    </a:cubicBezTo>
                    <a:cubicBezTo>
                      <a:pt x="19692" y="139"/>
                      <a:pt x="19437" y="111"/>
                      <a:pt x="19181" y="93"/>
                    </a:cubicBezTo>
                    <a:cubicBezTo>
                      <a:pt x="19014" y="93"/>
                      <a:pt x="18814" y="93"/>
                      <a:pt x="18647" y="59"/>
                    </a:cubicBezTo>
                    <a:cubicBezTo>
                      <a:pt x="17947" y="59"/>
                      <a:pt x="17280" y="26"/>
                      <a:pt x="16646" y="26"/>
                    </a:cubicBezTo>
                    <a:cubicBezTo>
                      <a:pt x="15962" y="9"/>
                      <a:pt x="15270" y="1"/>
                      <a:pt x="145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6" name="Google Shape;12636;p39"/>
              <p:cNvSpPr/>
              <p:nvPr/>
            </p:nvSpPr>
            <p:spPr>
              <a:xfrm>
                <a:off x="6420100" y="2960150"/>
                <a:ext cx="531250" cy="194325"/>
              </a:xfrm>
              <a:custGeom>
                <a:rect b="b" l="l" r="r" t="t"/>
                <a:pathLst>
                  <a:path extrusionOk="0" h="7773" w="21250">
                    <a:moveTo>
                      <a:pt x="21182" y="0"/>
                    </a:moveTo>
                    <a:cubicBezTo>
                      <a:pt x="20749" y="67"/>
                      <a:pt x="20315" y="100"/>
                      <a:pt x="19881" y="100"/>
                    </a:cubicBezTo>
                    <a:cubicBezTo>
                      <a:pt x="19715" y="134"/>
                      <a:pt x="19548" y="134"/>
                      <a:pt x="19381" y="134"/>
                    </a:cubicBezTo>
                    <a:cubicBezTo>
                      <a:pt x="18714" y="200"/>
                      <a:pt x="18013" y="234"/>
                      <a:pt x="17313" y="267"/>
                    </a:cubicBezTo>
                    <a:cubicBezTo>
                      <a:pt x="15945" y="334"/>
                      <a:pt x="14544" y="401"/>
                      <a:pt x="13210" y="434"/>
                    </a:cubicBezTo>
                    <a:cubicBezTo>
                      <a:pt x="11540" y="475"/>
                      <a:pt x="9857" y="504"/>
                      <a:pt x="8178" y="504"/>
                    </a:cubicBezTo>
                    <a:cubicBezTo>
                      <a:pt x="7140" y="504"/>
                      <a:pt x="6103" y="493"/>
                      <a:pt x="5071" y="467"/>
                    </a:cubicBezTo>
                    <a:cubicBezTo>
                      <a:pt x="4370" y="434"/>
                      <a:pt x="3636" y="401"/>
                      <a:pt x="2769" y="367"/>
                    </a:cubicBezTo>
                    <a:lnTo>
                      <a:pt x="2269" y="367"/>
                    </a:lnTo>
                    <a:cubicBezTo>
                      <a:pt x="1802" y="367"/>
                      <a:pt x="1301" y="367"/>
                      <a:pt x="868" y="267"/>
                    </a:cubicBezTo>
                    <a:lnTo>
                      <a:pt x="834" y="267"/>
                    </a:lnTo>
                    <a:cubicBezTo>
                      <a:pt x="834" y="267"/>
                      <a:pt x="834" y="301"/>
                      <a:pt x="834" y="301"/>
                    </a:cubicBezTo>
                    <a:cubicBezTo>
                      <a:pt x="734" y="2802"/>
                      <a:pt x="468" y="5271"/>
                      <a:pt x="1" y="7539"/>
                    </a:cubicBezTo>
                    <a:cubicBezTo>
                      <a:pt x="1" y="7572"/>
                      <a:pt x="1" y="7572"/>
                      <a:pt x="1" y="7572"/>
                    </a:cubicBezTo>
                    <a:cubicBezTo>
                      <a:pt x="1" y="7606"/>
                      <a:pt x="34" y="7606"/>
                      <a:pt x="34" y="7606"/>
                    </a:cubicBezTo>
                    <a:cubicBezTo>
                      <a:pt x="1368" y="7739"/>
                      <a:pt x="2702" y="7773"/>
                      <a:pt x="4070" y="7773"/>
                    </a:cubicBezTo>
                    <a:cubicBezTo>
                      <a:pt x="5104" y="7773"/>
                      <a:pt x="6172" y="7739"/>
                      <a:pt x="7206" y="7739"/>
                    </a:cubicBezTo>
                    <a:lnTo>
                      <a:pt x="7639" y="7706"/>
                    </a:lnTo>
                    <a:cubicBezTo>
                      <a:pt x="10341" y="7639"/>
                      <a:pt x="13077" y="7506"/>
                      <a:pt x="15778" y="7272"/>
                    </a:cubicBezTo>
                    <a:cubicBezTo>
                      <a:pt x="16479" y="7239"/>
                      <a:pt x="17246" y="7172"/>
                      <a:pt x="17980" y="7072"/>
                    </a:cubicBezTo>
                    <a:cubicBezTo>
                      <a:pt x="18247" y="7072"/>
                      <a:pt x="18514" y="7039"/>
                      <a:pt x="18747" y="7005"/>
                    </a:cubicBezTo>
                    <a:cubicBezTo>
                      <a:pt x="19248" y="6939"/>
                      <a:pt x="19781" y="6872"/>
                      <a:pt x="20248" y="6872"/>
                    </a:cubicBezTo>
                    <a:cubicBezTo>
                      <a:pt x="20282" y="6872"/>
                      <a:pt x="20315" y="6839"/>
                      <a:pt x="20315" y="6839"/>
                    </a:cubicBezTo>
                    <a:lnTo>
                      <a:pt x="20315" y="6805"/>
                    </a:lnTo>
                    <a:cubicBezTo>
                      <a:pt x="20348" y="6638"/>
                      <a:pt x="20382" y="6438"/>
                      <a:pt x="20415" y="6271"/>
                    </a:cubicBezTo>
                    <a:cubicBezTo>
                      <a:pt x="20849" y="4303"/>
                      <a:pt x="21116" y="2202"/>
                      <a:pt x="21249" y="34"/>
                    </a:cubicBezTo>
                    <a:cubicBezTo>
                      <a:pt x="21249" y="34"/>
                      <a:pt x="21216" y="0"/>
                      <a:pt x="212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7" name="Google Shape;12637;p39"/>
              <p:cNvSpPr/>
              <p:nvPr/>
            </p:nvSpPr>
            <p:spPr>
              <a:xfrm>
                <a:off x="6359225" y="3140275"/>
                <a:ext cx="566250" cy="189325"/>
              </a:xfrm>
              <a:custGeom>
                <a:rect b="b" l="l" r="r" t="t"/>
                <a:pathLst>
                  <a:path extrusionOk="0" h="7573" w="22650">
                    <a:moveTo>
                      <a:pt x="22583" y="0"/>
                    </a:moveTo>
                    <a:cubicBezTo>
                      <a:pt x="22183" y="67"/>
                      <a:pt x="21783" y="101"/>
                      <a:pt x="21382" y="134"/>
                    </a:cubicBezTo>
                    <a:cubicBezTo>
                      <a:pt x="21216" y="167"/>
                      <a:pt x="21049" y="167"/>
                      <a:pt x="20882" y="201"/>
                    </a:cubicBezTo>
                    <a:cubicBezTo>
                      <a:pt x="20182" y="267"/>
                      <a:pt x="19481" y="334"/>
                      <a:pt x="18781" y="367"/>
                    </a:cubicBezTo>
                    <a:cubicBezTo>
                      <a:pt x="17413" y="501"/>
                      <a:pt x="16012" y="601"/>
                      <a:pt x="14611" y="668"/>
                    </a:cubicBezTo>
                    <a:cubicBezTo>
                      <a:pt x="12331" y="807"/>
                      <a:pt x="10006" y="876"/>
                      <a:pt x="7672" y="876"/>
                    </a:cubicBezTo>
                    <a:cubicBezTo>
                      <a:pt x="7206" y="876"/>
                      <a:pt x="6739" y="873"/>
                      <a:pt x="6272" y="868"/>
                    </a:cubicBezTo>
                    <a:cubicBezTo>
                      <a:pt x="5371" y="868"/>
                      <a:pt x="4637" y="868"/>
                      <a:pt x="3970" y="834"/>
                    </a:cubicBezTo>
                    <a:lnTo>
                      <a:pt x="3736" y="834"/>
                    </a:lnTo>
                    <a:cubicBezTo>
                      <a:pt x="3269" y="834"/>
                      <a:pt x="2836" y="834"/>
                      <a:pt x="2402" y="701"/>
                    </a:cubicBezTo>
                    <a:lnTo>
                      <a:pt x="2369" y="701"/>
                    </a:lnTo>
                    <a:cubicBezTo>
                      <a:pt x="2369" y="701"/>
                      <a:pt x="2369" y="734"/>
                      <a:pt x="2335" y="734"/>
                    </a:cubicBezTo>
                    <a:cubicBezTo>
                      <a:pt x="1868" y="2903"/>
                      <a:pt x="1201" y="4937"/>
                      <a:pt x="401" y="6705"/>
                    </a:cubicBezTo>
                    <a:cubicBezTo>
                      <a:pt x="267" y="6972"/>
                      <a:pt x="167" y="7239"/>
                      <a:pt x="34" y="7506"/>
                    </a:cubicBezTo>
                    <a:cubicBezTo>
                      <a:pt x="0" y="7506"/>
                      <a:pt x="0" y="7506"/>
                      <a:pt x="34" y="7539"/>
                    </a:cubicBezTo>
                    <a:lnTo>
                      <a:pt x="1201" y="7539"/>
                    </a:lnTo>
                    <a:cubicBezTo>
                      <a:pt x="1368" y="7539"/>
                      <a:pt x="1535" y="7573"/>
                      <a:pt x="1702" y="7573"/>
                    </a:cubicBezTo>
                    <a:lnTo>
                      <a:pt x="3703" y="7573"/>
                    </a:lnTo>
                    <a:cubicBezTo>
                      <a:pt x="5071" y="7573"/>
                      <a:pt x="6438" y="7539"/>
                      <a:pt x="7773" y="7472"/>
                    </a:cubicBezTo>
                    <a:cubicBezTo>
                      <a:pt x="10508" y="7339"/>
                      <a:pt x="13243" y="7072"/>
                      <a:pt x="15979" y="6705"/>
                    </a:cubicBezTo>
                    <a:cubicBezTo>
                      <a:pt x="16679" y="6605"/>
                      <a:pt x="17413" y="6472"/>
                      <a:pt x="18213" y="6372"/>
                    </a:cubicBezTo>
                    <a:cubicBezTo>
                      <a:pt x="18614" y="6305"/>
                      <a:pt x="19014" y="6238"/>
                      <a:pt x="19448" y="6138"/>
                    </a:cubicBezTo>
                    <a:cubicBezTo>
                      <a:pt x="19514" y="6138"/>
                      <a:pt x="19548" y="6138"/>
                      <a:pt x="19614" y="6105"/>
                    </a:cubicBezTo>
                    <a:cubicBezTo>
                      <a:pt x="19830" y="6078"/>
                      <a:pt x="20046" y="6029"/>
                      <a:pt x="20244" y="6029"/>
                    </a:cubicBezTo>
                    <a:cubicBezTo>
                      <a:pt x="20291" y="6029"/>
                      <a:pt x="20337" y="6032"/>
                      <a:pt x="20382" y="6038"/>
                    </a:cubicBezTo>
                    <a:cubicBezTo>
                      <a:pt x="20415" y="6038"/>
                      <a:pt x="20415" y="6038"/>
                      <a:pt x="20448" y="6005"/>
                    </a:cubicBezTo>
                    <a:cubicBezTo>
                      <a:pt x="20515" y="5838"/>
                      <a:pt x="20615" y="5638"/>
                      <a:pt x="20715" y="5438"/>
                    </a:cubicBezTo>
                    <a:cubicBezTo>
                      <a:pt x="21516" y="3837"/>
                      <a:pt x="22150" y="2069"/>
                      <a:pt x="22650" y="34"/>
                    </a:cubicBezTo>
                    <a:cubicBezTo>
                      <a:pt x="22650" y="34"/>
                      <a:pt x="22650" y="0"/>
                      <a:pt x="226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8" name="Google Shape;12638;p39"/>
              <p:cNvSpPr/>
              <p:nvPr/>
            </p:nvSpPr>
            <p:spPr>
              <a:xfrm>
                <a:off x="6301675" y="3299550"/>
                <a:ext cx="562925" cy="130950"/>
              </a:xfrm>
              <a:custGeom>
                <a:rect b="b" l="l" r="r" t="t"/>
                <a:pathLst>
                  <a:path extrusionOk="0" h="5238" w="22517">
                    <a:moveTo>
                      <a:pt x="22450" y="1"/>
                    </a:moveTo>
                    <a:cubicBezTo>
                      <a:pt x="22150" y="101"/>
                      <a:pt x="21783" y="167"/>
                      <a:pt x="21416" y="201"/>
                    </a:cubicBezTo>
                    <a:cubicBezTo>
                      <a:pt x="21249" y="234"/>
                      <a:pt x="21116" y="234"/>
                      <a:pt x="20949" y="268"/>
                    </a:cubicBezTo>
                    <a:cubicBezTo>
                      <a:pt x="20282" y="368"/>
                      <a:pt x="19581" y="501"/>
                      <a:pt x="18914" y="568"/>
                    </a:cubicBezTo>
                    <a:cubicBezTo>
                      <a:pt x="17547" y="768"/>
                      <a:pt x="16146" y="935"/>
                      <a:pt x="14811" y="1101"/>
                    </a:cubicBezTo>
                    <a:cubicBezTo>
                      <a:pt x="12076" y="1368"/>
                      <a:pt x="9274" y="1502"/>
                      <a:pt x="6539" y="1535"/>
                    </a:cubicBezTo>
                    <a:lnTo>
                      <a:pt x="3804" y="1535"/>
                    </a:lnTo>
                    <a:cubicBezTo>
                      <a:pt x="3270" y="1535"/>
                      <a:pt x="2703" y="1535"/>
                      <a:pt x="2202" y="1435"/>
                    </a:cubicBezTo>
                    <a:cubicBezTo>
                      <a:pt x="2169" y="1435"/>
                      <a:pt x="2169" y="1435"/>
                      <a:pt x="2136" y="1468"/>
                    </a:cubicBezTo>
                    <a:cubicBezTo>
                      <a:pt x="1602" y="2503"/>
                      <a:pt x="1002" y="3437"/>
                      <a:pt x="334" y="4204"/>
                    </a:cubicBezTo>
                    <a:cubicBezTo>
                      <a:pt x="268" y="4270"/>
                      <a:pt x="234" y="4371"/>
                      <a:pt x="168" y="4437"/>
                    </a:cubicBezTo>
                    <a:cubicBezTo>
                      <a:pt x="101" y="4504"/>
                      <a:pt x="68" y="4571"/>
                      <a:pt x="1" y="4637"/>
                    </a:cubicBezTo>
                    <a:cubicBezTo>
                      <a:pt x="1" y="4637"/>
                      <a:pt x="1" y="4671"/>
                      <a:pt x="1" y="4671"/>
                    </a:cubicBezTo>
                    <a:cubicBezTo>
                      <a:pt x="1" y="4704"/>
                      <a:pt x="1" y="4704"/>
                      <a:pt x="34" y="4704"/>
                    </a:cubicBezTo>
                    <a:cubicBezTo>
                      <a:pt x="301" y="4737"/>
                      <a:pt x="601" y="4804"/>
                      <a:pt x="901" y="4838"/>
                    </a:cubicBezTo>
                    <a:cubicBezTo>
                      <a:pt x="1102" y="4871"/>
                      <a:pt x="1335" y="4938"/>
                      <a:pt x="1569" y="4971"/>
                    </a:cubicBezTo>
                    <a:cubicBezTo>
                      <a:pt x="2302" y="5071"/>
                      <a:pt x="3036" y="5138"/>
                      <a:pt x="3770" y="5171"/>
                    </a:cubicBezTo>
                    <a:cubicBezTo>
                      <a:pt x="4337" y="5204"/>
                      <a:pt x="4938" y="5238"/>
                      <a:pt x="5538" y="5238"/>
                    </a:cubicBezTo>
                    <a:cubicBezTo>
                      <a:pt x="6305" y="5238"/>
                      <a:pt x="7106" y="5204"/>
                      <a:pt x="7940" y="5138"/>
                    </a:cubicBezTo>
                    <a:cubicBezTo>
                      <a:pt x="10475" y="4971"/>
                      <a:pt x="13244" y="4504"/>
                      <a:pt x="16379" y="3703"/>
                    </a:cubicBezTo>
                    <a:cubicBezTo>
                      <a:pt x="17313" y="3470"/>
                      <a:pt x="18281" y="3203"/>
                      <a:pt x="19181" y="2936"/>
                    </a:cubicBezTo>
                    <a:cubicBezTo>
                      <a:pt x="19748" y="2769"/>
                      <a:pt x="20315" y="2603"/>
                      <a:pt x="20849" y="2436"/>
                    </a:cubicBezTo>
                    <a:lnTo>
                      <a:pt x="20882" y="2436"/>
                    </a:lnTo>
                    <a:cubicBezTo>
                      <a:pt x="21449" y="1802"/>
                      <a:pt x="21983" y="1035"/>
                      <a:pt x="22517" y="67"/>
                    </a:cubicBezTo>
                    <a:cubicBezTo>
                      <a:pt x="22517" y="34"/>
                      <a:pt x="22517" y="34"/>
                      <a:pt x="225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9" name="Google Shape;12639;p39"/>
              <p:cNvSpPr/>
              <p:nvPr/>
            </p:nvSpPr>
            <p:spPr>
              <a:xfrm>
                <a:off x="6944650" y="2396875"/>
                <a:ext cx="123450" cy="91300"/>
              </a:xfrm>
              <a:custGeom>
                <a:rect b="b" l="l" r="r" t="t"/>
                <a:pathLst>
                  <a:path extrusionOk="0" h="3652" w="4938">
                    <a:moveTo>
                      <a:pt x="42" y="0"/>
                    </a:moveTo>
                    <a:cubicBezTo>
                      <a:pt x="30" y="0"/>
                      <a:pt x="22" y="15"/>
                      <a:pt x="0" y="15"/>
                    </a:cubicBezTo>
                    <a:cubicBezTo>
                      <a:pt x="0" y="49"/>
                      <a:pt x="0" y="49"/>
                      <a:pt x="34" y="82"/>
                    </a:cubicBezTo>
                    <a:cubicBezTo>
                      <a:pt x="34" y="82"/>
                      <a:pt x="67" y="115"/>
                      <a:pt x="100" y="149"/>
                    </a:cubicBezTo>
                    <a:cubicBezTo>
                      <a:pt x="801" y="949"/>
                      <a:pt x="1468" y="1850"/>
                      <a:pt x="2102" y="2917"/>
                    </a:cubicBezTo>
                    <a:cubicBezTo>
                      <a:pt x="2102" y="2951"/>
                      <a:pt x="2102" y="2951"/>
                      <a:pt x="2135" y="2951"/>
                    </a:cubicBezTo>
                    <a:cubicBezTo>
                      <a:pt x="2268" y="2951"/>
                      <a:pt x="2435" y="2984"/>
                      <a:pt x="2569" y="3017"/>
                    </a:cubicBezTo>
                    <a:lnTo>
                      <a:pt x="2669" y="3017"/>
                    </a:lnTo>
                    <a:cubicBezTo>
                      <a:pt x="3136" y="3117"/>
                      <a:pt x="3503" y="3218"/>
                      <a:pt x="3836" y="3318"/>
                    </a:cubicBezTo>
                    <a:cubicBezTo>
                      <a:pt x="4170" y="3418"/>
                      <a:pt x="4503" y="3518"/>
                      <a:pt x="4837" y="3618"/>
                    </a:cubicBezTo>
                    <a:cubicBezTo>
                      <a:pt x="4837" y="3651"/>
                      <a:pt x="4870" y="3651"/>
                      <a:pt x="4870" y="3651"/>
                    </a:cubicBezTo>
                    <a:lnTo>
                      <a:pt x="4937" y="3651"/>
                    </a:lnTo>
                    <a:cubicBezTo>
                      <a:pt x="4937" y="3618"/>
                      <a:pt x="4937" y="3618"/>
                      <a:pt x="4937" y="3584"/>
                    </a:cubicBezTo>
                    <a:cubicBezTo>
                      <a:pt x="4136" y="2350"/>
                      <a:pt x="3269" y="1450"/>
                      <a:pt x="2335" y="849"/>
                    </a:cubicBezTo>
                    <a:cubicBezTo>
                      <a:pt x="2302" y="849"/>
                      <a:pt x="2235" y="816"/>
                      <a:pt x="2202" y="782"/>
                    </a:cubicBezTo>
                    <a:cubicBezTo>
                      <a:pt x="2035" y="716"/>
                      <a:pt x="1868" y="616"/>
                      <a:pt x="1701" y="549"/>
                    </a:cubicBezTo>
                    <a:cubicBezTo>
                      <a:pt x="1368" y="415"/>
                      <a:pt x="1034" y="282"/>
                      <a:pt x="701" y="182"/>
                    </a:cubicBezTo>
                    <a:lnTo>
                      <a:pt x="634" y="182"/>
                    </a:lnTo>
                    <a:cubicBezTo>
                      <a:pt x="634" y="182"/>
                      <a:pt x="601" y="149"/>
                      <a:pt x="567" y="149"/>
                    </a:cubicBezTo>
                    <a:cubicBezTo>
                      <a:pt x="467" y="115"/>
                      <a:pt x="267" y="82"/>
                      <a:pt x="67" y="15"/>
                    </a:cubicBezTo>
                    <a:cubicBezTo>
                      <a:pt x="56" y="4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0" name="Google Shape;12640;p39"/>
              <p:cNvSpPr/>
              <p:nvPr/>
            </p:nvSpPr>
            <p:spPr>
              <a:xfrm>
                <a:off x="7002175" y="2478125"/>
                <a:ext cx="124300" cy="136800"/>
              </a:xfrm>
              <a:custGeom>
                <a:rect b="b" l="l" r="r" t="t"/>
                <a:pathLst>
                  <a:path extrusionOk="0" h="5472" w="4972">
                    <a:moveTo>
                      <a:pt x="1" y="1"/>
                    </a:moveTo>
                    <a:cubicBezTo>
                      <a:pt x="1" y="34"/>
                      <a:pt x="1" y="34"/>
                      <a:pt x="1" y="68"/>
                    </a:cubicBezTo>
                    <a:cubicBezTo>
                      <a:pt x="801" y="1469"/>
                      <a:pt x="1469" y="3036"/>
                      <a:pt x="2036" y="4738"/>
                    </a:cubicBezTo>
                    <a:cubicBezTo>
                      <a:pt x="2036" y="4771"/>
                      <a:pt x="2069" y="4771"/>
                      <a:pt x="2069" y="4771"/>
                    </a:cubicBezTo>
                    <a:cubicBezTo>
                      <a:pt x="2202" y="4771"/>
                      <a:pt x="2336" y="4804"/>
                      <a:pt x="2469" y="4838"/>
                    </a:cubicBezTo>
                    <a:cubicBezTo>
                      <a:pt x="2536" y="4838"/>
                      <a:pt x="2569" y="4871"/>
                      <a:pt x="2603" y="4871"/>
                    </a:cubicBezTo>
                    <a:cubicBezTo>
                      <a:pt x="2903" y="4938"/>
                      <a:pt x="3203" y="5004"/>
                      <a:pt x="3570" y="5105"/>
                    </a:cubicBezTo>
                    <a:cubicBezTo>
                      <a:pt x="3904" y="5205"/>
                      <a:pt x="4237" y="5271"/>
                      <a:pt x="4504" y="5371"/>
                    </a:cubicBezTo>
                    <a:cubicBezTo>
                      <a:pt x="4571" y="5371"/>
                      <a:pt x="4671" y="5405"/>
                      <a:pt x="4738" y="5438"/>
                    </a:cubicBezTo>
                    <a:cubicBezTo>
                      <a:pt x="4804" y="5438"/>
                      <a:pt x="4838" y="5438"/>
                      <a:pt x="4904" y="5471"/>
                    </a:cubicBezTo>
                    <a:lnTo>
                      <a:pt x="4938" y="5471"/>
                    </a:lnTo>
                    <a:cubicBezTo>
                      <a:pt x="4971" y="5438"/>
                      <a:pt x="4971" y="5438"/>
                      <a:pt x="4971" y="5405"/>
                    </a:cubicBezTo>
                    <a:cubicBezTo>
                      <a:pt x="4537" y="4137"/>
                      <a:pt x="4070" y="2970"/>
                      <a:pt x="3537" y="1936"/>
                    </a:cubicBezTo>
                    <a:cubicBezTo>
                      <a:pt x="3403" y="1602"/>
                      <a:pt x="3203" y="1302"/>
                      <a:pt x="3036" y="968"/>
                    </a:cubicBezTo>
                    <a:lnTo>
                      <a:pt x="3003" y="968"/>
                    </a:lnTo>
                    <a:cubicBezTo>
                      <a:pt x="2903" y="935"/>
                      <a:pt x="2803" y="868"/>
                      <a:pt x="2703" y="835"/>
                    </a:cubicBezTo>
                    <a:cubicBezTo>
                      <a:pt x="2636" y="801"/>
                      <a:pt x="2536" y="735"/>
                      <a:pt x="2469" y="701"/>
                    </a:cubicBezTo>
                    <a:cubicBezTo>
                      <a:pt x="2102" y="568"/>
                      <a:pt x="1702" y="435"/>
                      <a:pt x="1335" y="334"/>
                    </a:cubicBezTo>
                    <a:cubicBezTo>
                      <a:pt x="1168" y="301"/>
                      <a:pt x="968" y="234"/>
                      <a:pt x="768" y="201"/>
                    </a:cubicBezTo>
                    <a:cubicBezTo>
                      <a:pt x="635" y="168"/>
                      <a:pt x="468" y="101"/>
                      <a:pt x="301" y="68"/>
                    </a:cubicBezTo>
                    <a:cubicBezTo>
                      <a:pt x="301" y="68"/>
                      <a:pt x="268" y="68"/>
                      <a:pt x="234" y="34"/>
                    </a:cubicBezTo>
                    <a:cubicBezTo>
                      <a:pt x="168" y="34"/>
                      <a:pt x="101" y="34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1" name="Google Shape;12641;p39"/>
              <p:cNvSpPr/>
              <p:nvPr/>
            </p:nvSpPr>
            <p:spPr>
              <a:xfrm>
                <a:off x="7056400" y="2605350"/>
                <a:ext cx="100925" cy="154675"/>
              </a:xfrm>
              <a:custGeom>
                <a:rect b="b" l="l" r="r" t="t"/>
                <a:pathLst>
                  <a:path extrusionOk="0" h="6187" w="4037">
                    <a:moveTo>
                      <a:pt x="25" y="1"/>
                    </a:moveTo>
                    <a:cubicBezTo>
                      <a:pt x="15" y="1"/>
                      <a:pt x="0" y="16"/>
                      <a:pt x="0" y="16"/>
                    </a:cubicBezTo>
                    <a:cubicBezTo>
                      <a:pt x="0" y="16"/>
                      <a:pt x="0" y="49"/>
                      <a:pt x="0" y="49"/>
                    </a:cubicBezTo>
                    <a:cubicBezTo>
                      <a:pt x="534" y="1783"/>
                      <a:pt x="967" y="3685"/>
                      <a:pt x="1234" y="5620"/>
                    </a:cubicBezTo>
                    <a:cubicBezTo>
                      <a:pt x="1234" y="5620"/>
                      <a:pt x="1268" y="5653"/>
                      <a:pt x="1268" y="5653"/>
                    </a:cubicBezTo>
                    <a:cubicBezTo>
                      <a:pt x="1368" y="5653"/>
                      <a:pt x="1468" y="5653"/>
                      <a:pt x="1568" y="5686"/>
                    </a:cubicBezTo>
                    <a:lnTo>
                      <a:pt x="1668" y="5686"/>
                    </a:lnTo>
                    <a:cubicBezTo>
                      <a:pt x="1968" y="5753"/>
                      <a:pt x="2268" y="5786"/>
                      <a:pt x="2569" y="5853"/>
                    </a:cubicBezTo>
                    <a:cubicBezTo>
                      <a:pt x="3002" y="5953"/>
                      <a:pt x="3436" y="6053"/>
                      <a:pt x="4003" y="6187"/>
                    </a:cubicBezTo>
                    <a:lnTo>
                      <a:pt x="4036" y="6187"/>
                    </a:lnTo>
                    <a:cubicBezTo>
                      <a:pt x="4036" y="6153"/>
                      <a:pt x="4036" y="6153"/>
                      <a:pt x="4036" y="6153"/>
                    </a:cubicBezTo>
                    <a:cubicBezTo>
                      <a:pt x="3803" y="4285"/>
                      <a:pt x="3436" y="2484"/>
                      <a:pt x="2935" y="849"/>
                    </a:cubicBezTo>
                    <a:cubicBezTo>
                      <a:pt x="2935" y="816"/>
                      <a:pt x="2935" y="816"/>
                      <a:pt x="2902" y="816"/>
                    </a:cubicBezTo>
                    <a:cubicBezTo>
                      <a:pt x="2468" y="649"/>
                      <a:pt x="1968" y="516"/>
                      <a:pt x="1501" y="382"/>
                    </a:cubicBezTo>
                    <a:lnTo>
                      <a:pt x="1268" y="316"/>
                    </a:lnTo>
                    <a:cubicBezTo>
                      <a:pt x="934" y="249"/>
                      <a:pt x="634" y="149"/>
                      <a:pt x="300" y="82"/>
                    </a:cubicBezTo>
                    <a:cubicBezTo>
                      <a:pt x="267" y="49"/>
                      <a:pt x="234" y="49"/>
                      <a:pt x="200" y="49"/>
                    </a:cubicBezTo>
                    <a:cubicBezTo>
                      <a:pt x="133" y="16"/>
                      <a:pt x="100" y="16"/>
                      <a:pt x="33" y="16"/>
                    </a:cubicBezTo>
                    <a:cubicBezTo>
                      <a:pt x="33" y="4"/>
                      <a:pt x="30" y="1"/>
                      <a:pt x="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2" name="Google Shape;12642;p39"/>
              <p:cNvSpPr/>
              <p:nvPr/>
            </p:nvSpPr>
            <p:spPr>
              <a:xfrm>
                <a:off x="7088900" y="2753325"/>
                <a:ext cx="77600" cy="184325"/>
              </a:xfrm>
              <a:custGeom>
                <a:rect b="b" l="l" r="r" t="t"/>
                <a:pathLst>
                  <a:path extrusionOk="0" h="7373" w="3104">
                    <a:moveTo>
                      <a:pt x="1" y="1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168" y="1368"/>
                      <a:pt x="268" y="2769"/>
                      <a:pt x="335" y="4104"/>
                    </a:cubicBezTo>
                    <a:cubicBezTo>
                      <a:pt x="368" y="5204"/>
                      <a:pt x="335" y="6305"/>
                      <a:pt x="301" y="7339"/>
                    </a:cubicBezTo>
                    <a:cubicBezTo>
                      <a:pt x="301" y="7373"/>
                      <a:pt x="301" y="7373"/>
                      <a:pt x="301" y="7373"/>
                    </a:cubicBezTo>
                    <a:lnTo>
                      <a:pt x="368" y="7373"/>
                    </a:lnTo>
                    <a:cubicBezTo>
                      <a:pt x="601" y="7339"/>
                      <a:pt x="835" y="7339"/>
                      <a:pt x="1102" y="7339"/>
                    </a:cubicBezTo>
                    <a:cubicBezTo>
                      <a:pt x="1235" y="7306"/>
                      <a:pt x="1369" y="7306"/>
                      <a:pt x="1502" y="7306"/>
                    </a:cubicBezTo>
                    <a:cubicBezTo>
                      <a:pt x="1602" y="7306"/>
                      <a:pt x="1669" y="7306"/>
                      <a:pt x="1769" y="7273"/>
                    </a:cubicBezTo>
                    <a:cubicBezTo>
                      <a:pt x="2002" y="7273"/>
                      <a:pt x="2236" y="7239"/>
                      <a:pt x="2436" y="7239"/>
                    </a:cubicBezTo>
                    <a:cubicBezTo>
                      <a:pt x="2503" y="7206"/>
                      <a:pt x="2536" y="7206"/>
                      <a:pt x="2603" y="7206"/>
                    </a:cubicBezTo>
                    <a:cubicBezTo>
                      <a:pt x="2736" y="7173"/>
                      <a:pt x="2870" y="7139"/>
                      <a:pt x="3003" y="7139"/>
                    </a:cubicBezTo>
                    <a:cubicBezTo>
                      <a:pt x="3036" y="7139"/>
                      <a:pt x="3036" y="7139"/>
                      <a:pt x="3036" y="7106"/>
                    </a:cubicBezTo>
                    <a:cubicBezTo>
                      <a:pt x="3103" y="5972"/>
                      <a:pt x="3103" y="4804"/>
                      <a:pt x="3036" y="3670"/>
                    </a:cubicBezTo>
                    <a:cubicBezTo>
                      <a:pt x="3003" y="2669"/>
                      <a:pt x="2936" y="1669"/>
                      <a:pt x="2803" y="701"/>
                    </a:cubicBezTo>
                    <a:cubicBezTo>
                      <a:pt x="2803" y="668"/>
                      <a:pt x="2803" y="668"/>
                      <a:pt x="2770" y="668"/>
                    </a:cubicBezTo>
                    <a:cubicBezTo>
                      <a:pt x="2770" y="635"/>
                      <a:pt x="2770" y="635"/>
                      <a:pt x="2736" y="635"/>
                    </a:cubicBezTo>
                    <a:lnTo>
                      <a:pt x="2703" y="635"/>
                    </a:lnTo>
                    <a:cubicBezTo>
                      <a:pt x="2703" y="601"/>
                      <a:pt x="2703" y="601"/>
                      <a:pt x="2703" y="601"/>
                    </a:cubicBezTo>
                    <a:cubicBezTo>
                      <a:pt x="2236" y="501"/>
                      <a:pt x="1736" y="368"/>
                      <a:pt x="1202" y="234"/>
                    </a:cubicBezTo>
                    <a:cubicBezTo>
                      <a:pt x="968" y="201"/>
                      <a:pt x="768" y="168"/>
                      <a:pt x="535" y="101"/>
                    </a:cubicBezTo>
                    <a:lnTo>
                      <a:pt x="368" y="67"/>
                    </a:lnTo>
                    <a:cubicBezTo>
                      <a:pt x="335" y="67"/>
                      <a:pt x="268" y="67"/>
                      <a:pt x="234" y="34"/>
                    </a:cubicBezTo>
                    <a:cubicBezTo>
                      <a:pt x="168" y="34"/>
                      <a:pt x="101" y="34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3" name="Google Shape;12643;p39"/>
              <p:cNvSpPr/>
              <p:nvPr/>
            </p:nvSpPr>
            <p:spPr>
              <a:xfrm>
                <a:off x="7070575" y="2940125"/>
                <a:ext cx="94250" cy="177650"/>
              </a:xfrm>
              <a:custGeom>
                <a:rect b="b" l="l" r="r" t="t"/>
                <a:pathLst>
                  <a:path extrusionOk="0" h="7106" w="3770">
                    <a:moveTo>
                      <a:pt x="3703" y="1"/>
                    </a:moveTo>
                    <a:cubicBezTo>
                      <a:pt x="3603" y="34"/>
                      <a:pt x="3503" y="34"/>
                      <a:pt x="3403" y="67"/>
                    </a:cubicBezTo>
                    <a:lnTo>
                      <a:pt x="3236" y="67"/>
                    </a:lnTo>
                    <a:cubicBezTo>
                      <a:pt x="3169" y="67"/>
                      <a:pt x="3069" y="67"/>
                      <a:pt x="3002" y="101"/>
                    </a:cubicBezTo>
                    <a:cubicBezTo>
                      <a:pt x="2769" y="134"/>
                      <a:pt x="2535" y="134"/>
                      <a:pt x="2302" y="168"/>
                    </a:cubicBezTo>
                    <a:cubicBezTo>
                      <a:pt x="2235" y="168"/>
                      <a:pt x="2135" y="168"/>
                      <a:pt x="2002" y="201"/>
                    </a:cubicBezTo>
                    <a:cubicBezTo>
                      <a:pt x="1789" y="224"/>
                      <a:pt x="1560" y="248"/>
                      <a:pt x="1338" y="248"/>
                    </a:cubicBezTo>
                    <a:cubicBezTo>
                      <a:pt x="1246" y="248"/>
                      <a:pt x="1155" y="244"/>
                      <a:pt x="1068" y="234"/>
                    </a:cubicBezTo>
                    <a:lnTo>
                      <a:pt x="1034" y="234"/>
                    </a:lnTo>
                    <a:cubicBezTo>
                      <a:pt x="1034" y="234"/>
                      <a:pt x="1001" y="234"/>
                      <a:pt x="1001" y="268"/>
                    </a:cubicBezTo>
                    <a:cubicBezTo>
                      <a:pt x="867" y="2636"/>
                      <a:pt x="534" y="4938"/>
                      <a:pt x="0" y="7072"/>
                    </a:cubicBezTo>
                    <a:cubicBezTo>
                      <a:pt x="0" y="7072"/>
                      <a:pt x="0" y="7106"/>
                      <a:pt x="0" y="7106"/>
                    </a:cubicBezTo>
                    <a:lnTo>
                      <a:pt x="33" y="7106"/>
                    </a:lnTo>
                    <a:cubicBezTo>
                      <a:pt x="267" y="7072"/>
                      <a:pt x="500" y="7039"/>
                      <a:pt x="734" y="7006"/>
                    </a:cubicBezTo>
                    <a:cubicBezTo>
                      <a:pt x="901" y="7006"/>
                      <a:pt x="1068" y="6972"/>
                      <a:pt x="1201" y="6939"/>
                    </a:cubicBezTo>
                    <a:cubicBezTo>
                      <a:pt x="1468" y="6906"/>
                      <a:pt x="1701" y="6839"/>
                      <a:pt x="1968" y="6806"/>
                    </a:cubicBezTo>
                    <a:cubicBezTo>
                      <a:pt x="2202" y="6739"/>
                      <a:pt x="2469" y="6672"/>
                      <a:pt x="2735" y="6639"/>
                    </a:cubicBezTo>
                    <a:cubicBezTo>
                      <a:pt x="2735" y="6639"/>
                      <a:pt x="2769" y="6605"/>
                      <a:pt x="2769" y="6605"/>
                    </a:cubicBezTo>
                    <a:cubicBezTo>
                      <a:pt x="3302" y="4604"/>
                      <a:pt x="3636" y="2402"/>
                      <a:pt x="3769" y="67"/>
                    </a:cubicBezTo>
                    <a:cubicBezTo>
                      <a:pt x="3769" y="34"/>
                      <a:pt x="3769" y="34"/>
                      <a:pt x="3736" y="34"/>
                    </a:cubicBezTo>
                    <a:cubicBezTo>
                      <a:pt x="3736" y="1"/>
                      <a:pt x="3736" y="1"/>
                      <a:pt x="37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4" name="Google Shape;12644;p39"/>
              <p:cNvSpPr/>
              <p:nvPr/>
            </p:nvSpPr>
            <p:spPr>
              <a:xfrm>
                <a:off x="6990500" y="3270000"/>
                <a:ext cx="64250" cy="34575"/>
              </a:xfrm>
              <a:custGeom>
                <a:rect b="b" l="l" r="r" t="t"/>
                <a:pathLst>
                  <a:path extrusionOk="0" h="1383" w="2570">
                    <a:moveTo>
                      <a:pt x="2545" y="0"/>
                    </a:moveTo>
                    <a:cubicBezTo>
                      <a:pt x="2540" y="0"/>
                      <a:pt x="2536" y="4"/>
                      <a:pt x="2536" y="15"/>
                    </a:cubicBezTo>
                    <a:cubicBezTo>
                      <a:pt x="2336" y="49"/>
                      <a:pt x="2102" y="115"/>
                      <a:pt x="1902" y="149"/>
                    </a:cubicBezTo>
                    <a:cubicBezTo>
                      <a:pt x="1835" y="182"/>
                      <a:pt x="1769" y="182"/>
                      <a:pt x="1702" y="215"/>
                    </a:cubicBezTo>
                    <a:cubicBezTo>
                      <a:pt x="1446" y="267"/>
                      <a:pt x="1151" y="337"/>
                      <a:pt x="891" y="337"/>
                    </a:cubicBezTo>
                    <a:cubicBezTo>
                      <a:pt x="813" y="337"/>
                      <a:pt x="738" y="331"/>
                      <a:pt x="668" y="315"/>
                    </a:cubicBezTo>
                    <a:cubicBezTo>
                      <a:pt x="635" y="315"/>
                      <a:pt x="635" y="349"/>
                      <a:pt x="601" y="349"/>
                    </a:cubicBezTo>
                    <a:cubicBezTo>
                      <a:pt x="401" y="682"/>
                      <a:pt x="201" y="1016"/>
                      <a:pt x="1" y="1316"/>
                    </a:cubicBezTo>
                    <a:cubicBezTo>
                      <a:pt x="1" y="1316"/>
                      <a:pt x="1" y="1349"/>
                      <a:pt x="1" y="1349"/>
                    </a:cubicBezTo>
                    <a:cubicBezTo>
                      <a:pt x="1" y="1383"/>
                      <a:pt x="1" y="1383"/>
                      <a:pt x="34" y="1383"/>
                    </a:cubicBezTo>
                    <a:cubicBezTo>
                      <a:pt x="368" y="1283"/>
                      <a:pt x="668" y="1183"/>
                      <a:pt x="968" y="1083"/>
                    </a:cubicBezTo>
                    <a:lnTo>
                      <a:pt x="1002" y="1049"/>
                    </a:lnTo>
                    <a:cubicBezTo>
                      <a:pt x="1268" y="983"/>
                      <a:pt x="1502" y="849"/>
                      <a:pt x="1735" y="749"/>
                    </a:cubicBezTo>
                    <a:cubicBezTo>
                      <a:pt x="2002" y="549"/>
                      <a:pt x="2302" y="315"/>
                      <a:pt x="2569" y="82"/>
                    </a:cubicBezTo>
                    <a:cubicBezTo>
                      <a:pt x="2569" y="49"/>
                      <a:pt x="2569" y="49"/>
                      <a:pt x="2569" y="15"/>
                    </a:cubicBezTo>
                    <a:cubicBezTo>
                      <a:pt x="2569" y="15"/>
                      <a:pt x="2554" y="0"/>
                      <a:pt x="25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5" name="Google Shape;12645;p39"/>
              <p:cNvSpPr/>
              <p:nvPr/>
            </p:nvSpPr>
            <p:spPr>
              <a:xfrm>
                <a:off x="7010525" y="3114875"/>
                <a:ext cx="125950" cy="156350"/>
              </a:xfrm>
              <a:custGeom>
                <a:rect b="b" l="l" r="r" t="t"/>
                <a:pathLst>
                  <a:path extrusionOk="0" h="6254" w="5038">
                    <a:moveTo>
                      <a:pt x="5013" y="1"/>
                    </a:moveTo>
                    <a:cubicBezTo>
                      <a:pt x="5008" y="1"/>
                      <a:pt x="5004" y="5"/>
                      <a:pt x="5004" y="16"/>
                    </a:cubicBezTo>
                    <a:cubicBezTo>
                      <a:pt x="4604" y="116"/>
                      <a:pt x="4203" y="183"/>
                      <a:pt x="3803" y="249"/>
                    </a:cubicBezTo>
                    <a:lnTo>
                      <a:pt x="3636" y="283"/>
                    </a:lnTo>
                    <a:cubicBezTo>
                      <a:pt x="3503" y="283"/>
                      <a:pt x="3403" y="316"/>
                      <a:pt x="3303" y="349"/>
                    </a:cubicBezTo>
                    <a:cubicBezTo>
                      <a:pt x="3058" y="404"/>
                      <a:pt x="2768" y="458"/>
                      <a:pt x="2507" y="458"/>
                    </a:cubicBezTo>
                    <a:cubicBezTo>
                      <a:pt x="2448" y="458"/>
                      <a:pt x="2390" y="456"/>
                      <a:pt x="2335" y="449"/>
                    </a:cubicBezTo>
                    <a:cubicBezTo>
                      <a:pt x="2302" y="449"/>
                      <a:pt x="2302" y="483"/>
                      <a:pt x="2302" y="483"/>
                    </a:cubicBezTo>
                    <a:cubicBezTo>
                      <a:pt x="1835" y="2184"/>
                      <a:pt x="1268" y="3752"/>
                      <a:pt x="567" y="5153"/>
                    </a:cubicBezTo>
                    <a:cubicBezTo>
                      <a:pt x="401" y="5486"/>
                      <a:pt x="201" y="5853"/>
                      <a:pt x="34" y="6187"/>
                    </a:cubicBezTo>
                    <a:cubicBezTo>
                      <a:pt x="0" y="6220"/>
                      <a:pt x="0" y="6220"/>
                      <a:pt x="34" y="6254"/>
                    </a:cubicBezTo>
                    <a:lnTo>
                      <a:pt x="134" y="6254"/>
                    </a:lnTo>
                    <a:lnTo>
                      <a:pt x="334" y="6187"/>
                    </a:lnTo>
                    <a:cubicBezTo>
                      <a:pt x="567" y="6153"/>
                      <a:pt x="801" y="6120"/>
                      <a:pt x="1034" y="6053"/>
                    </a:cubicBezTo>
                    <a:cubicBezTo>
                      <a:pt x="1335" y="5987"/>
                      <a:pt x="1602" y="5920"/>
                      <a:pt x="1835" y="5820"/>
                    </a:cubicBezTo>
                    <a:cubicBezTo>
                      <a:pt x="1868" y="5820"/>
                      <a:pt x="1935" y="5787"/>
                      <a:pt x="1968" y="5787"/>
                    </a:cubicBezTo>
                    <a:cubicBezTo>
                      <a:pt x="2069" y="5753"/>
                      <a:pt x="2169" y="5720"/>
                      <a:pt x="2269" y="5720"/>
                    </a:cubicBezTo>
                    <a:cubicBezTo>
                      <a:pt x="2269" y="5720"/>
                      <a:pt x="2302" y="5720"/>
                      <a:pt x="2302" y="5686"/>
                    </a:cubicBezTo>
                    <a:cubicBezTo>
                      <a:pt x="3069" y="4786"/>
                      <a:pt x="3736" y="3618"/>
                      <a:pt x="4337" y="2151"/>
                    </a:cubicBezTo>
                    <a:cubicBezTo>
                      <a:pt x="4604" y="1517"/>
                      <a:pt x="4837" y="783"/>
                      <a:pt x="5037" y="49"/>
                    </a:cubicBezTo>
                    <a:cubicBezTo>
                      <a:pt x="5037" y="49"/>
                      <a:pt x="5037" y="16"/>
                      <a:pt x="5037" y="16"/>
                    </a:cubicBezTo>
                    <a:cubicBezTo>
                      <a:pt x="5037" y="16"/>
                      <a:pt x="5022" y="1"/>
                      <a:pt x="50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6" name="Google Shape;12646;p39"/>
              <p:cNvSpPr/>
              <p:nvPr/>
            </p:nvSpPr>
            <p:spPr>
              <a:xfrm>
                <a:off x="6943800" y="3306225"/>
                <a:ext cx="109275" cy="192675"/>
              </a:xfrm>
              <a:custGeom>
                <a:rect b="b" l="l" r="r" t="t"/>
                <a:pathLst>
                  <a:path extrusionOk="0" h="7707" w="4371">
                    <a:moveTo>
                      <a:pt x="2836" y="1"/>
                    </a:moveTo>
                    <a:cubicBezTo>
                      <a:pt x="2436" y="167"/>
                      <a:pt x="1969" y="301"/>
                      <a:pt x="1569" y="301"/>
                    </a:cubicBezTo>
                    <a:cubicBezTo>
                      <a:pt x="1569" y="301"/>
                      <a:pt x="1535" y="301"/>
                      <a:pt x="1535" y="334"/>
                    </a:cubicBezTo>
                    <a:lnTo>
                      <a:pt x="1469" y="401"/>
                    </a:lnTo>
                    <a:cubicBezTo>
                      <a:pt x="1168" y="834"/>
                      <a:pt x="868" y="1268"/>
                      <a:pt x="401" y="1535"/>
                    </a:cubicBezTo>
                    <a:cubicBezTo>
                      <a:pt x="301" y="1602"/>
                      <a:pt x="168" y="1668"/>
                      <a:pt x="34" y="1735"/>
                    </a:cubicBezTo>
                    <a:cubicBezTo>
                      <a:pt x="1" y="1735"/>
                      <a:pt x="1" y="1769"/>
                      <a:pt x="1" y="1769"/>
                    </a:cubicBezTo>
                    <a:cubicBezTo>
                      <a:pt x="134" y="2336"/>
                      <a:pt x="234" y="2869"/>
                      <a:pt x="334" y="3336"/>
                    </a:cubicBezTo>
                    <a:cubicBezTo>
                      <a:pt x="635" y="4704"/>
                      <a:pt x="901" y="6138"/>
                      <a:pt x="1135" y="7673"/>
                    </a:cubicBezTo>
                    <a:cubicBezTo>
                      <a:pt x="1135" y="7706"/>
                      <a:pt x="1135" y="7706"/>
                      <a:pt x="1168" y="7706"/>
                    </a:cubicBezTo>
                    <a:lnTo>
                      <a:pt x="1202" y="7706"/>
                    </a:lnTo>
                    <a:cubicBezTo>
                      <a:pt x="1268" y="7706"/>
                      <a:pt x="1368" y="7706"/>
                      <a:pt x="1469" y="7673"/>
                    </a:cubicBezTo>
                    <a:lnTo>
                      <a:pt x="1635" y="7673"/>
                    </a:lnTo>
                    <a:cubicBezTo>
                      <a:pt x="1969" y="7606"/>
                      <a:pt x="2302" y="7573"/>
                      <a:pt x="2669" y="7506"/>
                    </a:cubicBezTo>
                    <a:cubicBezTo>
                      <a:pt x="3036" y="7406"/>
                      <a:pt x="3370" y="7339"/>
                      <a:pt x="3670" y="7272"/>
                    </a:cubicBezTo>
                    <a:cubicBezTo>
                      <a:pt x="3770" y="7272"/>
                      <a:pt x="3837" y="7239"/>
                      <a:pt x="3937" y="7206"/>
                    </a:cubicBezTo>
                    <a:cubicBezTo>
                      <a:pt x="4070" y="7172"/>
                      <a:pt x="4204" y="7139"/>
                      <a:pt x="4337" y="7106"/>
                    </a:cubicBezTo>
                    <a:cubicBezTo>
                      <a:pt x="4371" y="7072"/>
                      <a:pt x="4371" y="7072"/>
                      <a:pt x="4371" y="7072"/>
                    </a:cubicBezTo>
                    <a:cubicBezTo>
                      <a:pt x="4271" y="6672"/>
                      <a:pt x="4204" y="6238"/>
                      <a:pt x="4137" y="5838"/>
                    </a:cubicBezTo>
                    <a:cubicBezTo>
                      <a:pt x="4070" y="5605"/>
                      <a:pt x="4037" y="5371"/>
                      <a:pt x="4004" y="5138"/>
                    </a:cubicBezTo>
                    <a:cubicBezTo>
                      <a:pt x="3837" y="4370"/>
                      <a:pt x="3670" y="3570"/>
                      <a:pt x="3503" y="2769"/>
                    </a:cubicBezTo>
                    <a:cubicBezTo>
                      <a:pt x="3337" y="2035"/>
                      <a:pt x="3170" y="1301"/>
                      <a:pt x="3003" y="601"/>
                    </a:cubicBezTo>
                    <a:lnTo>
                      <a:pt x="2870" y="34"/>
                    </a:lnTo>
                    <a:cubicBezTo>
                      <a:pt x="2870" y="34"/>
                      <a:pt x="2870" y="1"/>
                      <a:pt x="28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7" name="Google Shape;12647;p39"/>
              <p:cNvSpPr/>
              <p:nvPr/>
            </p:nvSpPr>
            <p:spPr>
              <a:xfrm>
                <a:off x="6789525" y="3353750"/>
                <a:ext cx="173500" cy="143475"/>
              </a:xfrm>
              <a:custGeom>
                <a:rect b="b" l="l" r="r" t="t"/>
                <a:pathLst>
                  <a:path extrusionOk="0" h="5739" w="6940">
                    <a:moveTo>
                      <a:pt x="5772" y="1"/>
                    </a:moveTo>
                    <a:cubicBezTo>
                      <a:pt x="5571" y="68"/>
                      <a:pt x="5338" y="134"/>
                      <a:pt x="5138" y="234"/>
                    </a:cubicBezTo>
                    <a:cubicBezTo>
                      <a:pt x="4971" y="268"/>
                      <a:pt x="4804" y="335"/>
                      <a:pt x="4637" y="368"/>
                    </a:cubicBezTo>
                    <a:cubicBezTo>
                      <a:pt x="4037" y="601"/>
                      <a:pt x="3203" y="868"/>
                      <a:pt x="2402" y="1135"/>
                    </a:cubicBezTo>
                    <a:cubicBezTo>
                      <a:pt x="2269" y="1168"/>
                      <a:pt x="2136" y="1202"/>
                      <a:pt x="2002" y="1235"/>
                    </a:cubicBezTo>
                    <a:cubicBezTo>
                      <a:pt x="1635" y="1369"/>
                      <a:pt x="1235" y="1502"/>
                      <a:pt x="868" y="1535"/>
                    </a:cubicBezTo>
                    <a:cubicBezTo>
                      <a:pt x="735" y="1535"/>
                      <a:pt x="368" y="1535"/>
                      <a:pt x="34" y="1469"/>
                    </a:cubicBezTo>
                    <a:cubicBezTo>
                      <a:pt x="34" y="1458"/>
                      <a:pt x="30" y="1454"/>
                      <a:pt x="25" y="1454"/>
                    </a:cubicBezTo>
                    <a:cubicBezTo>
                      <a:pt x="16" y="1454"/>
                      <a:pt x="1" y="1469"/>
                      <a:pt x="1" y="1469"/>
                    </a:cubicBezTo>
                    <a:cubicBezTo>
                      <a:pt x="1" y="1469"/>
                      <a:pt x="1" y="1502"/>
                      <a:pt x="1" y="1502"/>
                    </a:cubicBezTo>
                    <a:cubicBezTo>
                      <a:pt x="401" y="2169"/>
                      <a:pt x="668" y="2936"/>
                      <a:pt x="801" y="3737"/>
                    </a:cubicBezTo>
                    <a:cubicBezTo>
                      <a:pt x="835" y="3937"/>
                      <a:pt x="901" y="3970"/>
                      <a:pt x="1035" y="4004"/>
                    </a:cubicBezTo>
                    <a:cubicBezTo>
                      <a:pt x="1902" y="4237"/>
                      <a:pt x="2803" y="4504"/>
                      <a:pt x="3637" y="4738"/>
                    </a:cubicBezTo>
                    <a:cubicBezTo>
                      <a:pt x="3803" y="4804"/>
                      <a:pt x="3970" y="4838"/>
                      <a:pt x="4137" y="4904"/>
                    </a:cubicBezTo>
                    <a:cubicBezTo>
                      <a:pt x="4237" y="4938"/>
                      <a:pt x="4337" y="4971"/>
                      <a:pt x="4437" y="5005"/>
                    </a:cubicBezTo>
                    <a:lnTo>
                      <a:pt x="4537" y="5038"/>
                    </a:lnTo>
                    <a:cubicBezTo>
                      <a:pt x="5338" y="5271"/>
                      <a:pt x="6105" y="5505"/>
                      <a:pt x="6872" y="5738"/>
                    </a:cubicBezTo>
                    <a:lnTo>
                      <a:pt x="6939" y="5738"/>
                    </a:lnTo>
                    <a:cubicBezTo>
                      <a:pt x="6939" y="5705"/>
                      <a:pt x="6939" y="5705"/>
                      <a:pt x="6939" y="5705"/>
                    </a:cubicBezTo>
                    <a:cubicBezTo>
                      <a:pt x="6772" y="4938"/>
                      <a:pt x="6639" y="4171"/>
                      <a:pt x="6505" y="3437"/>
                    </a:cubicBezTo>
                    <a:cubicBezTo>
                      <a:pt x="6405" y="2803"/>
                      <a:pt x="6272" y="2169"/>
                      <a:pt x="6138" y="1502"/>
                    </a:cubicBezTo>
                    <a:cubicBezTo>
                      <a:pt x="6038" y="1068"/>
                      <a:pt x="5972" y="601"/>
                      <a:pt x="5838" y="34"/>
                    </a:cubicBezTo>
                    <a:cubicBezTo>
                      <a:pt x="5838" y="34"/>
                      <a:pt x="5838" y="1"/>
                      <a:pt x="5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8" name="Google Shape;12648;p39"/>
              <p:cNvSpPr/>
              <p:nvPr/>
            </p:nvSpPr>
            <p:spPr>
              <a:xfrm>
                <a:off x="6329200" y="3430475"/>
                <a:ext cx="97600" cy="146800"/>
              </a:xfrm>
              <a:custGeom>
                <a:rect b="b" l="l" r="r" t="t"/>
                <a:pathLst>
                  <a:path extrusionOk="0" h="5872" w="3904">
                    <a:moveTo>
                      <a:pt x="67" y="1"/>
                    </a:moveTo>
                    <a:cubicBezTo>
                      <a:pt x="34" y="1"/>
                      <a:pt x="34" y="1"/>
                      <a:pt x="34" y="34"/>
                    </a:cubicBezTo>
                    <a:cubicBezTo>
                      <a:pt x="1" y="34"/>
                      <a:pt x="1" y="34"/>
                      <a:pt x="1" y="68"/>
                    </a:cubicBezTo>
                    <a:cubicBezTo>
                      <a:pt x="67" y="568"/>
                      <a:pt x="134" y="1002"/>
                      <a:pt x="201" y="1435"/>
                    </a:cubicBezTo>
                    <a:cubicBezTo>
                      <a:pt x="368" y="2836"/>
                      <a:pt x="534" y="4271"/>
                      <a:pt x="634" y="5838"/>
                    </a:cubicBezTo>
                    <a:cubicBezTo>
                      <a:pt x="634" y="5838"/>
                      <a:pt x="668" y="5838"/>
                      <a:pt x="668" y="5872"/>
                    </a:cubicBezTo>
                    <a:lnTo>
                      <a:pt x="701" y="5872"/>
                    </a:lnTo>
                    <a:cubicBezTo>
                      <a:pt x="801" y="5872"/>
                      <a:pt x="868" y="5872"/>
                      <a:pt x="968" y="5838"/>
                    </a:cubicBezTo>
                    <a:lnTo>
                      <a:pt x="1135" y="5838"/>
                    </a:lnTo>
                    <a:cubicBezTo>
                      <a:pt x="1468" y="5838"/>
                      <a:pt x="1802" y="5805"/>
                      <a:pt x="2169" y="5772"/>
                    </a:cubicBezTo>
                    <a:cubicBezTo>
                      <a:pt x="2536" y="5705"/>
                      <a:pt x="2869" y="5672"/>
                      <a:pt x="3203" y="5605"/>
                    </a:cubicBezTo>
                    <a:cubicBezTo>
                      <a:pt x="3303" y="5605"/>
                      <a:pt x="3370" y="5605"/>
                      <a:pt x="3470" y="5571"/>
                    </a:cubicBezTo>
                    <a:cubicBezTo>
                      <a:pt x="3603" y="5538"/>
                      <a:pt x="3737" y="5538"/>
                      <a:pt x="3870" y="5505"/>
                    </a:cubicBezTo>
                    <a:lnTo>
                      <a:pt x="3903" y="5505"/>
                    </a:lnTo>
                    <a:cubicBezTo>
                      <a:pt x="3903" y="5471"/>
                      <a:pt x="3903" y="5471"/>
                      <a:pt x="3903" y="5471"/>
                    </a:cubicBezTo>
                    <a:cubicBezTo>
                      <a:pt x="3837" y="5071"/>
                      <a:pt x="3803" y="4637"/>
                      <a:pt x="3770" y="4237"/>
                    </a:cubicBezTo>
                    <a:cubicBezTo>
                      <a:pt x="3737" y="4004"/>
                      <a:pt x="3737" y="3737"/>
                      <a:pt x="3703" y="3503"/>
                    </a:cubicBezTo>
                    <a:cubicBezTo>
                      <a:pt x="3603" y="2736"/>
                      <a:pt x="3503" y="1969"/>
                      <a:pt x="3403" y="1135"/>
                    </a:cubicBezTo>
                    <a:cubicBezTo>
                      <a:pt x="3370" y="868"/>
                      <a:pt x="3303" y="601"/>
                      <a:pt x="3270" y="334"/>
                    </a:cubicBezTo>
                    <a:cubicBezTo>
                      <a:pt x="3270" y="334"/>
                      <a:pt x="3270" y="301"/>
                      <a:pt x="3236" y="301"/>
                    </a:cubicBezTo>
                    <a:lnTo>
                      <a:pt x="3103" y="301"/>
                    </a:lnTo>
                    <a:cubicBezTo>
                      <a:pt x="2269" y="268"/>
                      <a:pt x="1468" y="201"/>
                      <a:pt x="734" y="101"/>
                    </a:cubicBezTo>
                    <a:cubicBezTo>
                      <a:pt x="634" y="68"/>
                      <a:pt x="501" y="68"/>
                      <a:pt x="401" y="68"/>
                    </a:cubicBezTo>
                    <a:cubicBezTo>
                      <a:pt x="301" y="34"/>
                      <a:pt x="167" y="34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9" name="Google Shape;12649;p39"/>
              <p:cNvSpPr/>
              <p:nvPr/>
            </p:nvSpPr>
            <p:spPr>
              <a:xfrm>
                <a:off x="6114875" y="3395450"/>
                <a:ext cx="221025" cy="179325"/>
              </a:xfrm>
              <a:custGeom>
                <a:rect b="b" l="l" r="r" t="t"/>
                <a:pathLst>
                  <a:path extrusionOk="0" h="7173" w="8841">
                    <a:moveTo>
                      <a:pt x="1" y="1"/>
                    </a:moveTo>
                    <a:cubicBezTo>
                      <a:pt x="1" y="34"/>
                      <a:pt x="1" y="68"/>
                      <a:pt x="34" y="68"/>
                    </a:cubicBezTo>
                    <a:cubicBezTo>
                      <a:pt x="801" y="434"/>
                      <a:pt x="1435" y="1068"/>
                      <a:pt x="1936" y="1835"/>
                    </a:cubicBezTo>
                    <a:cubicBezTo>
                      <a:pt x="2469" y="2669"/>
                      <a:pt x="2803" y="3637"/>
                      <a:pt x="2903" y="4704"/>
                    </a:cubicBezTo>
                    <a:cubicBezTo>
                      <a:pt x="2903" y="4871"/>
                      <a:pt x="2970" y="4904"/>
                      <a:pt x="3103" y="4971"/>
                    </a:cubicBezTo>
                    <a:cubicBezTo>
                      <a:pt x="3970" y="5271"/>
                      <a:pt x="4804" y="5605"/>
                      <a:pt x="5605" y="5905"/>
                    </a:cubicBezTo>
                    <a:lnTo>
                      <a:pt x="6105" y="6105"/>
                    </a:lnTo>
                    <a:cubicBezTo>
                      <a:pt x="6239" y="6172"/>
                      <a:pt x="6372" y="6205"/>
                      <a:pt x="6505" y="6272"/>
                    </a:cubicBezTo>
                    <a:cubicBezTo>
                      <a:pt x="7273" y="6572"/>
                      <a:pt x="8040" y="6872"/>
                      <a:pt x="8807" y="7139"/>
                    </a:cubicBezTo>
                    <a:cubicBezTo>
                      <a:pt x="8807" y="7173"/>
                      <a:pt x="8807" y="7173"/>
                      <a:pt x="8807" y="7173"/>
                    </a:cubicBezTo>
                    <a:cubicBezTo>
                      <a:pt x="8807" y="7173"/>
                      <a:pt x="8840" y="7139"/>
                      <a:pt x="8840" y="7139"/>
                    </a:cubicBezTo>
                    <a:cubicBezTo>
                      <a:pt x="8840" y="7139"/>
                      <a:pt x="8840" y="7139"/>
                      <a:pt x="8840" y="7106"/>
                    </a:cubicBezTo>
                    <a:cubicBezTo>
                      <a:pt x="8740" y="6372"/>
                      <a:pt x="8674" y="5571"/>
                      <a:pt x="8607" y="4838"/>
                    </a:cubicBezTo>
                    <a:cubicBezTo>
                      <a:pt x="8540" y="4204"/>
                      <a:pt x="8474" y="3537"/>
                      <a:pt x="8373" y="2903"/>
                    </a:cubicBezTo>
                    <a:cubicBezTo>
                      <a:pt x="8307" y="2369"/>
                      <a:pt x="8240" y="1869"/>
                      <a:pt x="8173" y="1368"/>
                    </a:cubicBezTo>
                    <a:cubicBezTo>
                      <a:pt x="8173" y="1368"/>
                      <a:pt x="8173" y="1335"/>
                      <a:pt x="8140" y="1335"/>
                    </a:cubicBezTo>
                    <a:cubicBezTo>
                      <a:pt x="7773" y="1268"/>
                      <a:pt x="7473" y="1202"/>
                      <a:pt x="7206" y="1102"/>
                    </a:cubicBezTo>
                    <a:lnTo>
                      <a:pt x="7173" y="1102"/>
                    </a:lnTo>
                    <a:cubicBezTo>
                      <a:pt x="6972" y="1235"/>
                      <a:pt x="6772" y="1335"/>
                      <a:pt x="6539" y="1368"/>
                    </a:cubicBezTo>
                    <a:cubicBezTo>
                      <a:pt x="6350" y="1397"/>
                      <a:pt x="6161" y="1409"/>
                      <a:pt x="5971" y="1409"/>
                    </a:cubicBezTo>
                    <a:cubicBezTo>
                      <a:pt x="5493" y="1409"/>
                      <a:pt x="5015" y="1331"/>
                      <a:pt x="4537" y="1235"/>
                    </a:cubicBezTo>
                    <a:cubicBezTo>
                      <a:pt x="4437" y="1235"/>
                      <a:pt x="4337" y="1202"/>
                      <a:pt x="4271" y="1202"/>
                    </a:cubicBezTo>
                    <a:cubicBezTo>
                      <a:pt x="3537" y="1068"/>
                      <a:pt x="2936" y="935"/>
                      <a:pt x="2369" y="801"/>
                    </a:cubicBezTo>
                    <a:cubicBezTo>
                      <a:pt x="2269" y="801"/>
                      <a:pt x="2169" y="768"/>
                      <a:pt x="2036" y="735"/>
                    </a:cubicBezTo>
                    <a:cubicBezTo>
                      <a:pt x="1602" y="668"/>
                      <a:pt x="1102" y="535"/>
                      <a:pt x="768" y="268"/>
                    </a:cubicBezTo>
                    <a:cubicBezTo>
                      <a:pt x="768" y="234"/>
                      <a:pt x="768" y="234"/>
                      <a:pt x="768" y="234"/>
                    </a:cubicBezTo>
                    <a:cubicBezTo>
                      <a:pt x="768" y="201"/>
                      <a:pt x="768" y="201"/>
                      <a:pt x="768" y="201"/>
                    </a:cubicBezTo>
                    <a:cubicBezTo>
                      <a:pt x="768" y="201"/>
                      <a:pt x="768" y="168"/>
                      <a:pt x="768" y="168"/>
                    </a:cubicBezTo>
                    <a:lnTo>
                      <a:pt x="735" y="168"/>
                    </a:lnTo>
                    <a:cubicBezTo>
                      <a:pt x="501" y="101"/>
                      <a:pt x="268" y="34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0" name="Google Shape;12650;p39"/>
              <p:cNvSpPr/>
              <p:nvPr/>
            </p:nvSpPr>
            <p:spPr>
              <a:xfrm>
                <a:off x="5893900" y="3296225"/>
                <a:ext cx="185975" cy="155975"/>
              </a:xfrm>
              <a:custGeom>
                <a:rect b="b" l="l" r="r" t="t"/>
                <a:pathLst>
                  <a:path extrusionOk="0" h="6239" w="7439">
                    <a:moveTo>
                      <a:pt x="1268" y="0"/>
                    </a:moveTo>
                    <a:cubicBezTo>
                      <a:pt x="1234" y="34"/>
                      <a:pt x="1234" y="34"/>
                      <a:pt x="1234" y="34"/>
                    </a:cubicBezTo>
                    <a:cubicBezTo>
                      <a:pt x="1201" y="134"/>
                      <a:pt x="1168" y="234"/>
                      <a:pt x="1168" y="334"/>
                    </a:cubicBezTo>
                    <a:cubicBezTo>
                      <a:pt x="1134" y="401"/>
                      <a:pt x="1101" y="467"/>
                      <a:pt x="1101" y="567"/>
                    </a:cubicBezTo>
                    <a:cubicBezTo>
                      <a:pt x="968" y="1034"/>
                      <a:pt x="834" y="1535"/>
                      <a:pt x="701" y="2035"/>
                    </a:cubicBezTo>
                    <a:cubicBezTo>
                      <a:pt x="467" y="3002"/>
                      <a:pt x="200" y="4003"/>
                      <a:pt x="0" y="4837"/>
                    </a:cubicBezTo>
                    <a:cubicBezTo>
                      <a:pt x="0" y="4870"/>
                      <a:pt x="0" y="4870"/>
                      <a:pt x="0" y="4904"/>
                    </a:cubicBezTo>
                    <a:cubicBezTo>
                      <a:pt x="100" y="4904"/>
                      <a:pt x="167" y="4937"/>
                      <a:pt x="234" y="4971"/>
                    </a:cubicBezTo>
                    <a:cubicBezTo>
                      <a:pt x="367" y="5071"/>
                      <a:pt x="534" y="5104"/>
                      <a:pt x="667" y="5171"/>
                    </a:cubicBezTo>
                    <a:cubicBezTo>
                      <a:pt x="901" y="5271"/>
                      <a:pt x="1134" y="5371"/>
                      <a:pt x="1334" y="5471"/>
                    </a:cubicBezTo>
                    <a:cubicBezTo>
                      <a:pt x="1468" y="5504"/>
                      <a:pt x="1601" y="5571"/>
                      <a:pt x="1735" y="5638"/>
                    </a:cubicBezTo>
                    <a:lnTo>
                      <a:pt x="1801" y="5671"/>
                    </a:lnTo>
                    <a:cubicBezTo>
                      <a:pt x="2135" y="5804"/>
                      <a:pt x="2502" y="5938"/>
                      <a:pt x="2836" y="6105"/>
                    </a:cubicBezTo>
                    <a:cubicBezTo>
                      <a:pt x="2869" y="6105"/>
                      <a:pt x="2902" y="6138"/>
                      <a:pt x="2969" y="6138"/>
                    </a:cubicBezTo>
                    <a:cubicBezTo>
                      <a:pt x="3036" y="6171"/>
                      <a:pt x="3102" y="6205"/>
                      <a:pt x="3169" y="6238"/>
                    </a:cubicBezTo>
                    <a:lnTo>
                      <a:pt x="3202" y="6238"/>
                    </a:lnTo>
                    <a:cubicBezTo>
                      <a:pt x="3202" y="6238"/>
                      <a:pt x="3236" y="6205"/>
                      <a:pt x="3236" y="6205"/>
                    </a:cubicBezTo>
                    <a:cubicBezTo>
                      <a:pt x="3269" y="5938"/>
                      <a:pt x="3469" y="5638"/>
                      <a:pt x="3636" y="5438"/>
                    </a:cubicBezTo>
                    <a:lnTo>
                      <a:pt x="3669" y="5371"/>
                    </a:lnTo>
                    <a:cubicBezTo>
                      <a:pt x="3970" y="4937"/>
                      <a:pt x="4370" y="4537"/>
                      <a:pt x="4804" y="4270"/>
                    </a:cubicBezTo>
                    <a:cubicBezTo>
                      <a:pt x="5455" y="3826"/>
                      <a:pt x="6265" y="3592"/>
                      <a:pt x="7069" y="3592"/>
                    </a:cubicBezTo>
                    <a:cubicBezTo>
                      <a:pt x="7170" y="3592"/>
                      <a:pt x="7271" y="3595"/>
                      <a:pt x="7372" y="3603"/>
                    </a:cubicBezTo>
                    <a:cubicBezTo>
                      <a:pt x="7405" y="3603"/>
                      <a:pt x="7405" y="3603"/>
                      <a:pt x="7405" y="3570"/>
                    </a:cubicBezTo>
                    <a:cubicBezTo>
                      <a:pt x="7439" y="3570"/>
                      <a:pt x="7405" y="3536"/>
                      <a:pt x="7405" y="3536"/>
                    </a:cubicBezTo>
                    <a:cubicBezTo>
                      <a:pt x="7072" y="3436"/>
                      <a:pt x="6738" y="3303"/>
                      <a:pt x="6438" y="3203"/>
                    </a:cubicBezTo>
                    <a:lnTo>
                      <a:pt x="6305" y="3169"/>
                    </a:lnTo>
                    <a:cubicBezTo>
                      <a:pt x="5104" y="2736"/>
                      <a:pt x="3736" y="2235"/>
                      <a:pt x="2735" y="1401"/>
                    </a:cubicBezTo>
                    <a:cubicBezTo>
                      <a:pt x="2735" y="1401"/>
                      <a:pt x="2735" y="1368"/>
                      <a:pt x="2735" y="1368"/>
                    </a:cubicBezTo>
                    <a:cubicBezTo>
                      <a:pt x="2235" y="1034"/>
                      <a:pt x="1768" y="567"/>
                      <a:pt x="1301" y="34"/>
                    </a:cubicBezTo>
                    <a:cubicBezTo>
                      <a:pt x="1301" y="0"/>
                      <a:pt x="1268" y="0"/>
                      <a:pt x="12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1" name="Google Shape;12651;p39"/>
              <p:cNvSpPr/>
              <p:nvPr/>
            </p:nvSpPr>
            <p:spPr>
              <a:xfrm>
                <a:off x="5895550" y="3174475"/>
                <a:ext cx="31725" cy="70900"/>
              </a:xfrm>
              <a:custGeom>
                <a:rect b="b" l="l" r="r" t="t"/>
                <a:pathLst>
                  <a:path extrusionOk="0" h="2836" w="1269">
                    <a:moveTo>
                      <a:pt x="1202" y="0"/>
                    </a:moveTo>
                    <a:cubicBezTo>
                      <a:pt x="1006" y="39"/>
                      <a:pt x="788" y="55"/>
                      <a:pt x="560" y="55"/>
                    </a:cubicBezTo>
                    <a:cubicBezTo>
                      <a:pt x="399" y="55"/>
                      <a:pt x="233" y="47"/>
                      <a:pt x="68" y="33"/>
                    </a:cubicBezTo>
                    <a:lnTo>
                      <a:pt x="34" y="33"/>
                    </a:lnTo>
                    <a:cubicBezTo>
                      <a:pt x="34" y="33"/>
                      <a:pt x="34" y="33"/>
                      <a:pt x="34" y="67"/>
                    </a:cubicBezTo>
                    <a:lnTo>
                      <a:pt x="34" y="1568"/>
                    </a:lnTo>
                    <a:cubicBezTo>
                      <a:pt x="34" y="1635"/>
                      <a:pt x="34" y="1735"/>
                      <a:pt x="34" y="1835"/>
                    </a:cubicBezTo>
                    <a:cubicBezTo>
                      <a:pt x="1" y="2035"/>
                      <a:pt x="1" y="2235"/>
                      <a:pt x="34" y="2435"/>
                    </a:cubicBezTo>
                    <a:cubicBezTo>
                      <a:pt x="101" y="2702"/>
                      <a:pt x="301" y="2835"/>
                      <a:pt x="601" y="2835"/>
                    </a:cubicBezTo>
                    <a:lnTo>
                      <a:pt x="701" y="2835"/>
                    </a:lnTo>
                    <a:cubicBezTo>
                      <a:pt x="902" y="2802"/>
                      <a:pt x="1135" y="2702"/>
                      <a:pt x="1168" y="2435"/>
                    </a:cubicBezTo>
                    <a:cubicBezTo>
                      <a:pt x="1235" y="1768"/>
                      <a:pt x="1235" y="1068"/>
                      <a:pt x="1235" y="467"/>
                    </a:cubicBezTo>
                    <a:cubicBezTo>
                      <a:pt x="1235" y="334"/>
                      <a:pt x="1235" y="167"/>
                      <a:pt x="1268" y="33"/>
                    </a:cubicBezTo>
                    <a:cubicBezTo>
                      <a:pt x="1268" y="33"/>
                      <a:pt x="1268" y="0"/>
                      <a:pt x="12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2" name="Google Shape;12652;p39"/>
              <p:cNvSpPr/>
              <p:nvPr/>
            </p:nvSpPr>
            <p:spPr>
              <a:xfrm>
                <a:off x="5895550" y="2989625"/>
                <a:ext cx="52575" cy="55600"/>
              </a:xfrm>
              <a:custGeom>
                <a:rect b="b" l="l" r="r" t="t"/>
                <a:pathLst>
                  <a:path extrusionOk="0" h="2224" w="2103">
                    <a:moveTo>
                      <a:pt x="676" y="0"/>
                    </a:moveTo>
                    <a:cubicBezTo>
                      <a:pt x="553" y="0"/>
                      <a:pt x="432" y="16"/>
                      <a:pt x="334" y="56"/>
                    </a:cubicBezTo>
                    <a:cubicBezTo>
                      <a:pt x="1" y="189"/>
                      <a:pt x="101" y="589"/>
                      <a:pt x="168" y="889"/>
                    </a:cubicBezTo>
                    <a:cubicBezTo>
                      <a:pt x="201" y="923"/>
                      <a:pt x="201" y="956"/>
                      <a:pt x="201" y="990"/>
                    </a:cubicBezTo>
                    <a:cubicBezTo>
                      <a:pt x="268" y="1223"/>
                      <a:pt x="368" y="1457"/>
                      <a:pt x="468" y="1690"/>
                    </a:cubicBezTo>
                    <a:cubicBezTo>
                      <a:pt x="501" y="1857"/>
                      <a:pt x="568" y="1990"/>
                      <a:pt x="635" y="2157"/>
                    </a:cubicBezTo>
                    <a:cubicBezTo>
                      <a:pt x="635" y="2157"/>
                      <a:pt x="635" y="2190"/>
                      <a:pt x="668" y="2190"/>
                    </a:cubicBezTo>
                    <a:lnTo>
                      <a:pt x="768" y="2190"/>
                    </a:lnTo>
                    <a:cubicBezTo>
                      <a:pt x="935" y="2190"/>
                      <a:pt x="1168" y="2190"/>
                      <a:pt x="1369" y="2224"/>
                    </a:cubicBezTo>
                    <a:cubicBezTo>
                      <a:pt x="1402" y="2224"/>
                      <a:pt x="1402" y="2190"/>
                      <a:pt x="1402" y="2190"/>
                    </a:cubicBezTo>
                    <a:cubicBezTo>
                      <a:pt x="1469" y="2090"/>
                      <a:pt x="1502" y="1957"/>
                      <a:pt x="1569" y="1857"/>
                    </a:cubicBezTo>
                    <a:cubicBezTo>
                      <a:pt x="1669" y="1657"/>
                      <a:pt x="1769" y="1423"/>
                      <a:pt x="1836" y="1156"/>
                    </a:cubicBezTo>
                    <a:cubicBezTo>
                      <a:pt x="1936" y="956"/>
                      <a:pt x="2102" y="422"/>
                      <a:pt x="1769" y="156"/>
                    </a:cubicBezTo>
                    <a:cubicBezTo>
                      <a:pt x="1602" y="22"/>
                      <a:pt x="1335" y="22"/>
                      <a:pt x="1102" y="22"/>
                    </a:cubicBezTo>
                    <a:lnTo>
                      <a:pt x="935" y="22"/>
                    </a:lnTo>
                    <a:cubicBezTo>
                      <a:pt x="852" y="8"/>
                      <a:pt x="763" y="0"/>
                      <a:pt x="6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3" name="Google Shape;12653;p39"/>
              <p:cNvSpPr/>
              <p:nvPr/>
            </p:nvSpPr>
            <p:spPr>
              <a:xfrm>
                <a:off x="5863875" y="3053225"/>
                <a:ext cx="107600" cy="112925"/>
              </a:xfrm>
              <a:custGeom>
                <a:rect b="b" l="l" r="r" t="t"/>
                <a:pathLst>
                  <a:path extrusionOk="0" h="4517" w="4304">
                    <a:moveTo>
                      <a:pt x="1921" y="1"/>
                    </a:moveTo>
                    <a:cubicBezTo>
                      <a:pt x="1756" y="1"/>
                      <a:pt x="1593" y="5"/>
                      <a:pt x="1435" y="13"/>
                    </a:cubicBezTo>
                    <a:cubicBezTo>
                      <a:pt x="1134" y="13"/>
                      <a:pt x="768" y="47"/>
                      <a:pt x="501" y="314"/>
                    </a:cubicBezTo>
                    <a:cubicBezTo>
                      <a:pt x="267" y="547"/>
                      <a:pt x="167" y="947"/>
                      <a:pt x="100" y="1281"/>
                    </a:cubicBezTo>
                    <a:cubicBezTo>
                      <a:pt x="0" y="1948"/>
                      <a:pt x="34" y="2682"/>
                      <a:pt x="267" y="3382"/>
                    </a:cubicBezTo>
                    <a:cubicBezTo>
                      <a:pt x="334" y="3649"/>
                      <a:pt x="501" y="4150"/>
                      <a:pt x="801" y="4350"/>
                    </a:cubicBezTo>
                    <a:cubicBezTo>
                      <a:pt x="1068" y="4483"/>
                      <a:pt x="1401" y="4517"/>
                      <a:pt x="1668" y="4517"/>
                    </a:cubicBezTo>
                    <a:lnTo>
                      <a:pt x="1968" y="4517"/>
                    </a:lnTo>
                    <a:cubicBezTo>
                      <a:pt x="2569" y="4517"/>
                      <a:pt x="3203" y="4383"/>
                      <a:pt x="3503" y="3649"/>
                    </a:cubicBezTo>
                    <a:cubicBezTo>
                      <a:pt x="3536" y="3583"/>
                      <a:pt x="3536" y="3549"/>
                      <a:pt x="3570" y="3516"/>
                    </a:cubicBezTo>
                    <a:cubicBezTo>
                      <a:pt x="3636" y="3349"/>
                      <a:pt x="3703" y="3149"/>
                      <a:pt x="3836" y="3015"/>
                    </a:cubicBezTo>
                    <a:cubicBezTo>
                      <a:pt x="3870" y="2949"/>
                      <a:pt x="3903" y="2915"/>
                      <a:pt x="3936" y="2882"/>
                    </a:cubicBezTo>
                    <a:cubicBezTo>
                      <a:pt x="3970" y="2882"/>
                      <a:pt x="4003" y="2849"/>
                      <a:pt x="4037" y="2815"/>
                    </a:cubicBezTo>
                    <a:cubicBezTo>
                      <a:pt x="4203" y="2649"/>
                      <a:pt x="4237" y="2582"/>
                      <a:pt x="4270" y="2315"/>
                    </a:cubicBezTo>
                    <a:cubicBezTo>
                      <a:pt x="4303" y="1915"/>
                      <a:pt x="4303" y="1481"/>
                      <a:pt x="4270" y="1047"/>
                    </a:cubicBezTo>
                    <a:cubicBezTo>
                      <a:pt x="4270" y="881"/>
                      <a:pt x="4270" y="714"/>
                      <a:pt x="4270" y="514"/>
                    </a:cubicBezTo>
                    <a:cubicBezTo>
                      <a:pt x="4270" y="480"/>
                      <a:pt x="4270" y="480"/>
                      <a:pt x="4270" y="447"/>
                    </a:cubicBezTo>
                    <a:cubicBezTo>
                      <a:pt x="4270" y="314"/>
                      <a:pt x="4270" y="280"/>
                      <a:pt x="4137" y="213"/>
                    </a:cubicBezTo>
                    <a:cubicBezTo>
                      <a:pt x="4037" y="147"/>
                      <a:pt x="3836" y="113"/>
                      <a:pt x="3636" y="113"/>
                    </a:cubicBezTo>
                    <a:lnTo>
                      <a:pt x="3469" y="113"/>
                    </a:lnTo>
                    <a:cubicBezTo>
                      <a:pt x="2944" y="38"/>
                      <a:pt x="2419" y="1"/>
                      <a:pt x="19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4" name="Google Shape;12654;p39"/>
              <p:cNvSpPr/>
              <p:nvPr/>
            </p:nvSpPr>
            <p:spPr>
              <a:xfrm>
                <a:off x="5978125" y="3071050"/>
                <a:ext cx="93425" cy="38400"/>
              </a:xfrm>
              <a:custGeom>
                <a:rect b="b" l="l" r="r" t="t"/>
                <a:pathLst>
                  <a:path extrusionOk="0" h="1536" w="3737">
                    <a:moveTo>
                      <a:pt x="100" y="1"/>
                    </a:moveTo>
                    <a:cubicBezTo>
                      <a:pt x="67" y="1"/>
                      <a:pt x="67" y="1"/>
                      <a:pt x="34" y="34"/>
                    </a:cubicBezTo>
                    <a:cubicBezTo>
                      <a:pt x="34" y="34"/>
                      <a:pt x="34" y="68"/>
                      <a:pt x="34" y="68"/>
                    </a:cubicBezTo>
                    <a:cubicBezTo>
                      <a:pt x="34" y="168"/>
                      <a:pt x="34" y="268"/>
                      <a:pt x="34" y="368"/>
                    </a:cubicBezTo>
                    <a:cubicBezTo>
                      <a:pt x="34" y="701"/>
                      <a:pt x="0" y="1035"/>
                      <a:pt x="0" y="1335"/>
                    </a:cubicBezTo>
                    <a:cubicBezTo>
                      <a:pt x="0" y="1335"/>
                      <a:pt x="0" y="1368"/>
                      <a:pt x="0" y="1368"/>
                    </a:cubicBezTo>
                    <a:lnTo>
                      <a:pt x="34" y="1368"/>
                    </a:lnTo>
                    <a:cubicBezTo>
                      <a:pt x="200" y="1368"/>
                      <a:pt x="367" y="1402"/>
                      <a:pt x="534" y="1402"/>
                    </a:cubicBezTo>
                    <a:cubicBezTo>
                      <a:pt x="701" y="1402"/>
                      <a:pt x="834" y="1435"/>
                      <a:pt x="968" y="1435"/>
                    </a:cubicBezTo>
                    <a:cubicBezTo>
                      <a:pt x="1201" y="1469"/>
                      <a:pt x="1435" y="1469"/>
                      <a:pt x="1635" y="1469"/>
                    </a:cubicBezTo>
                    <a:cubicBezTo>
                      <a:pt x="1902" y="1502"/>
                      <a:pt x="2202" y="1502"/>
                      <a:pt x="2469" y="1502"/>
                    </a:cubicBezTo>
                    <a:cubicBezTo>
                      <a:pt x="2669" y="1535"/>
                      <a:pt x="2869" y="1535"/>
                      <a:pt x="3102" y="1535"/>
                    </a:cubicBezTo>
                    <a:lnTo>
                      <a:pt x="3136" y="1535"/>
                    </a:lnTo>
                    <a:cubicBezTo>
                      <a:pt x="3269" y="1535"/>
                      <a:pt x="3403" y="1502"/>
                      <a:pt x="3503" y="1402"/>
                    </a:cubicBezTo>
                    <a:cubicBezTo>
                      <a:pt x="3636" y="1202"/>
                      <a:pt x="3736" y="935"/>
                      <a:pt x="3703" y="668"/>
                    </a:cubicBezTo>
                    <a:lnTo>
                      <a:pt x="3703" y="568"/>
                    </a:lnTo>
                    <a:cubicBezTo>
                      <a:pt x="3670" y="401"/>
                      <a:pt x="3569" y="68"/>
                      <a:pt x="33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5" name="Google Shape;12655;p39"/>
              <p:cNvSpPr/>
              <p:nvPr/>
            </p:nvSpPr>
            <p:spPr>
              <a:xfrm>
                <a:off x="5999800" y="3115250"/>
                <a:ext cx="49225" cy="41725"/>
              </a:xfrm>
              <a:custGeom>
                <a:rect b="b" l="l" r="r" t="t"/>
                <a:pathLst>
                  <a:path extrusionOk="0" h="1669" w="1969">
                    <a:moveTo>
                      <a:pt x="34" y="1"/>
                    </a:moveTo>
                    <a:cubicBezTo>
                      <a:pt x="34" y="1"/>
                      <a:pt x="1" y="1"/>
                      <a:pt x="1" y="34"/>
                    </a:cubicBezTo>
                    <a:cubicBezTo>
                      <a:pt x="1" y="34"/>
                      <a:pt x="1" y="67"/>
                      <a:pt x="1" y="67"/>
                    </a:cubicBezTo>
                    <a:cubicBezTo>
                      <a:pt x="1" y="67"/>
                      <a:pt x="1" y="67"/>
                      <a:pt x="1" y="101"/>
                    </a:cubicBezTo>
                    <a:cubicBezTo>
                      <a:pt x="234" y="668"/>
                      <a:pt x="434" y="1168"/>
                      <a:pt x="668" y="1635"/>
                    </a:cubicBezTo>
                    <a:cubicBezTo>
                      <a:pt x="668" y="1669"/>
                      <a:pt x="701" y="1669"/>
                      <a:pt x="701" y="1669"/>
                    </a:cubicBezTo>
                    <a:cubicBezTo>
                      <a:pt x="734" y="1669"/>
                      <a:pt x="734" y="1669"/>
                      <a:pt x="734" y="1635"/>
                    </a:cubicBezTo>
                    <a:cubicBezTo>
                      <a:pt x="834" y="1502"/>
                      <a:pt x="1001" y="1335"/>
                      <a:pt x="1135" y="1168"/>
                    </a:cubicBezTo>
                    <a:cubicBezTo>
                      <a:pt x="1201" y="1102"/>
                      <a:pt x="1268" y="1001"/>
                      <a:pt x="1335" y="935"/>
                    </a:cubicBezTo>
                    <a:cubicBezTo>
                      <a:pt x="1535" y="668"/>
                      <a:pt x="1768" y="434"/>
                      <a:pt x="1969" y="168"/>
                    </a:cubicBezTo>
                    <a:cubicBezTo>
                      <a:pt x="1969" y="168"/>
                      <a:pt x="1969" y="134"/>
                      <a:pt x="1969" y="134"/>
                    </a:cubicBezTo>
                    <a:cubicBezTo>
                      <a:pt x="1969" y="101"/>
                      <a:pt x="1969" y="101"/>
                      <a:pt x="1935" y="101"/>
                    </a:cubicBezTo>
                    <a:lnTo>
                      <a:pt x="1869" y="101"/>
                    </a:lnTo>
                    <a:cubicBezTo>
                      <a:pt x="1468" y="67"/>
                      <a:pt x="1068" y="67"/>
                      <a:pt x="768" y="34"/>
                    </a:cubicBezTo>
                    <a:lnTo>
                      <a:pt x="534" y="34"/>
                    </a:lnTo>
                    <a:cubicBezTo>
                      <a:pt x="367" y="34"/>
                      <a:pt x="201" y="34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6" name="Google Shape;12656;p39"/>
              <p:cNvSpPr/>
              <p:nvPr/>
            </p:nvSpPr>
            <p:spPr>
              <a:xfrm>
                <a:off x="6020650" y="2987675"/>
                <a:ext cx="140125" cy="261025"/>
              </a:xfrm>
              <a:custGeom>
                <a:rect b="b" l="l" r="r" t="t"/>
                <a:pathLst>
                  <a:path extrusionOk="0" h="10441" w="5605">
                    <a:moveTo>
                      <a:pt x="5571" y="0"/>
                    </a:moveTo>
                    <a:cubicBezTo>
                      <a:pt x="5538" y="0"/>
                      <a:pt x="5538" y="0"/>
                      <a:pt x="5504" y="33"/>
                    </a:cubicBezTo>
                    <a:lnTo>
                      <a:pt x="5471" y="100"/>
                    </a:lnTo>
                    <a:cubicBezTo>
                      <a:pt x="5438" y="134"/>
                      <a:pt x="5404" y="200"/>
                      <a:pt x="5371" y="234"/>
                    </a:cubicBezTo>
                    <a:cubicBezTo>
                      <a:pt x="5137" y="534"/>
                      <a:pt x="4937" y="867"/>
                      <a:pt x="4670" y="1201"/>
                    </a:cubicBezTo>
                    <a:cubicBezTo>
                      <a:pt x="4170" y="1901"/>
                      <a:pt x="3670" y="2569"/>
                      <a:pt x="3169" y="3236"/>
                    </a:cubicBezTo>
                    <a:cubicBezTo>
                      <a:pt x="3136" y="3269"/>
                      <a:pt x="3103" y="3336"/>
                      <a:pt x="3069" y="3369"/>
                    </a:cubicBezTo>
                    <a:lnTo>
                      <a:pt x="2969" y="3469"/>
                    </a:lnTo>
                    <a:cubicBezTo>
                      <a:pt x="2969" y="3469"/>
                      <a:pt x="2969" y="3469"/>
                      <a:pt x="2969" y="3503"/>
                    </a:cubicBezTo>
                    <a:cubicBezTo>
                      <a:pt x="3036" y="3736"/>
                      <a:pt x="3036" y="4003"/>
                      <a:pt x="3036" y="4270"/>
                    </a:cubicBezTo>
                    <a:cubicBezTo>
                      <a:pt x="2969" y="4970"/>
                      <a:pt x="2702" y="5804"/>
                      <a:pt x="2069" y="5971"/>
                    </a:cubicBezTo>
                    <a:cubicBezTo>
                      <a:pt x="2012" y="5985"/>
                      <a:pt x="1953" y="5992"/>
                      <a:pt x="1895" y="5992"/>
                    </a:cubicBezTo>
                    <a:cubicBezTo>
                      <a:pt x="1680" y="5992"/>
                      <a:pt x="1466" y="5902"/>
                      <a:pt x="1335" y="5771"/>
                    </a:cubicBezTo>
                    <a:cubicBezTo>
                      <a:pt x="1335" y="5738"/>
                      <a:pt x="1301" y="5704"/>
                      <a:pt x="1301" y="5671"/>
                    </a:cubicBezTo>
                    <a:lnTo>
                      <a:pt x="1235" y="5671"/>
                    </a:lnTo>
                    <a:lnTo>
                      <a:pt x="1168" y="5738"/>
                    </a:lnTo>
                    <a:cubicBezTo>
                      <a:pt x="1068" y="5871"/>
                      <a:pt x="934" y="6004"/>
                      <a:pt x="834" y="6171"/>
                    </a:cubicBezTo>
                    <a:cubicBezTo>
                      <a:pt x="768" y="6238"/>
                      <a:pt x="701" y="6338"/>
                      <a:pt x="634" y="6405"/>
                    </a:cubicBezTo>
                    <a:cubicBezTo>
                      <a:pt x="434" y="6638"/>
                      <a:pt x="267" y="6905"/>
                      <a:pt x="34" y="7072"/>
                    </a:cubicBezTo>
                    <a:cubicBezTo>
                      <a:pt x="0" y="7072"/>
                      <a:pt x="0" y="7105"/>
                      <a:pt x="34" y="7105"/>
                    </a:cubicBezTo>
                    <a:cubicBezTo>
                      <a:pt x="801" y="8606"/>
                      <a:pt x="1702" y="9707"/>
                      <a:pt x="2769" y="10441"/>
                    </a:cubicBezTo>
                    <a:lnTo>
                      <a:pt x="2836" y="10441"/>
                    </a:lnTo>
                    <a:cubicBezTo>
                      <a:pt x="3370" y="9640"/>
                      <a:pt x="3837" y="8640"/>
                      <a:pt x="4270" y="7439"/>
                    </a:cubicBezTo>
                    <a:cubicBezTo>
                      <a:pt x="4971" y="5371"/>
                      <a:pt x="5438" y="2835"/>
                      <a:pt x="5604" y="67"/>
                    </a:cubicBezTo>
                    <a:cubicBezTo>
                      <a:pt x="5604" y="33"/>
                      <a:pt x="5571" y="33"/>
                      <a:pt x="55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7" name="Google Shape;12657;p39"/>
              <p:cNvSpPr/>
              <p:nvPr/>
            </p:nvSpPr>
            <p:spPr>
              <a:xfrm>
                <a:off x="5965600" y="2749150"/>
                <a:ext cx="196850" cy="315250"/>
              </a:xfrm>
              <a:custGeom>
                <a:rect b="b" l="l" r="r" t="t"/>
                <a:pathLst>
                  <a:path extrusionOk="0" h="12610" w="7874">
                    <a:moveTo>
                      <a:pt x="7139" y="1"/>
                    </a:moveTo>
                    <a:cubicBezTo>
                      <a:pt x="7006" y="201"/>
                      <a:pt x="6872" y="368"/>
                      <a:pt x="6772" y="535"/>
                    </a:cubicBezTo>
                    <a:cubicBezTo>
                      <a:pt x="6672" y="635"/>
                      <a:pt x="6606" y="768"/>
                      <a:pt x="6506" y="868"/>
                    </a:cubicBezTo>
                    <a:cubicBezTo>
                      <a:pt x="6205" y="1302"/>
                      <a:pt x="5905" y="1736"/>
                      <a:pt x="5605" y="2169"/>
                    </a:cubicBezTo>
                    <a:lnTo>
                      <a:pt x="5405" y="2436"/>
                    </a:lnTo>
                    <a:cubicBezTo>
                      <a:pt x="4871" y="3203"/>
                      <a:pt x="4337" y="3970"/>
                      <a:pt x="3770" y="4738"/>
                    </a:cubicBezTo>
                    <a:cubicBezTo>
                      <a:pt x="3337" y="5371"/>
                      <a:pt x="2903" y="5972"/>
                      <a:pt x="2469" y="6606"/>
                    </a:cubicBezTo>
                    <a:lnTo>
                      <a:pt x="1535" y="7940"/>
                    </a:lnTo>
                    <a:cubicBezTo>
                      <a:pt x="1535" y="7940"/>
                      <a:pt x="1535" y="7940"/>
                      <a:pt x="1535" y="7973"/>
                    </a:cubicBezTo>
                    <a:cubicBezTo>
                      <a:pt x="1836" y="8907"/>
                      <a:pt x="1402" y="9941"/>
                      <a:pt x="1102" y="10475"/>
                    </a:cubicBezTo>
                    <a:cubicBezTo>
                      <a:pt x="868" y="10875"/>
                      <a:pt x="501" y="11442"/>
                      <a:pt x="34" y="11876"/>
                    </a:cubicBezTo>
                    <a:cubicBezTo>
                      <a:pt x="1" y="11909"/>
                      <a:pt x="1" y="11909"/>
                      <a:pt x="1" y="11943"/>
                    </a:cubicBezTo>
                    <a:cubicBezTo>
                      <a:pt x="1" y="11943"/>
                      <a:pt x="34" y="11943"/>
                      <a:pt x="34" y="11976"/>
                    </a:cubicBezTo>
                    <a:cubicBezTo>
                      <a:pt x="168" y="11976"/>
                      <a:pt x="234" y="12010"/>
                      <a:pt x="301" y="12043"/>
                    </a:cubicBezTo>
                    <a:cubicBezTo>
                      <a:pt x="401" y="12076"/>
                      <a:pt x="435" y="12143"/>
                      <a:pt x="468" y="12210"/>
                    </a:cubicBezTo>
                    <a:cubicBezTo>
                      <a:pt x="501" y="12210"/>
                      <a:pt x="501" y="12276"/>
                      <a:pt x="501" y="12310"/>
                    </a:cubicBezTo>
                    <a:cubicBezTo>
                      <a:pt x="501" y="12376"/>
                      <a:pt x="535" y="12443"/>
                      <a:pt x="535" y="12477"/>
                    </a:cubicBezTo>
                    <a:cubicBezTo>
                      <a:pt x="601" y="12510"/>
                      <a:pt x="701" y="12510"/>
                      <a:pt x="835" y="12510"/>
                    </a:cubicBezTo>
                    <a:lnTo>
                      <a:pt x="3337" y="12510"/>
                    </a:lnTo>
                    <a:cubicBezTo>
                      <a:pt x="3337" y="12510"/>
                      <a:pt x="3337" y="12477"/>
                      <a:pt x="3337" y="12477"/>
                    </a:cubicBezTo>
                    <a:cubicBezTo>
                      <a:pt x="3337" y="12276"/>
                      <a:pt x="3437" y="12143"/>
                      <a:pt x="3537" y="12076"/>
                    </a:cubicBezTo>
                    <a:cubicBezTo>
                      <a:pt x="3694" y="11945"/>
                      <a:pt x="3934" y="11855"/>
                      <a:pt x="4143" y="11855"/>
                    </a:cubicBezTo>
                    <a:cubicBezTo>
                      <a:pt x="4200" y="11855"/>
                      <a:pt x="4254" y="11862"/>
                      <a:pt x="4304" y="11876"/>
                    </a:cubicBezTo>
                    <a:cubicBezTo>
                      <a:pt x="4604" y="11976"/>
                      <a:pt x="4871" y="12210"/>
                      <a:pt x="5038" y="12577"/>
                    </a:cubicBezTo>
                    <a:cubicBezTo>
                      <a:pt x="5038" y="12577"/>
                      <a:pt x="5038" y="12610"/>
                      <a:pt x="5071" y="12610"/>
                    </a:cubicBezTo>
                    <a:cubicBezTo>
                      <a:pt x="5071" y="12610"/>
                      <a:pt x="5105" y="12610"/>
                      <a:pt x="5105" y="12577"/>
                    </a:cubicBezTo>
                    <a:cubicBezTo>
                      <a:pt x="5638" y="11876"/>
                      <a:pt x="6105" y="11242"/>
                      <a:pt x="6572" y="10642"/>
                    </a:cubicBezTo>
                    <a:cubicBezTo>
                      <a:pt x="6672" y="10508"/>
                      <a:pt x="6772" y="10375"/>
                      <a:pt x="6872" y="10208"/>
                    </a:cubicBezTo>
                    <a:cubicBezTo>
                      <a:pt x="7039" y="10008"/>
                      <a:pt x="7173" y="9808"/>
                      <a:pt x="7339" y="9608"/>
                    </a:cubicBezTo>
                    <a:cubicBezTo>
                      <a:pt x="7373" y="9541"/>
                      <a:pt x="7440" y="9508"/>
                      <a:pt x="7473" y="9441"/>
                    </a:cubicBezTo>
                    <a:cubicBezTo>
                      <a:pt x="7573" y="9274"/>
                      <a:pt x="7673" y="9141"/>
                      <a:pt x="7806" y="8974"/>
                    </a:cubicBezTo>
                    <a:cubicBezTo>
                      <a:pt x="7873" y="7807"/>
                      <a:pt x="7873" y="6639"/>
                      <a:pt x="7806" y="5505"/>
                    </a:cubicBezTo>
                    <a:cubicBezTo>
                      <a:pt x="7740" y="3604"/>
                      <a:pt x="7540" y="1769"/>
                      <a:pt x="7206" y="34"/>
                    </a:cubicBezTo>
                    <a:cubicBezTo>
                      <a:pt x="7206" y="1"/>
                      <a:pt x="7206" y="1"/>
                      <a:pt x="71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8" name="Google Shape;12658;p39"/>
              <p:cNvSpPr/>
              <p:nvPr/>
            </p:nvSpPr>
            <p:spPr>
              <a:xfrm>
                <a:off x="6768675" y="2325525"/>
                <a:ext cx="321925" cy="1055775"/>
              </a:xfrm>
              <a:custGeom>
                <a:rect b="b" l="l" r="r" t="t"/>
                <a:pathLst>
                  <a:path extrusionOk="0" h="42231" w="12877">
                    <a:moveTo>
                      <a:pt x="1" y="0"/>
                    </a:moveTo>
                    <a:cubicBezTo>
                      <a:pt x="1" y="34"/>
                      <a:pt x="1" y="34"/>
                      <a:pt x="1" y="67"/>
                    </a:cubicBezTo>
                    <a:cubicBezTo>
                      <a:pt x="1268" y="1135"/>
                      <a:pt x="2436" y="2636"/>
                      <a:pt x="3470" y="4470"/>
                    </a:cubicBezTo>
                    <a:cubicBezTo>
                      <a:pt x="5872" y="8773"/>
                      <a:pt x="7339" y="14511"/>
                      <a:pt x="7673" y="20715"/>
                    </a:cubicBezTo>
                    <a:cubicBezTo>
                      <a:pt x="7973" y="26920"/>
                      <a:pt x="7039" y="32791"/>
                      <a:pt x="5071" y="37294"/>
                    </a:cubicBezTo>
                    <a:cubicBezTo>
                      <a:pt x="4170" y="39329"/>
                      <a:pt x="3136" y="40930"/>
                      <a:pt x="1936" y="42164"/>
                    </a:cubicBezTo>
                    <a:cubicBezTo>
                      <a:pt x="1936" y="42197"/>
                      <a:pt x="1902" y="42197"/>
                      <a:pt x="1936" y="42231"/>
                    </a:cubicBezTo>
                    <a:lnTo>
                      <a:pt x="1969" y="42231"/>
                    </a:lnTo>
                    <a:cubicBezTo>
                      <a:pt x="2269" y="42164"/>
                      <a:pt x="2636" y="42064"/>
                      <a:pt x="2970" y="41964"/>
                    </a:cubicBezTo>
                    <a:cubicBezTo>
                      <a:pt x="3570" y="41797"/>
                      <a:pt x="4204" y="41564"/>
                      <a:pt x="4971" y="41330"/>
                    </a:cubicBezTo>
                    <a:cubicBezTo>
                      <a:pt x="5171" y="41263"/>
                      <a:pt x="5338" y="41197"/>
                      <a:pt x="5538" y="41130"/>
                    </a:cubicBezTo>
                    <a:cubicBezTo>
                      <a:pt x="6439" y="40830"/>
                      <a:pt x="7306" y="40563"/>
                      <a:pt x="7973" y="39762"/>
                    </a:cubicBezTo>
                    <a:cubicBezTo>
                      <a:pt x="8540" y="39028"/>
                      <a:pt x="9074" y="38228"/>
                      <a:pt x="9574" y="37294"/>
                    </a:cubicBezTo>
                    <a:cubicBezTo>
                      <a:pt x="10575" y="35426"/>
                      <a:pt x="11342" y="33358"/>
                      <a:pt x="11909" y="30889"/>
                    </a:cubicBezTo>
                    <a:cubicBezTo>
                      <a:pt x="12576" y="27854"/>
                      <a:pt x="12877" y="24618"/>
                      <a:pt x="12777" y="21249"/>
                    </a:cubicBezTo>
                    <a:cubicBezTo>
                      <a:pt x="12576" y="15578"/>
                      <a:pt x="11376" y="10641"/>
                      <a:pt x="9207" y="6572"/>
                    </a:cubicBezTo>
                    <a:cubicBezTo>
                      <a:pt x="8707" y="5705"/>
                      <a:pt x="8140" y="4837"/>
                      <a:pt x="7540" y="4070"/>
                    </a:cubicBezTo>
                    <a:cubicBezTo>
                      <a:pt x="7406" y="3903"/>
                      <a:pt x="7273" y="3736"/>
                      <a:pt x="7139" y="3570"/>
                    </a:cubicBezTo>
                    <a:cubicBezTo>
                      <a:pt x="6639" y="2903"/>
                      <a:pt x="6105" y="2202"/>
                      <a:pt x="5438" y="1702"/>
                    </a:cubicBezTo>
                    <a:cubicBezTo>
                      <a:pt x="4738" y="1168"/>
                      <a:pt x="3770" y="868"/>
                      <a:pt x="2903" y="634"/>
                    </a:cubicBezTo>
                    <a:lnTo>
                      <a:pt x="2870" y="601"/>
                    </a:lnTo>
                    <a:cubicBezTo>
                      <a:pt x="2069" y="401"/>
                      <a:pt x="1368" y="234"/>
                      <a:pt x="735" y="101"/>
                    </a:cubicBezTo>
                    <a:cubicBezTo>
                      <a:pt x="535" y="67"/>
                      <a:pt x="301" y="34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9" name="Google Shape;12659;p39"/>
              <p:cNvSpPr/>
              <p:nvPr/>
            </p:nvSpPr>
            <p:spPr>
              <a:xfrm>
                <a:off x="6072350" y="2346000"/>
                <a:ext cx="360275" cy="1077000"/>
              </a:xfrm>
              <a:custGeom>
                <a:rect b="b" l="l" r="r" t="t"/>
                <a:pathLst>
                  <a:path extrusionOk="0" h="43080" w="14411">
                    <a:moveTo>
                      <a:pt x="4262" y="1"/>
                    </a:moveTo>
                    <a:cubicBezTo>
                      <a:pt x="4118" y="1"/>
                      <a:pt x="3970" y="15"/>
                      <a:pt x="3837" y="15"/>
                    </a:cubicBezTo>
                    <a:cubicBezTo>
                      <a:pt x="3270" y="82"/>
                      <a:pt x="2736" y="216"/>
                      <a:pt x="2202" y="349"/>
                    </a:cubicBezTo>
                    <a:cubicBezTo>
                      <a:pt x="1368" y="549"/>
                      <a:pt x="634" y="816"/>
                      <a:pt x="34" y="1150"/>
                    </a:cubicBezTo>
                    <a:cubicBezTo>
                      <a:pt x="1" y="1150"/>
                      <a:pt x="1" y="1183"/>
                      <a:pt x="1" y="1183"/>
                    </a:cubicBezTo>
                    <a:cubicBezTo>
                      <a:pt x="1" y="1216"/>
                      <a:pt x="1" y="1216"/>
                      <a:pt x="34" y="1216"/>
                    </a:cubicBezTo>
                    <a:cubicBezTo>
                      <a:pt x="2269" y="2017"/>
                      <a:pt x="4370" y="3985"/>
                      <a:pt x="6105" y="6954"/>
                    </a:cubicBezTo>
                    <a:cubicBezTo>
                      <a:pt x="8407" y="10990"/>
                      <a:pt x="9808" y="16394"/>
                      <a:pt x="10008" y="22165"/>
                    </a:cubicBezTo>
                    <a:cubicBezTo>
                      <a:pt x="10175" y="27969"/>
                      <a:pt x="9174" y="33439"/>
                      <a:pt x="7106" y="37609"/>
                    </a:cubicBezTo>
                    <a:cubicBezTo>
                      <a:pt x="6138" y="39577"/>
                      <a:pt x="4971" y="41178"/>
                      <a:pt x="3703" y="42312"/>
                    </a:cubicBezTo>
                    <a:cubicBezTo>
                      <a:pt x="3670" y="42312"/>
                      <a:pt x="3670" y="42312"/>
                      <a:pt x="3670" y="42346"/>
                    </a:cubicBezTo>
                    <a:cubicBezTo>
                      <a:pt x="3670" y="42346"/>
                      <a:pt x="3703" y="42379"/>
                      <a:pt x="3703" y="42379"/>
                    </a:cubicBezTo>
                    <a:lnTo>
                      <a:pt x="3737" y="42379"/>
                    </a:lnTo>
                    <a:cubicBezTo>
                      <a:pt x="3837" y="42412"/>
                      <a:pt x="3970" y="42446"/>
                      <a:pt x="4070" y="42446"/>
                    </a:cubicBezTo>
                    <a:cubicBezTo>
                      <a:pt x="4571" y="42546"/>
                      <a:pt x="5138" y="42679"/>
                      <a:pt x="5771" y="42779"/>
                    </a:cubicBezTo>
                    <a:cubicBezTo>
                      <a:pt x="5905" y="42813"/>
                      <a:pt x="6072" y="42846"/>
                      <a:pt x="6238" y="42879"/>
                    </a:cubicBezTo>
                    <a:cubicBezTo>
                      <a:pt x="6705" y="42980"/>
                      <a:pt x="7139" y="43080"/>
                      <a:pt x="7606" y="43080"/>
                    </a:cubicBezTo>
                    <a:cubicBezTo>
                      <a:pt x="7840" y="43080"/>
                      <a:pt x="8040" y="43046"/>
                      <a:pt x="8273" y="42980"/>
                    </a:cubicBezTo>
                    <a:cubicBezTo>
                      <a:pt x="8340" y="42980"/>
                      <a:pt x="8407" y="42946"/>
                      <a:pt x="8473" y="42913"/>
                    </a:cubicBezTo>
                    <a:cubicBezTo>
                      <a:pt x="8640" y="42779"/>
                      <a:pt x="8774" y="42646"/>
                      <a:pt x="8907" y="42513"/>
                    </a:cubicBezTo>
                    <a:lnTo>
                      <a:pt x="8974" y="42446"/>
                    </a:lnTo>
                    <a:cubicBezTo>
                      <a:pt x="9007" y="42379"/>
                      <a:pt x="9074" y="42346"/>
                      <a:pt x="9107" y="42279"/>
                    </a:cubicBezTo>
                    <a:cubicBezTo>
                      <a:pt x="9207" y="42179"/>
                      <a:pt x="9274" y="42079"/>
                      <a:pt x="9374" y="42012"/>
                    </a:cubicBezTo>
                    <a:cubicBezTo>
                      <a:pt x="9407" y="41945"/>
                      <a:pt x="9441" y="41879"/>
                      <a:pt x="9474" y="41845"/>
                    </a:cubicBezTo>
                    <a:cubicBezTo>
                      <a:pt x="9541" y="41745"/>
                      <a:pt x="9607" y="41679"/>
                      <a:pt x="9674" y="41579"/>
                    </a:cubicBezTo>
                    <a:cubicBezTo>
                      <a:pt x="10475" y="40478"/>
                      <a:pt x="11175" y="39210"/>
                      <a:pt x="11809" y="37709"/>
                    </a:cubicBezTo>
                    <a:cubicBezTo>
                      <a:pt x="12209" y="36842"/>
                      <a:pt x="12543" y="35908"/>
                      <a:pt x="12810" y="34940"/>
                    </a:cubicBezTo>
                    <a:cubicBezTo>
                      <a:pt x="13544" y="32539"/>
                      <a:pt x="14011" y="29970"/>
                      <a:pt x="14244" y="27101"/>
                    </a:cubicBezTo>
                    <a:cubicBezTo>
                      <a:pt x="14378" y="25434"/>
                      <a:pt x="14411" y="23732"/>
                      <a:pt x="14378" y="22031"/>
                    </a:cubicBezTo>
                    <a:cubicBezTo>
                      <a:pt x="14311" y="20197"/>
                      <a:pt x="14144" y="18395"/>
                      <a:pt x="13844" y="16627"/>
                    </a:cubicBezTo>
                    <a:cubicBezTo>
                      <a:pt x="13477" y="14159"/>
                      <a:pt x="12910" y="11857"/>
                      <a:pt x="12176" y="9756"/>
                    </a:cubicBezTo>
                    <a:lnTo>
                      <a:pt x="12143" y="9756"/>
                    </a:lnTo>
                    <a:cubicBezTo>
                      <a:pt x="12109" y="9722"/>
                      <a:pt x="12109" y="9689"/>
                      <a:pt x="12109" y="9656"/>
                    </a:cubicBezTo>
                    <a:cubicBezTo>
                      <a:pt x="10341" y="4719"/>
                      <a:pt x="7773" y="1350"/>
                      <a:pt x="4871" y="82"/>
                    </a:cubicBezTo>
                    <a:lnTo>
                      <a:pt x="4804" y="82"/>
                    </a:lnTo>
                    <a:cubicBezTo>
                      <a:pt x="4771" y="49"/>
                      <a:pt x="4737" y="49"/>
                      <a:pt x="4671" y="49"/>
                    </a:cubicBezTo>
                    <a:cubicBezTo>
                      <a:pt x="4604" y="15"/>
                      <a:pt x="4571" y="15"/>
                      <a:pt x="4504" y="15"/>
                    </a:cubicBezTo>
                    <a:lnTo>
                      <a:pt x="4470" y="15"/>
                    </a:lnTo>
                    <a:cubicBezTo>
                      <a:pt x="4404" y="4"/>
                      <a:pt x="4333" y="1"/>
                      <a:pt x="4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0" name="Google Shape;12660;p39"/>
              <p:cNvSpPr/>
              <p:nvPr/>
            </p:nvSpPr>
            <p:spPr>
              <a:xfrm>
                <a:off x="6287500" y="2604050"/>
                <a:ext cx="892325" cy="984075"/>
              </a:xfrm>
              <a:custGeom>
                <a:rect b="b" l="l" r="r" t="t"/>
                <a:pathLst>
                  <a:path extrusionOk="0" h="39363" w="35693">
                    <a:moveTo>
                      <a:pt x="33825" y="1"/>
                    </a:moveTo>
                    <a:cubicBezTo>
                      <a:pt x="33291" y="1602"/>
                      <a:pt x="32624" y="3170"/>
                      <a:pt x="31723" y="4637"/>
                    </a:cubicBezTo>
                    <a:cubicBezTo>
                      <a:pt x="30889" y="5972"/>
                      <a:pt x="29822" y="7306"/>
                      <a:pt x="28554" y="8240"/>
                    </a:cubicBezTo>
                    <a:cubicBezTo>
                      <a:pt x="27987" y="8640"/>
                      <a:pt x="27087" y="9041"/>
                      <a:pt x="26853" y="9741"/>
                    </a:cubicBezTo>
                    <a:cubicBezTo>
                      <a:pt x="26653" y="10375"/>
                      <a:pt x="26787" y="11175"/>
                      <a:pt x="26820" y="11843"/>
                    </a:cubicBezTo>
                    <a:cubicBezTo>
                      <a:pt x="26887" y="13310"/>
                      <a:pt x="26520" y="14645"/>
                      <a:pt x="25652" y="15845"/>
                    </a:cubicBezTo>
                    <a:cubicBezTo>
                      <a:pt x="24752" y="17080"/>
                      <a:pt x="23684" y="18114"/>
                      <a:pt x="22450" y="19014"/>
                    </a:cubicBezTo>
                    <a:cubicBezTo>
                      <a:pt x="19948" y="20849"/>
                      <a:pt x="16980" y="21916"/>
                      <a:pt x="13977" y="22484"/>
                    </a:cubicBezTo>
                    <a:cubicBezTo>
                      <a:pt x="11839" y="22888"/>
                      <a:pt x="9649" y="23071"/>
                      <a:pt x="7457" y="23071"/>
                    </a:cubicBezTo>
                    <a:cubicBezTo>
                      <a:pt x="6572" y="23071"/>
                      <a:pt x="5687" y="23041"/>
                      <a:pt x="4804" y="22984"/>
                    </a:cubicBezTo>
                    <a:cubicBezTo>
                      <a:pt x="4704" y="23951"/>
                      <a:pt x="4437" y="24885"/>
                      <a:pt x="4104" y="25786"/>
                    </a:cubicBezTo>
                    <a:cubicBezTo>
                      <a:pt x="3770" y="26653"/>
                      <a:pt x="3403" y="27554"/>
                      <a:pt x="3003" y="28388"/>
                    </a:cubicBezTo>
                    <a:cubicBezTo>
                      <a:pt x="2202" y="29956"/>
                      <a:pt x="1035" y="31257"/>
                      <a:pt x="1" y="32658"/>
                    </a:cubicBezTo>
                    <a:cubicBezTo>
                      <a:pt x="568" y="32791"/>
                      <a:pt x="1068" y="33024"/>
                      <a:pt x="1368" y="33525"/>
                    </a:cubicBezTo>
                    <a:cubicBezTo>
                      <a:pt x="1702" y="34092"/>
                      <a:pt x="1702" y="34792"/>
                      <a:pt x="1769" y="35393"/>
                    </a:cubicBezTo>
                    <a:cubicBezTo>
                      <a:pt x="1869" y="36727"/>
                      <a:pt x="2069" y="38061"/>
                      <a:pt x="2236" y="39362"/>
                    </a:cubicBezTo>
                    <a:lnTo>
                      <a:pt x="2536" y="39362"/>
                    </a:lnTo>
                    <a:cubicBezTo>
                      <a:pt x="2736" y="39362"/>
                      <a:pt x="2903" y="39329"/>
                      <a:pt x="3070" y="39296"/>
                    </a:cubicBezTo>
                    <a:cubicBezTo>
                      <a:pt x="3570" y="39262"/>
                      <a:pt x="4070" y="39229"/>
                      <a:pt x="4571" y="39162"/>
                    </a:cubicBezTo>
                    <a:cubicBezTo>
                      <a:pt x="4871" y="39129"/>
                      <a:pt x="5138" y="39062"/>
                      <a:pt x="5438" y="39029"/>
                    </a:cubicBezTo>
                    <a:cubicBezTo>
                      <a:pt x="5605" y="38995"/>
                      <a:pt x="5972" y="38962"/>
                      <a:pt x="6038" y="38762"/>
                    </a:cubicBezTo>
                    <a:cubicBezTo>
                      <a:pt x="6072" y="38695"/>
                      <a:pt x="6038" y="38628"/>
                      <a:pt x="6038" y="38562"/>
                    </a:cubicBezTo>
                    <a:lnTo>
                      <a:pt x="5972" y="38161"/>
                    </a:lnTo>
                    <a:cubicBezTo>
                      <a:pt x="5805" y="36861"/>
                      <a:pt x="5638" y="35560"/>
                      <a:pt x="5471" y="34225"/>
                    </a:cubicBezTo>
                    <a:cubicBezTo>
                      <a:pt x="5405" y="33958"/>
                      <a:pt x="5371" y="33692"/>
                      <a:pt x="5338" y="33425"/>
                    </a:cubicBezTo>
                    <a:lnTo>
                      <a:pt x="5338" y="33425"/>
                    </a:lnTo>
                    <a:cubicBezTo>
                      <a:pt x="5587" y="33431"/>
                      <a:pt x="5836" y="33434"/>
                      <a:pt x="6085" y="33434"/>
                    </a:cubicBezTo>
                    <a:cubicBezTo>
                      <a:pt x="8504" y="33434"/>
                      <a:pt x="10918" y="33148"/>
                      <a:pt x="13277" y="32724"/>
                    </a:cubicBezTo>
                    <a:cubicBezTo>
                      <a:pt x="15312" y="32324"/>
                      <a:pt x="17380" y="31857"/>
                      <a:pt x="19415" y="31290"/>
                    </a:cubicBezTo>
                    <a:cubicBezTo>
                      <a:pt x="19448" y="31290"/>
                      <a:pt x="19448" y="31323"/>
                      <a:pt x="19481" y="31357"/>
                    </a:cubicBezTo>
                    <a:cubicBezTo>
                      <a:pt x="19782" y="31790"/>
                      <a:pt x="20048" y="32291"/>
                      <a:pt x="20215" y="32824"/>
                    </a:cubicBezTo>
                    <a:cubicBezTo>
                      <a:pt x="20282" y="33058"/>
                      <a:pt x="20315" y="33358"/>
                      <a:pt x="20382" y="33625"/>
                    </a:cubicBezTo>
                    <a:cubicBezTo>
                      <a:pt x="20415" y="33725"/>
                      <a:pt x="20415" y="33825"/>
                      <a:pt x="20449" y="33925"/>
                    </a:cubicBezTo>
                    <a:cubicBezTo>
                      <a:pt x="20482" y="34159"/>
                      <a:pt x="20582" y="34225"/>
                      <a:pt x="20782" y="34325"/>
                    </a:cubicBezTo>
                    <a:lnTo>
                      <a:pt x="20816" y="34325"/>
                    </a:lnTo>
                    <a:cubicBezTo>
                      <a:pt x="20849" y="34325"/>
                      <a:pt x="20882" y="34359"/>
                      <a:pt x="20949" y="34359"/>
                    </a:cubicBezTo>
                    <a:cubicBezTo>
                      <a:pt x="21483" y="34559"/>
                      <a:pt x="22050" y="34692"/>
                      <a:pt x="22617" y="34859"/>
                    </a:cubicBezTo>
                    <a:cubicBezTo>
                      <a:pt x="23217" y="35059"/>
                      <a:pt x="23784" y="35226"/>
                      <a:pt x="24385" y="35393"/>
                    </a:cubicBezTo>
                    <a:cubicBezTo>
                      <a:pt x="24452" y="35426"/>
                      <a:pt x="24518" y="35460"/>
                      <a:pt x="24618" y="35493"/>
                    </a:cubicBezTo>
                    <a:cubicBezTo>
                      <a:pt x="24652" y="35493"/>
                      <a:pt x="24685" y="35493"/>
                      <a:pt x="24718" y="35526"/>
                    </a:cubicBezTo>
                    <a:cubicBezTo>
                      <a:pt x="25152" y="35660"/>
                      <a:pt x="25586" y="35760"/>
                      <a:pt x="26019" y="35893"/>
                    </a:cubicBezTo>
                    <a:cubicBezTo>
                      <a:pt x="26219" y="35960"/>
                      <a:pt x="26453" y="36027"/>
                      <a:pt x="26653" y="36093"/>
                    </a:cubicBezTo>
                    <a:cubicBezTo>
                      <a:pt x="26853" y="36160"/>
                      <a:pt x="27020" y="36227"/>
                      <a:pt x="27220" y="36260"/>
                    </a:cubicBezTo>
                    <a:cubicBezTo>
                      <a:pt x="27387" y="36260"/>
                      <a:pt x="27520" y="36260"/>
                      <a:pt x="27654" y="36227"/>
                    </a:cubicBezTo>
                    <a:cubicBezTo>
                      <a:pt x="27854" y="36193"/>
                      <a:pt x="28021" y="36160"/>
                      <a:pt x="28188" y="36127"/>
                    </a:cubicBezTo>
                    <a:cubicBezTo>
                      <a:pt x="28688" y="36060"/>
                      <a:pt x="29188" y="35960"/>
                      <a:pt x="29655" y="35860"/>
                    </a:cubicBezTo>
                    <a:cubicBezTo>
                      <a:pt x="29955" y="35793"/>
                      <a:pt x="30222" y="35726"/>
                      <a:pt x="30489" y="35660"/>
                    </a:cubicBezTo>
                    <a:cubicBezTo>
                      <a:pt x="30656" y="35626"/>
                      <a:pt x="31056" y="35560"/>
                      <a:pt x="31090" y="35359"/>
                    </a:cubicBezTo>
                    <a:cubicBezTo>
                      <a:pt x="31123" y="35293"/>
                      <a:pt x="31090" y="35226"/>
                      <a:pt x="31090" y="35159"/>
                    </a:cubicBezTo>
                    <a:cubicBezTo>
                      <a:pt x="31056" y="35026"/>
                      <a:pt x="31023" y="34892"/>
                      <a:pt x="30990" y="34759"/>
                    </a:cubicBezTo>
                    <a:cubicBezTo>
                      <a:pt x="30689" y="33491"/>
                      <a:pt x="30456" y="32191"/>
                      <a:pt x="30156" y="30890"/>
                    </a:cubicBezTo>
                    <a:cubicBezTo>
                      <a:pt x="29989" y="30122"/>
                      <a:pt x="29822" y="29388"/>
                      <a:pt x="29655" y="28621"/>
                    </a:cubicBezTo>
                    <a:cubicBezTo>
                      <a:pt x="29589" y="28421"/>
                      <a:pt x="29555" y="28188"/>
                      <a:pt x="29488" y="27987"/>
                    </a:cubicBezTo>
                    <a:cubicBezTo>
                      <a:pt x="29655" y="27921"/>
                      <a:pt x="29789" y="27854"/>
                      <a:pt x="29922" y="27787"/>
                    </a:cubicBezTo>
                    <a:cubicBezTo>
                      <a:pt x="29955" y="27754"/>
                      <a:pt x="29955" y="27754"/>
                      <a:pt x="29955" y="27754"/>
                    </a:cubicBezTo>
                    <a:cubicBezTo>
                      <a:pt x="31390" y="26887"/>
                      <a:pt x="32624" y="25152"/>
                      <a:pt x="33625" y="22717"/>
                    </a:cubicBezTo>
                    <a:cubicBezTo>
                      <a:pt x="35026" y="19181"/>
                      <a:pt x="35693" y="14545"/>
                      <a:pt x="35493" y="9608"/>
                    </a:cubicBezTo>
                    <a:cubicBezTo>
                      <a:pt x="35359" y="6439"/>
                      <a:pt x="34859" y="3403"/>
                      <a:pt x="34058" y="735"/>
                    </a:cubicBezTo>
                    <a:cubicBezTo>
                      <a:pt x="34058" y="701"/>
                      <a:pt x="34058" y="668"/>
                      <a:pt x="34025" y="635"/>
                    </a:cubicBezTo>
                    <a:cubicBezTo>
                      <a:pt x="33958" y="434"/>
                      <a:pt x="33892" y="201"/>
                      <a:pt x="338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1" name="Google Shape;12661;p39"/>
              <p:cNvSpPr/>
              <p:nvPr/>
            </p:nvSpPr>
            <p:spPr>
              <a:xfrm>
                <a:off x="5798825" y="2296575"/>
                <a:ext cx="1287600" cy="1052925"/>
              </a:xfrm>
              <a:custGeom>
                <a:rect b="b" l="l" r="r" t="t"/>
                <a:pathLst>
                  <a:path extrusionOk="0" h="42117" w="51504">
                    <a:moveTo>
                      <a:pt x="27499" y="0"/>
                    </a:moveTo>
                    <a:cubicBezTo>
                      <a:pt x="23571" y="0"/>
                      <a:pt x="19640" y="550"/>
                      <a:pt x="15845" y="1659"/>
                    </a:cubicBezTo>
                    <a:cubicBezTo>
                      <a:pt x="15665" y="1599"/>
                      <a:pt x="15437" y="1587"/>
                      <a:pt x="15233" y="1587"/>
                    </a:cubicBezTo>
                    <a:cubicBezTo>
                      <a:pt x="15097" y="1587"/>
                      <a:pt x="14971" y="1592"/>
                      <a:pt x="14878" y="1592"/>
                    </a:cubicBezTo>
                    <a:cubicBezTo>
                      <a:pt x="14311" y="1659"/>
                      <a:pt x="13744" y="1759"/>
                      <a:pt x="13210" y="1892"/>
                    </a:cubicBezTo>
                    <a:cubicBezTo>
                      <a:pt x="12076" y="2193"/>
                      <a:pt x="10942" y="2559"/>
                      <a:pt x="10008" y="3260"/>
                    </a:cubicBezTo>
                    <a:cubicBezTo>
                      <a:pt x="9941" y="3293"/>
                      <a:pt x="9908" y="3360"/>
                      <a:pt x="9908" y="3427"/>
                    </a:cubicBezTo>
                    <a:cubicBezTo>
                      <a:pt x="9807" y="3460"/>
                      <a:pt x="9741" y="3493"/>
                      <a:pt x="9674" y="3493"/>
                    </a:cubicBezTo>
                    <a:cubicBezTo>
                      <a:pt x="9274" y="3627"/>
                      <a:pt x="8873" y="3760"/>
                      <a:pt x="8473" y="3927"/>
                    </a:cubicBezTo>
                    <a:cubicBezTo>
                      <a:pt x="7739" y="4261"/>
                      <a:pt x="7039" y="4694"/>
                      <a:pt x="6372" y="5161"/>
                    </a:cubicBezTo>
                    <a:cubicBezTo>
                      <a:pt x="5238" y="6029"/>
                      <a:pt x="4137" y="7096"/>
                      <a:pt x="3536" y="8397"/>
                    </a:cubicBezTo>
                    <a:cubicBezTo>
                      <a:pt x="3003" y="9164"/>
                      <a:pt x="2536" y="10098"/>
                      <a:pt x="2102" y="11166"/>
                    </a:cubicBezTo>
                    <a:cubicBezTo>
                      <a:pt x="668" y="14735"/>
                      <a:pt x="0" y="19372"/>
                      <a:pt x="234" y="24275"/>
                    </a:cubicBezTo>
                    <a:cubicBezTo>
                      <a:pt x="401" y="28712"/>
                      <a:pt x="1301" y="32881"/>
                      <a:pt x="2736" y="36184"/>
                    </a:cubicBezTo>
                    <a:cubicBezTo>
                      <a:pt x="2759" y="36178"/>
                      <a:pt x="2781" y="36175"/>
                      <a:pt x="2801" y="36175"/>
                    </a:cubicBezTo>
                    <a:cubicBezTo>
                      <a:pt x="2901" y="36175"/>
                      <a:pt x="2969" y="36240"/>
                      <a:pt x="2969" y="36350"/>
                    </a:cubicBezTo>
                    <a:cubicBezTo>
                      <a:pt x="2969" y="36484"/>
                      <a:pt x="2969" y="36584"/>
                      <a:pt x="3003" y="36684"/>
                    </a:cubicBezTo>
                    <a:cubicBezTo>
                      <a:pt x="3069" y="36851"/>
                      <a:pt x="3136" y="37017"/>
                      <a:pt x="3236" y="37184"/>
                    </a:cubicBezTo>
                    <a:cubicBezTo>
                      <a:pt x="3670" y="38052"/>
                      <a:pt x="4137" y="38819"/>
                      <a:pt x="4604" y="39453"/>
                    </a:cubicBezTo>
                    <a:cubicBezTo>
                      <a:pt x="5538" y="40387"/>
                      <a:pt x="6639" y="41187"/>
                      <a:pt x="7839" y="41721"/>
                    </a:cubicBezTo>
                    <a:cubicBezTo>
                      <a:pt x="8470" y="41984"/>
                      <a:pt x="9121" y="42117"/>
                      <a:pt x="9765" y="42117"/>
                    </a:cubicBezTo>
                    <a:cubicBezTo>
                      <a:pt x="10755" y="42117"/>
                      <a:pt x="11727" y="41801"/>
                      <a:pt x="12576" y="41154"/>
                    </a:cubicBezTo>
                    <a:cubicBezTo>
                      <a:pt x="13977" y="40120"/>
                      <a:pt x="14878" y="38452"/>
                      <a:pt x="15545" y="36851"/>
                    </a:cubicBezTo>
                    <a:cubicBezTo>
                      <a:pt x="16245" y="35049"/>
                      <a:pt x="16712" y="33115"/>
                      <a:pt x="16946" y="31180"/>
                    </a:cubicBezTo>
                    <a:cubicBezTo>
                      <a:pt x="17046" y="30113"/>
                      <a:pt x="17146" y="28978"/>
                      <a:pt x="17113" y="27878"/>
                    </a:cubicBezTo>
                    <a:cubicBezTo>
                      <a:pt x="17013" y="27878"/>
                      <a:pt x="16946" y="27844"/>
                      <a:pt x="16946" y="27744"/>
                    </a:cubicBezTo>
                    <a:cubicBezTo>
                      <a:pt x="16946" y="27377"/>
                      <a:pt x="16979" y="27010"/>
                      <a:pt x="17013" y="26643"/>
                    </a:cubicBezTo>
                    <a:cubicBezTo>
                      <a:pt x="16979" y="26543"/>
                      <a:pt x="16979" y="26443"/>
                      <a:pt x="16946" y="26310"/>
                    </a:cubicBezTo>
                    <a:cubicBezTo>
                      <a:pt x="16946" y="26243"/>
                      <a:pt x="17013" y="26176"/>
                      <a:pt x="17079" y="26143"/>
                    </a:cubicBezTo>
                    <a:cubicBezTo>
                      <a:pt x="17446" y="23541"/>
                      <a:pt x="18747" y="21206"/>
                      <a:pt x="20649" y="19372"/>
                    </a:cubicBezTo>
                    <a:cubicBezTo>
                      <a:pt x="22917" y="17203"/>
                      <a:pt x="25952" y="15736"/>
                      <a:pt x="28921" y="14802"/>
                    </a:cubicBezTo>
                    <a:cubicBezTo>
                      <a:pt x="30522" y="14301"/>
                      <a:pt x="32190" y="13968"/>
                      <a:pt x="33891" y="13901"/>
                    </a:cubicBezTo>
                    <a:cubicBezTo>
                      <a:pt x="33981" y="13899"/>
                      <a:pt x="34071" y="13898"/>
                      <a:pt x="34161" y="13898"/>
                    </a:cubicBezTo>
                    <a:cubicBezTo>
                      <a:pt x="35639" y="13898"/>
                      <a:pt x="37117" y="14148"/>
                      <a:pt x="38595" y="14368"/>
                    </a:cubicBezTo>
                    <a:cubicBezTo>
                      <a:pt x="39029" y="14433"/>
                      <a:pt x="39458" y="14472"/>
                      <a:pt x="39880" y="14472"/>
                    </a:cubicBezTo>
                    <a:cubicBezTo>
                      <a:pt x="40979" y="14472"/>
                      <a:pt x="42024" y="14206"/>
                      <a:pt x="42964" y="13434"/>
                    </a:cubicBezTo>
                    <a:cubicBezTo>
                      <a:pt x="44332" y="12300"/>
                      <a:pt x="45500" y="10966"/>
                      <a:pt x="46967" y="9931"/>
                    </a:cubicBezTo>
                    <a:cubicBezTo>
                      <a:pt x="48335" y="8964"/>
                      <a:pt x="49869" y="8397"/>
                      <a:pt x="51504" y="8030"/>
                    </a:cubicBezTo>
                    <a:cubicBezTo>
                      <a:pt x="50136" y="5728"/>
                      <a:pt x="48535" y="4294"/>
                      <a:pt x="46901" y="3927"/>
                    </a:cubicBezTo>
                    <a:cubicBezTo>
                      <a:pt x="46567" y="3827"/>
                      <a:pt x="46233" y="3727"/>
                      <a:pt x="45900" y="3627"/>
                    </a:cubicBezTo>
                    <a:cubicBezTo>
                      <a:pt x="45733" y="3594"/>
                      <a:pt x="45566" y="3527"/>
                      <a:pt x="45400" y="3527"/>
                    </a:cubicBezTo>
                    <a:cubicBezTo>
                      <a:pt x="44933" y="2960"/>
                      <a:pt x="44365" y="2393"/>
                      <a:pt x="43765" y="2092"/>
                    </a:cubicBezTo>
                    <a:cubicBezTo>
                      <a:pt x="43231" y="1826"/>
                      <a:pt x="42664" y="1659"/>
                      <a:pt x="42064" y="1492"/>
                    </a:cubicBezTo>
                    <a:cubicBezTo>
                      <a:pt x="41230" y="1259"/>
                      <a:pt x="40396" y="1025"/>
                      <a:pt x="39529" y="892"/>
                    </a:cubicBezTo>
                    <a:cubicBezTo>
                      <a:pt x="39362" y="858"/>
                      <a:pt x="39162" y="825"/>
                      <a:pt x="38995" y="792"/>
                    </a:cubicBezTo>
                    <a:cubicBezTo>
                      <a:pt x="38745" y="738"/>
                      <a:pt x="38486" y="704"/>
                      <a:pt x="38227" y="704"/>
                    </a:cubicBezTo>
                    <a:cubicBezTo>
                      <a:pt x="38002" y="704"/>
                      <a:pt x="37778" y="730"/>
                      <a:pt x="37561" y="792"/>
                    </a:cubicBezTo>
                    <a:cubicBezTo>
                      <a:pt x="37461" y="825"/>
                      <a:pt x="37327" y="858"/>
                      <a:pt x="37227" y="892"/>
                    </a:cubicBezTo>
                    <a:cubicBezTo>
                      <a:pt x="37227" y="925"/>
                      <a:pt x="37027" y="1092"/>
                      <a:pt x="37027" y="1125"/>
                    </a:cubicBezTo>
                    <a:cubicBezTo>
                      <a:pt x="36927" y="1092"/>
                      <a:pt x="36827" y="1058"/>
                      <a:pt x="36727" y="1025"/>
                    </a:cubicBezTo>
                    <a:cubicBezTo>
                      <a:pt x="35859" y="858"/>
                      <a:pt x="34992" y="658"/>
                      <a:pt x="34125" y="525"/>
                    </a:cubicBezTo>
                    <a:cubicBezTo>
                      <a:pt x="31934" y="176"/>
                      <a:pt x="29717" y="0"/>
                      <a:pt x="274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2" name="Google Shape;12662;p39"/>
              <p:cNvSpPr/>
              <p:nvPr/>
            </p:nvSpPr>
            <p:spPr>
              <a:xfrm>
                <a:off x="5810500" y="2305425"/>
                <a:ext cx="1242575" cy="1050800"/>
              </a:xfrm>
              <a:custGeom>
                <a:rect b="b" l="l" r="r" t="t"/>
                <a:pathLst>
                  <a:path extrusionOk="0" h="42032" w="49703">
                    <a:moveTo>
                      <a:pt x="45565" y="4232"/>
                    </a:moveTo>
                    <a:lnTo>
                      <a:pt x="45565" y="4232"/>
                    </a:lnTo>
                    <a:cubicBezTo>
                      <a:pt x="45721" y="4353"/>
                      <a:pt x="45877" y="4449"/>
                      <a:pt x="46033" y="4574"/>
                    </a:cubicBezTo>
                    <a:cubicBezTo>
                      <a:pt x="46033" y="4574"/>
                      <a:pt x="46067" y="4607"/>
                      <a:pt x="46067" y="4607"/>
                    </a:cubicBezTo>
                    <a:cubicBezTo>
                      <a:pt x="46033" y="4674"/>
                      <a:pt x="46000" y="4774"/>
                      <a:pt x="46033" y="4874"/>
                    </a:cubicBezTo>
                    <a:cubicBezTo>
                      <a:pt x="45900" y="4641"/>
                      <a:pt x="45733" y="4440"/>
                      <a:pt x="45566" y="4240"/>
                    </a:cubicBezTo>
                    <a:cubicBezTo>
                      <a:pt x="45566" y="4240"/>
                      <a:pt x="45566" y="4237"/>
                      <a:pt x="45565" y="4232"/>
                    </a:cubicBezTo>
                    <a:close/>
                    <a:moveTo>
                      <a:pt x="46028" y="22519"/>
                    </a:moveTo>
                    <a:cubicBezTo>
                      <a:pt x="46029" y="22553"/>
                      <a:pt x="46031" y="22586"/>
                      <a:pt x="46033" y="22620"/>
                    </a:cubicBezTo>
                    <a:cubicBezTo>
                      <a:pt x="46031" y="22586"/>
                      <a:pt x="46030" y="22553"/>
                      <a:pt x="46028" y="22519"/>
                    </a:cubicBezTo>
                    <a:close/>
                    <a:moveTo>
                      <a:pt x="1168" y="25856"/>
                    </a:moveTo>
                    <a:cubicBezTo>
                      <a:pt x="1101" y="26256"/>
                      <a:pt x="1101" y="26656"/>
                      <a:pt x="1168" y="27023"/>
                    </a:cubicBezTo>
                    <a:cubicBezTo>
                      <a:pt x="1068" y="26623"/>
                      <a:pt x="1035" y="26189"/>
                      <a:pt x="1168" y="25856"/>
                    </a:cubicBezTo>
                    <a:close/>
                    <a:moveTo>
                      <a:pt x="7291" y="7199"/>
                    </a:moveTo>
                    <a:cubicBezTo>
                      <a:pt x="7735" y="7199"/>
                      <a:pt x="8169" y="7341"/>
                      <a:pt x="8573" y="7543"/>
                    </a:cubicBezTo>
                    <a:cubicBezTo>
                      <a:pt x="8907" y="7743"/>
                      <a:pt x="9207" y="7976"/>
                      <a:pt x="9507" y="8176"/>
                    </a:cubicBezTo>
                    <a:cubicBezTo>
                      <a:pt x="9674" y="8277"/>
                      <a:pt x="9841" y="8343"/>
                      <a:pt x="10041" y="8443"/>
                    </a:cubicBezTo>
                    <a:cubicBezTo>
                      <a:pt x="10108" y="8543"/>
                      <a:pt x="10174" y="8610"/>
                      <a:pt x="10208" y="8710"/>
                    </a:cubicBezTo>
                    <a:cubicBezTo>
                      <a:pt x="10441" y="9077"/>
                      <a:pt x="10641" y="9477"/>
                      <a:pt x="10875" y="9844"/>
                    </a:cubicBezTo>
                    <a:cubicBezTo>
                      <a:pt x="11275" y="10612"/>
                      <a:pt x="11709" y="11379"/>
                      <a:pt x="12042" y="12213"/>
                    </a:cubicBezTo>
                    <a:cubicBezTo>
                      <a:pt x="12209" y="12546"/>
                      <a:pt x="12343" y="12880"/>
                      <a:pt x="12476" y="13213"/>
                    </a:cubicBezTo>
                    <a:cubicBezTo>
                      <a:pt x="12509" y="13313"/>
                      <a:pt x="12509" y="13414"/>
                      <a:pt x="12543" y="13480"/>
                    </a:cubicBezTo>
                    <a:cubicBezTo>
                      <a:pt x="12576" y="13914"/>
                      <a:pt x="12676" y="14348"/>
                      <a:pt x="12776" y="14748"/>
                    </a:cubicBezTo>
                    <a:cubicBezTo>
                      <a:pt x="12976" y="15615"/>
                      <a:pt x="13177" y="16449"/>
                      <a:pt x="13343" y="17283"/>
                    </a:cubicBezTo>
                    <a:cubicBezTo>
                      <a:pt x="13377" y="17383"/>
                      <a:pt x="13377" y="17450"/>
                      <a:pt x="13410" y="17550"/>
                    </a:cubicBezTo>
                    <a:cubicBezTo>
                      <a:pt x="13243" y="17650"/>
                      <a:pt x="13143" y="17817"/>
                      <a:pt x="13043" y="17983"/>
                    </a:cubicBezTo>
                    <a:cubicBezTo>
                      <a:pt x="12876" y="18184"/>
                      <a:pt x="12710" y="18417"/>
                      <a:pt x="12643" y="18651"/>
                    </a:cubicBezTo>
                    <a:cubicBezTo>
                      <a:pt x="12443" y="18951"/>
                      <a:pt x="12243" y="19218"/>
                      <a:pt x="12042" y="19485"/>
                    </a:cubicBezTo>
                    <a:cubicBezTo>
                      <a:pt x="11642" y="20052"/>
                      <a:pt x="11208" y="20619"/>
                      <a:pt x="10808" y="21186"/>
                    </a:cubicBezTo>
                    <a:cubicBezTo>
                      <a:pt x="9974" y="22320"/>
                      <a:pt x="9140" y="23454"/>
                      <a:pt x="8306" y="24588"/>
                    </a:cubicBezTo>
                    <a:cubicBezTo>
                      <a:pt x="8040" y="24955"/>
                      <a:pt x="7773" y="25322"/>
                      <a:pt x="7506" y="25689"/>
                    </a:cubicBezTo>
                    <a:cubicBezTo>
                      <a:pt x="7673" y="25889"/>
                      <a:pt x="7739" y="26189"/>
                      <a:pt x="7739" y="26490"/>
                    </a:cubicBezTo>
                    <a:cubicBezTo>
                      <a:pt x="7806" y="26389"/>
                      <a:pt x="7873" y="26323"/>
                      <a:pt x="7939" y="26256"/>
                    </a:cubicBezTo>
                    <a:cubicBezTo>
                      <a:pt x="8306" y="25722"/>
                      <a:pt x="8707" y="25189"/>
                      <a:pt x="9107" y="24655"/>
                    </a:cubicBezTo>
                    <a:cubicBezTo>
                      <a:pt x="9908" y="23554"/>
                      <a:pt x="10708" y="22453"/>
                      <a:pt x="11509" y="21353"/>
                    </a:cubicBezTo>
                    <a:cubicBezTo>
                      <a:pt x="11909" y="20819"/>
                      <a:pt x="12276" y="20285"/>
                      <a:pt x="12676" y="19751"/>
                    </a:cubicBezTo>
                    <a:cubicBezTo>
                      <a:pt x="12976" y="19318"/>
                      <a:pt x="13377" y="18884"/>
                      <a:pt x="13577" y="18384"/>
                    </a:cubicBezTo>
                    <a:cubicBezTo>
                      <a:pt x="14044" y="21052"/>
                      <a:pt x="14311" y="23754"/>
                      <a:pt x="14244" y="26456"/>
                    </a:cubicBezTo>
                    <a:cubicBezTo>
                      <a:pt x="14244" y="27924"/>
                      <a:pt x="14111" y="29392"/>
                      <a:pt x="13877" y="30826"/>
                    </a:cubicBezTo>
                    <a:cubicBezTo>
                      <a:pt x="13744" y="31560"/>
                      <a:pt x="13577" y="32260"/>
                      <a:pt x="13377" y="32994"/>
                    </a:cubicBezTo>
                    <a:cubicBezTo>
                      <a:pt x="13243" y="33495"/>
                      <a:pt x="13110" y="34028"/>
                      <a:pt x="13043" y="34562"/>
                    </a:cubicBezTo>
                    <a:cubicBezTo>
                      <a:pt x="12943" y="34795"/>
                      <a:pt x="12876" y="34996"/>
                      <a:pt x="12776" y="35229"/>
                    </a:cubicBezTo>
                    <a:cubicBezTo>
                      <a:pt x="12443" y="36030"/>
                      <a:pt x="12076" y="36830"/>
                      <a:pt x="11575" y="37564"/>
                    </a:cubicBezTo>
                    <a:cubicBezTo>
                      <a:pt x="11442" y="37731"/>
                      <a:pt x="11342" y="37898"/>
                      <a:pt x="11208" y="38031"/>
                    </a:cubicBezTo>
                    <a:cubicBezTo>
                      <a:pt x="11108" y="37998"/>
                      <a:pt x="10975" y="37964"/>
                      <a:pt x="10875" y="37898"/>
                    </a:cubicBezTo>
                    <a:cubicBezTo>
                      <a:pt x="10608" y="37764"/>
                      <a:pt x="10375" y="37597"/>
                      <a:pt x="10174" y="37397"/>
                    </a:cubicBezTo>
                    <a:cubicBezTo>
                      <a:pt x="9707" y="36930"/>
                      <a:pt x="9340" y="36397"/>
                      <a:pt x="9007" y="35863"/>
                    </a:cubicBezTo>
                    <a:cubicBezTo>
                      <a:pt x="8640" y="35262"/>
                      <a:pt x="8306" y="34695"/>
                      <a:pt x="7973" y="34062"/>
                    </a:cubicBezTo>
                    <a:cubicBezTo>
                      <a:pt x="7673" y="33495"/>
                      <a:pt x="7472" y="32761"/>
                      <a:pt x="7072" y="32260"/>
                    </a:cubicBezTo>
                    <a:cubicBezTo>
                      <a:pt x="7032" y="32207"/>
                      <a:pt x="6981" y="32186"/>
                      <a:pt x="6931" y="32186"/>
                    </a:cubicBezTo>
                    <a:cubicBezTo>
                      <a:pt x="6855" y="32186"/>
                      <a:pt x="6779" y="32234"/>
                      <a:pt x="6739" y="32294"/>
                    </a:cubicBezTo>
                    <a:cubicBezTo>
                      <a:pt x="6672" y="32294"/>
                      <a:pt x="6538" y="32327"/>
                      <a:pt x="6538" y="32427"/>
                    </a:cubicBezTo>
                    <a:cubicBezTo>
                      <a:pt x="6438" y="33128"/>
                      <a:pt x="6772" y="33828"/>
                      <a:pt x="7039" y="34462"/>
                    </a:cubicBezTo>
                    <a:cubicBezTo>
                      <a:pt x="7372" y="35196"/>
                      <a:pt x="7773" y="35930"/>
                      <a:pt x="8140" y="36663"/>
                    </a:cubicBezTo>
                    <a:lnTo>
                      <a:pt x="7873" y="36663"/>
                    </a:lnTo>
                    <a:cubicBezTo>
                      <a:pt x="7439" y="36663"/>
                      <a:pt x="7005" y="36697"/>
                      <a:pt x="6572" y="36730"/>
                    </a:cubicBezTo>
                    <a:cubicBezTo>
                      <a:pt x="6105" y="36764"/>
                      <a:pt x="5671" y="36797"/>
                      <a:pt x="5204" y="36864"/>
                    </a:cubicBezTo>
                    <a:cubicBezTo>
                      <a:pt x="5037" y="36897"/>
                      <a:pt x="4837" y="36930"/>
                      <a:pt x="4670" y="36964"/>
                    </a:cubicBezTo>
                    <a:cubicBezTo>
                      <a:pt x="4584" y="37340"/>
                      <a:pt x="4372" y="37690"/>
                      <a:pt x="3969" y="37690"/>
                    </a:cubicBezTo>
                    <a:cubicBezTo>
                      <a:pt x="3907" y="37690"/>
                      <a:pt x="3841" y="37682"/>
                      <a:pt x="3770" y="37664"/>
                    </a:cubicBezTo>
                    <a:cubicBezTo>
                      <a:pt x="3937" y="37264"/>
                      <a:pt x="3803" y="36663"/>
                      <a:pt x="3770" y="36196"/>
                    </a:cubicBezTo>
                    <a:cubicBezTo>
                      <a:pt x="3736" y="35729"/>
                      <a:pt x="3803" y="35196"/>
                      <a:pt x="3670" y="34762"/>
                    </a:cubicBezTo>
                    <a:cubicBezTo>
                      <a:pt x="3636" y="34662"/>
                      <a:pt x="3553" y="34612"/>
                      <a:pt x="3470" y="34612"/>
                    </a:cubicBezTo>
                    <a:cubicBezTo>
                      <a:pt x="3386" y="34612"/>
                      <a:pt x="3303" y="34662"/>
                      <a:pt x="3269" y="34762"/>
                    </a:cubicBezTo>
                    <a:cubicBezTo>
                      <a:pt x="3103" y="35229"/>
                      <a:pt x="3203" y="35796"/>
                      <a:pt x="3203" y="36297"/>
                    </a:cubicBezTo>
                    <a:cubicBezTo>
                      <a:pt x="3203" y="36530"/>
                      <a:pt x="3203" y="36797"/>
                      <a:pt x="3236" y="37097"/>
                    </a:cubicBezTo>
                    <a:cubicBezTo>
                      <a:pt x="3136" y="36830"/>
                      <a:pt x="3103" y="36563"/>
                      <a:pt x="3103" y="36330"/>
                    </a:cubicBezTo>
                    <a:cubicBezTo>
                      <a:pt x="3069" y="35830"/>
                      <a:pt x="3103" y="35296"/>
                      <a:pt x="3169" y="34795"/>
                    </a:cubicBezTo>
                    <a:cubicBezTo>
                      <a:pt x="3169" y="34729"/>
                      <a:pt x="3103" y="34629"/>
                      <a:pt x="3069" y="34562"/>
                    </a:cubicBezTo>
                    <a:cubicBezTo>
                      <a:pt x="2969" y="34529"/>
                      <a:pt x="2836" y="34462"/>
                      <a:pt x="2736" y="34362"/>
                    </a:cubicBezTo>
                    <a:cubicBezTo>
                      <a:pt x="2836" y="34362"/>
                      <a:pt x="2936" y="34262"/>
                      <a:pt x="2903" y="34162"/>
                    </a:cubicBezTo>
                    <a:cubicBezTo>
                      <a:pt x="2736" y="33294"/>
                      <a:pt x="2502" y="32561"/>
                      <a:pt x="2636" y="31693"/>
                    </a:cubicBezTo>
                    <a:cubicBezTo>
                      <a:pt x="2702" y="31326"/>
                      <a:pt x="2769" y="30959"/>
                      <a:pt x="2969" y="30626"/>
                    </a:cubicBezTo>
                    <a:cubicBezTo>
                      <a:pt x="3169" y="30292"/>
                      <a:pt x="3503" y="30125"/>
                      <a:pt x="3837" y="29925"/>
                    </a:cubicBezTo>
                    <a:cubicBezTo>
                      <a:pt x="3970" y="29825"/>
                      <a:pt x="3970" y="29592"/>
                      <a:pt x="3803" y="29558"/>
                    </a:cubicBezTo>
                    <a:cubicBezTo>
                      <a:pt x="3746" y="29550"/>
                      <a:pt x="3690" y="29547"/>
                      <a:pt x="3635" y="29547"/>
                    </a:cubicBezTo>
                    <a:cubicBezTo>
                      <a:pt x="2770" y="29547"/>
                      <a:pt x="2259" y="30506"/>
                      <a:pt x="2102" y="31260"/>
                    </a:cubicBezTo>
                    <a:cubicBezTo>
                      <a:pt x="1975" y="31893"/>
                      <a:pt x="1969" y="32676"/>
                      <a:pt x="2139" y="33381"/>
                    </a:cubicBezTo>
                    <a:lnTo>
                      <a:pt x="2139" y="33381"/>
                    </a:lnTo>
                    <a:cubicBezTo>
                      <a:pt x="2128" y="33359"/>
                      <a:pt x="2115" y="33341"/>
                      <a:pt x="2102" y="33328"/>
                    </a:cubicBezTo>
                    <a:cubicBezTo>
                      <a:pt x="1835" y="32561"/>
                      <a:pt x="1735" y="31593"/>
                      <a:pt x="2135" y="30859"/>
                    </a:cubicBezTo>
                    <a:cubicBezTo>
                      <a:pt x="1935" y="30025"/>
                      <a:pt x="1802" y="29225"/>
                      <a:pt x="1668" y="28391"/>
                    </a:cubicBezTo>
                    <a:lnTo>
                      <a:pt x="1668" y="28391"/>
                    </a:lnTo>
                    <a:cubicBezTo>
                      <a:pt x="1768" y="28524"/>
                      <a:pt x="1835" y="28658"/>
                      <a:pt x="1935" y="28791"/>
                    </a:cubicBezTo>
                    <a:cubicBezTo>
                      <a:pt x="2169" y="29091"/>
                      <a:pt x="2536" y="29525"/>
                      <a:pt x="2903" y="29625"/>
                    </a:cubicBezTo>
                    <a:cubicBezTo>
                      <a:pt x="2917" y="29628"/>
                      <a:pt x="2932" y="29629"/>
                      <a:pt x="2947" y="29629"/>
                    </a:cubicBezTo>
                    <a:cubicBezTo>
                      <a:pt x="3126" y="29629"/>
                      <a:pt x="3262" y="29446"/>
                      <a:pt x="3169" y="29292"/>
                    </a:cubicBezTo>
                    <a:cubicBezTo>
                      <a:pt x="2969" y="28991"/>
                      <a:pt x="2636" y="28791"/>
                      <a:pt x="2436" y="28491"/>
                    </a:cubicBezTo>
                    <a:cubicBezTo>
                      <a:pt x="2169" y="28157"/>
                      <a:pt x="2002" y="27790"/>
                      <a:pt x="1868" y="27424"/>
                    </a:cubicBezTo>
                    <a:cubicBezTo>
                      <a:pt x="1635" y="26723"/>
                      <a:pt x="1502" y="25522"/>
                      <a:pt x="2402" y="25222"/>
                    </a:cubicBezTo>
                    <a:cubicBezTo>
                      <a:pt x="2476" y="25199"/>
                      <a:pt x="2545" y="25188"/>
                      <a:pt x="2611" y="25188"/>
                    </a:cubicBezTo>
                    <a:cubicBezTo>
                      <a:pt x="3200" y="25188"/>
                      <a:pt x="3503" y="26043"/>
                      <a:pt x="4103" y="26223"/>
                    </a:cubicBezTo>
                    <a:cubicBezTo>
                      <a:pt x="4199" y="26259"/>
                      <a:pt x="4299" y="26277"/>
                      <a:pt x="4399" y="26277"/>
                    </a:cubicBezTo>
                    <a:cubicBezTo>
                      <a:pt x="4577" y="26277"/>
                      <a:pt x="4754" y="26218"/>
                      <a:pt x="4904" y="26089"/>
                    </a:cubicBezTo>
                    <a:cubicBezTo>
                      <a:pt x="5037" y="25689"/>
                      <a:pt x="5271" y="25255"/>
                      <a:pt x="5604" y="24988"/>
                    </a:cubicBezTo>
                    <a:cubicBezTo>
                      <a:pt x="5571" y="24922"/>
                      <a:pt x="5504" y="24888"/>
                      <a:pt x="5438" y="24888"/>
                    </a:cubicBezTo>
                    <a:lnTo>
                      <a:pt x="5304" y="24888"/>
                    </a:lnTo>
                    <a:cubicBezTo>
                      <a:pt x="5104" y="25055"/>
                      <a:pt x="4937" y="25222"/>
                      <a:pt x="4704" y="25355"/>
                    </a:cubicBezTo>
                    <a:cubicBezTo>
                      <a:pt x="4670" y="25422"/>
                      <a:pt x="4637" y="25489"/>
                      <a:pt x="4570" y="25556"/>
                    </a:cubicBezTo>
                    <a:cubicBezTo>
                      <a:pt x="4498" y="25664"/>
                      <a:pt x="4416" y="25709"/>
                      <a:pt x="4329" y="25709"/>
                    </a:cubicBezTo>
                    <a:cubicBezTo>
                      <a:pt x="4019" y="25709"/>
                      <a:pt x="3652" y="25138"/>
                      <a:pt x="3470" y="24955"/>
                    </a:cubicBezTo>
                    <a:cubicBezTo>
                      <a:pt x="3216" y="24743"/>
                      <a:pt x="2920" y="24645"/>
                      <a:pt x="2625" y="24645"/>
                    </a:cubicBezTo>
                    <a:cubicBezTo>
                      <a:pt x="2223" y="24645"/>
                      <a:pt x="1824" y="24828"/>
                      <a:pt x="1535" y="25155"/>
                    </a:cubicBezTo>
                    <a:cubicBezTo>
                      <a:pt x="1468" y="25255"/>
                      <a:pt x="1401" y="25322"/>
                      <a:pt x="1368" y="25389"/>
                    </a:cubicBezTo>
                    <a:cubicBezTo>
                      <a:pt x="1368" y="25289"/>
                      <a:pt x="1368" y="25189"/>
                      <a:pt x="1335" y="25122"/>
                    </a:cubicBezTo>
                    <a:cubicBezTo>
                      <a:pt x="1368" y="24622"/>
                      <a:pt x="1335" y="24088"/>
                      <a:pt x="1335" y="23621"/>
                    </a:cubicBezTo>
                    <a:cubicBezTo>
                      <a:pt x="1301" y="22787"/>
                      <a:pt x="1301" y="21953"/>
                      <a:pt x="1301" y="21119"/>
                    </a:cubicBezTo>
                    <a:cubicBezTo>
                      <a:pt x="1368" y="18184"/>
                      <a:pt x="1635" y="15282"/>
                      <a:pt x="2536" y="12446"/>
                    </a:cubicBezTo>
                    <a:cubicBezTo>
                      <a:pt x="2869" y="11345"/>
                      <a:pt x="3336" y="10211"/>
                      <a:pt x="3937" y="9211"/>
                    </a:cubicBezTo>
                    <a:cubicBezTo>
                      <a:pt x="3937" y="9211"/>
                      <a:pt x="3970" y="9177"/>
                      <a:pt x="3970" y="9177"/>
                    </a:cubicBezTo>
                    <a:cubicBezTo>
                      <a:pt x="4270" y="8910"/>
                      <a:pt x="4570" y="8677"/>
                      <a:pt x="4871" y="8410"/>
                    </a:cubicBezTo>
                    <a:cubicBezTo>
                      <a:pt x="5404" y="8010"/>
                      <a:pt x="5971" y="7509"/>
                      <a:pt x="6639" y="7309"/>
                    </a:cubicBezTo>
                    <a:cubicBezTo>
                      <a:pt x="6857" y="7233"/>
                      <a:pt x="7075" y="7199"/>
                      <a:pt x="7291" y="7199"/>
                    </a:cubicBezTo>
                    <a:close/>
                    <a:moveTo>
                      <a:pt x="8440" y="37231"/>
                    </a:moveTo>
                    <a:cubicBezTo>
                      <a:pt x="8707" y="37664"/>
                      <a:pt x="8974" y="38098"/>
                      <a:pt x="9274" y="38465"/>
                    </a:cubicBezTo>
                    <a:cubicBezTo>
                      <a:pt x="9507" y="38732"/>
                      <a:pt x="9741" y="39032"/>
                      <a:pt x="10008" y="39232"/>
                    </a:cubicBezTo>
                    <a:cubicBezTo>
                      <a:pt x="9874" y="39365"/>
                      <a:pt x="9707" y="39465"/>
                      <a:pt x="9541" y="39599"/>
                    </a:cubicBezTo>
                    <a:cubicBezTo>
                      <a:pt x="9374" y="39599"/>
                      <a:pt x="9207" y="39632"/>
                      <a:pt x="9040" y="39699"/>
                    </a:cubicBezTo>
                    <a:cubicBezTo>
                      <a:pt x="8773" y="39732"/>
                      <a:pt x="8540" y="39832"/>
                      <a:pt x="8273" y="39899"/>
                    </a:cubicBezTo>
                    <a:cubicBezTo>
                      <a:pt x="8140" y="39899"/>
                      <a:pt x="8006" y="39866"/>
                      <a:pt x="7873" y="39832"/>
                    </a:cubicBezTo>
                    <a:cubicBezTo>
                      <a:pt x="7639" y="39799"/>
                      <a:pt x="7406" y="39732"/>
                      <a:pt x="7139" y="39699"/>
                    </a:cubicBezTo>
                    <a:cubicBezTo>
                      <a:pt x="7072" y="39666"/>
                      <a:pt x="6972" y="39632"/>
                      <a:pt x="6905" y="39599"/>
                    </a:cubicBezTo>
                    <a:cubicBezTo>
                      <a:pt x="6605" y="39365"/>
                      <a:pt x="6338" y="39065"/>
                      <a:pt x="6105" y="38832"/>
                    </a:cubicBezTo>
                    <a:cubicBezTo>
                      <a:pt x="5771" y="38465"/>
                      <a:pt x="5438" y="38064"/>
                      <a:pt x="5137" y="37664"/>
                    </a:cubicBezTo>
                    <a:cubicBezTo>
                      <a:pt x="5238" y="37664"/>
                      <a:pt x="5338" y="37631"/>
                      <a:pt x="5471" y="37631"/>
                    </a:cubicBezTo>
                    <a:cubicBezTo>
                      <a:pt x="5871" y="37564"/>
                      <a:pt x="6272" y="37531"/>
                      <a:pt x="6672" y="37464"/>
                    </a:cubicBezTo>
                    <a:cubicBezTo>
                      <a:pt x="7106" y="37431"/>
                      <a:pt x="7539" y="37364"/>
                      <a:pt x="7973" y="37297"/>
                    </a:cubicBezTo>
                    <a:cubicBezTo>
                      <a:pt x="8140" y="37264"/>
                      <a:pt x="8273" y="37264"/>
                      <a:pt x="8440" y="37231"/>
                    </a:cubicBezTo>
                    <a:close/>
                    <a:moveTo>
                      <a:pt x="26963" y="0"/>
                    </a:moveTo>
                    <a:cubicBezTo>
                      <a:pt x="26169" y="0"/>
                      <a:pt x="25375" y="24"/>
                      <a:pt x="24585" y="71"/>
                    </a:cubicBezTo>
                    <a:cubicBezTo>
                      <a:pt x="23817" y="104"/>
                      <a:pt x="23050" y="204"/>
                      <a:pt x="22316" y="271"/>
                    </a:cubicBezTo>
                    <a:cubicBezTo>
                      <a:pt x="21616" y="337"/>
                      <a:pt x="20915" y="371"/>
                      <a:pt x="20215" y="471"/>
                    </a:cubicBezTo>
                    <a:cubicBezTo>
                      <a:pt x="19448" y="538"/>
                      <a:pt x="18714" y="671"/>
                      <a:pt x="17980" y="804"/>
                    </a:cubicBezTo>
                    <a:cubicBezTo>
                      <a:pt x="17413" y="905"/>
                      <a:pt x="16746" y="971"/>
                      <a:pt x="16245" y="1271"/>
                    </a:cubicBezTo>
                    <a:lnTo>
                      <a:pt x="16112" y="1271"/>
                    </a:lnTo>
                    <a:cubicBezTo>
                      <a:pt x="16012" y="1305"/>
                      <a:pt x="15979" y="1372"/>
                      <a:pt x="15979" y="1438"/>
                    </a:cubicBezTo>
                    <a:cubicBezTo>
                      <a:pt x="15979" y="1438"/>
                      <a:pt x="15979" y="1472"/>
                      <a:pt x="15945" y="1472"/>
                    </a:cubicBezTo>
                    <a:cubicBezTo>
                      <a:pt x="15878" y="1572"/>
                      <a:pt x="15878" y="1738"/>
                      <a:pt x="16012" y="1772"/>
                    </a:cubicBezTo>
                    <a:cubicBezTo>
                      <a:pt x="16145" y="1839"/>
                      <a:pt x="16279" y="1872"/>
                      <a:pt x="16412" y="1905"/>
                    </a:cubicBezTo>
                    <a:cubicBezTo>
                      <a:pt x="16412" y="2005"/>
                      <a:pt x="16446" y="2105"/>
                      <a:pt x="16579" y="2172"/>
                    </a:cubicBezTo>
                    <a:cubicBezTo>
                      <a:pt x="16646" y="2205"/>
                      <a:pt x="16746" y="2239"/>
                      <a:pt x="16846" y="2272"/>
                    </a:cubicBezTo>
                    <a:cubicBezTo>
                      <a:pt x="16846" y="2306"/>
                      <a:pt x="16812" y="2339"/>
                      <a:pt x="16812" y="2339"/>
                    </a:cubicBezTo>
                    <a:cubicBezTo>
                      <a:pt x="16479" y="2139"/>
                      <a:pt x="16079" y="1972"/>
                      <a:pt x="15678" y="1872"/>
                    </a:cubicBezTo>
                    <a:cubicBezTo>
                      <a:pt x="15678" y="1839"/>
                      <a:pt x="15678" y="1839"/>
                      <a:pt x="15678" y="1839"/>
                    </a:cubicBezTo>
                    <a:cubicBezTo>
                      <a:pt x="15436" y="1475"/>
                      <a:pt x="15076" y="1363"/>
                      <a:pt x="14688" y="1363"/>
                    </a:cubicBezTo>
                    <a:cubicBezTo>
                      <a:pt x="14329" y="1363"/>
                      <a:pt x="13947" y="1458"/>
                      <a:pt x="13610" y="1538"/>
                    </a:cubicBezTo>
                    <a:cubicBezTo>
                      <a:pt x="12676" y="1805"/>
                      <a:pt x="11742" y="2039"/>
                      <a:pt x="10775" y="2306"/>
                    </a:cubicBezTo>
                    <a:cubicBezTo>
                      <a:pt x="10641" y="2339"/>
                      <a:pt x="10541" y="2406"/>
                      <a:pt x="10508" y="2539"/>
                    </a:cubicBezTo>
                    <a:cubicBezTo>
                      <a:pt x="10408" y="2539"/>
                      <a:pt x="10308" y="2539"/>
                      <a:pt x="10241" y="2572"/>
                    </a:cubicBezTo>
                    <a:cubicBezTo>
                      <a:pt x="10108" y="2572"/>
                      <a:pt x="10041" y="2739"/>
                      <a:pt x="10141" y="2839"/>
                    </a:cubicBezTo>
                    <a:cubicBezTo>
                      <a:pt x="10241" y="2939"/>
                      <a:pt x="10341" y="3073"/>
                      <a:pt x="10441" y="3139"/>
                    </a:cubicBezTo>
                    <a:cubicBezTo>
                      <a:pt x="10251" y="3097"/>
                      <a:pt x="10035" y="3055"/>
                      <a:pt x="9834" y="3055"/>
                    </a:cubicBezTo>
                    <a:cubicBezTo>
                      <a:pt x="9717" y="3055"/>
                      <a:pt x="9605" y="3069"/>
                      <a:pt x="9507" y="3106"/>
                    </a:cubicBezTo>
                    <a:cubicBezTo>
                      <a:pt x="9441" y="3139"/>
                      <a:pt x="9441" y="3173"/>
                      <a:pt x="9407" y="3173"/>
                    </a:cubicBezTo>
                    <a:cubicBezTo>
                      <a:pt x="9074" y="3273"/>
                      <a:pt x="8707" y="3473"/>
                      <a:pt x="8440" y="3640"/>
                    </a:cubicBezTo>
                    <a:cubicBezTo>
                      <a:pt x="8173" y="3740"/>
                      <a:pt x="7906" y="3873"/>
                      <a:pt x="7673" y="4040"/>
                    </a:cubicBezTo>
                    <a:cubicBezTo>
                      <a:pt x="6805" y="4340"/>
                      <a:pt x="6005" y="4774"/>
                      <a:pt x="5404" y="5441"/>
                    </a:cubicBezTo>
                    <a:cubicBezTo>
                      <a:pt x="5338" y="5508"/>
                      <a:pt x="5338" y="5608"/>
                      <a:pt x="5404" y="5675"/>
                    </a:cubicBezTo>
                    <a:cubicBezTo>
                      <a:pt x="4971" y="5875"/>
                      <a:pt x="4604" y="6208"/>
                      <a:pt x="4304" y="6609"/>
                    </a:cubicBezTo>
                    <a:cubicBezTo>
                      <a:pt x="4270" y="6675"/>
                      <a:pt x="4237" y="6742"/>
                      <a:pt x="4270" y="6809"/>
                    </a:cubicBezTo>
                    <a:cubicBezTo>
                      <a:pt x="3770" y="7309"/>
                      <a:pt x="3336" y="7910"/>
                      <a:pt x="3003" y="8443"/>
                    </a:cubicBezTo>
                    <a:cubicBezTo>
                      <a:pt x="1401" y="10978"/>
                      <a:pt x="668" y="13947"/>
                      <a:pt x="301" y="16883"/>
                    </a:cubicBezTo>
                    <a:cubicBezTo>
                      <a:pt x="134" y="18450"/>
                      <a:pt x="67" y="20018"/>
                      <a:pt x="67" y="21586"/>
                    </a:cubicBezTo>
                    <a:cubicBezTo>
                      <a:pt x="67" y="21719"/>
                      <a:pt x="67" y="21886"/>
                      <a:pt x="67" y="22020"/>
                    </a:cubicBezTo>
                    <a:cubicBezTo>
                      <a:pt x="34" y="22220"/>
                      <a:pt x="34" y="22387"/>
                      <a:pt x="34" y="22587"/>
                    </a:cubicBezTo>
                    <a:cubicBezTo>
                      <a:pt x="0" y="23087"/>
                      <a:pt x="0" y="23587"/>
                      <a:pt x="0" y="24088"/>
                    </a:cubicBezTo>
                    <a:cubicBezTo>
                      <a:pt x="34" y="25089"/>
                      <a:pt x="67" y="26089"/>
                      <a:pt x="167" y="27090"/>
                    </a:cubicBezTo>
                    <a:cubicBezTo>
                      <a:pt x="501" y="30392"/>
                      <a:pt x="1235" y="33695"/>
                      <a:pt x="2869" y="36630"/>
                    </a:cubicBezTo>
                    <a:cubicBezTo>
                      <a:pt x="3003" y="36864"/>
                      <a:pt x="3103" y="37064"/>
                      <a:pt x="3236" y="37297"/>
                    </a:cubicBezTo>
                    <a:cubicBezTo>
                      <a:pt x="3269" y="37464"/>
                      <a:pt x="3336" y="37597"/>
                      <a:pt x="3403" y="37698"/>
                    </a:cubicBezTo>
                    <a:cubicBezTo>
                      <a:pt x="3428" y="37773"/>
                      <a:pt x="3472" y="37810"/>
                      <a:pt x="3520" y="37810"/>
                    </a:cubicBezTo>
                    <a:cubicBezTo>
                      <a:pt x="3536" y="37810"/>
                      <a:pt x="3553" y="37806"/>
                      <a:pt x="3570" y="37798"/>
                    </a:cubicBezTo>
                    <a:cubicBezTo>
                      <a:pt x="4203" y="38732"/>
                      <a:pt x="4937" y="39632"/>
                      <a:pt x="5805" y="40399"/>
                    </a:cubicBezTo>
                    <a:cubicBezTo>
                      <a:pt x="6172" y="40733"/>
                      <a:pt x="6605" y="41067"/>
                      <a:pt x="7106" y="41200"/>
                    </a:cubicBezTo>
                    <a:cubicBezTo>
                      <a:pt x="7072" y="41200"/>
                      <a:pt x="7039" y="41233"/>
                      <a:pt x="7005" y="41233"/>
                    </a:cubicBezTo>
                    <a:cubicBezTo>
                      <a:pt x="6672" y="41333"/>
                      <a:pt x="6705" y="41767"/>
                      <a:pt x="7005" y="41867"/>
                    </a:cubicBezTo>
                    <a:cubicBezTo>
                      <a:pt x="7347" y="41981"/>
                      <a:pt x="7692" y="42032"/>
                      <a:pt x="8036" y="42032"/>
                    </a:cubicBezTo>
                    <a:cubicBezTo>
                      <a:pt x="9408" y="42032"/>
                      <a:pt x="10762" y="41226"/>
                      <a:pt x="11776" y="40399"/>
                    </a:cubicBezTo>
                    <a:cubicBezTo>
                      <a:pt x="13177" y="39265"/>
                      <a:pt x="14144" y="37731"/>
                      <a:pt x="14778" y="36063"/>
                    </a:cubicBezTo>
                    <a:cubicBezTo>
                      <a:pt x="16012" y="32994"/>
                      <a:pt x="16479" y="29558"/>
                      <a:pt x="16612" y="26289"/>
                    </a:cubicBezTo>
                    <a:cubicBezTo>
                      <a:pt x="16746" y="22887"/>
                      <a:pt x="16412" y="19451"/>
                      <a:pt x="15612" y="16149"/>
                    </a:cubicBezTo>
                    <a:cubicBezTo>
                      <a:pt x="15211" y="14514"/>
                      <a:pt x="14711" y="12880"/>
                      <a:pt x="14077" y="11312"/>
                    </a:cubicBezTo>
                    <a:cubicBezTo>
                      <a:pt x="13543" y="9978"/>
                      <a:pt x="12910" y="8677"/>
                      <a:pt x="11976" y="7576"/>
                    </a:cubicBezTo>
                    <a:cubicBezTo>
                      <a:pt x="11958" y="7663"/>
                      <a:pt x="11886" y="7714"/>
                      <a:pt x="11812" y="7714"/>
                    </a:cubicBezTo>
                    <a:cubicBezTo>
                      <a:pt x="11744" y="7714"/>
                      <a:pt x="11674" y="7672"/>
                      <a:pt x="11642" y="7576"/>
                    </a:cubicBezTo>
                    <a:cubicBezTo>
                      <a:pt x="11275" y="6709"/>
                      <a:pt x="10541" y="5775"/>
                      <a:pt x="9941" y="5041"/>
                    </a:cubicBezTo>
                    <a:cubicBezTo>
                      <a:pt x="9941" y="5007"/>
                      <a:pt x="9908" y="4974"/>
                      <a:pt x="9908" y="4974"/>
                    </a:cubicBezTo>
                    <a:cubicBezTo>
                      <a:pt x="9691" y="4624"/>
                      <a:pt x="9941" y="4532"/>
                      <a:pt x="10270" y="4532"/>
                    </a:cubicBezTo>
                    <a:cubicBezTo>
                      <a:pt x="10600" y="4532"/>
                      <a:pt x="11008" y="4624"/>
                      <a:pt x="11108" y="4641"/>
                    </a:cubicBezTo>
                    <a:cubicBezTo>
                      <a:pt x="11776" y="4774"/>
                      <a:pt x="12443" y="4974"/>
                      <a:pt x="13043" y="5274"/>
                    </a:cubicBezTo>
                    <a:cubicBezTo>
                      <a:pt x="14811" y="6108"/>
                      <a:pt x="15712" y="7543"/>
                      <a:pt x="16612" y="9244"/>
                    </a:cubicBezTo>
                    <a:cubicBezTo>
                      <a:pt x="17313" y="10545"/>
                      <a:pt x="17847" y="11912"/>
                      <a:pt x="18280" y="13313"/>
                    </a:cubicBezTo>
                    <a:cubicBezTo>
                      <a:pt x="18814" y="14881"/>
                      <a:pt x="19214" y="16516"/>
                      <a:pt x="19648" y="18117"/>
                    </a:cubicBezTo>
                    <a:cubicBezTo>
                      <a:pt x="19881" y="18951"/>
                      <a:pt x="19948" y="19818"/>
                      <a:pt x="20048" y="20652"/>
                    </a:cubicBezTo>
                    <a:cubicBezTo>
                      <a:pt x="20148" y="21519"/>
                      <a:pt x="20182" y="22420"/>
                      <a:pt x="20215" y="23287"/>
                    </a:cubicBezTo>
                    <a:cubicBezTo>
                      <a:pt x="20215" y="23387"/>
                      <a:pt x="20282" y="23454"/>
                      <a:pt x="20382" y="23487"/>
                    </a:cubicBezTo>
                    <a:cubicBezTo>
                      <a:pt x="20548" y="23020"/>
                      <a:pt x="20448" y="22320"/>
                      <a:pt x="20448" y="21820"/>
                    </a:cubicBezTo>
                    <a:cubicBezTo>
                      <a:pt x="20448" y="21186"/>
                      <a:pt x="20448" y="20552"/>
                      <a:pt x="20415" y="19918"/>
                    </a:cubicBezTo>
                    <a:cubicBezTo>
                      <a:pt x="20282" y="17883"/>
                      <a:pt x="19881" y="15915"/>
                      <a:pt x="19448" y="13914"/>
                    </a:cubicBezTo>
                    <a:cubicBezTo>
                      <a:pt x="19314" y="13280"/>
                      <a:pt x="19181" y="12680"/>
                      <a:pt x="18981" y="12079"/>
                    </a:cubicBezTo>
                    <a:cubicBezTo>
                      <a:pt x="18847" y="11646"/>
                      <a:pt x="18647" y="11279"/>
                      <a:pt x="18547" y="10845"/>
                    </a:cubicBezTo>
                    <a:cubicBezTo>
                      <a:pt x="18113" y="9744"/>
                      <a:pt x="17580" y="8677"/>
                      <a:pt x="16946" y="7643"/>
                    </a:cubicBezTo>
                    <a:cubicBezTo>
                      <a:pt x="16446" y="6842"/>
                      <a:pt x="15812" y="6108"/>
                      <a:pt x="15145" y="5408"/>
                    </a:cubicBezTo>
                    <a:cubicBezTo>
                      <a:pt x="14744" y="4974"/>
                      <a:pt x="13377" y="3873"/>
                      <a:pt x="13577" y="3206"/>
                    </a:cubicBezTo>
                    <a:cubicBezTo>
                      <a:pt x="13710" y="2806"/>
                      <a:pt x="14244" y="2572"/>
                      <a:pt x="14611" y="2506"/>
                    </a:cubicBezTo>
                    <a:cubicBezTo>
                      <a:pt x="14796" y="2470"/>
                      <a:pt x="14978" y="2453"/>
                      <a:pt x="15156" y="2453"/>
                    </a:cubicBezTo>
                    <a:cubicBezTo>
                      <a:pt x="16813" y="2453"/>
                      <a:pt x="18194" y="3897"/>
                      <a:pt x="19248" y="5041"/>
                    </a:cubicBezTo>
                    <a:cubicBezTo>
                      <a:pt x="19581" y="5374"/>
                      <a:pt x="19881" y="5741"/>
                      <a:pt x="20182" y="6142"/>
                    </a:cubicBezTo>
                    <a:cubicBezTo>
                      <a:pt x="19614" y="5108"/>
                      <a:pt x="18914" y="4207"/>
                      <a:pt x="18080" y="3373"/>
                    </a:cubicBezTo>
                    <a:cubicBezTo>
                      <a:pt x="17848" y="3174"/>
                      <a:pt x="17615" y="2942"/>
                      <a:pt x="17383" y="2742"/>
                    </a:cubicBezTo>
                    <a:lnTo>
                      <a:pt x="17383" y="2742"/>
                    </a:lnTo>
                    <a:cubicBezTo>
                      <a:pt x="17393" y="2750"/>
                      <a:pt x="17410" y="2753"/>
                      <a:pt x="17433" y="2753"/>
                    </a:cubicBezTo>
                    <a:cubicBezTo>
                      <a:pt x="17670" y="2753"/>
                      <a:pt x="18526" y="2366"/>
                      <a:pt x="18647" y="2306"/>
                    </a:cubicBezTo>
                    <a:cubicBezTo>
                      <a:pt x="21830" y="1264"/>
                      <a:pt x="25173" y="1099"/>
                      <a:pt x="28485" y="1099"/>
                    </a:cubicBezTo>
                    <a:cubicBezTo>
                      <a:pt x="28887" y="1099"/>
                      <a:pt x="29288" y="1101"/>
                      <a:pt x="29688" y="1105"/>
                    </a:cubicBezTo>
                    <a:cubicBezTo>
                      <a:pt x="31590" y="1138"/>
                      <a:pt x="33524" y="1205"/>
                      <a:pt x="35392" y="1505"/>
                    </a:cubicBezTo>
                    <a:cubicBezTo>
                      <a:pt x="36393" y="1672"/>
                      <a:pt x="37427" y="1839"/>
                      <a:pt x="38361" y="2172"/>
                    </a:cubicBezTo>
                    <a:cubicBezTo>
                      <a:pt x="38862" y="2339"/>
                      <a:pt x="39362" y="2539"/>
                      <a:pt x="39796" y="2806"/>
                    </a:cubicBezTo>
                    <a:cubicBezTo>
                      <a:pt x="40229" y="3106"/>
                      <a:pt x="40363" y="3506"/>
                      <a:pt x="40663" y="3940"/>
                    </a:cubicBezTo>
                    <a:cubicBezTo>
                      <a:pt x="40930" y="4340"/>
                      <a:pt x="41163" y="4774"/>
                      <a:pt x="41397" y="5208"/>
                    </a:cubicBezTo>
                    <a:cubicBezTo>
                      <a:pt x="41363" y="5141"/>
                      <a:pt x="41330" y="5074"/>
                      <a:pt x="41297" y="5007"/>
                    </a:cubicBezTo>
                    <a:lnTo>
                      <a:pt x="41297" y="5007"/>
                    </a:lnTo>
                    <a:cubicBezTo>
                      <a:pt x="41330" y="5041"/>
                      <a:pt x="41330" y="5074"/>
                      <a:pt x="41363" y="5108"/>
                    </a:cubicBezTo>
                    <a:cubicBezTo>
                      <a:pt x="43065" y="7776"/>
                      <a:pt x="44165" y="10778"/>
                      <a:pt x="44866" y="13847"/>
                    </a:cubicBezTo>
                    <a:cubicBezTo>
                      <a:pt x="45233" y="15582"/>
                      <a:pt x="45400" y="17316"/>
                      <a:pt x="45666" y="19084"/>
                    </a:cubicBezTo>
                    <a:cubicBezTo>
                      <a:pt x="45829" y="20219"/>
                      <a:pt x="45959" y="21354"/>
                      <a:pt x="46028" y="22519"/>
                    </a:cubicBezTo>
                    <a:lnTo>
                      <a:pt x="46028" y="22519"/>
                    </a:lnTo>
                    <a:cubicBezTo>
                      <a:pt x="45985" y="21583"/>
                      <a:pt x="46235" y="20620"/>
                      <a:pt x="46267" y="19718"/>
                    </a:cubicBezTo>
                    <a:cubicBezTo>
                      <a:pt x="46300" y="18651"/>
                      <a:pt x="46300" y="17583"/>
                      <a:pt x="46200" y="16549"/>
                    </a:cubicBezTo>
                    <a:cubicBezTo>
                      <a:pt x="45967" y="13680"/>
                      <a:pt x="45133" y="10878"/>
                      <a:pt x="43999" y="8243"/>
                    </a:cubicBezTo>
                    <a:cubicBezTo>
                      <a:pt x="43565" y="7209"/>
                      <a:pt x="42998" y="6142"/>
                      <a:pt x="42364" y="5208"/>
                    </a:cubicBezTo>
                    <a:cubicBezTo>
                      <a:pt x="41997" y="4641"/>
                      <a:pt x="40463" y="3073"/>
                      <a:pt x="41363" y="2439"/>
                    </a:cubicBezTo>
                    <a:cubicBezTo>
                      <a:pt x="41619" y="2250"/>
                      <a:pt x="41880" y="2171"/>
                      <a:pt x="42138" y="2171"/>
                    </a:cubicBezTo>
                    <a:cubicBezTo>
                      <a:pt x="43156" y="2171"/>
                      <a:pt x="44140" y="3415"/>
                      <a:pt x="44699" y="4107"/>
                    </a:cubicBezTo>
                    <a:cubicBezTo>
                      <a:pt x="46033" y="5741"/>
                      <a:pt x="47334" y="7443"/>
                      <a:pt x="48402" y="9277"/>
                    </a:cubicBezTo>
                    <a:cubicBezTo>
                      <a:pt x="48468" y="9244"/>
                      <a:pt x="48502" y="9177"/>
                      <a:pt x="48468" y="9110"/>
                    </a:cubicBezTo>
                    <a:cubicBezTo>
                      <a:pt x="48235" y="8543"/>
                      <a:pt x="47935" y="7976"/>
                      <a:pt x="47634" y="7443"/>
                    </a:cubicBezTo>
                    <a:cubicBezTo>
                      <a:pt x="47334" y="6909"/>
                      <a:pt x="46967" y="6408"/>
                      <a:pt x="46667" y="5875"/>
                    </a:cubicBezTo>
                    <a:cubicBezTo>
                      <a:pt x="46538" y="5585"/>
                      <a:pt x="46347" y="5295"/>
                      <a:pt x="46154" y="5005"/>
                    </a:cubicBezTo>
                    <a:lnTo>
                      <a:pt x="46154" y="5005"/>
                    </a:lnTo>
                    <a:cubicBezTo>
                      <a:pt x="46161" y="5007"/>
                      <a:pt x="46167" y="5007"/>
                      <a:pt x="46167" y="5007"/>
                    </a:cubicBezTo>
                    <a:cubicBezTo>
                      <a:pt x="46300" y="5074"/>
                      <a:pt x="46400" y="5108"/>
                      <a:pt x="46534" y="5141"/>
                    </a:cubicBezTo>
                    <a:cubicBezTo>
                      <a:pt x="46557" y="5117"/>
                      <a:pt x="46598" y="5094"/>
                      <a:pt x="46643" y="5094"/>
                    </a:cubicBezTo>
                    <a:cubicBezTo>
                      <a:pt x="46661" y="5094"/>
                      <a:pt x="46681" y="5098"/>
                      <a:pt x="46700" y="5108"/>
                    </a:cubicBezTo>
                    <a:cubicBezTo>
                      <a:pt x="47401" y="5274"/>
                      <a:pt x="48101" y="5575"/>
                      <a:pt x="48769" y="5841"/>
                    </a:cubicBezTo>
                    <a:cubicBezTo>
                      <a:pt x="49069" y="5975"/>
                      <a:pt x="49402" y="6108"/>
                      <a:pt x="49703" y="6275"/>
                    </a:cubicBezTo>
                    <a:cubicBezTo>
                      <a:pt x="49369" y="5675"/>
                      <a:pt x="48902" y="5208"/>
                      <a:pt x="48268" y="4874"/>
                    </a:cubicBezTo>
                    <a:cubicBezTo>
                      <a:pt x="48101" y="4807"/>
                      <a:pt x="47935" y="4741"/>
                      <a:pt x="47768" y="4641"/>
                    </a:cubicBezTo>
                    <a:cubicBezTo>
                      <a:pt x="47768" y="4607"/>
                      <a:pt x="47768" y="4574"/>
                      <a:pt x="47768" y="4540"/>
                    </a:cubicBezTo>
                    <a:cubicBezTo>
                      <a:pt x="47634" y="4174"/>
                      <a:pt x="47101" y="4007"/>
                      <a:pt x="46734" y="3873"/>
                    </a:cubicBezTo>
                    <a:cubicBezTo>
                      <a:pt x="46334" y="3740"/>
                      <a:pt x="45900" y="3606"/>
                      <a:pt x="45466" y="3573"/>
                    </a:cubicBezTo>
                    <a:cubicBezTo>
                      <a:pt x="45299" y="3573"/>
                      <a:pt x="45266" y="3807"/>
                      <a:pt x="45400" y="3873"/>
                    </a:cubicBezTo>
                    <a:cubicBezTo>
                      <a:pt x="45433" y="3907"/>
                      <a:pt x="45500" y="3907"/>
                      <a:pt x="45533" y="3940"/>
                    </a:cubicBezTo>
                    <a:cubicBezTo>
                      <a:pt x="45500" y="4007"/>
                      <a:pt x="45466" y="4073"/>
                      <a:pt x="45500" y="4140"/>
                    </a:cubicBezTo>
                    <a:cubicBezTo>
                      <a:pt x="45166" y="3707"/>
                      <a:pt x="44832" y="3306"/>
                      <a:pt x="44466" y="2973"/>
                    </a:cubicBezTo>
                    <a:cubicBezTo>
                      <a:pt x="43632" y="2272"/>
                      <a:pt x="42731" y="1772"/>
                      <a:pt x="41730" y="1438"/>
                    </a:cubicBezTo>
                    <a:cubicBezTo>
                      <a:pt x="41197" y="1271"/>
                      <a:pt x="40696" y="1138"/>
                      <a:pt x="40162" y="1038"/>
                    </a:cubicBezTo>
                    <a:cubicBezTo>
                      <a:pt x="39929" y="971"/>
                      <a:pt x="39662" y="905"/>
                      <a:pt x="39395" y="871"/>
                    </a:cubicBezTo>
                    <a:cubicBezTo>
                      <a:pt x="39228" y="838"/>
                      <a:pt x="39095" y="838"/>
                      <a:pt x="38928" y="804"/>
                    </a:cubicBezTo>
                    <a:lnTo>
                      <a:pt x="38895" y="804"/>
                    </a:lnTo>
                    <a:cubicBezTo>
                      <a:pt x="38795" y="738"/>
                      <a:pt x="38661" y="671"/>
                      <a:pt x="38561" y="604"/>
                    </a:cubicBezTo>
                    <a:cubicBezTo>
                      <a:pt x="38516" y="582"/>
                      <a:pt x="38470" y="571"/>
                      <a:pt x="38427" y="571"/>
                    </a:cubicBezTo>
                    <a:cubicBezTo>
                      <a:pt x="38216" y="571"/>
                      <a:pt x="38056" y="811"/>
                      <a:pt x="38194" y="1005"/>
                    </a:cubicBezTo>
                    <a:cubicBezTo>
                      <a:pt x="38261" y="1105"/>
                      <a:pt x="38328" y="1205"/>
                      <a:pt x="38395" y="1305"/>
                    </a:cubicBezTo>
                    <a:cubicBezTo>
                      <a:pt x="38261" y="1271"/>
                      <a:pt x="38128" y="1238"/>
                      <a:pt x="37994" y="1238"/>
                    </a:cubicBezTo>
                    <a:cubicBezTo>
                      <a:pt x="37260" y="1038"/>
                      <a:pt x="36493" y="905"/>
                      <a:pt x="35726" y="804"/>
                    </a:cubicBezTo>
                    <a:cubicBezTo>
                      <a:pt x="35159" y="704"/>
                      <a:pt x="34558" y="638"/>
                      <a:pt x="33991" y="571"/>
                    </a:cubicBezTo>
                    <a:cubicBezTo>
                      <a:pt x="33658" y="538"/>
                      <a:pt x="33324" y="471"/>
                      <a:pt x="32991" y="438"/>
                    </a:cubicBezTo>
                    <a:cubicBezTo>
                      <a:pt x="31003" y="150"/>
                      <a:pt x="28982" y="0"/>
                      <a:pt x="269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3" name="Google Shape;12663;p39"/>
              <p:cNvSpPr/>
              <p:nvPr/>
            </p:nvSpPr>
            <p:spPr>
              <a:xfrm>
                <a:off x="6437625" y="2550575"/>
                <a:ext cx="367775" cy="26825"/>
              </a:xfrm>
              <a:custGeom>
                <a:rect b="b" l="l" r="r" t="t"/>
                <a:pathLst>
                  <a:path extrusionOk="0" h="1073" w="14711">
                    <a:moveTo>
                      <a:pt x="7993" y="0"/>
                    </a:moveTo>
                    <a:cubicBezTo>
                      <a:pt x="7774" y="0"/>
                      <a:pt x="7556" y="2"/>
                      <a:pt x="7339" y="5"/>
                    </a:cubicBezTo>
                    <a:cubicBezTo>
                      <a:pt x="4904" y="38"/>
                      <a:pt x="2535" y="272"/>
                      <a:pt x="167" y="672"/>
                    </a:cubicBezTo>
                    <a:cubicBezTo>
                      <a:pt x="0" y="705"/>
                      <a:pt x="33" y="972"/>
                      <a:pt x="200" y="972"/>
                    </a:cubicBezTo>
                    <a:cubicBezTo>
                      <a:pt x="2162" y="751"/>
                      <a:pt x="4147" y="622"/>
                      <a:pt x="6136" y="622"/>
                    </a:cubicBezTo>
                    <a:cubicBezTo>
                      <a:pt x="6548" y="622"/>
                      <a:pt x="6960" y="627"/>
                      <a:pt x="7372" y="639"/>
                    </a:cubicBezTo>
                    <a:cubicBezTo>
                      <a:pt x="8573" y="672"/>
                      <a:pt x="9740" y="705"/>
                      <a:pt x="10941" y="806"/>
                    </a:cubicBezTo>
                    <a:cubicBezTo>
                      <a:pt x="12109" y="872"/>
                      <a:pt x="13310" y="1006"/>
                      <a:pt x="14477" y="1072"/>
                    </a:cubicBezTo>
                    <a:cubicBezTo>
                      <a:pt x="14711" y="1072"/>
                      <a:pt x="14711" y="772"/>
                      <a:pt x="14510" y="739"/>
                    </a:cubicBezTo>
                    <a:cubicBezTo>
                      <a:pt x="12420" y="163"/>
                      <a:pt x="10164" y="0"/>
                      <a:pt x="79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4" name="Google Shape;12664;p39"/>
              <p:cNvSpPr/>
              <p:nvPr/>
            </p:nvSpPr>
            <p:spPr>
              <a:xfrm>
                <a:off x="6431800" y="2722350"/>
                <a:ext cx="453425" cy="28575"/>
              </a:xfrm>
              <a:custGeom>
                <a:rect b="b" l="l" r="r" t="t"/>
                <a:pathLst>
                  <a:path extrusionOk="0" h="1143" w="18137">
                    <a:moveTo>
                      <a:pt x="11615" y="0"/>
                    </a:moveTo>
                    <a:cubicBezTo>
                      <a:pt x="10767" y="0"/>
                      <a:pt x="9920" y="20"/>
                      <a:pt x="9073" y="39"/>
                    </a:cubicBezTo>
                    <a:cubicBezTo>
                      <a:pt x="7572" y="106"/>
                      <a:pt x="6104" y="172"/>
                      <a:pt x="4636" y="306"/>
                    </a:cubicBezTo>
                    <a:cubicBezTo>
                      <a:pt x="3135" y="406"/>
                      <a:pt x="1667" y="673"/>
                      <a:pt x="200" y="839"/>
                    </a:cubicBezTo>
                    <a:cubicBezTo>
                      <a:pt x="10" y="871"/>
                      <a:pt x="0" y="1142"/>
                      <a:pt x="198" y="1142"/>
                    </a:cubicBezTo>
                    <a:cubicBezTo>
                      <a:pt x="209" y="1142"/>
                      <a:pt x="221" y="1141"/>
                      <a:pt x="233" y="1140"/>
                    </a:cubicBezTo>
                    <a:cubicBezTo>
                      <a:pt x="1701" y="1106"/>
                      <a:pt x="3168" y="1106"/>
                      <a:pt x="4636" y="1006"/>
                    </a:cubicBezTo>
                    <a:cubicBezTo>
                      <a:pt x="6104" y="906"/>
                      <a:pt x="7572" y="839"/>
                      <a:pt x="9006" y="773"/>
                    </a:cubicBezTo>
                    <a:cubicBezTo>
                      <a:pt x="9866" y="734"/>
                      <a:pt x="10725" y="717"/>
                      <a:pt x="11579" y="717"/>
                    </a:cubicBezTo>
                    <a:cubicBezTo>
                      <a:pt x="12182" y="717"/>
                      <a:pt x="12782" y="726"/>
                      <a:pt x="13376" y="739"/>
                    </a:cubicBezTo>
                    <a:cubicBezTo>
                      <a:pt x="14877" y="773"/>
                      <a:pt x="16378" y="906"/>
                      <a:pt x="17846" y="940"/>
                    </a:cubicBezTo>
                    <a:cubicBezTo>
                      <a:pt x="17856" y="941"/>
                      <a:pt x="17867" y="941"/>
                      <a:pt x="17876" y="941"/>
                    </a:cubicBezTo>
                    <a:cubicBezTo>
                      <a:pt x="18115" y="941"/>
                      <a:pt x="18137" y="570"/>
                      <a:pt x="17912" y="506"/>
                    </a:cubicBezTo>
                    <a:cubicBezTo>
                      <a:pt x="16445" y="206"/>
                      <a:pt x="14977" y="106"/>
                      <a:pt x="13476" y="39"/>
                    </a:cubicBezTo>
                    <a:cubicBezTo>
                      <a:pt x="12855" y="11"/>
                      <a:pt x="12235" y="0"/>
                      <a:pt x="116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5" name="Google Shape;12665;p39"/>
              <p:cNvSpPr/>
              <p:nvPr/>
            </p:nvSpPr>
            <p:spPr>
              <a:xfrm>
                <a:off x="6526000" y="2949200"/>
                <a:ext cx="338600" cy="16350"/>
              </a:xfrm>
              <a:custGeom>
                <a:rect b="b" l="l" r="r" t="t"/>
                <a:pathLst>
                  <a:path extrusionOk="0" h="654" w="13544">
                    <a:moveTo>
                      <a:pt x="11117" y="1"/>
                    </a:moveTo>
                    <a:cubicBezTo>
                      <a:pt x="10757" y="1"/>
                      <a:pt x="10397" y="5"/>
                      <a:pt x="10041" y="5"/>
                    </a:cubicBezTo>
                    <a:cubicBezTo>
                      <a:pt x="8941" y="5"/>
                      <a:pt x="7873" y="38"/>
                      <a:pt x="6772" y="38"/>
                    </a:cubicBezTo>
                    <a:cubicBezTo>
                      <a:pt x="4604" y="71"/>
                      <a:pt x="2403" y="171"/>
                      <a:pt x="234" y="305"/>
                    </a:cubicBezTo>
                    <a:cubicBezTo>
                      <a:pt x="1" y="338"/>
                      <a:pt x="34" y="638"/>
                      <a:pt x="234" y="638"/>
                    </a:cubicBezTo>
                    <a:cubicBezTo>
                      <a:pt x="1680" y="638"/>
                      <a:pt x="3125" y="653"/>
                      <a:pt x="4571" y="653"/>
                    </a:cubicBezTo>
                    <a:cubicBezTo>
                      <a:pt x="5294" y="653"/>
                      <a:pt x="6016" y="650"/>
                      <a:pt x="6739" y="638"/>
                    </a:cubicBezTo>
                    <a:cubicBezTo>
                      <a:pt x="7806" y="605"/>
                      <a:pt x="8907" y="605"/>
                      <a:pt x="9975" y="605"/>
                    </a:cubicBezTo>
                    <a:cubicBezTo>
                      <a:pt x="10415" y="605"/>
                      <a:pt x="10855" y="610"/>
                      <a:pt x="11293" y="610"/>
                    </a:cubicBezTo>
                    <a:cubicBezTo>
                      <a:pt x="11951" y="610"/>
                      <a:pt x="12603" y="598"/>
                      <a:pt x="13244" y="538"/>
                    </a:cubicBezTo>
                    <a:cubicBezTo>
                      <a:pt x="13477" y="538"/>
                      <a:pt x="13544" y="138"/>
                      <a:pt x="13277" y="105"/>
                    </a:cubicBezTo>
                    <a:cubicBezTo>
                      <a:pt x="12565" y="16"/>
                      <a:pt x="11839" y="1"/>
                      <a:pt x="111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6" name="Google Shape;12666;p39"/>
              <p:cNvSpPr/>
              <p:nvPr/>
            </p:nvSpPr>
            <p:spPr>
              <a:xfrm>
                <a:off x="6473475" y="3131925"/>
                <a:ext cx="320250" cy="27100"/>
              </a:xfrm>
              <a:custGeom>
                <a:rect b="b" l="l" r="r" t="t"/>
                <a:pathLst>
                  <a:path extrusionOk="0" h="1084" w="12810">
                    <a:moveTo>
                      <a:pt x="12509" y="1"/>
                    </a:moveTo>
                    <a:cubicBezTo>
                      <a:pt x="10441" y="68"/>
                      <a:pt x="8373" y="301"/>
                      <a:pt x="6272" y="401"/>
                    </a:cubicBezTo>
                    <a:cubicBezTo>
                      <a:pt x="5271" y="468"/>
                      <a:pt x="4237" y="501"/>
                      <a:pt x="3203" y="535"/>
                    </a:cubicBezTo>
                    <a:cubicBezTo>
                      <a:pt x="2669" y="568"/>
                      <a:pt x="2135" y="568"/>
                      <a:pt x="1635" y="568"/>
                    </a:cubicBezTo>
                    <a:cubicBezTo>
                      <a:pt x="1135" y="601"/>
                      <a:pt x="634" y="568"/>
                      <a:pt x="167" y="668"/>
                    </a:cubicBezTo>
                    <a:cubicBezTo>
                      <a:pt x="0" y="701"/>
                      <a:pt x="34" y="935"/>
                      <a:pt x="167" y="968"/>
                    </a:cubicBezTo>
                    <a:cubicBezTo>
                      <a:pt x="501" y="1057"/>
                      <a:pt x="849" y="1072"/>
                      <a:pt x="1193" y="1072"/>
                    </a:cubicBezTo>
                    <a:cubicBezTo>
                      <a:pt x="1364" y="1072"/>
                      <a:pt x="1535" y="1068"/>
                      <a:pt x="1702" y="1068"/>
                    </a:cubicBezTo>
                    <a:cubicBezTo>
                      <a:pt x="1880" y="1079"/>
                      <a:pt x="2054" y="1083"/>
                      <a:pt x="2225" y="1083"/>
                    </a:cubicBezTo>
                    <a:cubicBezTo>
                      <a:pt x="2569" y="1083"/>
                      <a:pt x="2902" y="1068"/>
                      <a:pt x="3236" y="1068"/>
                    </a:cubicBezTo>
                    <a:cubicBezTo>
                      <a:pt x="4270" y="1068"/>
                      <a:pt x="5338" y="1035"/>
                      <a:pt x="6372" y="968"/>
                    </a:cubicBezTo>
                    <a:cubicBezTo>
                      <a:pt x="8440" y="868"/>
                      <a:pt x="10541" y="768"/>
                      <a:pt x="12576" y="401"/>
                    </a:cubicBezTo>
                    <a:cubicBezTo>
                      <a:pt x="12810" y="334"/>
                      <a:pt x="12743" y="1"/>
                      <a:pt x="125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7" name="Google Shape;12667;p39"/>
              <p:cNvSpPr/>
              <p:nvPr/>
            </p:nvSpPr>
            <p:spPr>
              <a:xfrm>
                <a:off x="6326700" y="2403175"/>
                <a:ext cx="226025" cy="26625"/>
              </a:xfrm>
              <a:custGeom>
                <a:rect b="b" l="l" r="r" t="t"/>
                <a:pathLst>
                  <a:path extrusionOk="0" h="1065" w="9041">
                    <a:moveTo>
                      <a:pt x="6744" y="1"/>
                    </a:moveTo>
                    <a:cubicBezTo>
                      <a:pt x="5953" y="1"/>
                      <a:pt x="5160" y="44"/>
                      <a:pt x="4404" y="97"/>
                    </a:cubicBezTo>
                    <a:cubicBezTo>
                      <a:pt x="3670" y="130"/>
                      <a:pt x="2903" y="197"/>
                      <a:pt x="2169" y="330"/>
                    </a:cubicBezTo>
                    <a:cubicBezTo>
                      <a:pt x="1502" y="430"/>
                      <a:pt x="768" y="497"/>
                      <a:pt x="167" y="797"/>
                    </a:cubicBezTo>
                    <a:cubicBezTo>
                      <a:pt x="1" y="864"/>
                      <a:pt x="101" y="1064"/>
                      <a:pt x="267" y="1064"/>
                    </a:cubicBezTo>
                    <a:cubicBezTo>
                      <a:pt x="634" y="1064"/>
                      <a:pt x="1001" y="964"/>
                      <a:pt x="1368" y="931"/>
                    </a:cubicBezTo>
                    <a:cubicBezTo>
                      <a:pt x="1702" y="864"/>
                      <a:pt x="2035" y="831"/>
                      <a:pt x="2402" y="797"/>
                    </a:cubicBezTo>
                    <a:cubicBezTo>
                      <a:pt x="3103" y="731"/>
                      <a:pt x="3803" y="664"/>
                      <a:pt x="4504" y="630"/>
                    </a:cubicBezTo>
                    <a:cubicBezTo>
                      <a:pt x="5238" y="597"/>
                      <a:pt x="5971" y="564"/>
                      <a:pt x="6672" y="564"/>
                    </a:cubicBezTo>
                    <a:cubicBezTo>
                      <a:pt x="6952" y="564"/>
                      <a:pt x="7238" y="569"/>
                      <a:pt x="7524" y="569"/>
                    </a:cubicBezTo>
                    <a:cubicBezTo>
                      <a:pt x="7954" y="569"/>
                      <a:pt x="8387" y="557"/>
                      <a:pt x="8807" y="497"/>
                    </a:cubicBezTo>
                    <a:cubicBezTo>
                      <a:pt x="8974" y="464"/>
                      <a:pt x="9040" y="163"/>
                      <a:pt x="8840" y="130"/>
                    </a:cubicBezTo>
                    <a:cubicBezTo>
                      <a:pt x="8162" y="36"/>
                      <a:pt x="7454" y="1"/>
                      <a:pt x="6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8" name="Google Shape;12668;p39"/>
              <p:cNvSpPr/>
              <p:nvPr/>
            </p:nvSpPr>
            <p:spPr>
              <a:xfrm>
                <a:off x="6592725" y="2406425"/>
                <a:ext cx="192375" cy="32600"/>
              </a:xfrm>
              <a:custGeom>
                <a:rect b="b" l="l" r="r" t="t"/>
                <a:pathLst>
                  <a:path extrusionOk="0" h="1304" w="7695">
                    <a:moveTo>
                      <a:pt x="201" y="0"/>
                    </a:moveTo>
                    <a:cubicBezTo>
                      <a:pt x="34" y="33"/>
                      <a:pt x="0" y="267"/>
                      <a:pt x="167" y="300"/>
                    </a:cubicBezTo>
                    <a:cubicBezTo>
                      <a:pt x="1368" y="500"/>
                      <a:pt x="2569" y="634"/>
                      <a:pt x="3770" y="767"/>
                    </a:cubicBezTo>
                    <a:cubicBezTo>
                      <a:pt x="4971" y="934"/>
                      <a:pt x="6138" y="1168"/>
                      <a:pt x="7339" y="1301"/>
                    </a:cubicBezTo>
                    <a:cubicBezTo>
                      <a:pt x="7351" y="1303"/>
                      <a:pt x="7362" y="1303"/>
                      <a:pt x="7373" y="1303"/>
                    </a:cubicBezTo>
                    <a:cubicBezTo>
                      <a:pt x="7614" y="1303"/>
                      <a:pt x="7694" y="965"/>
                      <a:pt x="7439" y="901"/>
                    </a:cubicBezTo>
                    <a:cubicBezTo>
                      <a:pt x="6238" y="601"/>
                      <a:pt x="5004" y="467"/>
                      <a:pt x="3803" y="300"/>
                    </a:cubicBezTo>
                    <a:cubicBezTo>
                      <a:pt x="2602" y="134"/>
                      <a:pt x="1401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9" name="Google Shape;12669;p39"/>
              <p:cNvSpPr/>
              <p:nvPr/>
            </p:nvSpPr>
            <p:spPr>
              <a:xfrm>
                <a:off x="6018975" y="3122750"/>
                <a:ext cx="65225" cy="122275"/>
              </a:xfrm>
              <a:custGeom>
                <a:rect b="b" l="l" r="r" t="t"/>
                <a:pathLst>
                  <a:path extrusionOk="0" h="4891" w="2609">
                    <a:moveTo>
                      <a:pt x="1235" y="1"/>
                    </a:moveTo>
                    <a:cubicBezTo>
                      <a:pt x="935" y="435"/>
                      <a:pt x="601" y="835"/>
                      <a:pt x="301" y="1235"/>
                    </a:cubicBezTo>
                    <a:cubicBezTo>
                      <a:pt x="67" y="1635"/>
                      <a:pt x="1" y="2002"/>
                      <a:pt x="234" y="2403"/>
                    </a:cubicBezTo>
                    <a:cubicBezTo>
                      <a:pt x="468" y="2836"/>
                      <a:pt x="801" y="3237"/>
                      <a:pt x="1102" y="3670"/>
                    </a:cubicBezTo>
                    <a:cubicBezTo>
                      <a:pt x="1402" y="4104"/>
                      <a:pt x="1702" y="4504"/>
                      <a:pt x="2136" y="4838"/>
                    </a:cubicBezTo>
                    <a:cubicBezTo>
                      <a:pt x="2181" y="4874"/>
                      <a:pt x="2239" y="4891"/>
                      <a:pt x="2297" y="4891"/>
                    </a:cubicBezTo>
                    <a:cubicBezTo>
                      <a:pt x="2452" y="4891"/>
                      <a:pt x="2609" y="4774"/>
                      <a:pt x="2536" y="4604"/>
                    </a:cubicBezTo>
                    <a:cubicBezTo>
                      <a:pt x="2136" y="3737"/>
                      <a:pt x="1502" y="3003"/>
                      <a:pt x="968" y="2236"/>
                    </a:cubicBezTo>
                    <a:cubicBezTo>
                      <a:pt x="801" y="1969"/>
                      <a:pt x="768" y="1836"/>
                      <a:pt x="968" y="1569"/>
                    </a:cubicBezTo>
                    <a:cubicBezTo>
                      <a:pt x="1102" y="1369"/>
                      <a:pt x="1235" y="1168"/>
                      <a:pt x="1402" y="1002"/>
                    </a:cubicBezTo>
                    <a:cubicBezTo>
                      <a:pt x="1535" y="802"/>
                      <a:pt x="1669" y="601"/>
                      <a:pt x="1835" y="401"/>
                    </a:cubicBezTo>
                    <a:lnTo>
                      <a:pt x="1802" y="401"/>
                    </a:lnTo>
                    <a:cubicBezTo>
                      <a:pt x="1535" y="368"/>
                      <a:pt x="1368" y="201"/>
                      <a:pt x="12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0" name="Google Shape;12670;p39"/>
              <p:cNvSpPr/>
              <p:nvPr/>
            </p:nvSpPr>
            <p:spPr>
              <a:xfrm>
                <a:off x="6086525" y="2990625"/>
                <a:ext cx="76325" cy="109650"/>
              </a:xfrm>
              <a:custGeom>
                <a:rect b="b" l="l" r="r" t="t"/>
                <a:pathLst>
                  <a:path extrusionOk="0" h="4386" w="3053">
                    <a:moveTo>
                      <a:pt x="2817" y="0"/>
                    </a:moveTo>
                    <a:cubicBezTo>
                      <a:pt x="2777" y="0"/>
                      <a:pt x="2737" y="15"/>
                      <a:pt x="2703" y="49"/>
                    </a:cubicBezTo>
                    <a:cubicBezTo>
                      <a:pt x="1869" y="816"/>
                      <a:pt x="1235" y="1750"/>
                      <a:pt x="534" y="2651"/>
                    </a:cubicBezTo>
                    <a:cubicBezTo>
                      <a:pt x="368" y="2884"/>
                      <a:pt x="167" y="3118"/>
                      <a:pt x="1" y="3351"/>
                    </a:cubicBezTo>
                    <a:cubicBezTo>
                      <a:pt x="67" y="3685"/>
                      <a:pt x="134" y="4018"/>
                      <a:pt x="101" y="4385"/>
                    </a:cubicBezTo>
                    <a:cubicBezTo>
                      <a:pt x="534" y="3785"/>
                      <a:pt x="968" y="3218"/>
                      <a:pt x="1402" y="2651"/>
                    </a:cubicBezTo>
                    <a:cubicBezTo>
                      <a:pt x="1969" y="1884"/>
                      <a:pt x="2569" y="1116"/>
                      <a:pt x="3003" y="249"/>
                    </a:cubicBezTo>
                    <a:cubicBezTo>
                      <a:pt x="3053" y="125"/>
                      <a:pt x="2935" y="0"/>
                      <a:pt x="28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1" name="Google Shape;12671;p39"/>
              <p:cNvSpPr/>
              <p:nvPr/>
            </p:nvSpPr>
            <p:spPr>
              <a:xfrm>
                <a:off x="6263325" y="2492600"/>
                <a:ext cx="17525" cy="17875"/>
              </a:xfrm>
              <a:custGeom>
                <a:rect b="b" l="l" r="r" t="t"/>
                <a:pathLst>
                  <a:path extrusionOk="0" h="715" w="701">
                    <a:moveTo>
                      <a:pt x="366" y="0"/>
                    </a:moveTo>
                    <a:cubicBezTo>
                      <a:pt x="302" y="0"/>
                      <a:pt x="240" y="17"/>
                      <a:pt x="201" y="56"/>
                    </a:cubicBezTo>
                    <a:cubicBezTo>
                      <a:pt x="134" y="89"/>
                      <a:pt x="100" y="156"/>
                      <a:pt x="67" y="189"/>
                    </a:cubicBezTo>
                    <a:cubicBezTo>
                      <a:pt x="0" y="289"/>
                      <a:pt x="0" y="389"/>
                      <a:pt x="34" y="489"/>
                    </a:cubicBezTo>
                    <a:cubicBezTo>
                      <a:pt x="67" y="589"/>
                      <a:pt x="167" y="689"/>
                      <a:pt x="267" y="689"/>
                    </a:cubicBezTo>
                    <a:cubicBezTo>
                      <a:pt x="301" y="706"/>
                      <a:pt x="334" y="714"/>
                      <a:pt x="367" y="714"/>
                    </a:cubicBezTo>
                    <a:cubicBezTo>
                      <a:pt x="401" y="714"/>
                      <a:pt x="434" y="706"/>
                      <a:pt x="467" y="689"/>
                    </a:cubicBezTo>
                    <a:cubicBezTo>
                      <a:pt x="501" y="689"/>
                      <a:pt x="567" y="656"/>
                      <a:pt x="601" y="589"/>
                    </a:cubicBezTo>
                    <a:cubicBezTo>
                      <a:pt x="634" y="589"/>
                      <a:pt x="668" y="523"/>
                      <a:pt x="668" y="489"/>
                    </a:cubicBezTo>
                    <a:cubicBezTo>
                      <a:pt x="701" y="423"/>
                      <a:pt x="701" y="423"/>
                      <a:pt x="701" y="389"/>
                    </a:cubicBezTo>
                    <a:cubicBezTo>
                      <a:pt x="701" y="323"/>
                      <a:pt x="701" y="289"/>
                      <a:pt x="668" y="222"/>
                    </a:cubicBezTo>
                    <a:cubicBezTo>
                      <a:pt x="668" y="122"/>
                      <a:pt x="567" y="56"/>
                      <a:pt x="501" y="22"/>
                    </a:cubicBezTo>
                    <a:cubicBezTo>
                      <a:pt x="459" y="8"/>
                      <a:pt x="412" y="0"/>
                      <a:pt x="3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2" name="Google Shape;12672;p39"/>
              <p:cNvSpPr/>
              <p:nvPr/>
            </p:nvSpPr>
            <p:spPr>
              <a:xfrm>
                <a:off x="6340050" y="2663275"/>
                <a:ext cx="13350" cy="13350"/>
              </a:xfrm>
              <a:custGeom>
                <a:rect b="b" l="l" r="r" t="t"/>
                <a:pathLst>
                  <a:path extrusionOk="0" h="534" w="534">
                    <a:moveTo>
                      <a:pt x="267" y="0"/>
                    </a:moveTo>
                    <a:cubicBezTo>
                      <a:pt x="134" y="0"/>
                      <a:pt x="0" y="134"/>
                      <a:pt x="34" y="267"/>
                    </a:cubicBezTo>
                    <a:cubicBezTo>
                      <a:pt x="34" y="434"/>
                      <a:pt x="134" y="534"/>
                      <a:pt x="300" y="534"/>
                    </a:cubicBezTo>
                    <a:cubicBezTo>
                      <a:pt x="434" y="534"/>
                      <a:pt x="534" y="400"/>
                      <a:pt x="534" y="267"/>
                    </a:cubicBezTo>
                    <a:cubicBezTo>
                      <a:pt x="534" y="100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3" name="Google Shape;12673;p39"/>
              <p:cNvSpPr/>
              <p:nvPr/>
            </p:nvSpPr>
            <p:spPr>
              <a:xfrm>
                <a:off x="6365050" y="2846400"/>
                <a:ext cx="18375" cy="17875"/>
              </a:xfrm>
              <a:custGeom>
                <a:rect b="b" l="l" r="r" t="t"/>
                <a:pathLst>
                  <a:path extrusionOk="0" h="715" w="735">
                    <a:moveTo>
                      <a:pt x="387" y="1"/>
                    </a:moveTo>
                    <a:cubicBezTo>
                      <a:pt x="357" y="1"/>
                      <a:pt x="328" y="5"/>
                      <a:pt x="301" y="14"/>
                    </a:cubicBezTo>
                    <a:cubicBezTo>
                      <a:pt x="234" y="14"/>
                      <a:pt x="201" y="14"/>
                      <a:pt x="168" y="47"/>
                    </a:cubicBezTo>
                    <a:cubicBezTo>
                      <a:pt x="101" y="80"/>
                      <a:pt x="68" y="114"/>
                      <a:pt x="34" y="181"/>
                    </a:cubicBezTo>
                    <a:cubicBezTo>
                      <a:pt x="1" y="247"/>
                      <a:pt x="1" y="347"/>
                      <a:pt x="1" y="414"/>
                    </a:cubicBezTo>
                    <a:cubicBezTo>
                      <a:pt x="1" y="447"/>
                      <a:pt x="34" y="514"/>
                      <a:pt x="68" y="547"/>
                    </a:cubicBezTo>
                    <a:cubicBezTo>
                      <a:pt x="68" y="581"/>
                      <a:pt x="101" y="581"/>
                      <a:pt x="101" y="614"/>
                    </a:cubicBezTo>
                    <a:cubicBezTo>
                      <a:pt x="168" y="681"/>
                      <a:pt x="234" y="714"/>
                      <a:pt x="335" y="714"/>
                    </a:cubicBezTo>
                    <a:cubicBezTo>
                      <a:pt x="401" y="714"/>
                      <a:pt x="468" y="681"/>
                      <a:pt x="568" y="648"/>
                    </a:cubicBezTo>
                    <a:cubicBezTo>
                      <a:pt x="668" y="581"/>
                      <a:pt x="701" y="481"/>
                      <a:pt x="735" y="381"/>
                    </a:cubicBezTo>
                    <a:cubicBezTo>
                      <a:pt x="735" y="347"/>
                      <a:pt x="735" y="281"/>
                      <a:pt x="701" y="247"/>
                    </a:cubicBezTo>
                    <a:cubicBezTo>
                      <a:pt x="701" y="181"/>
                      <a:pt x="668" y="147"/>
                      <a:pt x="601" y="80"/>
                    </a:cubicBezTo>
                    <a:cubicBezTo>
                      <a:pt x="553" y="32"/>
                      <a:pt x="468" y="1"/>
                      <a:pt x="3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4" name="Google Shape;12674;p39"/>
              <p:cNvSpPr/>
              <p:nvPr/>
            </p:nvSpPr>
            <p:spPr>
              <a:xfrm>
                <a:off x="6357550" y="3039700"/>
                <a:ext cx="19200" cy="17125"/>
              </a:xfrm>
              <a:custGeom>
                <a:rect b="b" l="l" r="r" t="t"/>
                <a:pathLst>
                  <a:path extrusionOk="0" h="685" w="768">
                    <a:moveTo>
                      <a:pt x="379" y="1"/>
                    </a:moveTo>
                    <a:cubicBezTo>
                      <a:pt x="332" y="1"/>
                      <a:pt x="283" y="8"/>
                      <a:pt x="234" y="21"/>
                    </a:cubicBezTo>
                    <a:cubicBezTo>
                      <a:pt x="134" y="21"/>
                      <a:pt x="34" y="121"/>
                      <a:pt x="1" y="221"/>
                    </a:cubicBezTo>
                    <a:cubicBezTo>
                      <a:pt x="1" y="287"/>
                      <a:pt x="1" y="321"/>
                      <a:pt x="1" y="354"/>
                    </a:cubicBezTo>
                    <a:cubicBezTo>
                      <a:pt x="1" y="540"/>
                      <a:pt x="170" y="684"/>
                      <a:pt x="357" y="684"/>
                    </a:cubicBezTo>
                    <a:cubicBezTo>
                      <a:pt x="405" y="684"/>
                      <a:pt x="454" y="675"/>
                      <a:pt x="501" y="654"/>
                    </a:cubicBezTo>
                    <a:cubicBezTo>
                      <a:pt x="735" y="554"/>
                      <a:pt x="768" y="254"/>
                      <a:pt x="601" y="87"/>
                    </a:cubicBezTo>
                    <a:cubicBezTo>
                      <a:pt x="538" y="24"/>
                      <a:pt x="461" y="1"/>
                      <a:pt x="3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5" name="Google Shape;12675;p39"/>
              <p:cNvSpPr/>
              <p:nvPr/>
            </p:nvSpPr>
            <p:spPr>
              <a:xfrm>
                <a:off x="6316700" y="3231800"/>
                <a:ext cx="16700" cy="16075"/>
              </a:xfrm>
              <a:custGeom>
                <a:rect b="b" l="l" r="r" t="t"/>
                <a:pathLst>
                  <a:path extrusionOk="0" h="643" w="668">
                    <a:moveTo>
                      <a:pt x="311" y="0"/>
                    </a:moveTo>
                    <a:cubicBezTo>
                      <a:pt x="221" y="0"/>
                      <a:pt x="116" y="60"/>
                      <a:pt x="34" y="142"/>
                    </a:cubicBezTo>
                    <a:cubicBezTo>
                      <a:pt x="0" y="209"/>
                      <a:pt x="0" y="276"/>
                      <a:pt x="0" y="342"/>
                    </a:cubicBezTo>
                    <a:cubicBezTo>
                      <a:pt x="0" y="376"/>
                      <a:pt x="0" y="442"/>
                      <a:pt x="34" y="476"/>
                    </a:cubicBezTo>
                    <a:cubicBezTo>
                      <a:pt x="34" y="509"/>
                      <a:pt x="34" y="509"/>
                      <a:pt x="34" y="509"/>
                    </a:cubicBezTo>
                    <a:cubicBezTo>
                      <a:pt x="100" y="576"/>
                      <a:pt x="200" y="643"/>
                      <a:pt x="334" y="643"/>
                    </a:cubicBezTo>
                    <a:cubicBezTo>
                      <a:pt x="434" y="643"/>
                      <a:pt x="567" y="576"/>
                      <a:pt x="601" y="476"/>
                    </a:cubicBezTo>
                    <a:cubicBezTo>
                      <a:pt x="667" y="376"/>
                      <a:pt x="667" y="242"/>
                      <a:pt x="601" y="142"/>
                    </a:cubicBezTo>
                    <a:cubicBezTo>
                      <a:pt x="567" y="109"/>
                      <a:pt x="534" y="75"/>
                      <a:pt x="467" y="42"/>
                    </a:cubicBezTo>
                    <a:cubicBezTo>
                      <a:pt x="434" y="42"/>
                      <a:pt x="401" y="9"/>
                      <a:pt x="367" y="9"/>
                    </a:cubicBezTo>
                    <a:cubicBezTo>
                      <a:pt x="349" y="3"/>
                      <a:pt x="331" y="0"/>
                      <a:pt x="3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6" name="Google Shape;12676;p39"/>
              <p:cNvSpPr/>
              <p:nvPr/>
            </p:nvSpPr>
            <p:spPr>
              <a:xfrm>
                <a:off x="6243300" y="3370450"/>
                <a:ext cx="15050" cy="14200"/>
              </a:xfrm>
              <a:custGeom>
                <a:rect b="b" l="l" r="r" t="t"/>
                <a:pathLst>
                  <a:path extrusionOk="0" h="568" w="602">
                    <a:moveTo>
                      <a:pt x="301" y="0"/>
                    </a:moveTo>
                    <a:cubicBezTo>
                      <a:pt x="134" y="0"/>
                      <a:pt x="1" y="134"/>
                      <a:pt x="1" y="300"/>
                    </a:cubicBezTo>
                    <a:cubicBezTo>
                      <a:pt x="34" y="434"/>
                      <a:pt x="168" y="567"/>
                      <a:pt x="334" y="567"/>
                    </a:cubicBezTo>
                    <a:cubicBezTo>
                      <a:pt x="468" y="567"/>
                      <a:pt x="601" y="400"/>
                      <a:pt x="601" y="267"/>
                    </a:cubicBezTo>
                    <a:cubicBezTo>
                      <a:pt x="601" y="100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7" name="Google Shape;12677;p39"/>
              <p:cNvSpPr/>
              <p:nvPr/>
            </p:nvSpPr>
            <p:spPr>
              <a:xfrm>
                <a:off x="6927125" y="2494825"/>
                <a:ext cx="17550" cy="17525"/>
              </a:xfrm>
              <a:custGeom>
                <a:rect b="b" l="l" r="r" t="t"/>
                <a:pathLst>
                  <a:path extrusionOk="0" h="701" w="702">
                    <a:moveTo>
                      <a:pt x="234" y="0"/>
                    </a:moveTo>
                    <a:cubicBezTo>
                      <a:pt x="201" y="33"/>
                      <a:pt x="167" y="33"/>
                      <a:pt x="134" y="67"/>
                    </a:cubicBezTo>
                    <a:cubicBezTo>
                      <a:pt x="101" y="100"/>
                      <a:pt x="101" y="133"/>
                      <a:pt x="67" y="133"/>
                    </a:cubicBezTo>
                    <a:cubicBezTo>
                      <a:pt x="34" y="200"/>
                      <a:pt x="34" y="267"/>
                      <a:pt x="1" y="300"/>
                    </a:cubicBezTo>
                    <a:cubicBezTo>
                      <a:pt x="1" y="367"/>
                      <a:pt x="1" y="434"/>
                      <a:pt x="34" y="500"/>
                    </a:cubicBezTo>
                    <a:cubicBezTo>
                      <a:pt x="101" y="600"/>
                      <a:pt x="201" y="667"/>
                      <a:pt x="334" y="701"/>
                    </a:cubicBezTo>
                    <a:cubicBezTo>
                      <a:pt x="468" y="701"/>
                      <a:pt x="601" y="634"/>
                      <a:pt x="668" y="500"/>
                    </a:cubicBezTo>
                    <a:cubicBezTo>
                      <a:pt x="701" y="467"/>
                      <a:pt x="701" y="400"/>
                      <a:pt x="701" y="334"/>
                    </a:cubicBezTo>
                    <a:cubicBezTo>
                      <a:pt x="701" y="300"/>
                      <a:pt x="701" y="267"/>
                      <a:pt x="701" y="234"/>
                    </a:cubicBezTo>
                    <a:cubicBezTo>
                      <a:pt x="668" y="200"/>
                      <a:pt x="668" y="200"/>
                      <a:pt x="668" y="167"/>
                    </a:cubicBezTo>
                    <a:cubicBezTo>
                      <a:pt x="601" y="100"/>
                      <a:pt x="534" y="0"/>
                      <a:pt x="4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8" name="Google Shape;12678;p39"/>
              <p:cNvSpPr/>
              <p:nvPr/>
            </p:nvSpPr>
            <p:spPr>
              <a:xfrm>
                <a:off x="6986350" y="2648775"/>
                <a:ext cx="16700" cy="16175"/>
              </a:xfrm>
              <a:custGeom>
                <a:rect b="b" l="l" r="r" t="t"/>
                <a:pathLst>
                  <a:path extrusionOk="0" h="647" w="668">
                    <a:moveTo>
                      <a:pt x="292" y="1"/>
                    </a:moveTo>
                    <a:cubicBezTo>
                      <a:pt x="219" y="1"/>
                      <a:pt x="150" y="38"/>
                      <a:pt x="100" y="113"/>
                    </a:cubicBezTo>
                    <a:cubicBezTo>
                      <a:pt x="33" y="180"/>
                      <a:pt x="0" y="247"/>
                      <a:pt x="0" y="347"/>
                    </a:cubicBezTo>
                    <a:cubicBezTo>
                      <a:pt x="33" y="380"/>
                      <a:pt x="0" y="380"/>
                      <a:pt x="33" y="413"/>
                    </a:cubicBezTo>
                    <a:cubicBezTo>
                      <a:pt x="33" y="480"/>
                      <a:pt x="67" y="513"/>
                      <a:pt x="133" y="580"/>
                    </a:cubicBezTo>
                    <a:cubicBezTo>
                      <a:pt x="167" y="614"/>
                      <a:pt x="267" y="647"/>
                      <a:pt x="367" y="647"/>
                    </a:cubicBezTo>
                    <a:cubicBezTo>
                      <a:pt x="434" y="647"/>
                      <a:pt x="500" y="614"/>
                      <a:pt x="534" y="580"/>
                    </a:cubicBezTo>
                    <a:cubicBezTo>
                      <a:pt x="600" y="513"/>
                      <a:pt x="634" y="480"/>
                      <a:pt x="667" y="413"/>
                    </a:cubicBezTo>
                    <a:cubicBezTo>
                      <a:pt x="667" y="413"/>
                      <a:pt x="667" y="380"/>
                      <a:pt x="667" y="380"/>
                    </a:cubicBezTo>
                    <a:cubicBezTo>
                      <a:pt x="667" y="280"/>
                      <a:pt x="667" y="180"/>
                      <a:pt x="600" y="113"/>
                    </a:cubicBezTo>
                    <a:cubicBezTo>
                      <a:pt x="534" y="46"/>
                      <a:pt x="467" y="13"/>
                      <a:pt x="367" y="13"/>
                    </a:cubicBezTo>
                    <a:cubicBezTo>
                      <a:pt x="342" y="5"/>
                      <a:pt x="317" y="1"/>
                      <a:pt x="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9" name="Google Shape;12679;p39"/>
              <p:cNvSpPr/>
              <p:nvPr/>
            </p:nvSpPr>
            <p:spPr>
              <a:xfrm>
                <a:off x="7017200" y="2831500"/>
                <a:ext cx="17125" cy="15675"/>
              </a:xfrm>
              <a:custGeom>
                <a:rect b="b" l="l" r="r" t="t"/>
                <a:pathLst>
                  <a:path extrusionOk="0" h="627" w="685">
                    <a:moveTo>
                      <a:pt x="353" y="0"/>
                    </a:moveTo>
                    <a:cubicBezTo>
                      <a:pt x="180" y="0"/>
                      <a:pt x="0" y="118"/>
                      <a:pt x="0" y="343"/>
                    </a:cubicBezTo>
                    <a:cubicBezTo>
                      <a:pt x="16" y="535"/>
                      <a:pt x="178" y="627"/>
                      <a:pt x="338" y="627"/>
                    </a:cubicBezTo>
                    <a:cubicBezTo>
                      <a:pt x="512" y="627"/>
                      <a:pt x="685" y="518"/>
                      <a:pt x="667" y="310"/>
                    </a:cubicBezTo>
                    <a:cubicBezTo>
                      <a:pt x="667" y="101"/>
                      <a:pt x="513" y="0"/>
                      <a:pt x="3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0" name="Google Shape;12680;p39"/>
              <p:cNvSpPr/>
              <p:nvPr/>
            </p:nvSpPr>
            <p:spPr>
              <a:xfrm>
                <a:off x="7009250" y="3021950"/>
                <a:ext cx="13800" cy="13175"/>
              </a:xfrm>
              <a:custGeom>
                <a:rect b="b" l="l" r="r" t="t"/>
                <a:pathLst>
                  <a:path extrusionOk="0" h="527" w="552">
                    <a:moveTo>
                      <a:pt x="269" y="1"/>
                    </a:moveTo>
                    <a:cubicBezTo>
                      <a:pt x="132" y="1"/>
                      <a:pt x="1" y="93"/>
                      <a:pt x="18" y="264"/>
                    </a:cubicBezTo>
                    <a:cubicBezTo>
                      <a:pt x="18" y="443"/>
                      <a:pt x="145" y="526"/>
                      <a:pt x="275" y="526"/>
                    </a:cubicBezTo>
                    <a:cubicBezTo>
                      <a:pt x="412" y="526"/>
                      <a:pt x="552" y="434"/>
                      <a:pt x="552" y="264"/>
                    </a:cubicBezTo>
                    <a:cubicBezTo>
                      <a:pt x="535" y="85"/>
                      <a:pt x="400" y="1"/>
                      <a:pt x="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1" name="Google Shape;12681;p39"/>
              <p:cNvSpPr/>
              <p:nvPr/>
            </p:nvSpPr>
            <p:spPr>
              <a:xfrm>
                <a:off x="6964650" y="3198525"/>
                <a:ext cx="15875" cy="14325"/>
              </a:xfrm>
              <a:custGeom>
                <a:rect b="b" l="l" r="r" t="t"/>
                <a:pathLst>
                  <a:path extrusionOk="0" h="573" w="635">
                    <a:moveTo>
                      <a:pt x="353" y="0"/>
                    </a:moveTo>
                    <a:cubicBezTo>
                      <a:pt x="336" y="0"/>
                      <a:pt x="318" y="2"/>
                      <a:pt x="301" y="5"/>
                    </a:cubicBezTo>
                    <a:cubicBezTo>
                      <a:pt x="268" y="5"/>
                      <a:pt x="201" y="5"/>
                      <a:pt x="168" y="39"/>
                    </a:cubicBezTo>
                    <a:cubicBezTo>
                      <a:pt x="101" y="72"/>
                      <a:pt x="67" y="106"/>
                      <a:pt x="34" y="172"/>
                    </a:cubicBezTo>
                    <a:cubicBezTo>
                      <a:pt x="1" y="239"/>
                      <a:pt x="1" y="372"/>
                      <a:pt x="67" y="439"/>
                    </a:cubicBezTo>
                    <a:cubicBezTo>
                      <a:pt x="101" y="472"/>
                      <a:pt x="134" y="506"/>
                      <a:pt x="168" y="539"/>
                    </a:cubicBezTo>
                    <a:cubicBezTo>
                      <a:pt x="234" y="573"/>
                      <a:pt x="301" y="573"/>
                      <a:pt x="334" y="573"/>
                    </a:cubicBezTo>
                    <a:cubicBezTo>
                      <a:pt x="434" y="573"/>
                      <a:pt x="501" y="539"/>
                      <a:pt x="534" y="472"/>
                    </a:cubicBezTo>
                    <a:cubicBezTo>
                      <a:pt x="601" y="439"/>
                      <a:pt x="635" y="339"/>
                      <a:pt x="635" y="272"/>
                    </a:cubicBezTo>
                    <a:cubicBezTo>
                      <a:pt x="635" y="123"/>
                      <a:pt x="501" y="0"/>
                      <a:pt x="3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2" name="Google Shape;12682;p39"/>
              <p:cNvSpPr/>
              <p:nvPr/>
            </p:nvSpPr>
            <p:spPr>
              <a:xfrm>
                <a:off x="6902950" y="3311225"/>
                <a:ext cx="17525" cy="16700"/>
              </a:xfrm>
              <a:custGeom>
                <a:rect b="b" l="l" r="r" t="t"/>
                <a:pathLst>
                  <a:path extrusionOk="0" h="668" w="701">
                    <a:moveTo>
                      <a:pt x="334" y="1"/>
                    </a:moveTo>
                    <a:cubicBezTo>
                      <a:pt x="267" y="1"/>
                      <a:pt x="167" y="34"/>
                      <a:pt x="100" y="101"/>
                    </a:cubicBezTo>
                    <a:cubicBezTo>
                      <a:pt x="34" y="167"/>
                      <a:pt x="0" y="268"/>
                      <a:pt x="34" y="334"/>
                    </a:cubicBezTo>
                    <a:cubicBezTo>
                      <a:pt x="34" y="434"/>
                      <a:pt x="67" y="501"/>
                      <a:pt x="134" y="568"/>
                    </a:cubicBezTo>
                    <a:cubicBezTo>
                      <a:pt x="200" y="634"/>
                      <a:pt x="267" y="668"/>
                      <a:pt x="367" y="668"/>
                    </a:cubicBezTo>
                    <a:cubicBezTo>
                      <a:pt x="467" y="668"/>
                      <a:pt x="567" y="601"/>
                      <a:pt x="601" y="534"/>
                    </a:cubicBezTo>
                    <a:cubicBezTo>
                      <a:pt x="667" y="501"/>
                      <a:pt x="701" y="401"/>
                      <a:pt x="701" y="301"/>
                    </a:cubicBezTo>
                    <a:cubicBezTo>
                      <a:pt x="701" y="234"/>
                      <a:pt x="634" y="134"/>
                      <a:pt x="601" y="67"/>
                    </a:cubicBezTo>
                    <a:cubicBezTo>
                      <a:pt x="534" y="34"/>
                      <a:pt x="434" y="1"/>
                      <a:pt x="3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3" name="Google Shape;12683;p39"/>
              <p:cNvSpPr/>
              <p:nvPr/>
            </p:nvSpPr>
            <p:spPr>
              <a:xfrm>
                <a:off x="6391750" y="2526500"/>
                <a:ext cx="153475" cy="20875"/>
              </a:xfrm>
              <a:custGeom>
                <a:rect b="b" l="l" r="r" t="t"/>
                <a:pathLst>
                  <a:path extrusionOk="0" h="835" w="6139">
                    <a:moveTo>
                      <a:pt x="5871" y="1"/>
                    </a:moveTo>
                    <a:cubicBezTo>
                      <a:pt x="3970" y="1"/>
                      <a:pt x="2035" y="201"/>
                      <a:pt x="167" y="534"/>
                    </a:cubicBezTo>
                    <a:cubicBezTo>
                      <a:pt x="0" y="568"/>
                      <a:pt x="34" y="835"/>
                      <a:pt x="201" y="835"/>
                    </a:cubicBezTo>
                    <a:cubicBezTo>
                      <a:pt x="2102" y="601"/>
                      <a:pt x="4003" y="468"/>
                      <a:pt x="5905" y="368"/>
                    </a:cubicBezTo>
                    <a:cubicBezTo>
                      <a:pt x="6138" y="334"/>
                      <a:pt x="6105" y="1"/>
                      <a:pt x="58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4" name="Google Shape;12684;p39"/>
              <p:cNvSpPr/>
              <p:nvPr/>
            </p:nvSpPr>
            <p:spPr>
              <a:xfrm>
                <a:off x="6419525" y="2510650"/>
                <a:ext cx="85650" cy="11775"/>
              </a:xfrm>
              <a:custGeom>
                <a:rect b="b" l="l" r="r" t="t"/>
                <a:pathLst>
                  <a:path extrusionOk="0" h="471" w="3426">
                    <a:moveTo>
                      <a:pt x="3192" y="1"/>
                    </a:moveTo>
                    <a:cubicBezTo>
                      <a:pt x="2192" y="1"/>
                      <a:pt x="1191" y="68"/>
                      <a:pt x="190" y="168"/>
                    </a:cubicBezTo>
                    <a:cubicBezTo>
                      <a:pt x="1" y="199"/>
                      <a:pt x="21" y="470"/>
                      <a:pt x="194" y="470"/>
                    </a:cubicBezTo>
                    <a:cubicBezTo>
                      <a:pt x="203" y="470"/>
                      <a:pt x="213" y="470"/>
                      <a:pt x="224" y="468"/>
                    </a:cubicBezTo>
                    <a:cubicBezTo>
                      <a:pt x="1191" y="401"/>
                      <a:pt x="2192" y="334"/>
                      <a:pt x="3192" y="301"/>
                    </a:cubicBezTo>
                    <a:cubicBezTo>
                      <a:pt x="3426" y="301"/>
                      <a:pt x="3393" y="1"/>
                      <a:pt x="31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5" name="Google Shape;12685;p39"/>
              <p:cNvSpPr/>
              <p:nvPr/>
            </p:nvSpPr>
            <p:spPr>
              <a:xfrm>
                <a:off x="6707800" y="2920950"/>
                <a:ext cx="82600" cy="8375"/>
              </a:xfrm>
              <a:custGeom>
                <a:rect b="b" l="l" r="r" t="t"/>
                <a:pathLst>
                  <a:path extrusionOk="0" h="335" w="3304">
                    <a:moveTo>
                      <a:pt x="3103" y="1"/>
                    </a:moveTo>
                    <a:cubicBezTo>
                      <a:pt x="2136" y="1"/>
                      <a:pt x="1168" y="34"/>
                      <a:pt x="201" y="34"/>
                    </a:cubicBezTo>
                    <a:cubicBezTo>
                      <a:pt x="1" y="34"/>
                      <a:pt x="34" y="334"/>
                      <a:pt x="234" y="334"/>
                    </a:cubicBezTo>
                    <a:cubicBezTo>
                      <a:pt x="1202" y="301"/>
                      <a:pt x="2169" y="301"/>
                      <a:pt x="3136" y="301"/>
                    </a:cubicBezTo>
                    <a:cubicBezTo>
                      <a:pt x="3303" y="267"/>
                      <a:pt x="3270" y="1"/>
                      <a:pt x="31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6" name="Google Shape;12686;p39"/>
              <p:cNvSpPr/>
              <p:nvPr/>
            </p:nvSpPr>
            <p:spPr>
              <a:xfrm>
                <a:off x="6509325" y="3117425"/>
                <a:ext cx="150150" cy="10025"/>
              </a:xfrm>
              <a:custGeom>
                <a:rect b="b" l="l" r="r" t="t"/>
                <a:pathLst>
                  <a:path extrusionOk="0" h="401" w="6006">
                    <a:moveTo>
                      <a:pt x="4271" y="1"/>
                    </a:moveTo>
                    <a:cubicBezTo>
                      <a:pt x="2905" y="1"/>
                      <a:pt x="1544" y="32"/>
                      <a:pt x="201" y="81"/>
                    </a:cubicBezTo>
                    <a:cubicBezTo>
                      <a:pt x="1" y="81"/>
                      <a:pt x="1" y="381"/>
                      <a:pt x="201" y="381"/>
                    </a:cubicBezTo>
                    <a:cubicBezTo>
                      <a:pt x="885" y="393"/>
                      <a:pt x="1568" y="401"/>
                      <a:pt x="2250" y="401"/>
                    </a:cubicBezTo>
                    <a:cubicBezTo>
                      <a:pt x="3432" y="401"/>
                      <a:pt x="4608" y="377"/>
                      <a:pt x="5772" y="314"/>
                    </a:cubicBezTo>
                    <a:cubicBezTo>
                      <a:pt x="6005" y="314"/>
                      <a:pt x="5972" y="14"/>
                      <a:pt x="5772" y="14"/>
                    </a:cubicBezTo>
                    <a:cubicBezTo>
                      <a:pt x="5271" y="5"/>
                      <a:pt x="4770" y="1"/>
                      <a:pt x="4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7" name="Google Shape;12687;p39"/>
              <p:cNvSpPr/>
              <p:nvPr/>
            </p:nvSpPr>
            <p:spPr>
              <a:xfrm>
                <a:off x="6551025" y="3099400"/>
                <a:ext cx="72575" cy="9625"/>
              </a:xfrm>
              <a:custGeom>
                <a:rect b="b" l="l" r="r" t="t"/>
                <a:pathLst>
                  <a:path extrusionOk="0" h="385" w="2903">
                    <a:moveTo>
                      <a:pt x="2669" y="1"/>
                    </a:moveTo>
                    <a:cubicBezTo>
                      <a:pt x="1869" y="34"/>
                      <a:pt x="1035" y="34"/>
                      <a:pt x="201" y="34"/>
                    </a:cubicBezTo>
                    <a:cubicBezTo>
                      <a:pt x="1" y="34"/>
                      <a:pt x="34" y="335"/>
                      <a:pt x="234" y="335"/>
                    </a:cubicBezTo>
                    <a:cubicBezTo>
                      <a:pt x="634" y="368"/>
                      <a:pt x="1043" y="385"/>
                      <a:pt x="1456" y="385"/>
                    </a:cubicBezTo>
                    <a:cubicBezTo>
                      <a:pt x="1869" y="385"/>
                      <a:pt x="2286" y="368"/>
                      <a:pt x="2703" y="335"/>
                    </a:cubicBezTo>
                    <a:cubicBezTo>
                      <a:pt x="2903" y="301"/>
                      <a:pt x="2903" y="1"/>
                      <a:pt x="26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8" name="Google Shape;12688;p39"/>
              <p:cNvSpPr/>
              <p:nvPr/>
            </p:nvSpPr>
            <p:spPr>
              <a:xfrm>
                <a:off x="6013775" y="2757100"/>
                <a:ext cx="91925" cy="110875"/>
              </a:xfrm>
              <a:custGeom>
                <a:rect b="b" l="l" r="r" t="t"/>
                <a:pathLst>
                  <a:path extrusionOk="0" h="4435" w="3677">
                    <a:moveTo>
                      <a:pt x="3433" y="1"/>
                    </a:moveTo>
                    <a:cubicBezTo>
                      <a:pt x="3389" y="1"/>
                      <a:pt x="3346" y="15"/>
                      <a:pt x="3311" y="50"/>
                    </a:cubicBezTo>
                    <a:cubicBezTo>
                      <a:pt x="2177" y="1384"/>
                      <a:pt x="1076" y="2752"/>
                      <a:pt x="75" y="4186"/>
                    </a:cubicBezTo>
                    <a:cubicBezTo>
                      <a:pt x="1" y="4310"/>
                      <a:pt x="130" y="4435"/>
                      <a:pt x="256" y="4435"/>
                    </a:cubicBezTo>
                    <a:cubicBezTo>
                      <a:pt x="299" y="4435"/>
                      <a:pt x="342" y="4420"/>
                      <a:pt x="376" y="4386"/>
                    </a:cubicBezTo>
                    <a:cubicBezTo>
                      <a:pt x="1543" y="3085"/>
                      <a:pt x="2577" y="1651"/>
                      <a:pt x="3578" y="217"/>
                    </a:cubicBezTo>
                    <a:cubicBezTo>
                      <a:pt x="3677" y="118"/>
                      <a:pt x="3556" y="1"/>
                      <a:pt x="34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9" name="Google Shape;12689;p39"/>
              <p:cNvSpPr/>
              <p:nvPr/>
            </p:nvSpPr>
            <p:spPr>
              <a:xfrm>
                <a:off x="6037100" y="2755100"/>
                <a:ext cx="42950" cy="50550"/>
              </a:xfrm>
              <a:custGeom>
                <a:rect b="b" l="l" r="r" t="t"/>
                <a:pathLst>
                  <a:path extrusionOk="0" h="2022" w="1718">
                    <a:moveTo>
                      <a:pt x="1469" y="0"/>
                    </a:moveTo>
                    <a:cubicBezTo>
                      <a:pt x="1424" y="0"/>
                      <a:pt x="1379" y="19"/>
                      <a:pt x="1344" y="63"/>
                    </a:cubicBezTo>
                    <a:cubicBezTo>
                      <a:pt x="910" y="597"/>
                      <a:pt x="510" y="1164"/>
                      <a:pt x="76" y="1731"/>
                    </a:cubicBezTo>
                    <a:cubicBezTo>
                      <a:pt x="1" y="1857"/>
                      <a:pt x="116" y="2022"/>
                      <a:pt x="235" y="2022"/>
                    </a:cubicBezTo>
                    <a:cubicBezTo>
                      <a:pt x="273" y="2022"/>
                      <a:pt x="311" y="2005"/>
                      <a:pt x="343" y="1965"/>
                    </a:cubicBezTo>
                    <a:cubicBezTo>
                      <a:pt x="844" y="1431"/>
                      <a:pt x="1277" y="864"/>
                      <a:pt x="1644" y="263"/>
                    </a:cubicBezTo>
                    <a:cubicBezTo>
                      <a:pt x="1718" y="141"/>
                      <a:pt x="1593" y="0"/>
                      <a:pt x="14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0" name="Google Shape;12690;p39"/>
              <p:cNvSpPr/>
              <p:nvPr/>
            </p:nvSpPr>
            <p:spPr>
              <a:xfrm>
                <a:off x="6010450" y="2934850"/>
                <a:ext cx="56150" cy="66900"/>
              </a:xfrm>
              <a:custGeom>
                <a:rect b="b" l="l" r="r" t="t"/>
                <a:pathLst>
                  <a:path extrusionOk="0" h="2676" w="2246">
                    <a:moveTo>
                      <a:pt x="2027" y="1"/>
                    </a:moveTo>
                    <a:cubicBezTo>
                      <a:pt x="1989" y="1"/>
                      <a:pt x="1948" y="14"/>
                      <a:pt x="1910" y="45"/>
                    </a:cubicBezTo>
                    <a:cubicBezTo>
                      <a:pt x="1242" y="779"/>
                      <a:pt x="609" y="1546"/>
                      <a:pt x="75" y="2380"/>
                    </a:cubicBezTo>
                    <a:cubicBezTo>
                      <a:pt x="1" y="2528"/>
                      <a:pt x="145" y="2676"/>
                      <a:pt x="266" y="2676"/>
                    </a:cubicBezTo>
                    <a:cubicBezTo>
                      <a:pt x="309" y="2676"/>
                      <a:pt x="349" y="2657"/>
                      <a:pt x="375" y="2613"/>
                    </a:cubicBezTo>
                    <a:cubicBezTo>
                      <a:pt x="976" y="1813"/>
                      <a:pt x="1543" y="1012"/>
                      <a:pt x="2143" y="245"/>
                    </a:cubicBezTo>
                    <a:cubicBezTo>
                      <a:pt x="2245" y="143"/>
                      <a:pt x="2151" y="1"/>
                      <a:pt x="20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1" name="Google Shape;12691;p39"/>
              <p:cNvSpPr/>
              <p:nvPr/>
            </p:nvSpPr>
            <p:spPr>
              <a:xfrm>
                <a:off x="6070500" y="3091525"/>
                <a:ext cx="52925" cy="63325"/>
              </a:xfrm>
              <a:custGeom>
                <a:rect b="b" l="l" r="r" t="t"/>
                <a:pathLst>
                  <a:path extrusionOk="0" h="2533" w="2117">
                    <a:moveTo>
                      <a:pt x="1878" y="0"/>
                    </a:moveTo>
                    <a:cubicBezTo>
                      <a:pt x="1839" y="0"/>
                      <a:pt x="1802" y="14"/>
                      <a:pt x="1776" y="49"/>
                    </a:cubicBezTo>
                    <a:cubicBezTo>
                      <a:pt x="1209" y="783"/>
                      <a:pt x="608" y="1517"/>
                      <a:pt x="75" y="2284"/>
                    </a:cubicBezTo>
                    <a:cubicBezTo>
                      <a:pt x="0" y="2408"/>
                      <a:pt x="129" y="2533"/>
                      <a:pt x="255" y="2533"/>
                    </a:cubicBezTo>
                    <a:cubicBezTo>
                      <a:pt x="298" y="2533"/>
                      <a:pt x="341" y="2518"/>
                      <a:pt x="375" y="2484"/>
                    </a:cubicBezTo>
                    <a:cubicBezTo>
                      <a:pt x="975" y="1750"/>
                      <a:pt x="1476" y="983"/>
                      <a:pt x="2043" y="216"/>
                    </a:cubicBezTo>
                    <a:cubicBezTo>
                      <a:pt x="2117" y="117"/>
                      <a:pt x="1990" y="0"/>
                      <a:pt x="18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2" name="Google Shape;12692;p39"/>
              <p:cNvSpPr/>
              <p:nvPr/>
            </p:nvSpPr>
            <p:spPr>
              <a:xfrm>
                <a:off x="6098100" y="3115700"/>
                <a:ext cx="27000" cy="29650"/>
              </a:xfrm>
              <a:custGeom>
                <a:rect b="b" l="l" r="r" t="t"/>
                <a:pathLst>
                  <a:path extrusionOk="0" h="1186" w="1080">
                    <a:moveTo>
                      <a:pt x="855" y="0"/>
                    </a:moveTo>
                    <a:cubicBezTo>
                      <a:pt x="815" y="0"/>
                      <a:pt x="773" y="15"/>
                      <a:pt x="739" y="49"/>
                    </a:cubicBezTo>
                    <a:cubicBezTo>
                      <a:pt x="472" y="316"/>
                      <a:pt x="272" y="650"/>
                      <a:pt x="71" y="950"/>
                    </a:cubicBezTo>
                    <a:cubicBezTo>
                      <a:pt x="1" y="1068"/>
                      <a:pt x="113" y="1186"/>
                      <a:pt x="221" y="1186"/>
                    </a:cubicBezTo>
                    <a:cubicBezTo>
                      <a:pt x="265" y="1186"/>
                      <a:pt x="309" y="1166"/>
                      <a:pt x="338" y="1117"/>
                    </a:cubicBezTo>
                    <a:cubicBezTo>
                      <a:pt x="572" y="850"/>
                      <a:pt x="805" y="550"/>
                      <a:pt x="1005" y="216"/>
                    </a:cubicBezTo>
                    <a:cubicBezTo>
                      <a:pt x="1079" y="117"/>
                      <a:pt x="971" y="0"/>
                      <a:pt x="8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3" name="Google Shape;12693;p39"/>
              <p:cNvSpPr/>
              <p:nvPr/>
            </p:nvSpPr>
            <p:spPr>
              <a:xfrm>
                <a:off x="6111550" y="2910950"/>
                <a:ext cx="11700" cy="10850"/>
              </a:xfrm>
              <a:custGeom>
                <a:rect b="b" l="l" r="r" t="t"/>
                <a:pathLst>
                  <a:path extrusionOk="0" h="434" w="468">
                    <a:moveTo>
                      <a:pt x="234" y="0"/>
                    </a:moveTo>
                    <a:cubicBezTo>
                      <a:pt x="100" y="0"/>
                      <a:pt x="0" y="134"/>
                      <a:pt x="34" y="234"/>
                    </a:cubicBezTo>
                    <a:cubicBezTo>
                      <a:pt x="34" y="367"/>
                      <a:pt x="134" y="434"/>
                      <a:pt x="234" y="434"/>
                    </a:cubicBezTo>
                    <a:cubicBezTo>
                      <a:pt x="367" y="434"/>
                      <a:pt x="467" y="334"/>
                      <a:pt x="467" y="234"/>
                    </a:cubicBezTo>
                    <a:cubicBezTo>
                      <a:pt x="467" y="100"/>
                      <a:pt x="334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4" name="Google Shape;12694;p39"/>
              <p:cNvSpPr/>
              <p:nvPr/>
            </p:nvSpPr>
            <p:spPr>
              <a:xfrm>
                <a:off x="6093200" y="2913450"/>
                <a:ext cx="12525" cy="11700"/>
              </a:xfrm>
              <a:custGeom>
                <a:rect b="b" l="l" r="r" t="t"/>
                <a:pathLst>
                  <a:path extrusionOk="0" h="468" w="501">
                    <a:moveTo>
                      <a:pt x="234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34" y="467"/>
                      <a:pt x="267" y="467"/>
                    </a:cubicBezTo>
                    <a:cubicBezTo>
                      <a:pt x="401" y="467"/>
                      <a:pt x="501" y="334"/>
                      <a:pt x="501" y="200"/>
                    </a:cubicBezTo>
                    <a:cubicBezTo>
                      <a:pt x="468" y="67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5" name="Google Shape;12695;p39"/>
              <p:cNvSpPr/>
              <p:nvPr/>
            </p:nvSpPr>
            <p:spPr>
              <a:xfrm>
                <a:off x="6094875" y="2929475"/>
                <a:ext cx="9650" cy="8825"/>
              </a:xfrm>
              <a:custGeom>
                <a:rect b="b" l="l" r="r" t="t"/>
                <a:pathLst>
                  <a:path extrusionOk="0" h="353" w="386">
                    <a:moveTo>
                      <a:pt x="203" y="1"/>
                    </a:moveTo>
                    <a:cubicBezTo>
                      <a:pt x="105" y="1"/>
                      <a:pt x="0" y="68"/>
                      <a:pt x="0" y="193"/>
                    </a:cubicBezTo>
                    <a:cubicBezTo>
                      <a:pt x="16" y="302"/>
                      <a:pt x="103" y="353"/>
                      <a:pt x="189" y="353"/>
                    </a:cubicBezTo>
                    <a:cubicBezTo>
                      <a:pt x="288" y="353"/>
                      <a:pt x="385" y="285"/>
                      <a:pt x="367" y="160"/>
                    </a:cubicBezTo>
                    <a:cubicBezTo>
                      <a:pt x="367" y="51"/>
                      <a:pt x="288" y="1"/>
                      <a:pt x="2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6" name="Google Shape;12696;p39"/>
              <p:cNvSpPr/>
              <p:nvPr/>
            </p:nvSpPr>
            <p:spPr>
              <a:xfrm>
                <a:off x="6112800" y="2931375"/>
                <a:ext cx="8350" cy="7525"/>
              </a:xfrm>
              <a:custGeom>
                <a:rect b="b" l="l" r="r" t="t"/>
                <a:pathLst>
                  <a:path extrusionOk="0" h="301" w="334">
                    <a:moveTo>
                      <a:pt x="155" y="1"/>
                    </a:moveTo>
                    <a:cubicBezTo>
                      <a:pt x="75" y="1"/>
                      <a:pt x="0" y="51"/>
                      <a:pt x="17" y="151"/>
                    </a:cubicBezTo>
                    <a:cubicBezTo>
                      <a:pt x="17" y="251"/>
                      <a:pt x="100" y="301"/>
                      <a:pt x="180" y="301"/>
                    </a:cubicBezTo>
                    <a:cubicBezTo>
                      <a:pt x="259" y="301"/>
                      <a:pt x="334" y="251"/>
                      <a:pt x="317" y="151"/>
                    </a:cubicBezTo>
                    <a:cubicBezTo>
                      <a:pt x="317" y="51"/>
                      <a:pt x="234" y="1"/>
                      <a:pt x="1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7" name="Google Shape;12697;p39"/>
              <p:cNvSpPr/>
              <p:nvPr/>
            </p:nvSpPr>
            <p:spPr>
              <a:xfrm>
                <a:off x="6128225" y="2852750"/>
                <a:ext cx="9200" cy="8825"/>
              </a:xfrm>
              <a:custGeom>
                <a:rect b="b" l="l" r="r" t="t"/>
                <a:pathLst>
                  <a:path extrusionOk="0" h="353" w="368">
                    <a:moveTo>
                      <a:pt x="204" y="1"/>
                    </a:moveTo>
                    <a:cubicBezTo>
                      <a:pt x="106" y="1"/>
                      <a:pt x="1" y="68"/>
                      <a:pt x="1" y="193"/>
                    </a:cubicBezTo>
                    <a:cubicBezTo>
                      <a:pt x="1" y="302"/>
                      <a:pt x="80" y="353"/>
                      <a:pt x="164" y="353"/>
                    </a:cubicBezTo>
                    <a:cubicBezTo>
                      <a:pt x="262" y="353"/>
                      <a:pt x="367" y="285"/>
                      <a:pt x="367" y="160"/>
                    </a:cubicBezTo>
                    <a:cubicBezTo>
                      <a:pt x="367" y="52"/>
                      <a:pt x="288" y="1"/>
                      <a:pt x="2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8" name="Google Shape;12698;p39"/>
              <p:cNvSpPr/>
              <p:nvPr/>
            </p:nvSpPr>
            <p:spPr>
              <a:xfrm>
                <a:off x="6115725" y="2840200"/>
                <a:ext cx="10850" cy="10725"/>
              </a:xfrm>
              <a:custGeom>
                <a:rect b="b" l="l" r="r" t="t"/>
                <a:pathLst>
                  <a:path extrusionOk="0" h="429" w="434">
                    <a:moveTo>
                      <a:pt x="180" y="1"/>
                    </a:moveTo>
                    <a:cubicBezTo>
                      <a:pt x="111" y="1"/>
                      <a:pt x="47" y="48"/>
                      <a:pt x="0" y="95"/>
                    </a:cubicBezTo>
                    <a:cubicBezTo>
                      <a:pt x="0" y="128"/>
                      <a:pt x="0" y="162"/>
                      <a:pt x="0" y="195"/>
                    </a:cubicBezTo>
                    <a:cubicBezTo>
                      <a:pt x="0" y="228"/>
                      <a:pt x="0" y="228"/>
                      <a:pt x="0" y="262"/>
                    </a:cubicBezTo>
                    <a:cubicBezTo>
                      <a:pt x="0" y="328"/>
                      <a:pt x="67" y="429"/>
                      <a:pt x="167" y="429"/>
                    </a:cubicBezTo>
                    <a:cubicBezTo>
                      <a:pt x="267" y="429"/>
                      <a:pt x="400" y="362"/>
                      <a:pt x="400" y="262"/>
                    </a:cubicBezTo>
                    <a:cubicBezTo>
                      <a:pt x="434" y="162"/>
                      <a:pt x="367" y="62"/>
                      <a:pt x="267" y="28"/>
                    </a:cubicBezTo>
                    <a:cubicBezTo>
                      <a:pt x="238" y="9"/>
                      <a:pt x="208" y="1"/>
                      <a:pt x="1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9" name="Google Shape;12699;p39"/>
              <p:cNvSpPr/>
              <p:nvPr/>
            </p:nvSpPr>
            <p:spPr>
              <a:xfrm>
                <a:off x="6120725" y="2869950"/>
                <a:ext cx="10850" cy="9050"/>
              </a:xfrm>
              <a:custGeom>
                <a:rect b="b" l="l" r="r" t="t"/>
                <a:pathLst>
                  <a:path extrusionOk="0" h="362" w="434">
                    <a:moveTo>
                      <a:pt x="270" y="1"/>
                    </a:moveTo>
                    <a:cubicBezTo>
                      <a:pt x="222" y="1"/>
                      <a:pt x="172" y="20"/>
                      <a:pt x="134" y="39"/>
                    </a:cubicBezTo>
                    <a:cubicBezTo>
                      <a:pt x="100" y="72"/>
                      <a:pt x="100" y="72"/>
                      <a:pt x="67" y="106"/>
                    </a:cubicBezTo>
                    <a:cubicBezTo>
                      <a:pt x="0" y="139"/>
                      <a:pt x="34" y="273"/>
                      <a:pt x="100" y="339"/>
                    </a:cubicBezTo>
                    <a:cubicBezTo>
                      <a:pt x="128" y="353"/>
                      <a:pt x="161" y="361"/>
                      <a:pt x="196" y="361"/>
                    </a:cubicBezTo>
                    <a:cubicBezTo>
                      <a:pt x="244" y="361"/>
                      <a:pt x="295" y="345"/>
                      <a:pt x="334" y="306"/>
                    </a:cubicBezTo>
                    <a:cubicBezTo>
                      <a:pt x="334" y="306"/>
                      <a:pt x="367" y="273"/>
                      <a:pt x="367" y="273"/>
                    </a:cubicBezTo>
                    <a:cubicBezTo>
                      <a:pt x="434" y="206"/>
                      <a:pt x="434" y="106"/>
                      <a:pt x="367" y="39"/>
                    </a:cubicBezTo>
                    <a:cubicBezTo>
                      <a:pt x="339" y="11"/>
                      <a:pt x="305" y="1"/>
                      <a:pt x="2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0" name="Google Shape;12700;p39"/>
              <p:cNvSpPr/>
              <p:nvPr/>
            </p:nvSpPr>
            <p:spPr>
              <a:xfrm>
                <a:off x="6014800" y="2815850"/>
                <a:ext cx="12550" cy="11425"/>
              </a:xfrm>
              <a:custGeom>
                <a:rect b="b" l="l" r="r" t="t"/>
                <a:pathLst>
                  <a:path extrusionOk="0" h="457" w="502">
                    <a:moveTo>
                      <a:pt x="256" y="0"/>
                    </a:moveTo>
                    <a:cubicBezTo>
                      <a:pt x="216" y="0"/>
                      <a:pt x="174" y="11"/>
                      <a:pt x="134" y="35"/>
                    </a:cubicBezTo>
                    <a:cubicBezTo>
                      <a:pt x="134" y="35"/>
                      <a:pt x="134" y="68"/>
                      <a:pt x="134" y="68"/>
                    </a:cubicBezTo>
                    <a:cubicBezTo>
                      <a:pt x="1" y="135"/>
                      <a:pt x="1" y="335"/>
                      <a:pt x="168" y="435"/>
                    </a:cubicBezTo>
                    <a:cubicBezTo>
                      <a:pt x="203" y="449"/>
                      <a:pt x="239" y="456"/>
                      <a:pt x="273" y="456"/>
                    </a:cubicBezTo>
                    <a:cubicBezTo>
                      <a:pt x="398" y="456"/>
                      <a:pt x="501" y="366"/>
                      <a:pt x="501" y="235"/>
                    </a:cubicBezTo>
                    <a:cubicBezTo>
                      <a:pt x="501" y="108"/>
                      <a:pt x="385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1" name="Google Shape;12701;p39"/>
              <p:cNvSpPr/>
              <p:nvPr/>
            </p:nvSpPr>
            <p:spPr>
              <a:xfrm>
                <a:off x="5996475" y="2821525"/>
                <a:ext cx="11700" cy="9825"/>
              </a:xfrm>
              <a:custGeom>
                <a:rect b="b" l="l" r="r" t="t"/>
                <a:pathLst>
                  <a:path extrusionOk="0" h="393" w="468">
                    <a:moveTo>
                      <a:pt x="264" y="1"/>
                    </a:moveTo>
                    <a:cubicBezTo>
                      <a:pt x="229" y="1"/>
                      <a:pt x="195" y="13"/>
                      <a:pt x="167" y="41"/>
                    </a:cubicBezTo>
                    <a:lnTo>
                      <a:pt x="134" y="41"/>
                    </a:lnTo>
                    <a:cubicBezTo>
                      <a:pt x="0" y="108"/>
                      <a:pt x="33" y="275"/>
                      <a:pt x="134" y="342"/>
                    </a:cubicBezTo>
                    <a:cubicBezTo>
                      <a:pt x="134" y="342"/>
                      <a:pt x="167" y="342"/>
                      <a:pt x="167" y="375"/>
                    </a:cubicBezTo>
                    <a:cubicBezTo>
                      <a:pt x="191" y="387"/>
                      <a:pt x="217" y="393"/>
                      <a:pt x="242" y="393"/>
                    </a:cubicBezTo>
                    <a:cubicBezTo>
                      <a:pt x="356" y="393"/>
                      <a:pt x="467" y="284"/>
                      <a:pt x="467" y="175"/>
                    </a:cubicBezTo>
                    <a:cubicBezTo>
                      <a:pt x="443" y="79"/>
                      <a:pt x="351" y="1"/>
                      <a:pt x="2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2" name="Google Shape;12702;p39"/>
              <p:cNvSpPr/>
              <p:nvPr/>
            </p:nvSpPr>
            <p:spPr>
              <a:xfrm>
                <a:off x="6008975" y="2834200"/>
                <a:ext cx="8375" cy="7575"/>
              </a:xfrm>
              <a:custGeom>
                <a:rect b="b" l="l" r="r" t="t"/>
                <a:pathLst>
                  <a:path extrusionOk="0" h="303" w="335">
                    <a:moveTo>
                      <a:pt x="174" y="0"/>
                    </a:moveTo>
                    <a:cubicBezTo>
                      <a:pt x="88" y="0"/>
                      <a:pt x="0" y="60"/>
                      <a:pt x="0" y="168"/>
                    </a:cubicBezTo>
                    <a:cubicBezTo>
                      <a:pt x="0" y="260"/>
                      <a:pt x="71" y="303"/>
                      <a:pt x="147" y="303"/>
                    </a:cubicBezTo>
                    <a:cubicBezTo>
                      <a:pt x="236" y="303"/>
                      <a:pt x="334" y="243"/>
                      <a:pt x="334" y="135"/>
                    </a:cubicBezTo>
                    <a:cubicBezTo>
                      <a:pt x="319" y="43"/>
                      <a:pt x="247" y="0"/>
                      <a:pt x="1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3" name="Google Shape;12703;p39"/>
              <p:cNvSpPr/>
              <p:nvPr/>
            </p:nvSpPr>
            <p:spPr>
              <a:xfrm>
                <a:off x="6017325" y="2789700"/>
                <a:ext cx="11700" cy="11200"/>
              </a:xfrm>
              <a:custGeom>
                <a:rect b="b" l="l" r="r" t="t"/>
                <a:pathLst>
                  <a:path extrusionOk="0" h="448" w="468">
                    <a:moveTo>
                      <a:pt x="260" y="0"/>
                    </a:moveTo>
                    <a:cubicBezTo>
                      <a:pt x="198" y="0"/>
                      <a:pt x="149" y="31"/>
                      <a:pt x="100" y="80"/>
                    </a:cubicBezTo>
                    <a:cubicBezTo>
                      <a:pt x="33" y="147"/>
                      <a:pt x="0" y="280"/>
                      <a:pt x="67" y="380"/>
                    </a:cubicBezTo>
                    <a:cubicBezTo>
                      <a:pt x="100" y="447"/>
                      <a:pt x="200" y="447"/>
                      <a:pt x="267" y="447"/>
                    </a:cubicBezTo>
                    <a:cubicBezTo>
                      <a:pt x="334" y="447"/>
                      <a:pt x="367" y="380"/>
                      <a:pt x="400" y="380"/>
                    </a:cubicBezTo>
                    <a:cubicBezTo>
                      <a:pt x="434" y="314"/>
                      <a:pt x="467" y="247"/>
                      <a:pt x="467" y="180"/>
                    </a:cubicBezTo>
                    <a:cubicBezTo>
                      <a:pt x="467" y="114"/>
                      <a:pt x="400" y="47"/>
                      <a:pt x="334" y="13"/>
                    </a:cubicBezTo>
                    <a:cubicBezTo>
                      <a:pt x="307" y="5"/>
                      <a:pt x="282" y="0"/>
                      <a:pt x="2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4" name="Google Shape;12704;p39"/>
              <p:cNvSpPr/>
              <p:nvPr/>
            </p:nvSpPr>
            <p:spPr>
              <a:xfrm>
                <a:off x="6079850" y="3165450"/>
                <a:ext cx="10875" cy="10225"/>
              </a:xfrm>
              <a:custGeom>
                <a:rect b="b" l="l" r="r" t="t"/>
                <a:pathLst>
                  <a:path extrusionOk="0" h="409" w="435">
                    <a:moveTo>
                      <a:pt x="198" y="0"/>
                    </a:moveTo>
                    <a:cubicBezTo>
                      <a:pt x="134" y="0"/>
                      <a:pt x="73" y="36"/>
                      <a:pt x="34" y="94"/>
                    </a:cubicBezTo>
                    <a:cubicBezTo>
                      <a:pt x="1" y="161"/>
                      <a:pt x="1" y="194"/>
                      <a:pt x="1" y="228"/>
                    </a:cubicBezTo>
                    <a:cubicBezTo>
                      <a:pt x="1" y="294"/>
                      <a:pt x="1" y="328"/>
                      <a:pt x="34" y="361"/>
                    </a:cubicBezTo>
                    <a:cubicBezTo>
                      <a:pt x="81" y="385"/>
                      <a:pt x="129" y="408"/>
                      <a:pt x="164" y="408"/>
                    </a:cubicBezTo>
                    <a:cubicBezTo>
                      <a:pt x="179" y="408"/>
                      <a:pt x="191" y="404"/>
                      <a:pt x="201" y="394"/>
                    </a:cubicBezTo>
                    <a:cubicBezTo>
                      <a:pt x="234" y="394"/>
                      <a:pt x="268" y="394"/>
                      <a:pt x="301" y="361"/>
                    </a:cubicBezTo>
                    <a:cubicBezTo>
                      <a:pt x="401" y="294"/>
                      <a:pt x="434" y="128"/>
                      <a:pt x="334" y="61"/>
                    </a:cubicBezTo>
                    <a:cubicBezTo>
                      <a:pt x="292" y="19"/>
                      <a:pt x="245" y="0"/>
                      <a:pt x="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5" name="Google Shape;12705;p39"/>
              <p:cNvSpPr/>
              <p:nvPr/>
            </p:nvSpPr>
            <p:spPr>
              <a:xfrm>
                <a:off x="6055675" y="3163925"/>
                <a:ext cx="10450" cy="9425"/>
              </a:xfrm>
              <a:custGeom>
                <a:rect b="b" l="l" r="r" t="t"/>
                <a:pathLst>
                  <a:path extrusionOk="0" h="377" w="418">
                    <a:moveTo>
                      <a:pt x="211" y="1"/>
                    </a:moveTo>
                    <a:cubicBezTo>
                      <a:pt x="107" y="1"/>
                      <a:pt x="0" y="68"/>
                      <a:pt x="0" y="189"/>
                    </a:cubicBezTo>
                    <a:cubicBezTo>
                      <a:pt x="17" y="318"/>
                      <a:pt x="118" y="376"/>
                      <a:pt x="216" y="376"/>
                    </a:cubicBezTo>
                    <a:cubicBezTo>
                      <a:pt x="319" y="376"/>
                      <a:pt x="418" y="309"/>
                      <a:pt x="401" y="189"/>
                    </a:cubicBezTo>
                    <a:cubicBezTo>
                      <a:pt x="401" y="60"/>
                      <a:pt x="307" y="1"/>
                      <a:pt x="2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6" name="Google Shape;12706;p39"/>
              <p:cNvSpPr/>
              <p:nvPr/>
            </p:nvSpPr>
            <p:spPr>
              <a:xfrm>
                <a:off x="6012300" y="3247025"/>
                <a:ext cx="12550" cy="11700"/>
              </a:xfrm>
              <a:custGeom>
                <a:rect b="b" l="l" r="r" t="t"/>
                <a:pathLst>
                  <a:path extrusionOk="0" h="468" w="502">
                    <a:moveTo>
                      <a:pt x="268" y="0"/>
                    </a:moveTo>
                    <a:cubicBezTo>
                      <a:pt x="168" y="0"/>
                      <a:pt x="101" y="67"/>
                      <a:pt x="68" y="134"/>
                    </a:cubicBezTo>
                    <a:cubicBezTo>
                      <a:pt x="34" y="200"/>
                      <a:pt x="1" y="267"/>
                      <a:pt x="34" y="300"/>
                    </a:cubicBezTo>
                    <a:cubicBezTo>
                      <a:pt x="34" y="367"/>
                      <a:pt x="68" y="400"/>
                      <a:pt x="101" y="400"/>
                    </a:cubicBezTo>
                    <a:cubicBezTo>
                      <a:pt x="134" y="434"/>
                      <a:pt x="201" y="467"/>
                      <a:pt x="234" y="467"/>
                    </a:cubicBezTo>
                    <a:cubicBezTo>
                      <a:pt x="301" y="467"/>
                      <a:pt x="334" y="467"/>
                      <a:pt x="368" y="434"/>
                    </a:cubicBezTo>
                    <a:lnTo>
                      <a:pt x="401" y="434"/>
                    </a:lnTo>
                    <a:cubicBezTo>
                      <a:pt x="468" y="400"/>
                      <a:pt x="501" y="300"/>
                      <a:pt x="501" y="234"/>
                    </a:cubicBezTo>
                    <a:cubicBezTo>
                      <a:pt x="501" y="167"/>
                      <a:pt x="468" y="100"/>
                      <a:pt x="435" y="67"/>
                    </a:cubicBezTo>
                    <a:cubicBezTo>
                      <a:pt x="368" y="34"/>
                      <a:pt x="334" y="0"/>
                      <a:pt x="2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7" name="Google Shape;12707;p39"/>
              <p:cNvSpPr/>
              <p:nvPr/>
            </p:nvSpPr>
            <p:spPr>
              <a:xfrm>
                <a:off x="5991450" y="3252025"/>
                <a:ext cx="10050" cy="10450"/>
              </a:xfrm>
              <a:custGeom>
                <a:rect b="b" l="l" r="r" t="t"/>
                <a:pathLst>
                  <a:path extrusionOk="0" h="418" w="402">
                    <a:moveTo>
                      <a:pt x="201" y="0"/>
                    </a:moveTo>
                    <a:cubicBezTo>
                      <a:pt x="134" y="0"/>
                      <a:pt x="68" y="67"/>
                      <a:pt x="34" y="100"/>
                    </a:cubicBezTo>
                    <a:cubicBezTo>
                      <a:pt x="1" y="167"/>
                      <a:pt x="1" y="234"/>
                      <a:pt x="34" y="301"/>
                    </a:cubicBezTo>
                    <a:cubicBezTo>
                      <a:pt x="68" y="334"/>
                      <a:pt x="68" y="367"/>
                      <a:pt x="101" y="367"/>
                    </a:cubicBezTo>
                    <a:cubicBezTo>
                      <a:pt x="134" y="401"/>
                      <a:pt x="176" y="417"/>
                      <a:pt x="218" y="417"/>
                    </a:cubicBezTo>
                    <a:cubicBezTo>
                      <a:pt x="259" y="417"/>
                      <a:pt x="301" y="401"/>
                      <a:pt x="335" y="367"/>
                    </a:cubicBezTo>
                    <a:cubicBezTo>
                      <a:pt x="368" y="334"/>
                      <a:pt x="368" y="301"/>
                      <a:pt x="368" y="301"/>
                    </a:cubicBezTo>
                    <a:cubicBezTo>
                      <a:pt x="401" y="234"/>
                      <a:pt x="401" y="167"/>
                      <a:pt x="368" y="100"/>
                    </a:cubicBezTo>
                    <a:cubicBezTo>
                      <a:pt x="335" y="34"/>
                      <a:pt x="268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8" name="Google Shape;12708;p39"/>
              <p:cNvSpPr/>
              <p:nvPr/>
            </p:nvSpPr>
            <p:spPr>
              <a:xfrm>
                <a:off x="6002300" y="3265375"/>
                <a:ext cx="10875" cy="9175"/>
              </a:xfrm>
              <a:custGeom>
                <a:rect b="b" l="l" r="r" t="t"/>
                <a:pathLst>
                  <a:path extrusionOk="0" h="367" w="435">
                    <a:moveTo>
                      <a:pt x="167" y="0"/>
                    </a:moveTo>
                    <a:cubicBezTo>
                      <a:pt x="67" y="0"/>
                      <a:pt x="1" y="67"/>
                      <a:pt x="1" y="167"/>
                    </a:cubicBezTo>
                    <a:cubicBezTo>
                      <a:pt x="1" y="234"/>
                      <a:pt x="34" y="267"/>
                      <a:pt x="67" y="300"/>
                    </a:cubicBezTo>
                    <a:cubicBezTo>
                      <a:pt x="101" y="334"/>
                      <a:pt x="134" y="367"/>
                      <a:pt x="201" y="367"/>
                    </a:cubicBezTo>
                    <a:lnTo>
                      <a:pt x="267" y="367"/>
                    </a:lnTo>
                    <a:cubicBezTo>
                      <a:pt x="301" y="334"/>
                      <a:pt x="334" y="334"/>
                      <a:pt x="368" y="300"/>
                    </a:cubicBezTo>
                    <a:cubicBezTo>
                      <a:pt x="434" y="234"/>
                      <a:pt x="434" y="100"/>
                      <a:pt x="368" y="33"/>
                    </a:cubicBezTo>
                    <a:cubicBezTo>
                      <a:pt x="334" y="0"/>
                      <a:pt x="301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9" name="Google Shape;12709;p39"/>
              <p:cNvSpPr/>
              <p:nvPr/>
            </p:nvSpPr>
            <p:spPr>
              <a:xfrm>
                <a:off x="6538600" y="2689000"/>
                <a:ext cx="14950" cy="12750"/>
              </a:xfrm>
              <a:custGeom>
                <a:rect b="b" l="l" r="r" t="t"/>
                <a:pathLst>
                  <a:path extrusionOk="0" h="510" w="598">
                    <a:moveTo>
                      <a:pt x="280" y="1"/>
                    </a:moveTo>
                    <a:cubicBezTo>
                      <a:pt x="109" y="1"/>
                      <a:pt x="0" y="153"/>
                      <a:pt x="31" y="305"/>
                    </a:cubicBezTo>
                    <a:cubicBezTo>
                      <a:pt x="31" y="305"/>
                      <a:pt x="31" y="339"/>
                      <a:pt x="31" y="339"/>
                    </a:cubicBezTo>
                    <a:cubicBezTo>
                      <a:pt x="73" y="444"/>
                      <a:pt x="182" y="510"/>
                      <a:pt x="290" y="510"/>
                    </a:cubicBezTo>
                    <a:cubicBezTo>
                      <a:pt x="353" y="510"/>
                      <a:pt x="415" y="488"/>
                      <a:pt x="464" y="439"/>
                    </a:cubicBezTo>
                    <a:cubicBezTo>
                      <a:pt x="598" y="272"/>
                      <a:pt x="531" y="39"/>
                      <a:pt x="331" y="5"/>
                    </a:cubicBezTo>
                    <a:cubicBezTo>
                      <a:pt x="313" y="2"/>
                      <a:pt x="296" y="1"/>
                      <a:pt x="2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0" name="Google Shape;12710;p39"/>
              <p:cNvSpPr/>
              <p:nvPr/>
            </p:nvSpPr>
            <p:spPr>
              <a:xfrm>
                <a:off x="6513500" y="2692550"/>
                <a:ext cx="13375" cy="12450"/>
              </a:xfrm>
              <a:custGeom>
                <a:rect b="b" l="l" r="r" t="t"/>
                <a:pathLst>
                  <a:path extrusionOk="0" h="498" w="535">
                    <a:moveTo>
                      <a:pt x="273" y="0"/>
                    </a:moveTo>
                    <a:cubicBezTo>
                      <a:pt x="204" y="0"/>
                      <a:pt x="137" y="27"/>
                      <a:pt x="101" y="63"/>
                    </a:cubicBezTo>
                    <a:cubicBezTo>
                      <a:pt x="101" y="63"/>
                      <a:pt x="101" y="97"/>
                      <a:pt x="101" y="97"/>
                    </a:cubicBezTo>
                    <a:cubicBezTo>
                      <a:pt x="1" y="163"/>
                      <a:pt x="1" y="297"/>
                      <a:pt x="67" y="397"/>
                    </a:cubicBezTo>
                    <a:cubicBezTo>
                      <a:pt x="101" y="464"/>
                      <a:pt x="201" y="497"/>
                      <a:pt x="267" y="497"/>
                    </a:cubicBezTo>
                    <a:cubicBezTo>
                      <a:pt x="367" y="497"/>
                      <a:pt x="468" y="430"/>
                      <a:pt x="501" y="330"/>
                    </a:cubicBezTo>
                    <a:cubicBezTo>
                      <a:pt x="534" y="230"/>
                      <a:pt x="501" y="130"/>
                      <a:pt x="434" y="63"/>
                    </a:cubicBezTo>
                    <a:cubicBezTo>
                      <a:pt x="389" y="18"/>
                      <a:pt x="330" y="0"/>
                      <a:pt x="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1" name="Google Shape;12711;p39"/>
              <p:cNvSpPr/>
              <p:nvPr/>
            </p:nvSpPr>
            <p:spPr>
              <a:xfrm>
                <a:off x="6533525" y="2713600"/>
                <a:ext cx="10850" cy="8900"/>
              </a:xfrm>
              <a:custGeom>
                <a:rect b="b" l="l" r="r" t="t"/>
                <a:pathLst>
                  <a:path extrusionOk="0" h="356" w="434">
                    <a:moveTo>
                      <a:pt x="281" y="0"/>
                    </a:moveTo>
                    <a:cubicBezTo>
                      <a:pt x="256" y="0"/>
                      <a:pt x="228" y="8"/>
                      <a:pt x="200" y="22"/>
                    </a:cubicBezTo>
                    <a:cubicBezTo>
                      <a:pt x="167" y="22"/>
                      <a:pt x="134" y="22"/>
                      <a:pt x="100" y="55"/>
                    </a:cubicBezTo>
                    <a:cubicBezTo>
                      <a:pt x="0" y="122"/>
                      <a:pt x="0" y="289"/>
                      <a:pt x="100" y="356"/>
                    </a:cubicBezTo>
                    <a:lnTo>
                      <a:pt x="200" y="356"/>
                    </a:lnTo>
                    <a:cubicBezTo>
                      <a:pt x="267" y="356"/>
                      <a:pt x="334" y="356"/>
                      <a:pt x="400" y="322"/>
                    </a:cubicBezTo>
                    <a:cubicBezTo>
                      <a:pt x="434" y="289"/>
                      <a:pt x="434" y="222"/>
                      <a:pt x="434" y="189"/>
                    </a:cubicBezTo>
                    <a:cubicBezTo>
                      <a:pt x="434" y="122"/>
                      <a:pt x="400" y="89"/>
                      <a:pt x="367" y="55"/>
                    </a:cubicBezTo>
                    <a:cubicBezTo>
                      <a:pt x="347" y="16"/>
                      <a:pt x="317" y="0"/>
                      <a:pt x="2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2" name="Google Shape;12712;p39"/>
              <p:cNvSpPr/>
              <p:nvPr/>
            </p:nvSpPr>
            <p:spPr>
              <a:xfrm>
                <a:off x="6480525" y="2716400"/>
                <a:ext cx="12600" cy="11325"/>
              </a:xfrm>
              <a:custGeom>
                <a:rect b="b" l="l" r="r" t="t"/>
                <a:pathLst>
                  <a:path extrusionOk="0" h="453" w="504">
                    <a:moveTo>
                      <a:pt x="260" y="1"/>
                    </a:moveTo>
                    <a:cubicBezTo>
                      <a:pt x="132" y="1"/>
                      <a:pt x="1" y="85"/>
                      <a:pt x="19" y="244"/>
                    </a:cubicBezTo>
                    <a:cubicBezTo>
                      <a:pt x="19" y="385"/>
                      <a:pt x="130" y="453"/>
                      <a:pt x="244" y="453"/>
                    </a:cubicBezTo>
                    <a:cubicBezTo>
                      <a:pt x="372" y="453"/>
                      <a:pt x="503" y="369"/>
                      <a:pt x="486" y="210"/>
                    </a:cubicBezTo>
                    <a:cubicBezTo>
                      <a:pt x="486" y="68"/>
                      <a:pt x="374" y="1"/>
                      <a:pt x="2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3" name="Google Shape;12713;p39"/>
              <p:cNvSpPr/>
              <p:nvPr/>
            </p:nvSpPr>
            <p:spPr>
              <a:xfrm>
                <a:off x="6578550" y="2706300"/>
                <a:ext cx="10025" cy="8700"/>
              </a:xfrm>
              <a:custGeom>
                <a:rect b="b" l="l" r="r" t="t"/>
                <a:pathLst>
                  <a:path extrusionOk="0" h="348" w="401">
                    <a:moveTo>
                      <a:pt x="221" y="1"/>
                    </a:moveTo>
                    <a:cubicBezTo>
                      <a:pt x="203" y="1"/>
                      <a:pt x="185" y="5"/>
                      <a:pt x="167" y="14"/>
                    </a:cubicBezTo>
                    <a:cubicBezTo>
                      <a:pt x="134" y="14"/>
                      <a:pt x="134" y="14"/>
                      <a:pt x="100" y="47"/>
                    </a:cubicBezTo>
                    <a:cubicBezTo>
                      <a:pt x="34" y="47"/>
                      <a:pt x="0" y="114"/>
                      <a:pt x="0" y="181"/>
                    </a:cubicBezTo>
                    <a:cubicBezTo>
                      <a:pt x="0" y="247"/>
                      <a:pt x="67" y="314"/>
                      <a:pt x="134" y="347"/>
                    </a:cubicBezTo>
                    <a:lnTo>
                      <a:pt x="167" y="347"/>
                    </a:lnTo>
                    <a:cubicBezTo>
                      <a:pt x="267" y="347"/>
                      <a:pt x="334" y="314"/>
                      <a:pt x="367" y="247"/>
                    </a:cubicBezTo>
                    <a:cubicBezTo>
                      <a:pt x="401" y="214"/>
                      <a:pt x="401" y="147"/>
                      <a:pt x="367" y="80"/>
                    </a:cubicBezTo>
                    <a:cubicBezTo>
                      <a:pt x="318" y="32"/>
                      <a:pt x="270" y="1"/>
                      <a:pt x="2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4" name="Google Shape;12714;p39"/>
              <p:cNvSpPr/>
              <p:nvPr/>
            </p:nvSpPr>
            <p:spPr>
              <a:xfrm>
                <a:off x="6566875" y="2676600"/>
                <a:ext cx="8350" cy="9100"/>
              </a:xfrm>
              <a:custGeom>
                <a:rect b="b" l="l" r="r" t="t"/>
                <a:pathLst>
                  <a:path extrusionOk="0" h="364" w="334">
                    <a:moveTo>
                      <a:pt x="167" y="1"/>
                    </a:moveTo>
                    <a:cubicBezTo>
                      <a:pt x="67" y="1"/>
                      <a:pt x="34" y="68"/>
                      <a:pt x="0" y="168"/>
                    </a:cubicBezTo>
                    <a:cubicBezTo>
                      <a:pt x="0" y="201"/>
                      <a:pt x="34" y="234"/>
                      <a:pt x="34" y="268"/>
                    </a:cubicBezTo>
                    <a:cubicBezTo>
                      <a:pt x="49" y="331"/>
                      <a:pt x="110" y="364"/>
                      <a:pt x="173" y="364"/>
                    </a:cubicBezTo>
                    <a:cubicBezTo>
                      <a:pt x="243" y="364"/>
                      <a:pt x="316" y="322"/>
                      <a:pt x="334" y="234"/>
                    </a:cubicBezTo>
                    <a:cubicBezTo>
                      <a:pt x="334" y="201"/>
                      <a:pt x="334" y="201"/>
                      <a:pt x="334" y="168"/>
                    </a:cubicBezTo>
                    <a:cubicBezTo>
                      <a:pt x="334" y="68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5" name="Google Shape;12715;p39"/>
              <p:cNvSpPr/>
              <p:nvPr/>
            </p:nvSpPr>
            <p:spPr>
              <a:xfrm>
                <a:off x="6726975" y="2509000"/>
                <a:ext cx="13375" cy="13350"/>
              </a:xfrm>
              <a:custGeom>
                <a:rect b="b" l="l" r="r" t="t"/>
                <a:pathLst>
                  <a:path extrusionOk="0" h="534" w="535">
                    <a:moveTo>
                      <a:pt x="234" y="0"/>
                    </a:moveTo>
                    <a:cubicBezTo>
                      <a:pt x="101" y="0"/>
                      <a:pt x="1" y="134"/>
                      <a:pt x="1" y="267"/>
                    </a:cubicBezTo>
                    <a:cubicBezTo>
                      <a:pt x="1" y="434"/>
                      <a:pt x="134" y="534"/>
                      <a:pt x="268" y="534"/>
                    </a:cubicBezTo>
                    <a:cubicBezTo>
                      <a:pt x="401" y="534"/>
                      <a:pt x="535" y="400"/>
                      <a:pt x="501" y="267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6" name="Google Shape;12716;p39"/>
              <p:cNvSpPr/>
              <p:nvPr/>
            </p:nvSpPr>
            <p:spPr>
              <a:xfrm>
                <a:off x="6699475" y="251145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95" y="1"/>
                    </a:moveTo>
                    <a:cubicBezTo>
                      <a:pt x="214" y="1"/>
                      <a:pt x="143" y="38"/>
                      <a:pt x="100" y="102"/>
                    </a:cubicBezTo>
                    <a:cubicBezTo>
                      <a:pt x="0" y="169"/>
                      <a:pt x="0" y="302"/>
                      <a:pt x="67" y="402"/>
                    </a:cubicBezTo>
                    <a:cubicBezTo>
                      <a:pt x="100" y="469"/>
                      <a:pt x="167" y="503"/>
                      <a:pt x="200" y="536"/>
                    </a:cubicBezTo>
                    <a:cubicBezTo>
                      <a:pt x="267" y="536"/>
                      <a:pt x="300" y="569"/>
                      <a:pt x="367" y="569"/>
                    </a:cubicBezTo>
                    <a:cubicBezTo>
                      <a:pt x="467" y="569"/>
                      <a:pt x="601" y="436"/>
                      <a:pt x="601" y="302"/>
                    </a:cubicBezTo>
                    <a:cubicBezTo>
                      <a:pt x="601" y="269"/>
                      <a:pt x="567" y="202"/>
                      <a:pt x="567" y="169"/>
                    </a:cubicBezTo>
                    <a:cubicBezTo>
                      <a:pt x="534" y="102"/>
                      <a:pt x="467" y="69"/>
                      <a:pt x="434" y="36"/>
                    </a:cubicBezTo>
                    <a:cubicBezTo>
                      <a:pt x="387" y="12"/>
                      <a:pt x="339" y="1"/>
                      <a:pt x="2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7" name="Google Shape;12717;p39"/>
              <p:cNvSpPr/>
              <p:nvPr/>
            </p:nvSpPr>
            <p:spPr>
              <a:xfrm>
                <a:off x="6716150" y="2528175"/>
                <a:ext cx="11700" cy="9200"/>
              </a:xfrm>
              <a:custGeom>
                <a:rect b="b" l="l" r="r" t="t"/>
                <a:pathLst>
                  <a:path extrusionOk="0" h="368" w="468">
                    <a:moveTo>
                      <a:pt x="267" y="0"/>
                    </a:moveTo>
                    <a:cubicBezTo>
                      <a:pt x="234" y="0"/>
                      <a:pt x="200" y="34"/>
                      <a:pt x="167" y="34"/>
                    </a:cubicBezTo>
                    <a:cubicBezTo>
                      <a:pt x="0" y="67"/>
                      <a:pt x="34" y="301"/>
                      <a:pt x="200" y="367"/>
                    </a:cubicBezTo>
                    <a:lnTo>
                      <a:pt x="267" y="367"/>
                    </a:lnTo>
                    <a:cubicBezTo>
                      <a:pt x="334" y="367"/>
                      <a:pt x="401" y="334"/>
                      <a:pt x="434" y="267"/>
                    </a:cubicBezTo>
                    <a:cubicBezTo>
                      <a:pt x="467" y="200"/>
                      <a:pt x="467" y="167"/>
                      <a:pt x="434" y="100"/>
                    </a:cubicBezTo>
                    <a:cubicBezTo>
                      <a:pt x="401" y="34"/>
                      <a:pt x="334" y="0"/>
                      <a:pt x="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8" name="Google Shape;12718;p39"/>
              <p:cNvSpPr/>
              <p:nvPr/>
            </p:nvSpPr>
            <p:spPr>
              <a:xfrm>
                <a:off x="6656100" y="2878425"/>
                <a:ext cx="20875" cy="18700"/>
              </a:xfrm>
              <a:custGeom>
                <a:rect b="b" l="l" r="r" t="t"/>
                <a:pathLst>
                  <a:path extrusionOk="0" h="748" w="835">
                    <a:moveTo>
                      <a:pt x="468" y="0"/>
                    </a:moveTo>
                    <a:cubicBezTo>
                      <a:pt x="401" y="0"/>
                      <a:pt x="334" y="0"/>
                      <a:pt x="267" y="34"/>
                    </a:cubicBezTo>
                    <a:cubicBezTo>
                      <a:pt x="201" y="34"/>
                      <a:pt x="134" y="100"/>
                      <a:pt x="101" y="134"/>
                    </a:cubicBezTo>
                    <a:cubicBezTo>
                      <a:pt x="67" y="200"/>
                      <a:pt x="34" y="267"/>
                      <a:pt x="1" y="334"/>
                    </a:cubicBezTo>
                    <a:cubicBezTo>
                      <a:pt x="1" y="434"/>
                      <a:pt x="1" y="501"/>
                      <a:pt x="67" y="567"/>
                    </a:cubicBezTo>
                    <a:cubicBezTo>
                      <a:pt x="101" y="634"/>
                      <a:pt x="134" y="667"/>
                      <a:pt x="201" y="701"/>
                    </a:cubicBezTo>
                    <a:cubicBezTo>
                      <a:pt x="248" y="724"/>
                      <a:pt x="295" y="748"/>
                      <a:pt x="342" y="748"/>
                    </a:cubicBezTo>
                    <a:cubicBezTo>
                      <a:pt x="362" y="748"/>
                      <a:pt x="381" y="744"/>
                      <a:pt x="401" y="734"/>
                    </a:cubicBezTo>
                    <a:cubicBezTo>
                      <a:pt x="501" y="734"/>
                      <a:pt x="601" y="701"/>
                      <a:pt x="668" y="634"/>
                    </a:cubicBezTo>
                    <a:cubicBezTo>
                      <a:pt x="801" y="534"/>
                      <a:pt x="835" y="367"/>
                      <a:pt x="768" y="234"/>
                    </a:cubicBezTo>
                    <a:cubicBezTo>
                      <a:pt x="701" y="100"/>
                      <a:pt x="601" y="0"/>
                      <a:pt x="4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9" name="Google Shape;12719;p39"/>
              <p:cNvSpPr/>
              <p:nvPr/>
            </p:nvSpPr>
            <p:spPr>
              <a:xfrm>
                <a:off x="6633575" y="2881525"/>
                <a:ext cx="12550" cy="11325"/>
              </a:xfrm>
              <a:custGeom>
                <a:rect b="b" l="l" r="r" t="t"/>
                <a:pathLst>
                  <a:path extrusionOk="0" h="453" w="502">
                    <a:moveTo>
                      <a:pt x="259" y="1"/>
                    </a:moveTo>
                    <a:cubicBezTo>
                      <a:pt x="131" y="1"/>
                      <a:pt x="1" y="85"/>
                      <a:pt x="1" y="243"/>
                    </a:cubicBezTo>
                    <a:cubicBezTo>
                      <a:pt x="17" y="385"/>
                      <a:pt x="129" y="452"/>
                      <a:pt x="244" y="452"/>
                    </a:cubicBezTo>
                    <a:cubicBezTo>
                      <a:pt x="371" y="452"/>
                      <a:pt x="501" y="368"/>
                      <a:pt x="501" y="210"/>
                    </a:cubicBezTo>
                    <a:cubicBezTo>
                      <a:pt x="486" y="68"/>
                      <a:pt x="373" y="1"/>
                      <a:pt x="2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0" name="Google Shape;12720;p39"/>
              <p:cNvSpPr/>
              <p:nvPr/>
            </p:nvSpPr>
            <p:spPr>
              <a:xfrm>
                <a:off x="6641100" y="2898525"/>
                <a:ext cx="9200" cy="7850"/>
              </a:xfrm>
              <a:custGeom>
                <a:rect b="b" l="l" r="r" t="t"/>
                <a:pathLst>
                  <a:path extrusionOk="0" h="314" w="368">
                    <a:moveTo>
                      <a:pt x="181" y="1"/>
                    </a:moveTo>
                    <a:cubicBezTo>
                      <a:pt x="90" y="1"/>
                      <a:pt x="0" y="60"/>
                      <a:pt x="0" y="164"/>
                    </a:cubicBezTo>
                    <a:cubicBezTo>
                      <a:pt x="17" y="264"/>
                      <a:pt x="109" y="314"/>
                      <a:pt x="196" y="314"/>
                    </a:cubicBezTo>
                    <a:cubicBezTo>
                      <a:pt x="284" y="314"/>
                      <a:pt x="367" y="264"/>
                      <a:pt x="367" y="164"/>
                    </a:cubicBezTo>
                    <a:cubicBezTo>
                      <a:pt x="351" y="51"/>
                      <a:pt x="266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1" name="Google Shape;12721;p39"/>
              <p:cNvSpPr/>
              <p:nvPr/>
            </p:nvSpPr>
            <p:spPr>
              <a:xfrm>
                <a:off x="6560925" y="2918325"/>
                <a:ext cx="15150" cy="11275"/>
              </a:xfrm>
              <a:custGeom>
                <a:rect b="b" l="l" r="r" t="t"/>
                <a:pathLst>
                  <a:path extrusionOk="0" h="451" w="606">
                    <a:moveTo>
                      <a:pt x="284" y="0"/>
                    </a:moveTo>
                    <a:cubicBezTo>
                      <a:pt x="1" y="0"/>
                      <a:pt x="17" y="450"/>
                      <a:pt x="267" y="450"/>
                    </a:cubicBezTo>
                    <a:cubicBezTo>
                      <a:pt x="289" y="450"/>
                      <a:pt x="313" y="447"/>
                      <a:pt x="338" y="439"/>
                    </a:cubicBezTo>
                    <a:lnTo>
                      <a:pt x="372" y="439"/>
                    </a:lnTo>
                    <a:cubicBezTo>
                      <a:pt x="605" y="372"/>
                      <a:pt x="572" y="72"/>
                      <a:pt x="372" y="5"/>
                    </a:cubicBezTo>
                    <a:lnTo>
                      <a:pt x="338" y="5"/>
                    </a:lnTo>
                    <a:cubicBezTo>
                      <a:pt x="319" y="2"/>
                      <a:pt x="301" y="0"/>
                      <a:pt x="2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2" name="Google Shape;12722;p39"/>
              <p:cNvSpPr/>
              <p:nvPr/>
            </p:nvSpPr>
            <p:spPr>
              <a:xfrm>
                <a:off x="7059725" y="2523675"/>
                <a:ext cx="13375" cy="10700"/>
              </a:xfrm>
              <a:custGeom>
                <a:rect b="b" l="l" r="r" t="t"/>
                <a:pathLst>
                  <a:path extrusionOk="0" h="428" w="535">
                    <a:moveTo>
                      <a:pt x="214" y="0"/>
                    </a:moveTo>
                    <a:cubicBezTo>
                      <a:pt x="165" y="0"/>
                      <a:pt x="116" y="31"/>
                      <a:pt x="67" y="80"/>
                    </a:cubicBezTo>
                    <a:cubicBezTo>
                      <a:pt x="34" y="114"/>
                      <a:pt x="0" y="180"/>
                      <a:pt x="0" y="247"/>
                    </a:cubicBezTo>
                    <a:cubicBezTo>
                      <a:pt x="0" y="280"/>
                      <a:pt x="34" y="347"/>
                      <a:pt x="101" y="380"/>
                    </a:cubicBezTo>
                    <a:cubicBezTo>
                      <a:pt x="124" y="404"/>
                      <a:pt x="181" y="428"/>
                      <a:pt x="236" y="428"/>
                    </a:cubicBezTo>
                    <a:cubicBezTo>
                      <a:pt x="259" y="428"/>
                      <a:pt x="281" y="424"/>
                      <a:pt x="301" y="414"/>
                    </a:cubicBezTo>
                    <a:cubicBezTo>
                      <a:pt x="334" y="414"/>
                      <a:pt x="367" y="380"/>
                      <a:pt x="401" y="380"/>
                    </a:cubicBezTo>
                    <a:cubicBezTo>
                      <a:pt x="534" y="314"/>
                      <a:pt x="501" y="114"/>
                      <a:pt x="367" y="47"/>
                    </a:cubicBezTo>
                    <a:cubicBezTo>
                      <a:pt x="334" y="47"/>
                      <a:pt x="301" y="14"/>
                      <a:pt x="267" y="14"/>
                    </a:cubicBezTo>
                    <a:cubicBezTo>
                      <a:pt x="249" y="5"/>
                      <a:pt x="232" y="0"/>
                      <a:pt x="21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3" name="Google Shape;12723;p39"/>
              <p:cNvSpPr/>
              <p:nvPr/>
            </p:nvSpPr>
            <p:spPr>
              <a:xfrm>
                <a:off x="7040550" y="2521500"/>
                <a:ext cx="10025" cy="9200"/>
              </a:xfrm>
              <a:custGeom>
                <a:rect b="b" l="l" r="r" t="t"/>
                <a:pathLst>
                  <a:path extrusionOk="0" h="368" w="401">
                    <a:moveTo>
                      <a:pt x="167" y="0"/>
                    </a:moveTo>
                    <a:cubicBezTo>
                      <a:pt x="67" y="0"/>
                      <a:pt x="0" y="101"/>
                      <a:pt x="0" y="201"/>
                    </a:cubicBezTo>
                    <a:cubicBezTo>
                      <a:pt x="0" y="301"/>
                      <a:pt x="100" y="367"/>
                      <a:pt x="200" y="367"/>
                    </a:cubicBezTo>
                    <a:cubicBezTo>
                      <a:pt x="267" y="367"/>
                      <a:pt x="300" y="334"/>
                      <a:pt x="334" y="301"/>
                    </a:cubicBezTo>
                    <a:cubicBezTo>
                      <a:pt x="401" y="267"/>
                      <a:pt x="401" y="234"/>
                      <a:pt x="401" y="167"/>
                    </a:cubicBezTo>
                    <a:cubicBezTo>
                      <a:pt x="401" y="101"/>
                      <a:pt x="367" y="67"/>
                      <a:pt x="334" y="34"/>
                    </a:cubicBezTo>
                    <a:cubicBezTo>
                      <a:pt x="300" y="0"/>
                      <a:pt x="234" y="0"/>
                      <a:pt x="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4" name="Google Shape;12724;p39"/>
              <p:cNvSpPr/>
              <p:nvPr/>
            </p:nvSpPr>
            <p:spPr>
              <a:xfrm>
                <a:off x="7048050" y="2546525"/>
                <a:ext cx="10025" cy="8350"/>
              </a:xfrm>
              <a:custGeom>
                <a:rect b="b" l="l" r="r" t="t"/>
                <a:pathLst>
                  <a:path extrusionOk="0" h="334" w="401">
                    <a:moveTo>
                      <a:pt x="167" y="0"/>
                    </a:moveTo>
                    <a:cubicBezTo>
                      <a:pt x="67" y="34"/>
                      <a:pt x="0" y="67"/>
                      <a:pt x="0" y="167"/>
                    </a:cubicBezTo>
                    <a:cubicBezTo>
                      <a:pt x="0" y="267"/>
                      <a:pt x="67" y="334"/>
                      <a:pt x="167" y="334"/>
                    </a:cubicBezTo>
                    <a:lnTo>
                      <a:pt x="234" y="334"/>
                    </a:lnTo>
                    <a:cubicBezTo>
                      <a:pt x="334" y="334"/>
                      <a:pt x="401" y="234"/>
                      <a:pt x="401" y="167"/>
                    </a:cubicBezTo>
                    <a:cubicBezTo>
                      <a:pt x="401" y="67"/>
                      <a:pt x="301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5" name="Google Shape;12725;p39"/>
              <p:cNvSpPr/>
              <p:nvPr/>
            </p:nvSpPr>
            <p:spPr>
              <a:xfrm>
                <a:off x="6238300" y="2732475"/>
                <a:ext cx="19200" cy="17550"/>
              </a:xfrm>
              <a:custGeom>
                <a:rect b="b" l="l" r="r" t="t"/>
                <a:pathLst>
                  <a:path extrusionOk="0" h="702" w="768">
                    <a:moveTo>
                      <a:pt x="434" y="1"/>
                    </a:moveTo>
                    <a:cubicBezTo>
                      <a:pt x="334" y="1"/>
                      <a:pt x="268" y="1"/>
                      <a:pt x="201" y="34"/>
                    </a:cubicBezTo>
                    <a:cubicBezTo>
                      <a:pt x="201" y="34"/>
                      <a:pt x="167" y="68"/>
                      <a:pt x="167" y="68"/>
                    </a:cubicBezTo>
                    <a:cubicBezTo>
                      <a:pt x="67" y="134"/>
                      <a:pt x="1" y="268"/>
                      <a:pt x="1" y="368"/>
                    </a:cubicBezTo>
                    <a:cubicBezTo>
                      <a:pt x="1" y="468"/>
                      <a:pt x="67" y="568"/>
                      <a:pt x="134" y="601"/>
                    </a:cubicBezTo>
                    <a:cubicBezTo>
                      <a:pt x="201" y="668"/>
                      <a:pt x="268" y="701"/>
                      <a:pt x="368" y="701"/>
                    </a:cubicBezTo>
                    <a:cubicBezTo>
                      <a:pt x="501" y="701"/>
                      <a:pt x="634" y="635"/>
                      <a:pt x="668" y="535"/>
                    </a:cubicBezTo>
                    <a:cubicBezTo>
                      <a:pt x="668" y="501"/>
                      <a:pt x="701" y="501"/>
                      <a:pt x="701" y="468"/>
                    </a:cubicBezTo>
                    <a:cubicBezTo>
                      <a:pt x="735" y="401"/>
                      <a:pt x="768" y="301"/>
                      <a:pt x="735" y="201"/>
                    </a:cubicBezTo>
                    <a:cubicBezTo>
                      <a:pt x="701" y="168"/>
                      <a:pt x="668" y="101"/>
                      <a:pt x="634" y="68"/>
                    </a:cubicBezTo>
                    <a:cubicBezTo>
                      <a:pt x="568" y="34"/>
                      <a:pt x="501" y="1"/>
                      <a:pt x="4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6" name="Google Shape;12726;p39"/>
              <p:cNvSpPr/>
              <p:nvPr/>
            </p:nvSpPr>
            <p:spPr>
              <a:xfrm>
                <a:off x="6220800" y="2716575"/>
                <a:ext cx="12200" cy="9900"/>
              </a:xfrm>
              <a:custGeom>
                <a:rect b="b" l="l" r="r" t="t"/>
                <a:pathLst>
                  <a:path extrusionOk="0" h="396" w="488">
                    <a:moveTo>
                      <a:pt x="257" y="0"/>
                    </a:moveTo>
                    <a:cubicBezTo>
                      <a:pt x="221" y="0"/>
                      <a:pt x="180" y="11"/>
                      <a:pt x="134" y="36"/>
                    </a:cubicBezTo>
                    <a:cubicBezTo>
                      <a:pt x="134" y="36"/>
                      <a:pt x="100" y="36"/>
                      <a:pt x="67" y="70"/>
                    </a:cubicBezTo>
                    <a:cubicBezTo>
                      <a:pt x="34" y="103"/>
                      <a:pt x="0" y="136"/>
                      <a:pt x="34" y="203"/>
                    </a:cubicBezTo>
                    <a:cubicBezTo>
                      <a:pt x="34" y="270"/>
                      <a:pt x="34" y="303"/>
                      <a:pt x="100" y="337"/>
                    </a:cubicBezTo>
                    <a:cubicBezTo>
                      <a:pt x="100" y="337"/>
                      <a:pt x="134" y="370"/>
                      <a:pt x="167" y="370"/>
                    </a:cubicBezTo>
                    <a:cubicBezTo>
                      <a:pt x="207" y="388"/>
                      <a:pt x="242" y="396"/>
                      <a:pt x="272" y="396"/>
                    </a:cubicBezTo>
                    <a:cubicBezTo>
                      <a:pt x="487" y="396"/>
                      <a:pt x="472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7" name="Google Shape;12727;p39"/>
              <p:cNvSpPr/>
              <p:nvPr/>
            </p:nvSpPr>
            <p:spPr>
              <a:xfrm>
                <a:off x="6250825" y="2711925"/>
                <a:ext cx="11500" cy="9875"/>
              </a:xfrm>
              <a:custGeom>
                <a:rect b="b" l="l" r="r" t="t"/>
                <a:pathLst>
                  <a:path extrusionOk="0" h="395" w="460">
                    <a:moveTo>
                      <a:pt x="151" y="0"/>
                    </a:moveTo>
                    <a:cubicBezTo>
                      <a:pt x="112" y="0"/>
                      <a:pt x="72" y="17"/>
                      <a:pt x="33" y="56"/>
                    </a:cubicBezTo>
                    <a:cubicBezTo>
                      <a:pt x="0" y="89"/>
                      <a:pt x="0" y="189"/>
                      <a:pt x="33" y="256"/>
                    </a:cubicBezTo>
                    <a:cubicBezTo>
                      <a:pt x="33" y="256"/>
                      <a:pt x="33" y="289"/>
                      <a:pt x="33" y="289"/>
                    </a:cubicBezTo>
                    <a:lnTo>
                      <a:pt x="67" y="356"/>
                    </a:lnTo>
                    <a:cubicBezTo>
                      <a:pt x="100" y="389"/>
                      <a:pt x="167" y="389"/>
                      <a:pt x="200" y="389"/>
                    </a:cubicBezTo>
                    <a:cubicBezTo>
                      <a:pt x="214" y="393"/>
                      <a:pt x="229" y="394"/>
                      <a:pt x="243" y="394"/>
                    </a:cubicBezTo>
                    <a:cubicBezTo>
                      <a:pt x="360" y="394"/>
                      <a:pt x="460" y="278"/>
                      <a:pt x="400" y="189"/>
                    </a:cubicBezTo>
                    <a:cubicBezTo>
                      <a:pt x="400" y="156"/>
                      <a:pt x="367" y="89"/>
                      <a:pt x="334" y="56"/>
                    </a:cubicBezTo>
                    <a:cubicBezTo>
                      <a:pt x="334" y="56"/>
                      <a:pt x="300" y="22"/>
                      <a:pt x="267" y="22"/>
                    </a:cubicBezTo>
                    <a:lnTo>
                      <a:pt x="234" y="22"/>
                    </a:lnTo>
                    <a:cubicBezTo>
                      <a:pt x="206" y="8"/>
                      <a:pt x="178" y="0"/>
                      <a:pt x="1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8" name="Google Shape;12728;p39"/>
              <p:cNvSpPr/>
              <p:nvPr/>
            </p:nvSpPr>
            <p:spPr>
              <a:xfrm>
                <a:off x="5976450" y="3064100"/>
                <a:ext cx="92600" cy="16400"/>
              </a:xfrm>
              <a:custGeom>
                <a:rect b="b" l="l" r="r" t="t"/>
                <a:pathLst>
                  <a:path extrusionOk="0" h="656" w="3704">
                    <a:moveTo>
                      <a:pt x="810" y="1"/>
                    </a:moveTo>
                    <a:cubicBezTo>
                      <a:pt x="616" y="1"/>
                      <a:pt x="423" y="12"/>
                      <a:pt x="234" y="45"/>
                    </a:cubicBezTo>
                    <a:cubicBezTo>
                      <a:pt x="1" y="112"/>
                      <a:pt x="34" y="412"/>
                      <a:pt x="234" y="479"/>
                    </a:cubicBezTo>
                    <a:cubicBezTo>
                      <a:pt x="768" y="646"/>
                      <a:pt x="1402" y="579"/>
                      <a:pt x="1969" y="612"/>
                    </a:cubicBezTo>
                    <a:cubicBezTo>
                      <a:pt x="2255" y="612"/>
                      <a:pt x="2595" y="656"/>
                      <a:pt x="2915" y="656"/>
                    </a:cubicBezTo>
                    <a:cubicBezTo>
                      <a:pt x="3155" y="656"/>
                      <a:pt x="3384" y="631"/>
                      <a:pt x="3570" y="546"/>
                    </a:cubicBezTo>
                    <a:cubicBezTo>
                      <a:pt x="3703" y="479"/>
                      <a:pt x="3703" y="245"/>
                      <a:pt x="3570" y="179"/>
                    </a:cubicBezTo>
                    <a:cubicBezTo>
                      <a:pt x="3336" y="53"/>
                      <a:pt x="3035" y="24"/>
                      <a:pt x="2729" y="24"/>
                    </a:cubicBezTo>
                    <a:cubicBezTo>
                      <a:pt x="2466" y="24"/>
                      <a:pt x="2200" y="45"/>
                      <a:pt x="1969" y="45"/>
                    </a:cubicBezTo>
                    <a:cubicBezTo>
                      <a:pt x="1591" y="45"/>
                      <a:pt x="1198" y="1"/>
                      <a:pt x="8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9" name="Google Shape;12729;p39"/>
              <p:cNvSpPr/>
              <p:nvPr/>
            </p:nvSpPr>
            <p:spPr>
              <a:xfrm>
                <a:off x="5886375" y="3313875"/>
                <a:ext cx="38400" cy="111375"/>
              </a:xfrm>
              <a:custGeom>
                <a:rect b="b" l="l" r="r" t="t"/>
                <a:pathLst>
                  <a:path extrusionOk="0" h="4455" w="1536">
                    <a:moveTo>
                      <a:pt x="1328" y="0"/>
                    </a:moveTo>
                    <a:cubicBezTo>
                      <a:pt x="1259" y="0"/>
                      <a:pt x="1187" y="30"/>
                      <a:pt x="1135" y="95"/>
                    </a:cubicBezTo>
                    <a:cubicBezTo>
                      <a:pt x="968" y="395"/>
                      <a:pt x="902" y="729"/>
                      <a:pt x="802" y="1062"/>
                    </a:cubicBezTo>
                    <a:cubicBezTo>
                      <a:pt x="701" y="1463"/>
                      <a:pt x="601" y="1829"/>
                      <a:pt x="501" y="2230"/>
                    </a:cubicBezTo>
                    <a:cubicBezTo>
                      <a:pt x="401" y="2597"/>
                      <a:pt x="301" y="2964"/>
                      <a:pt x="201" y="3331"/>
                    </a:cubicBezTo>
                    <a:cubicBezTo>
                      <a:pt x="134" y="3631"/>
                      <a:pt x="1" y="3964"/>
                      <a:pt x="68" y="4298"/>
                    </a:cubicBezTo>
                    <a:cubicBezTo>
                      <a:pt x="89" y="4402"/>
                      <a:pt x="175" y="4454"/>
                      <a:pt x="261" y="4454"/>
                    </a:cubicBezTo>
                    <a:cubicBezTo>
                      <a:pt x="312" y="4454"/>
                      <a:pt x="364" y="4435"/>
                      <a:pt x="401" y="4398"/>
                    </a:cubicBezTo>
                    <a:cubicBezTo>
                      <a:pt x="635" y="4164"/>
                      <a:pt x="668" y="3864"/>
                      <a:pt x="735" y="3564"/>
                    </a:cubicBezTo>
                    <a:cubicBezTo>
                      <a:pt x="868" y="3164"/>
                      <a:pt x="968" y="2763"/>
                      <a:pt x="1068" y="2397"/>
                    </a:cubicBezTo>
                    <a:cubicBezTo>
                      <a:pt x="1135" y="2030"/>
                      <a:pt x="1235" y="1663"/>
                      <a:pt x="1335" y="1296"/>
                    </a:cubicBezTo>
                    <a:cubicBezTo>
                      <a:pt x="1402" y="929"/>
                      <a:pt x="1535" y="562"/>
                      <a:pt x="1535" y="195"/>
                    </a:cubicBezTo>
                    <a:cubicBezTo>
                      <a:pt x="1535" y="73"/>
                      <a:pt x="1436" y="0"/>
                      <a:pt x="13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0" name="Google Shape;12730;p39"/>
              <p:cNvSpPr/>
              <p:nvPr/>
            </p:nvSpPr>
            <p:spPr>
              <a:xfrm>
                <a:off x="6239425" y="3463250"/>
                <a:ext cx="169850" cy="119875"/>
              </a:xfrm>
              <a:custGeom>
                <a:rect b="b" l="l" r="r" t="t"/>
                <a:pathLst>
                  <a:path extrusionOk="0" h="4795" w="6794">
                    <a:moveTo>
                      <a:pt x="3427" y="1"/>
                    </a:moveTo>
                    <a:cubicBezTo>
                      <a:pt x="3337" y="1"/>
                      <a:pt x="3244" y="63"/>
                      <a:pt x="3225" y="158"/>
                    </a:cubicBezTo>
                    <a:cubicBezTo>
                      <a:pt x="3158" y="891"/>
                      <a:pt x="3258" y="1659"/>
                      <a:pt x="3325" y="2359"/>
                    </a:cubicBezTo>
                    <a:cubicBezTo>
                      <a:pt x="3358" y="2859"/>
                      <a:pt x="3358" y="3393"/>
                      <a:pt x="3425" y="3894"/>
                    </a:cubicBezTo>
                    <a:cubicBezTo>
                      <a:pt x="3058" y="3693"/>
                      <a:pt x="2558" y="3593"/>
                      <a:pt x="2191" y="3460"/>
                    </a:cubicBezTo>
                    <a:cubicBezTo>
                      <a:pt x="1590" y="3260"/>
                      <a:pt x="956" y="3026"/>
                      <a:pt x="323" y="2926"/>
                    </a:cubicBezTo>
                    <a:cubicBezTo>
                      <a:pt x="311" y="2924"/>
                      <a:pt x="300" y="2923"/>
                      <a:pt x="288" y="2923"/>
                    </a:cubicBezTo>
                    <a:cubicBezTo>
                      <a:pt x="108" y="2923"/>
                      <a:pt x="1" y="3165"/>
                      <a:pt x="189" y="3260"/>
                    </a:cubicBezTo>
                    <a:cubicBezTo>
                      <a:pt x="690" y="3593"/>
                      <a:pt x="1323" y="3760"/>
                      <a:pt x="1890" y="3994"/>
                    </a:cubicBezTo>
                    <a:cubicBezTo>
                      <a:pt x="2191" y="4094"/>
                      <a:pt x="2491" y="4194"/>
                      <a:pt x="2791" y="4327"/>
                    </a:cubicBezTo>
                    <a:cubicBezTo>
                      <a:pt x="3025" y="4394"/>
                      <a:pt x="3258" y="4494"/>
                      <a:pt x="3525" y="4494"/>
                    </a:cubicBezTo>
                    <a:cubicBezTo>
                      <a:pt x="3563" y="4627"/>
                      <a:pt x="3677" y="4684"/>
                      <a:pt x="3798" y="4684"/>
                    </a:cubicBezTo>
                    <a:cubicBezTo>
                      <a:pt x="3890" y="4684"/>
                      <a:pt x="3987" y="4651"/>
                      <a:pt x="4059" y="4594"/>
                    </a:cubicBezTo>
                    <a:cubicBezTo>
                      <a:pt x="4059" y="4594"/>
                      <a:pt x="4059" y="4594"/>
                      <a:pt x="4092" y="4627"/>
                    </a:cubicBezTo>
                    <a:cubicBezTo>
                      <a:pt x="4159" y="4661"/>
                      <a:pt x="4192" y="4661"/>
                      <a:pt x="4259" y="4694"/>
                    </a:cubicBezTo>
                    <a:cubicBezTo>
                      <a:pt x="4301" y="4758"/>
                      <a:pt x="4357" y="4781"/>
                      <a:pt x="4417" y="4781"/>
                    </a:cubicBezTo>
                    <a:cubicBezTo>
                      <a:pt x="4452" y="4781"/>
                      <a:pt x="4489" y="4773"/>
                      <a:pt x="4526" y="4761"/>
                    </a:cubicBezTo>
                    <a:cubicBezTo>
                      <a:pt x="4759" y="4794"/>
                      <a:pt x="5026" y="4794"/>
                      <a:pt x="5259" y="4794"/>
                    </a:cubicBezTo>
                    <a:cubicBezTo>
                      <a:pt x="5693" y="4794"/>
                      <a:pt x="6160" y="4794"/>
                      <a:pt x="6560" y="4627"/>
                    </a:cubicBezTo>
                    <a:cubicBezTo>
                      <a:pt x="6794" y="4527"/>
                      <a:pt x="6761" y="4160"/>
                      <a:pt x="6494" y="4127"/>
                    </a:cubicBezTo>
                    <a:cubicBezTo>
                      <a:pt x="6436" y="4122"/>
                      <a:pt x="6379" y="4120"/>
                      <a:pt x="6320" y="4120"/>
                    </a:cubicBezTo>
                    <a:cubicBezTo>
                      <a:pt x="5970" y="4120"/>
                      <a:pt x="5603" y="4194"/>
                      <a:pt x="5259" y="4194"/>
                    </a:cubicBezTo>
                    <a:cubicBezTo>
                      <a:pt x="5093" y="4194"/>
                      <a:pt x="4893" y="4160"/>
                      <a:pt x="4726" y="4160"/>
                    </a:cubicBezTo>
                    <a:cubicBezTo>
                      <a:pt x="4692" y="3727"/>
                      <a:pt x="4559" y="3260"/>
                      <a:pt x="4492" y="2859"/>
                    </a:cubicBezTo>
                    <a:cubicBezTo>
                      <a:pt x="4392" y="2292"/>
                      <a:pt x="4292" y="1725"/>
                      <a:pt x="4125" y="1158"/>
                    </a:cubicBezTo>
                    <a:cubicBezTo>
                      <a:pt x="4095" y="1066"/>
                      <a:pt x="4015" y="1024"/>
                      <a:pt x="3938" y="1024"/>
                    </a:cubicBezTo>
                    <a:cubicBezTo>
                      <a:pt x="3846" y="1024"/>
                      <a:pt x="3758" y="1083"/>
                      <a:pt x="3758" y="1192"/>
                    </a:cubicBezTo>
                    <a:cubicBezTo>
                      <a:pt x="3758" y="1258"/>
                      <a:pt x="3758" y="1292"/>
                      <a:pt x="3758" y="1325"/>
                    </a:cubicBezTo>
                    <a:cubicBezTo>
                      <a:pt x="3725" y="925"/>
                      <a:pt x="3692" y="491"/>
                      <a:pt x="3592" y="124"/>
                    </a:cubicBezTo>
                    <a:cubicBezTo>
                      <a:pt x="3563" y="37"/>
                      <a:pt x="3496" y="1"/>
                      <a:pt x="34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1" name="Google Shape;12731;p39"/>
              <p:cNvSpPr/>
              <p:nvPr/>
            </p:nvSpPr>
            <p:spPr>
              <a:xfrm>
                <a:off x="6865425" y="3403775"/>
                <a:ext cx="170975" cy="100125"/>
              </a:xfrm>
              <a:custGeom>
                <a:rect b="b" l="l" r="r" t="t"/>
                <a:pathLst>
                  <a:path extrusionOk="0" h="4005" w="6839">
                    <a:moveTo>
                      <a:pt x="3207" y="0"/>
                    </a:moveTo>
                    <a:cubicBezTo>
                      <a:pt x="3117" y="0"/>
                      <a:pt x="3020" y="60"/>
                      <a:pt x="3002" y="168"/>
                    </a:cubicBezTo>
                    <a:cubicBezTo>
                      <a:pt x="2969" y="802"/>
                      <a:pt x="3069" y="1436"/>
                      <a:pt x="3169" y="2036"/>
                    </a:cubicBezTo>
                    <a:cubicBezTo>
                      <a:pt x="3236" y="2403"/>
                      <a:pt x="3269" y="2870"/>
                      <a:pt x="3336" y="3270"/>
                    </a:cubicBezTo>
                    <a:cubicBezTo>
                      <a:pt x="2936" y="3104"/>
                      <a:pt x="2502" y="3037"/>
                      <a:pt x="2102" y="2937"/>
                    </a:cubicBezTo>
                    <a:cubicBezTo>
                      <a:pt x="1593" y="2824"/>
                      <a:pt x="988" y="2615"/>
                      <a:pt x="449" y="2615"/>
                    </a:cubicBezTo>
                    <a:cubicBezTo>
                      <a:pt x="353" y="2615"/>
                      <a:pt x="258" y="2621"/>
                      <a:pt x="167" y="2637"/>
                    </a:cubicBezTo>
                    <a:cubicBezTo>
                      <a:pt x="0" y="2670"/>
                      <a:pt x="0" y="2903"/>
                      <a:pt x="134" y="2970"/>
                    </a:cubicBezTo>
                    <a:cubicBezTo>
                      <a:pt x="401" y="3137"/>
                      <a:pt x="734" y="3170"/>
                      <a:pt x="1068" y="3237"/>
                    </a:cubicBezTo>
                    <a:cubicBezTo>
                      <a:pt x="1368" y="3304"/>
                      <a:pt x="1701" y="3404"/>
                      <a:pt x="2035" y="3471"/>
                    </a:cubicBezTo>
                    <a:cubicBezTo>
                      <a:pt x="2669" y="3671"/>
                      <a:pt x="3269" y="3938"/>
                      <a:pt x="3936" y="4004"/>
                    </a:cubicBezTo>
                    <a:cubicBezTo>
                      <a:pt x="4036" y="4004"/>
                      <a:pt x="4103" y="3938"/>
                      <a:pt x="4103" y="3871"/>
                    </a:cubicBezTo>
                    <a:lnTo>
                      <a:pt x="4137" y="3871"/>
                    </a:lnTo>
                    <a:cubicBezTo>
                      <a:pt x="4170" y="3871"/>
                      <a:pt x="4170" y="3904"/>
                      <a:pt x="4203" y="3938"/>
                    </a:cubicBezTo>
                    <a:cubicBezTo>
                      <a:pt x="4225" y="3971"/>
                      <a:pt x="4266" y="3986"/>
                      <a:pt x="4312" y="3986"/>
                    </a:cubicBezTo>
                    <a:cubicBezTo>
                      <a:pt x="4403" y="3986"/>
                      <a:pt x="4515" y="3926"/>
                      <a:pt x="4537" y="3837"/>
                    </a:cubicBezTo>
                    <a:cubicBezTo>
                      <a:pt x="4737" y="3837"/>
                      <a:pt x="4970" y="3804"/>
                      <a:pt x="5204" y="3804"/>
                    </a:cubicBezTo>
                    <a:cubicBezTo>
                      <a:pt x="5671" y="3771"/>
                      <a:pt x="6171" y="3771"/>
                      <a:pt x="6638" y="3671"/>
                    </a:cubicBezTo>
                    <a:cubicBezTo>
                      <a:pt x="6805" y="3604"/>
                      <a:pt x="6838" y="3337"/>
                      <a:pt x="6638" y="3304"/>
                    </a:cubicBezTo>
                    <a:cubicBezTo>
                      <a:pt x="6494" y="3283"/>
                      <a:pt x="6345" y="3275"/>
                      <a:pt x="6196" y="3275"/>
                    </a:cubicBezTo>
                    <a:cubicBezTo>
                      <a:pt x="5864" y="3275"/>
                      <a:pt x="5526" y="3314"/>
                      <a:pt x="5204" y="3337"/>
                    </a:cubicBezTo>
                    <a:lnTo>
                      <a:pt x="4503" y="3337"/>
                    </a:lnTo>
                    <a:cubicBezTo>
                      <a:pt x="4437" y="2903"/>
                      <a:pt x="4270" y="2436"/>
                      <a:pt x="4170" y="2070"/>
                    </a:cubicBezTo>
                    <a:cubicBezTo>
                      <a:pt x="4003" y="1469"/>
                      <a:pt x="3870" y="802"/>
                      <a:pt x="3603" y="235"/>
                    </a:cubicBezTo>
                    <a:cubicBezTo>
                      <a:pt x="3578" y="160"/>
                      <a:pt x="3515" y="122"/>
                      <a:pt x="3443" y="122"/>
                    </a:cubicBezTo>
                    <a:cubicBezTo>
                      <a:pt x="3419" y="122"/>
                      <a:pt x="3394" y="126"/>
                      <a:pt x="3369" y="135"/>
                    </a:cubicBezTo>
                    <a:cubicBezTo>
                      <a:pt x="3354" y="43"/>
                      <a:pt x="3283" y="0"/>
                      <a:pt x="32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2" name="Google Shape;12732;p39"/>
              <p:cNvSpPr/>
              <p:nvPr/>
            </p:nvSpPr>
            <p:spPr>
              <a:xfrm>
                <a:off x="5936850" y="2986000"/>
                <a:ext cx="31275" cy="54950"/>
              </a:xfrm>
              <a:custGeom>
                <a:rect b="b" l="l" r="r" t="t"/>
                <a:pathLst>
                  <a:path extrusionOk="0" h="2198" w="1251">
                    <a:moveTo>
                      <a:pt x="284" y="0"/>
                    </a:moveTo>
                    <a:cubicBezTo>
                      <a:pt x="284" y="34"/>
                      <a:pt x="284" y="100"/>
                      <a:pt x="317" y="167"/>
                    </a:cubicBezTo>
                    <a:cubicBezTo>
                      <a:pt x="684" y="768"/>
                      <a:pt x="317" y="1335"/>
                      <a:pt x="50" y="1902"/>
                    </a:cubicBezTo>
                    <a:cubicBezTo>
                      <a:pt x="1" y="2050"/>
                      <a:pt x="115" y="2197"/>
                      <a:pt x="232" y="2197"/>
                    </a:cubicBezTo>
                    <a:cubicBezTo>
                      <a:pt x="274" y="2197"/>
                      <a:pt x="315" y="2179"/>
                      <a:pt x="350" y="2135"/>
                    </a:cubicBezTo>
                    <a:cubicBezTo>
                      <a:pt x="917" y="1501"/>
                      <a:pt x="1251" y="401"/>
                      <a:pt x="2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3" name="Google Shape;12733;p39"/>
              <p:cNvSpPr/>
              <p:nvPr/>
            </p:nvSpPr>
            <p:spPr>
              <a:xfrm>
                <a:off x="6168250" y="2553200"/>
                <a:ext cx="20050" cy="15850"/>
              </a:xfrm>
              <a:custGeom>
                <a:rect b="b" l="l" r="r" t="t"/>
                <a:pathLst>
                  <a:path extrusionOk="0" h="634" w="802">
                    <a:moveTo>
                      <a:pt x="401" y="0"/>
                    </a:moveTo>
                    <a:cubicBezTo>
                      <a:pt x="1" y="0"/>
                      <a:pt x="1" y="634"/>
                      <a:pt x="401" y="634"/>
                    </a:cubicBezTo>
                    <a:cubicBezTo>
                      <a:pt x="801" y="634"/>
                      <a:pt x="801" y="0"/>
                      <a:pt x="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4" name="Google Shape;12734;p39"/>
              <p:cNvSpPr/>
              <p:nvPr/>
            </p:nvSpPr>
            <p:spPr>
              <a:xfrm>
                <a:off x="6176600" y="2579875"/>
                <a:ext cx="15025" cy="13525"/>
              </a:xfrm>
              <a:custGeom>
                <a:rect b="b" l="l" r="r" t="t"/>
                <a:pathLst>
                  <a:path extrusionOk="0" h="541" w="601">
                    <a:moveTo>
                      <a:pt x="234" y="0"/>
                    </a:moveTo>
                    <a:cubicBezTo>
                      <a:pt x="100" y="34"/>
                      <a:pt x="0" y="167"/>
                      <a:pt x="34" y="301"/>
                    </a:cubicBezTo>
                    <a:cubicBezTo>
                      <a:pt x="63" y="446"/>
                      <a:pt x="168" y="541"/>
                      <a:pt x="304" y="541"/>
                    </a:cubicBezTo>
                    <a:cubicBezTo>
                      <a:pt x="325" y="541"/>
                      <a:pt x="346" y="538"/>
                      <a:pt x="367" y="534"/>
                    </a:cubicBezTo>
                    <a:cubicBezTo>
                      <a:pt x="501" y="501"/>
                      <a:pt x="601" y="334"/>
                      <a:pt x="567" y="201"/>
                    </a:cubicBezTo>
                    <a:cubicBezTo>
                      <a:pt x="534" y="134"/>
                      <a:pt x="501" y="67"/>
                      <a:pt x="434" y="34"/>
                    </a:cubicBezTo>
                    <a:cubicBezTo>
                      <a:pt x="367" y="0"/>
                      <a:pt x="300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5" name="Google Shape;12735;p39"/>
              <p:cNvSpPr/>
              <p:nvPr/>
            </p:nvSpPr>
            <p:spPr>
              <a:xfrm>
                <a:off x="6198275" y="2583200"/>
                <a:ext cx="11700" cy="10275"/>
              </a:xfrm>
              <a:custGeom>
                <a:rect b="b" l="l" r="r" t="t"/>
                <a:pathLst>
                  <a:path extrusionOk="0" h="411" w="468">
                    <a:moveTo>
                      <a:pt x="234" y="1"/>
                    </a:moveTo>
                    <a:cubicBezTo>
                      <a:pt x="101" y="1"/>
                      <a:pt x="1" y="168"/>
                      <a:pt x="67" y="301"/>
                    </a:cubicBezTo>
                    <a:cubicBezTo>
                      <a:pt x="112" y="376"/>
                      <a:pt x="184" y="411"/>
                      <a:pt x="253" y="411"/>
                    </a:cubicBezTo>
                    <a:cubicBezTo>
                      <a:pt x="337" y="411"/>
                      <a:pt x="416" y="359"/>
                      <a:pt x="434" y="268"/>
                    </a:cubicBezTo>
                    <a:cubicBezTo>
                      <a:pt x="468" y="168"/>
                      <a:pt x="434" y="101"/>
                      <a:pt x="367" y="34"/>
                    </a:cubicBezTo>
                    <a:cubicBezTo>
                      <a:pt x="334" y="1"/>
                      <a:pt x="267" y="1"/>
                      <a:pt x="2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6" name="Google Shape;12736;p39"/>
              <p:cNvSpPr/>
              <p:nvPr/>
            </p:nvSpPr>
            <p:spPr>
              <a:xfrm>
                <a:off x="6190775" y="2564875"/>
                <a:ext cx="9200" cy="7525"/>
              </a:xfrm>
              <a:custGeom>
                <a:rect b="b" l="l" r="r" t="t"/>
                <a:pathLst>
                  <a:path extrusionOk="0" h="301" w="368">
                    <a:moveTo>
                      <a:pt x="167" y="0"/>
                    </a:moveTo>
                    <a:cubicBezTo>
                      <a:pt x="0" y="0"/>
                      <a:pt x="0" y="300"/>
                      <a:pt x="167" y="300"/>
                    </a:cubicBezTo>
                    <a:cubicBezTo>
                      <a:pt x="367" y="300"/>
                      <a:pt x="367" y="0"/>
                      <a:pt x="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7" name="Google Shape;12737;p39"/>
              <p:cNvSpPr/>
              <p:nvPr/>
            </p:nvSpPr>
            <p:spPr>
              <a:xfrm>
                <a:off x="6452625" y="3124425"/>
                <a:ext cx="18375" cy="15050"/>
              </a:xfrm>
              <a:custGeom>
                <a:rect b="b" l="l" r="r" t="t"/>
                <a:pathLst>
                  <a:path extrusionOk="0" h="602" w="735">
                    <a:moveTo>
                      <a:pt x="367" y="1"/>
                    </a:moveTo>
                    <a:cubicBezTo>
                      <a:pt x="0" y="1"/>
                      <a:pt x="0" y="601"/>
                      <a:pt x="367" y="601"/>
                    </a:cubicBezTo>
                    <a:cubicBezTo>
                      <a:pt x="734" y="601"/>
                      <a:pt x="734" y="1"/>
                      <a:pt x="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8" name="Google Shape;12738;p39"/>
              <p:cNvSpPr/>
              <p:nvPr/>
            </p:nvSpPr>
            <p:spPr>
              <a:xfrm>
                <a:off x="6460975" y="3106075"/>
                <a:ext cx="11700" cy="10050"/>
              </a:xfrm>
              <a:custGeom>
                <a:rect b="b" l="l" r="r" t="t"/>
                <a:pathLst>
                  <a:path extrusionOk="0" h="402" w="468">
                    <a:moveTo>
                      <a:pt x="234" y="1"/>
                    </a:moveTo>
                    <a:cubicBezTo>
                      <a:pt x="0" y="1"/>
                      <a:pt x="0" y="401"/>
                      <a:pt x="234" y="401"/>
                    </a:cubicBezTo>
                    <a:cubicBezTo>
                      <a:pt x="467" y="401"/>
                      <a:pt x="467" y="1"/>
                      <a:pt x="2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9" name="Google Shape;12739;p39"/>
              <p:cNvSpPr/>
              <p:nvPr/>
            </p:nvSpPr>
            <p:spPr>
              <a:xfrm>
                <a:off x="6476800" y="3123050"/>
                <a:ext cx="10875" cy="9825"/>
              </a:xfrm>
              <a:custGeom>
                <a:rect b="b" l="l" r="r" t="t"/>
                <a:pathLst>
                  <a:path extrusionOk="0" h="393" w="435">
                    <a:moveTo>
                      <a:pt x="175" y="0"/>
                    </a:moveTo>
                    <a:cubicBezTo>
                      <a:pt x="129" y="0"/>
                      <a:pt x="87" y="17"/>
                      <a:pt x="68" y="56"/>
                    </a:cubicBezTo>
                    <a:cubicBezTo>
                      <a:pt x="1" y="89"/>
                      <a:pt x="1" y="189"/>
                      <a:pt x="34" y="256"/>
                    </a:cubicBezTo>
                    <a:cubicBezTo>
                      <a:pt x="34" y="256"/>
                      <a:pt x="68" y="289"/>
                      <a:pt x="68" y="323"/>
                    </a:cubicBezTo>
                    <a:cubicBezTo>
                      <a:pt x="109" y="364"/>
                      <a:pt x="175" y="392"/>
                      <a:pt x="244" y="392"/>
                    </a:cubicBezTo>
                    <a:cubicBezTo>
                      <a:pt x="286" y="392"/>
                      <a:pt x="330" y="381"/>
                      <a:pt x="368" y="356"/>
                    </a:cubicBezTo>
                    <a:cubicBezTo>
                      <a:pt x="434" y="256"/>
                      <a:pt x="401" y="122"/>
                      <a:pt x="334" y="56"/>
                    </a:cubicBezTo>
                    <a:cubicBezTo>
                      <a:pt x="301" y="56"/>
                      <a:pt x="268" y="56"/>
                      <a:pt x="268" y="22"/>
                    </a:cubicBezTo>
                    <a:cubicBezTo>
                      <a:pt x="240" y="9"/>
                      <a:pt x="207" y="0"/>
                      <a:pt x="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0" name="Google Shape;12740;p39"/>
              <p:cNvSpPr/>
              <p:nvPr/>
            </p:nvSpPr>
            <p:spPr>
              <a:xfrm>
                <a:off x="6494600" y="3129900"/>
                <a:ext cx="8925" cy="7700"/>
              </a:xfrm>
              <a:custGeom>
                <a:rect b="b" l="l" r="r" t="t"/>
                <a:pathLst>
                  <a:path extrusionOk="0" h="308" w="357">
                    <a:moveTo>
                      <a:pt x="168" y="0"/>
                    </a:moveTo>
                    <a:cubicBezTo>
                      <a:pt x="82" y="0"/>
                      <a:pt x="0" y="60"/>
                      <a:pt x="23" y="149"/>
                    </a:cubicBezTo>
                    <a:cubicBezTo>
                      <a:pt x="23" y="215"/>
                      <a:pt x="56" y="249"/>
                      <a:pt x="89" y="282"/>
                    </a:cubicBezTo>
                    <a:cubicBezTo>
                      <a:pt x="123" y="299"/>
                      <a:pt x="164" y="307"/>
                      <a:pt x="202" y="307"/>
                    </a:cubicBezTo>
                    <a:cubicBezTo>
                      <a:pt x="239" y="307"/>
                      <a:pt x="273" y="299"/>
                      <a:pt x="290" y="282"/>
                    </a:cubicBezTo>
                    <a:cubicBezTo>
                      <a:pt x="323" y="249"/>
                      <a:pt x="356" y="215"/>
                      <a:pt x="356" y="149"/>
                    </a:cubicBezTo>
                    <a:cubicBezTo>
                      <a:pt x="356" y="115"/>
                      <a:pt x="323" y="82"/>
                      <a:pt x="290" y="49"/>
                    </a:cubicBezTo>
                    <a:cubicBezTo>
                      <a:pt x="256" y="15"/>
                      <a:pt x="212" y="0"/>
                      <a:pt x="1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1" name="Google Shape;12741;p39"/>
              <p:cNvSpPr/>
              <p:nvPr/>
            </p:nvSpPr>
            <p:spPr>
              <a:xfrm>
                <a:off x="6541025" y="2922625"/>
                <a:ext cx="15875" cy="15025"/>
              </a:xfrm>
              <a:custGeom>
                <a:rect b="b" l="l" r="r" t="t"/>
                <a:pathLst>
                  <a:path extrusionOk="0" h="601" w="635">
                    <a:moveTo>
                      <a:pt x="334" y="0"/>
                    </a:moveTo>
                    <a:cubicBezTo>
                      <a:pt x="167" y="0"/>
                      <a:pt x="0" y="134"/>
                      <a:pt x="34" y="300"/>
                    </a:cubicBezTo>
                    <a:cubicBezTo>
                      <a:pt x="34" y="467"/>
                      <a:pt x="167" y="601"/>
                      <a:pt x="334" y="601"/>
                    </a:cubicBezTo>
                    <a:cubicBezTo>
                      <a:pt x="467" y="601"/>
                      <a:pt x="634" y="467"/>
                      <a:pt x="634" y="300"/>
                    </a:cubicBezTo>
                    <a:cubicBezTo>
                      <a:pt x="601" y="134"/>
                      <a:pt x="501" y="0"/>
                      <a:pt x="3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2" name="Google Shape;12742;p39"/>
              <p:cNvSpPr/>
              <p:nvPr/>
            </p:nvSpPr>
            <p:spPr>
              <a:xfrm>
                <a:off x="6578550" y="2931800"/>
                <a:ext cx="9200" cy="6700"/>
              </a:xfrm>
              <a:custGeom>
                <a:rect b="b" l="l" r="r" t="t"/>
                <a:pathLst>
                  <a:path extrusionOk="0" h="268" w="368">
                    <a:moveTo>
                      <a:pt x="167" y="0"/>
                    </a:moveTo>
                    <a:cubicBezTo>
                      <a:pt x="0" y="0"/>
                      <a:pt x="0" y="267"/>
                      <a:pt x="167" y="267"/>
                    </a:cubicBezTo>
                    <a:cubicBezTo>
                      <a:pt x="334" y="267"/>
                      <a:pt x="367" y="0"/>
                      <a:pt x="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3" name="Google Shape;12743;p39"/>
              <p:cNvSpPr/>
              <p:nvPr/>
            </p:nvSpPr>
            <p:spPr>
              <a:xfrm>
                <a:off x="5845525" y="2482825"/>
                <a:ext cx="256050" cy="571125"/>
              </a:xfrm>
              <a:custGeom>
                <a:rect b="b" l="l" r="r" t="t"/>
                <a:pathLst>
                  <a:path extrusionOk="0" h="22845" w="10242">
                    <a:moveTo>
                      <a:pt x="5231" y="0"/>
                    </a:moveTo>
                    <a:cubicBezTo>
                      <a:pt x="5208" y="0"/>
                      <a:pt x="5187" y="5"/>
                      <a:pt x="5171" y="13"/>
                    </a:cubicBezTo>
                    <a:cubicBezTo>
                      <a:pt x="4570" y="313"/>
                      <a:pt x="4103" y="647"/>
                      <a:pt x="3736" y="1181"/>
                    </a:cubicBezTo>
                    <a:cubicBezTo>
                      <a:pt x="3403" y="1748"/>
                      <a:pt x="3169" y="2348"/>
                      <a:pt x="2969" y="2982"/>
                    </a:cubicBezTo>
                    <a:cubicBezTo>
                      <a:pt x="2536" y="4416"/>
                      <a:pt x="2302" y="5884"/>
                      <a:pt x="2235" y="7385"/>
                    </a:cubicBezTo>
                    <a:cubicBezTo>
                      <a:pt x="1768" y="7385"/>
                      <a:pt x="1335" y="7418"/>
                      <a:pt x="868" y="7485"/>
                    </a:cubicBezTo>
                    <a:cubicBezTo>
                      <a:pt x="701" y="7518"/>
                      <a:pt x="768" y="7785"/>
                      <a:pt x="901" y="7819"/>
                    </a:cubicBezTo>
                    <a:cubicBezTo>
                      <a:pt x="1301" y="7919"/>
                      <a:pt x="1768" y="7985"/>
                      <a:pt x="2202" y="8052"/>
                    </a:cubicBezTo>
                    <a:cubicBezTo>
                      <a:pt x="2169" y="8986"/>
                      <a:pt x="2235" y="9920"/>
                      <a:pt x="2335" y="10854"/>
                    </a:cubicBezTo>
                    <a:cubicBezTo>
                      <a:pt x="2402" y="11821"/>
                      <a:pt x="2569" y="12755"/>
                      <a:pt x="2736" y="13723"/>
                    </a:cubicBezTo>
                    <a:cubicBezTo>
                      <a:pt x="2569" y="13689"/>
                      <a:pt x="2402" y="13689"/>
                      <a:pt x="2202" y="13689"/>
                    </a:cubicBezTo>
                    <a:cubicBezTo>
                      <a:pt x="1930" y="13676"/>
                      <a:pt x="1652" y="13662"/>
                      <a:pt x="1373" y="13662"/>
                    </a:cubicBezTo>
                    <a:cubicBezTo>
                      <a:pt x="968" y="13662"/>
                      <a:pt x="562" y="13691"/>
                      <a:pt x="167" y="13790"/>
                    </a:cubicBezTo>
                    <a:cubicBezTo>
                      <a:pt x="0" y="13823"/>
                      <a:pt x="67" y="14056"/>
                      <a:pt x="201" y="14090"/>
                    </a:cubicBezTo>
                    <a:cubicBezTo>
                      <a:pt x="834" y="14290"/>
                      <a:pt x="1568" y="14323"/>
                      <a:pt x="2235" y="14357"/>
                    </a:cubicBezTo>
                    <a:cubicBezTo>
                      <a:pt x="2469" y="14390"/>
                      <a:pt x="2669" y="14390"/>
                      <a:pt x="2903" y="14390"/>
                    </a:cubicBezTo>
                    <a:cubicBezTo>
                      <a:pt x="3169" y="15624"/>
                      <a:pt x="3536" y="16792"/>
                      <a:pt x="3970" y="17959"/>
                    </a:cubicBezTo>
                    <a:cubicBezTo>
                      <a:pt x="4003" y="17926"/>
                      <a:pt x="4037" y="17892"/>
                      <a:pt x="4070" y="17892"/>
                    </a:cubicBezTo>
                    <a:cubicBezTo>
                      <a:pt x="4103" y="17859"/>
                      <a:pt x="4137" y="17826"/>
                      <a:pt x="4170" y="17826"/>
                    </a:cubicBezTo>
                    <a:cubicBezTo>
                      <a:pt x="4170" y="17959"/>
                      <a:pt x="4237" y="18093"/>
                      <a:pt x="4370" y="18126"/>
                    </a:cubicBezTo>
                    <a:cubicBezTo>
                      <a:pt x="6772" y="18593"/>
                      <a:pt x="4771" y="21462"/>
                      <a:pt x="4037" y="22562"/>
                    </a:cubicBezTo>
                    <a:cubicBezTo>
                      <a:pt x="3952" y="22703"/>
                      <a:pt x="4082" y="22844"/>
                      <a:pt x="4225" y="22844"/>
                    </a:cubicBezTo>
                    <a:cubicBezTo>
                      <a:pt x="4251" y="22844"/>
                      <a:pt x="4278" y="22840"/>
                      <a:pt x="4304" y="22829"/>
                    </a:cubicBezTo>
                    <a:cubicBezTo>
                      <a:pt x="4771" y="22529"/>
                      <a:pt x="5104" y="21962"/>
                      <a:pt x="5404" y="21495"/>
                    </a:cubicBezTo>
                    <a:cubicBezTo>
                      <a:pt x="5738" y="20961"/>
                      <a:pt x="6071" y="20361"/>
                      <a:pt x="6138" y="19727"/>
                    </a:cubicBezTo>
                    <a:cubicBezTo>
                      <a:pt x="6272" y="18927"/>
                      <a:pt x="5838" y="17826"/>
                      <a:pt x="5037" y="17559"/>
                    </a:cubicBezTo>
                    <a:cubicBezTo>
                      <a:pt x="5037" y="17125"/>
                      <a:pt x="5071" y="16692"/>
                      <a:pt x="5104" y="16258"/>
                    </a:cubicBezTo>
                    <a:cubicBezTo>
                      <a:pt x="5171" y="15291"/>
                      <a:pt x="5304" y="14323"/>
                      <a:pt x="5471" y="13389"/>
                    </a:cubicBezTo>
                    <a:cubicBezTo>
                      <a:pt x="5771" y="11688"/>
                      <a:pt x="6272" y="10054"/>
                      <a:pt x="7039" y="8486"/>
                    </a:cubicBezTo>
                    <a:cubicBezTo>
                      <a:pt x="7406" y="7785"/>
                      <a:pt x="7806" y="7051"/>
                      <a:pt x="8340" y="6451"/>
                    </a:cubicBezTo>
                    <a:cubicBezTo>
                      <a:pt x="8607" y="6117"/>
                      <a:pt x="8907" y="5851"/>
                      <a:pt x="9274" y="5584"/>
                    </a:cubicBezTo>
                    <a:cubicBezTo>
                      <a:pt x="9541" y="5384"/>
                      <a:pt x="9807" y="5150"/>
                      <a:pt x="9941" y="4816"/>
                    </a:cubicBezTo>
                    <a:cubicBezTo>
                      <a:pt x="10241" y="4016"/>
                      <a:pt x="9707" y="3282"/>
                      <a:pt x="9240" y="2682"/>
                    </a:cubicBezTo>
                    <a:cubicBezTo>
                      <a:pt x="8673" y="2014"/>
                      <a:pt x="8073" y="1347"/>
                      <a:pt x="7339" y="780"/>
                    </a:cubicBezTo>
                    <a:cubicBezTo>
                      <a:pt x="6851" y="415"/>
                      <a:pt x="6253" y="105"/>
                      <a:pt x="5593" y="105"/>
                    </a:cubicBezTo>
                    <a:cubicBezTo>
                      <a:pt x="5531" y="105"/>
                      <a:pt x="5468" y="107"/>
                      <a:pt x="5404" y="113"/>
                    </a:cubicBezTo>
                    <a:cubicBezTo>
                      <a:pt x="5379" y="38"/>
                      <a:pt x="5298" y="0"/>
                      <a:pt x="5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4" name="Google Shape;12744;p39"/>
              <p:cNvSpPr/>
              <p:nvPr/>
            </p:nvSpPr>
            <p:spPr>
              <a:xfrm>
                <a:off x="6381750" y="2576350"/>
                <a:ext cx="310225" cy="37950"/>
              </a:xfrm>
              <a:custGeom>
                <a:rect b="b" l="l" r="r" t="t"/>
                <a:pathLst>
                  <a:path extrusionOk="0" h="1518" w="12409">
                    <a:moveTo>
                      <a:pt x="9854" y="0"/>
                    </a:moveTo>
                    <a:cubicBezTo>
                      <a:pt x="8693" y="0"/>
                      <a:pt x="7532" y="48"/>
                      <a:pt x="6371" y="108"/>
                    </a:cubicBezTo>
                    <a:cubicBezTo>
                      <a:pt x="6038" y="141"/>
                      <a:pt x="5704" y="141"/>
                      <a:pt x="5371" y="175"/>
                    </a:cubicBezTo>
                    <a:cubicBezTo>
                      <a:pt x="5337" y="141"/>
                      <a:pt x="5304" y="141"/>
                      <a:pt x="5271" y="141"/>
                    </a:cubicBezTo>
                    <a:cubicBezTo>
                      <a:pt x="5130" y="139"/>
                      <a:pt x="4989" y="137"/>
                      <a:pt x="4849" y="137"/>
                    </a:cubicBezTo>
                    <a:cubicBezTo>
                      <a:pt x="3388" y="137"/>
                      <a:pt x="1928" y="287"/>
                      <a:pt x="467" y="408"/>
                    </a:cubicBezTo>
                    <a:cubicBezTo>
                      <a:pt x="234" y="442"/>
                      <a:pt x="0" y="675"/>
                      <a:pt x="100" y="942"/>
                    </a:cubicBezTo>
                    <a:cubicBezTo>
                      <a:pt x="134" y="1042"/>
                      <a:pt x="167" y="1142"/>
                      <a:pt x="234" y="1242"/>
                    </a:cubicBezTo>
                    <a:cubicBezTo>
                      <a:pt x="290" y="1439"/>
                      <a:pt x="440" y="1517"/>
                      <a:pt x="626" y="1517"/>
                    </a:cubicBezTo>
                    <a:cubicBezTo>
                      <a:pt x="661" y="1517"/>
                      <a:pt x="697" y="1514"/>
                      <a:pt x="734" y="1509"/>
                    </a:cubicBezTo>
                    <a:cubicBezTo>
                      <a:pt x="2635" y="1176"/>
                      <a:pt x="4537" y="875"/>
                      <a:pt x="6471" y="675"/>
                    </a:cubicBezTo>
                    <a:cubicBezTo>
                      <a:pt x="8373" y="475"/>
                      <a:pt x="10274" y="442"/>
                      <a:pt x="12209" y="375"/>
                    </a:cubicBezTo>
                    <a:cubicBezTo>
                      <a:pt x="12409" y="375"/>
                      <a:pt x="12376" y="75"/>
                      <a:pt x="12175" y="75"/>
                    </a:cubicBezTo>
                    <a:cubicBezTo>
                      <a:pt x="11402" y="21"/>
                      <a:pt x="10628" y="0"/>
                      <a:pt x="98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5" name="Google Shape;12745;p39"/>
              <p:cNvSpPr/>
              <p:nvPr/>
            </p:nvSpPr>
            <p:spPr>
              <a:xfrm>
                <a:off x="6303700" y="2415000"/>
                <a:ext cx="275700" cy="39275"/>
              </a:xfrm>
              <a:custGeom>
                <a:rect b="b" l="l" r="r" t="t"/>
                <a:pathLst>
                  <a:path extrusionOk="0" h="1571" w="11028">
                    <a:moveTo>
                      <a:pt x="8587" y="1"/>
                    </a:moveTo>
                    <a:cubicBezTo>
                      <a:pt x="7592" y="1"/>
                      <a:pt x="6592" y="63"/>
                      <a:pt x="5591" y="157"/>
                    </a:cubicBezTo>
                    <a:cubicBezTo>
                      <a:pt x="4690" y="258"/>
                      <a:pt x="3789" y="324"/>
                      <a:pt x="2889" y="458"/>
                    </a:cubicBezTo>
                    <a:cubicBezTo>
                      <a:pt x="2488" y="524"/>
                      <a:pt x="2055" y="591"/>
                      <a:pt x="1654" y="691"/>
                    </a:cubicBezTo>
                    <a:cubicBezTo>
                      <a:pt x="1454" y="725"/>
                      <a:pt x="1221" y="758"/>
                      <a:pt x="1021" y="825"/>
                    </a:cubicBezTo>
                    <a:cubicBezTo>
                      <a:pt x="987" y="825"/>
                      <a:pt x="820" y="825"/>
                      <a:pt x="754" y="858"/>
                    </a:cubicBezTo>
                    <a:cubicBezTo>
                      <a:pt x="720" y="825"/>
                      <a:pt x="687" y="791"/>
                      <a:pt x="620" y="758"/>
                    </a:cubicBezTo>
                    <a:cubicBezTo>
                      <a:pt x="556" y="722"/>
                      <a:pt x="491" y="707"/>
                      <a:pt x="428" y="707"/>
                    </a:cubicBezTo>
                    <a:cubicBezTo>
                      <a:pt x="196" y="707"/>
                      <a:pt x="1" y="922"/>
                      <a:pt x="53" y="1158"/>
                    </a:cubicBezTo>
                    <a:cubicBezTo>
                      <a:pt x="75" y="1487"/>
                      <a:pt x="313" y="1571"/>
                      <a:pt x="568" y="1571"/>
                    </a:cubicBezTo>
                    <a:cubicBezTo>
                      <a:pt x="702" y="1571"/>
                      <a:pt x="839" y="1548"/>
                      <a:pt x="954" y="1525"/>
                    </a:cubicBezTo>
                    <a:cubicBezTo>
                      <a:pt x="2055" y="1258"/>
                      <a:pt x="3122" y="1025"/>
                      <a:pt x="4223" y="825"/>
                    </a:cubicBezTo>
                    <a:cubicBezTo>
                      <a:pt x="6424" y="458"/>
                      <a:pt x="8626" y="458"/>
                      <a:pt x="10828" y="424"/>
                    </a:cubicBezTo>
                    <a:cubicBezTo>
                      <a:pt x="10994" y="424"/>
                      <a:pt x="11028" y="157"/>
                      <a:pt x="10861" y="124"/>
                    </a:cubicBezTo>
                    <a:cubicBezTo>
                      <a:pt x="10108" y="37"/>
                      <a:pt x="9350" y="1"/>
                      <a:pt x="8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6" name="Google Shape;12746;p39"/>
              <p:cNvSpPr/>
              <p:nvPr/>
            </p:nvSpPr>
            <p:spPr>
              <a:xfrm>
                <a:off x="6317700" y="3236350"/>
                <a:ext cx="40725" cy="33200"/>
              </a:xfrm>
              <a:custGeom>
                <a:rect b="b" l="l" r="r" t="t"/>
                <a:pathLst>
                  <a:path extrusionOk="0" h="1328" w="1629">
                    <a:moveTo>
                      <a:pt x="1260" y="0"/>
                    </a:moveTo>
                    <a:cubicBezTo>
                      <a:pt x="1194" y="0"/>
                      <a:pt x="1118" y="55"/>
                      <a:pt x="1094" y="127"/>
                    </a:cubicBezTo>
                    <a:cubicBezTo>
                      <a:pt x="1061" y="327"/>
                      <a:pt x="1161" y="561"/>
                      <a:pt x="928" y="727"/>
                    </a:cubicBezTo>
                    <a:cubicBezTo>
                      <a:pt x="883" y="750"/>
                      <a:pt x="839" y="759"/>
                      <a:pt x="795" y="759"/>
                    </a:cubicBezTo>
                    <a:cubicBezTo>
                      <a:pt x="639" y="759"/>
                      <a:pt x="483" y="646"/>
                      <a:pt x="327" y="594"/>
                    </a:cubicBezTo>
                    <a:cubicBezTo>
                      <a:pt x="299" y="580"/>
                      <a:pt x="267" y="573"/>
                      <a:pt x="235" y="573"/>
                    </a:cubicBezTo>
                    <a:cubicBezTo>
                      <a:pt x="119" y="573"/>
                      <a:pt x="1" y="663"/>
                      <a:pt x="27" y="794"/>
                    </a:cubicBezTo>
                    <a:cubicBezTo>
                      <a:pt x="49" y="1150"/>
                      <a:pt x="398" y="1328"/>
                      <a:pt x="746" y="1328"/>
                    </a:cubicBezTo>
                    <a:cubicBezTo>
                      <a:pt x="920" y="1328"/>
                      <a:pt x="1094" y="1283"/>
                      <a:pt x="1228" y="1194"/>
                    </a:cubicBezTo>
                    <a:cubicBezTo>
                      <a:pt x="1428" y="1061"/>
                      <a:pt x="1595" y="827"/>
                      <a:pt x="1595" y="594"/>
                    </a:cubicBezTo>
                    <a:cubicBezTo>
                      <a:pt x="1628" y="394"/>
                      <a:pt x="1561" y="94"/>
                      <a:pt x="1328" y="27"/>
                    </a:cubicBezTo>
                    <a:cubicBezTo>
                      <a:pt x="1309" y="8"/>
                      <a:pt x="1285" y="0"/>
                      <a:pt x="12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7" name="Google Shape;12747;p39"/>
              <p:cNvSpPr/>
              <p:nvPr/>
            </p:nvSpPr>
            <p:spPr>
              <a:xfrm>
                <a:off x="6359575" y="3038375"/>
                <a:ext cx="43050" cy="42200"/>
              </a:xfrm>
              <a:custGeom>
                <a:rect b="b" l="l" r="r" t="t"/>
                <a:pathLst>
                  <a:path extrusionOk="0" h="1688" w="1722">
                    <a:moveTo>
                      <a:pt x="1100" y="0"/>
                    </a:moveTo>
                    <a:cubicBezTo>
                      <a:pt x="981" y="0"/>
                      <a:pt x="863" y="91"/>
                      <a:pt x="920" y="207"/>
                    </a:cubicBezTo>
                    <a:cubicBezTo>
                      <a:pt x="1021" y="441"/>
                      <a:pt x="1187" y="707"/>
                      <a:pt x="1021" y="941"/>
                    </a:cubicBezTo>
                    <a:cubicBezTo>
                      <a:pt x="941" y="1068"/>
                      <a:pt x="846" y="1112"/>
                      <a:pt x="743" y="1112"/>
                    </a:cubicBezTo>
                    <a:cubicBezTo>
                      <a:pt x="631" y="1112"/>
                      <a:pt x="509" y="1060"/>
                      <a:pt x="387" y="1008"/>
                    </a:cubicBezTo>
                    <a:cubicBezTo>
                      <a:pt x="352" y="987"/>
                      <a:pt x="315" y="978"/>
                      <a:pt x="278" y="978"/>
                    </a:cubicBezTo>
                    <a:cubicBezTo>
                      <a:pt x="136" y="978"/>
                      <a:pt x="0" y="1116"/>
                      <a:pt x="53" y="1274"/>
                    </a:cubicBezTo>
                    <a:cubicBezTo>
                      <a:pt x="155" y="1563"/>
                      <a:pt x="412" y="1687"/>
                      <a:pt x="684" y="1687"/>
                    </a:cubicBezTo>
                    <a:cubicBezTo>
                      <a:pt x="947" y="1687"/>
                      <a:pt x="1224" y="1571"/>
                      <a:pt x="1387" y="1375"/>
                    </a:cubicBezTo>
                    <a:cubicBezTo>
                      <a:pt x="1721" y="974"/>
                      <a:pt x="1688" y="240"/>
                      <a:pt x="1154" y="7"/>
                    </a:cubicBezTo>
                    <a:cubicBezTo>
                      <a:pt x="1136" y="3"/>
                      <a:pt x="1118" y="0"/>
                      <a:pt x="11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8" name="Google Shape;12748;p39"/>
              <p:cNvSpPr/>
              <p:nvPr/>
            </p:nvSpPr>
            <p:spPr>
              <a:xfrm>
                <a:off x="6367275" y="2845525"/>
                <a:ext cx="42000" cy="41400"/>
              </a:xfrm>
              <a:custGeom>
                <a:rect b="b" l="l" r="r" t="t"/>
                <a:pathLst>
                  <a:path extrusionOk="0" h="1656" w="1680">
                    <a:moveTo>
                      <a:pt x="1023" y="0"/>
                    </a:moveTo>
                    <a:cubicBezTo>
                      <a:pt x="912" y="0"/>
                      <a:pt x="838" y="125"/>
                      <a:pt x="913" y="249"/>
                    </a:cubicBezTo>
                    <a:cubicBezTo>
                      <a:pt x="1013" y="449"/>
                      <a:pt x="1113" y="783"/>
                      <a:pt x="946" y="983"/>
                    </a:cubicBezTo>
                    <a:cubicBezTo>
                      <a:pt x="864" y="1085"/>
                      <a:pt x="758" y="1124"/>
                      <a:pt x="641" y="1124"/>
                    </a:cubicBezTo>
                    <a:cubicBezTo>
                      <a:pt x="567" y="1124"/>
                      <a:pt x="490" y="1109"/>
                      <a:pt x="412" y="1083"/>
                    </a:cubicBezTo>
                    <a:cubicBezTo>
                      <a:pt x="379" y="1066"/>
                      <a:pt x="345" y="1059"/>
                      <a:pt x="311" y="1059"/>
                    </a:cubicBezTo>
                    <a:cubicBezTo>
                      <a:pt x="145" y="1059"/>
                      <a:pt x="1" y="1244"/>
                      <a:pt x="112" y="1383"/>
                    </a:cubicBezTo>
                    <a:cubicBezTo>
                      <a:pt x="252" y="1570"/>
                      <a:pt x="459" y="1655"/>
                      <a:pt x="672" y="1655"/>
                    </a:cubicBezTo>
                    <a:cubicBezTo>
                      <a:pt x="916" y="1655"/>
                      <a:pt x="1169" y="1545"/>
                      <a:pt x="1346" y="1350"/>
                    </a:cubicBezTo>
                    <a:cubicBezTo>
                      <a:pt x="1680" y="983"/>
                      <a:pt x="1546" y="316"/>
                      <a:pt x="1146" y="49"/>
                    </a:cubicBezTo>
                    <a:cubicBezTo>
                      <a:pt x="1104" y="15"/>
                      <a:pt x="1061" y="0"/>
                      <a:pt x="10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9" name="Google Shape;12749;p39"/>
              <p:cNvSpPr/>
              <p:nvPr/>
            </p:nvSpPr>
            <p:spPr>
              <a:xfrm>
                <a:off x="6334200" y="2662000"/>
                <a:ext cx="47575" cy="42800"/>
              </a:xfrm>
              <a:custGeom>
                <a:rect b="b" l="l" r="r" t="t"/>
                <a:pathLst>
                  <a:path extrusionOk="0" h="1712" w="1903">
                    <a:moveTo>
                      <a:pt x="1160" y="0"/>
                    </a:moveTo>
                    <a:cubicBezTo>
                      <a:pt x="1049" y="0"/>
                      <a:pt x="953" y="109"/>
                      <a:pt x="1035" y="218"/>
                    </a:cubicBezTo>
                    <a:cubicBezTo>
                      <a:pt x="1168" y="418"/>
                      <a:pt x="1202" y="785"/>
                      <a:pt x="1001" y="952"/>
                    </a:cubicBezTo>
                    <a:cubicBezTo>
                      <a:pt x="936" y="1017"/>
                      <a:pt x="864" y="1040"/>
                      <a:pt x="789" y="1040"/>
                    </a:cubicBezTo>
                    <a:cubicBezTo>
                      <a:pt x="632" y="1040"/>
                      <a:pt x="459" y="941"/>
                      <a:pt x="301" y="918"/>
                    </a:cubicBezTo>
                    <a:cubicBezTo>
                      <a:pt x="134" y="918"/>
                      <a:pt x="1" y="1019"/>
                      <a:pt x="1" y="1185"/>
                    </a:cubicBezTo>
                    <a:cubicBezTo>
                      <a:pt x="19" y="1557"/>
                      <a:pt x="359" y="1712"/>
                      <a:pt x="720" y="1712"/>
                    </a:cubicBezTo>
                    <a:cubicBezTo>
                      <a:pt x="1007" y="1712"/>
                      <a:pt x="1306" y="1614"/>
                      <a:pt x="1468" y="1452"/>
                    </a:cubicBezTo>
                    <a:cubicBezTo>
                      <a:pt x="1902" y="985"/>
                      <a:pt x="1802" y="285"/>
                      <a:pt x="1235" y="18"/>
                    </a:cubicBezTo>
                    <a:cubicBezTo>
                      <a:pt x="1210" y="6"/>
                      <a:pt x="1185" y="0"/>
                      <a:pt x="1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0" name="Google Shape;12750;p39"/>
              <p:cNvSpPr/>
              <p:nvPr/>
            </p:nvSpPr>
            <p:spPr>
              <a:xfrm>
                <a:off x="6260400" y="2489725"/>
                <a:ext cx="48825" cy="43275"/>
              </a:xfrm>
              <a:custGeom>
                <a:rect b="b" l="l" r="r" t="t"/>
                <a:pathLst>
                  <a:path extrusionOk="0" h="1731" w="1953">
                    <a:moveTo>
                      <a:pt x="1148" y="0"/>
                    </a:moveTo>
                    <a:cubicBezTo>
                      <a:pt x="1004" y="0"/>
                      <a:pt x="928" y="178"/>
                      <a:pt x="1051" y="271"/>
                    </a:cubicBezTo>
                    <a:cubicBezTo>
                      <a:pt x="1185" y="471"/>
                      <a:pt x="1318" y="771"/>
                      <a:pt x="1151" y="1005"/>
                    </a:cubicBezTo>
                    <a:cubicBezTo>
                      <a:pt x="1076" y="1110"/>
                      <a:pt x="966" y="1148"/>
                      <a:pt x="847" y="1148"/>
                    </a:cubicBezTo>
                    <a:cubicBezTo>
                      <a:pt x="703" y="1148"/>
                      <a:pt x="545" y="1093"/>
                      <a:pt x="418" y="1038"/>
                    </a:cubicBezTo>
                    <a:cubicBezTo>
                      <a:pt x="379" y="1021"/>
                      <a:pt x="341" y="1014"/>
                      <a:pt x="306" y="1014"/>
                    </a:cubicBezTo>
                    <a:cubicBezTo>
                      <a:pt x="126" y="1014"/>
                      <a:pt x="0" y="1204"/>
                      <a:pt x="84" y="1372"/>
                    </a:cubicBezTo>
                    <a:cubicBezTo>
                      <a:pt x="218" y="1624"/>
                      <a:pt x="477" y="1731"/>
                      <a:pt x="752" y="1731"/>
                    </a:cubicBezTo>
                    <a:cubicBezTo>
                      <a:pt x="1096" y="1731"/>
                      <a:pt x="1467" y="1564"/>
                      <a:pt x="1652" y="1305"/>
                    </a:cubicBezTo>
                    <a:cubicBezTo>
                      <a:pt x="1952" y="871"/>
                      <a:pt x="1752" y="137"/>
                      <a:pt x="1185" y="4"/>
                    </a:cubicBezTo>
                    <a:cubicBezTo>
                      <a:pt x="1172" y="1"/>
                      <a:pt x="1160" y="0"/>
                      <a:pt x="11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1" name="Google Shape;12751;p39"/>
              <p:cNvSpPr/>
              <p:nvPr/>
            </p:nvSpPr>
            <p:spPr>
              <a:xfrm>
                <a:off x="6233300" y="3175575"/>
                <a:ext cx="15025" cy="13225"/>
              </a:xfrm>
              <a:custGeom>
                <a:rect b="b" l="l" r="r" t="t"/>
                <a:pathLst>
                  <a:path extrusionOk="0" h="529" w="601">
                    <a:moveTo>
                      <a:pt x="279" y="1"/>
                    </a:moveTo>
                    <a:cubicBezTo>
                      <a:pt x="224" y="1"/>
                      <a:pt x="173" y="17"/>
                      <a:pt x="134" y="56"/>
                    </a:cubicBezTo>
                    <a:cubicBezTo>
                      <a:pt x="67" y="90"/>
                      <a:pt x="67" y="123"/>
                      <a:pt x="34" y="156"/>
                    </a:cubicBezTo>
                    <a:cubicBezTo>
                      <a:pt x="1" y="190"/>
                      <a:pt x="1" y="223"/>
                      <a:pt x="1" y="290"/>
                    </a:cubicBezTo>
                    <a:cubicBezTo>
                      <a:pt x="1" y="323"/>
                      <a:pt x="34" y="356"/>
                      <a:pt x="34" y="390"/>
                    </a:cubicBezTo>
                    <a:cubicBezTo>
                      <a:pt x="67" y="423"/>
                      <a:pt x="101" y="456"/>
                      <a:pt x="134" y="490"/>
                    </a:cubicBezTo>
                    <a:cubicBezTo>
                      <a:pt x="176" y="518"/>
                      <a:pt x="219" y="528"/>
                      <a:pt x="258" y="528"/>
                    </a:cubicBezTo>
                    <a:cubicBezTo>
                      <a:pt x="313" y="528"/>
                      <a:pt x="362" y="509"/>
                      <a:pt x="401" y="490"/>
                    </a:cubicBezTo>
                    <a:cubicBezTo>
                      <a:pt x="434" y="456"/>
                      <a:pt x="434" y="456"/>
                      <a:pt x="468" y="456"/>
                    </a:cubicBezTo>
                    <a:cubicBezTo>
                      <a:pt x="601" y="356"/>
                      <a:pt x="601" y="123"/>
                      <a:pt x="468" y="56"/>
                    </a:cubicBezTo>
                    <a:cubicBezTo>
                      <a:pt x="434" y="56"/>
                      <a:pt x="401" y="56"/>
                      <a:pt x="401" y="23"/>
                    </a:cubicBezTo>
                    <a:cubicBezTo>
                      <a:pt x="359" y="9"/>
                      <a:pt x="318" y="1"/>
                      <a:pt x="2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2" name="Google Shape;12752;p39"/>
              <p:cNvSpPr/>
              <p:nvPr/>
            </p:nvSpPr>
            <p:spPr>
              <a:xfrm>
                <a:off x="6204125" y="3181125"/>
                <a:ext cx="14200" cy="12550"/>
              </a:xfrm>
              <a:custGeom>
                <a:rect b="b" l="l" r="r" t="t"/>
                <a:pathLst>
                  <a:path extrusionOk="0" h="502" w="568">
                    <a:moveTo>
                      <a:pt x="300" y="1"/>
                    </a:moveTo>
                    <a:cubicBezTo>
                      <a:pt x="234" y="34"/>
                      <a:pt x="200" y="34"/>
                      <a:pt x="167" y="68"/>
                    </a:cubicBezTo>
                    <a:cubicBezTo>
                      <a:pt x="100" y="101"/>
                      <a:pt x="67" y="101"/>
                      <a:pt x="33" y="168"/>
                    </a:cubicBezTo>
                    <a:cubicBezTo>
                      <a:pt x="33" y="201"/>
                      <a:pt x="0" y="234"/>
                      <a:pt x="0" y="268"/>
                    </a:cubicBezTo>
                    <a:cubicBezTo>
                      <a:pt x="0" y="301"/>
                      <a:pt x="33" y="368"/>
                      <a:pt x="67" y="401"/>
                    </a:cubicBezTo>
                    <a:cubicBezTo>
                      <a:pt x="100" y="435"/>
                      <a:pt x="133" y="435"/>
                      <a:pt x="167" y="468"/>
                    </a:cubicBezTo>
                    <a:cubicBezTo>
                      <a:pt x="234" y="501"/>
                      <a:pt x="267" y="501"/>
                      <a:pt x="334" y="501"/>
                    </a:cubicBezTo>
                    <a:cubicBezTo>
                      <a:pt x="467" y="501"/>
                      <a:pt x="567" y="368"/>
                      <a:pt x="567" y="234"/>
                    </a:cubicBezTo>
                    <a:cubicBezTo>
                      <a:pt x="567" y="201"/>
                      <a:pt x="534" y="134"/>
                      <a:pt x="467" y="68"/>
                    </a:cubicBezTo>
                    <a:cubicBezTo>
                      <a:pt x="434" y="34"/>
                      <a:pt x="367" y="1"/>
                      <a:pt x="3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3" name="Google Shape;12753;p39"/>
              <p:cNvSpPr/>
              <p:nvPr/>
            </p:nvSpPr>
            <p:spPr>
              <a:xfrm>
                <a:off x="6219125" y="3204700"/>
                <a:ext cx="12525" cy="10450"/>
              </a:xfrm>
              <a:custGeom>
                <a:rect b="b" l="l" r="r" t="t"/>
                <a:pathLst>
                  <a:path extrusionOk="0" h="418" w="501">
                    <a:moveTo>
                      <a:pt x="263" y="0"/>
                    </a:moveTo>
                    <a:cubicBezTo>
                      <a:pt x="226" y="0"/>
                      <a:pt x="184" y="9"/>
                      <a:pt x="134" y="25"/>
                    </a:cubicBezTo>
                    <a:cubicBezTo>
                      <a:pt x="101" y="59"/>
                      <a:pt x="67" y="59"/>
                      <a:pt x="67" y="92"/>
                    </a:cubicBezTo>
                    <a:cubicBezTo>
                      <a:pt x="0" y="192"/>
                      <a:pt x="0" y="259"/>
                      <a:pt x="67" y="359"/>
                    </a:cubicBezTo>
                    <a:cubicBezTo>
                      <a:pt x="101" y="359"/>
                      <a:pt x="134" y="392"/>
                      <a:pt x="167" y="392"/>
                    </a:cubicBezTo>
                    <a:cubicBezTo>
                      <a:pt x="201" y="409"/>
                      <a:pt x="234" y="417"/>
                      <a:pt x="271" y="417"/>
                    </a:cubicBezTo>
                    <a:cubicBezTo>
                      <a:pt x="309" y="417"/>
                      <a:pt x="351" y="409"/>
                      <a:pt x="401" y="392"/>
                    </a:cubicBezTo>
                    <a:cubicBezTo>
                      <a:pt x="467" y="359"/>
                      <a:pt x="501" y="292"/>
                      <a:pt x="501" y="192"/>
                    </a:cubicBezTo>
                    <a:cubicBezTo>
                      <a:pt x="467" y="125"/>
                      <a:pt x="434" y="59"/>
                      <a:pt x="367" y="25"/>
                    </a:cubicBezTo>
                    <a:cubicBezTo>
                      <a:pt x="334" y="9"/>
                      <a:pt x="301" y="0"/>
                      <a:pt x="2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4" name="Google Shape;12754;p39"/>
              <p:cNvSpPr/>
              <p:nvPr/>
            </p:nvSpPr>
            <p:spPr>
              <a:xfrm>
                <a:off x="6204125" y="3226900"/>
                <a:ext cx="10850" cy="9750"/>
              </a:xfrm>
              <a:custGeom>
                <a:rect b="b" l="l" r="r" t="t"/>
                <a:pathLst>
                  <a:path extrusionOk="0" h="390" w="434">
                    <a:moveTo>
                      <a:pt x="215" y="0"/>
                    </a:moveTo>
                    <a:cubicBezTo>
                      <a:pt x="107" y="0"/>
                      <a:pt x="0" y="67"/>
                      <a:pt x="0" y="205"/>
                    </a:cubicBezTo>
                    <a:cubicBezTo>
                      <a:pt x="16" y="330"/>
                      <a:pt x="112" y="389"/>
                      <a:pt x="210" y="389"/>
                    </a:cubicBezTo>
                    <a:cubicBezTo>
                      <a:pt x="321" y="389"/>
                      <a:pt x="434" y="313"/>
                      <a:pt x="434" y="171"/>
                    </a:cubicBezTo>
                    <a:cubicBezTo>
                      <a:pt x="418" y="59"/>
                      <a:pt x="316" y="0"/>
                      <a:pt x="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5" name="Google Shape;12755;p39"/>
              <p:cNvSpPr/>
              <p:nvPr/>
            </p:nvSpPr>
            <p:spPr>
              <a:xfrm>
                <a:off x="6264150" y="3057725"/>
                <a:ext cx="17550" cy="16700"/>
              </a:xfrm>
              <a:custGeom>
                <a:rect b="b" l="l" r="r" t="t"/>
                <a:pathLst>
                  <a:path extrusionOk="0" h="668" w="702">
                    <a:moveTo>
                      <a:pt x="334" y="0"/>
                    </a:moveTo>
                    <a:cubicBezTo>
                      <a:pt x="234" y="0"/>
                      <a:pt x="101" y="67"/>
                      <a:pt x="67" y="167"/>
                    </a:cubicBezTo>
                    <a:cubicBezTo>
                      <a:pt x="67" y="167"/>
                      <a:pt x="34" y="200"/>
                      <a:pt x="34" y="200"/>
                    </a:cubicBezTo>
                    <a:cubicBezTo>
                      <a:pt x="1" y="267"/>
                      <a:pt x="1" y="367"/>
                      <a:pt x="34" y="434"/>
                    </a:cubicBezTo>
                    <a:cubicBezTo>
                      <a:pt x="34" y="500"/>
                      <a:pt x="67" y="534"/>
                      <a:pt x="101" y="601"/>
                    </a:cubicBezTo>
                    <a:cubicBezTo>
                      <a:pt x="168" y="634"/>
                      <a:pt x="234" y="667"/>
                      <a:pt x="301" y="667"/>
                    </a:cubicBezTo>
                    <a:lnTo>
                      <a:pt x="434" y="667"/>
                    </a:lnTo>
                    <a:lnTo>
                      <a:pt x="534" y="634"/>
                    </a:lnTo>
                    <a:lnTo>
                      <a:pt x="534" y="601"/>
                    </a:lnTo>
                    <a:cubicBezTo>
                      <a:pt x="635" y="534"/>
                      <a:pt x="701" y="434"/>
                      <a:pt x="701" y="300"/>
                    </a:cubicBezTo>
                    <a:cubicBezTo>
                      <a:pt x="701" y="200"/>
                      <a:pt x="668" y="134"/>
                      <a:pt x="601" y="67"/>
                    </a:cubicBezTo>
                    <a:cubicBezTo>
                      <a:pt x="534" y="33"/>
                      <a:pt x="434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6" name="Google Shape;12756;p39"/>
              <p:cNvSpPr/>
              <p:nvPr/>
            </p:nvSpPr>
            <p:spPr>
              <a:xfrm>
                <a:off x="6244975" y="3045950"/>
                <a:ext cx="16500" cy="12950"/>
              </a:xfrm>
              <a:custGeom>
                <a:rect b="b" l="l" r="r" t="t"/>
                <a:pathLst>
                  <a:path extrusionOk="0" h="518" w="660">
                    <a:moveTo>
                      <a:pt x="344" y="0"/>
                    </a:moveTo>
                    <a:cubicBezTo>
                      <a:pt x="287" y="0"/>
                      <a:pt x="225" y="21"/>
                      <a:pt x="167" y="71"/>
                    </a:cubicBezTo>
                    <a:cubicBezTo>
                      <a:pt x="101" y="71"/>
                      <a:pt x="67" y="138"/>
                      <a:pt x="67" y="204"/>
                    </a:cubicBezTo>
                    <a:cubicBezTo>
                      <a:pt x="1" y="271"/>
                      <a:pt x="67" y="371"/>
                      <a:pt x="134" y="438"/>
                    </a:cubicBezTo>
                    <a:cubicBezTo>
                      <a:pt x="183" y="487"/>
                      <a:pt x="250" y="518"/>
                      <a:pt x="321" y="518"/>
                    </a:cubicBezTo>
                    <a:cubicBezTo>
                      <a:pt x="347" y="518"/>
                      <a:pt x="374" y="513"/>
                      <a:pt x="401" y="504"/>
                    </a:cubicBezTo>
                    <a:cubicBezTo>
                      <a:pt x="468" y="471"/>
                      <a:pt x="501" y="438"/>
                      <a:pt x="534" y="371"/>
                    </a:cubicBezTo>
                    <a:cubicBezTo>
                      <a:pt x="660" y="195"/>
                      <a:pt x="521" y="0"/>
                      <a:pt x="3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7" name="Google Shape;12757;p39"/>
              <p:cNvSpPr/>
              <p:nvPr/>
            </p:nvSpPr>
            <p:spPr>
              <a:xfrm>
                <a:off x="6269150" y="3028375"/>
                <a:ext cx="13375" cy="12400"/>
              </a:xfrm>
              <a:custGeom>
                <a:rect b="b" l="l" r="r" t="t"/>
                <a:pathLst>
                  <a:path extrusionOk="0" h="496" w="535">
                    <a:moveTo>
                      <a:pt x="320" y="0"/>
                    </a:moveTo>
                    <a:cubicBezTo>
                      <a:pt x="303" y="0"/>
                      <a:pt x="285" y="2"/>
                      <a:pt x="268" y="7"/>
                    </a:cubicBezTo>
                    <a:cubicBezTo>
                      <a:pt x="201" y="7"/>
                      <a:pt x="134" y="40"/>
                      <a:pt x="101" y="107"/>
                    </a:cubicBezTo>
                    <a:cubicBezTo>
                      <a:pt x="68" y="107"/>
                      <a:pt x="68" y="140"/>
                      <a:pt x="34" y="207"/>
                    </a:cubicBezTo>
                    <a:cubicBezTo>
                      <a:pt x="1" y="307"/>
                      <a:pt x="1" y="374"/>
                      <a:pt x="68" y="440"/>
                    </a:cubicBezTo>
                    <a:cubicBezTo>
                      <a:pt x="107" y="479"/>
                      <a:pt x="157" y="496"/>
                      <a:pt x="206" y="496"/>
                    </a:cubicBezTo>
                    <a:cubicBezTo>
                      <a:pt x="240" y="496"/>
                      <a:pt x="273" y="487"/>
                      <a:pt x="301" y="474"/>
                    </a:cubicBezTo>
                    <a:lnTo>
                      <a:pt x="334" y="440"/>
                    </a:lnTo>
                    <a:cubicBezTo>
                      <a:pt x="368" y="440"/>
                      <a:pt x="401" y="440"/>
                      <a:pt x="435" y="407"/>
                    </a:cubicBezTo>
                    <a:cubicBezTo>
                      <a:pt x="501" y="340"/>
                      <a:pt x="535" y="273"/>
                      <a:pt x="535" y="207"/>
                    </a:cubicBezTo>
                    <a:cubicBezTo>
                      <a:pt x="535" y="91"/>
                      <a:pt x="434" y="0"/>
                      <a:pt x="3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8" name="Google Shape;12758;p39"/>
              <p:cNvSpPr/>
              <p:nvPr/>
            </p:nvSpPr>
            <p:spPr>
              <a:xfrm>
                <a:off x="6280825" y="2908450"/>
                <a:ext cx="11700" cy="12525"/>
              </a:xfrm>
              <a:custGeom>
                <a:rect b="b" l="l" r="r" t="t"/>
                <a:pathLst>
                  <a:path extrusionOk="0" h="501" w="468">
                    <a:moveTo>
                      <a:pt x="201" y="0"/>
                    </a:moveTo>
                    <a:cubicBezTo>
                      <a:pt x="168" y="0"/>
                      <a:pt x="101" y="34"/>
                      <a:pt x="68" y="67"/>
                    </a:cubicBezTo>
                    <a:cubicBezTo>
                      <a:pt x="34" y="100"/>
                      <a:pt x="1" y="134"/>
                      <a:pt x="1" y="200"/>
                    </a:cubicBezTo>
                    <a:cubicBezTo>
                      <a:pt x="1" y="300"/>
                      <a:pt x="1" y="367"/>
                      <a:pt x="68" y="434"/>
                    </a:cubicBezTo>
                    <a:cubicBezTo>
                      <a:pt x="101" y="467"/>
                      <a:pt x="168" y="501"/>
                      <a:pt x="234" y="501"/>
                    </a:cubicBezTo>
                    <a:cubicBezTo>
                      <a:pt x="301" y="467"/>
                      <a:pt x="368" y="467"/>
                      <a:pt x="401" y="400"/>
                    </a:cubicBezTo>
                    <a:cubicBezTo>
                      <a:pt x="468" y="367"/>
                      <a:pt x="468" y="267"/>
                      <a:pt x="435" y="200"/>
                    </a:cubicBezTo>
                    <a:cubicBezTo>
                      <a:pt x="435" y="167"/>
                      <a:pt x="435" y="167"/>
                      <a:pt x="435" y="167"/>
                    </a:cubicBezTo>
                    <a:cubicBezTo>
                      <a:pt x="435" y="134"/>
                      <a:pt x="368" y="67"/>
                      <a:pt x="334" y="34"/>
                    </a:cubicBezTo>
                    <a:cubicBezTo>
                      <a:pt x="301" y="34"/>
                      <a:pt x="268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9" name="Google Shape;12759;p39"/>
              <p:cNvSpPr/>
              <p:nvPr/>
            </p:nvSpPr>
            <p:spPr>
              <a:xfrm>
                <a:off x="6261650" y="2925125"/>
                <a:ext cx="11700" cy="10850"/>
              </a:xfrm>
              <a:custGeom>
                <a:rect b="b" l="l" r="r" t="t"/>
                <a:pathLst>
                  <a:path extrusionOk="0" h="434" w="468">
                    <a:moveTo>
                      <a:pt x="234" y="0"/>
                    </a:moveTo>
                    <a:cubicBezTo>
                      <a:pt x="101" y="0"/>
                      <a:pt x="1" y="134"/>
                      <a:pt x="67" y="234"/>
                    </a:cubicBezTo>
                    <a:cubicBezTo>
                      <a:pt x="67" y="267"/>
                      <a:pt x="67" y="267"/>
                      <a:pt x="67" y="301"/>
                    </a:cubicBezTo>
                    <a:cubicBezTo>
                      <a:pt x="101" y="367"/>
                      <a:pt x="167" y="434"/>
                      <a:pt x="268" y="434"/>
                    </a:cubicBezTo>
                    <a:cubicBezTo>
                      <a:pt x="334" y="434"/>
                      <a:pt x="401" y="367"/>
                      <a:pt x="401" y="301"/>
                    </a:cubicBezTo>
                    <a:cubicBezTo>
                      <a:pt x="434" y="267"/>
                      <a:pt x="434" y="234"/>
                      <a:pt x="434" y="234"/>
                    </a:cubicBezTo>
                    <a:cubicBezTo>
                      <a:pt x="468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0" name="Google Shape;12760;p39"/>
              <p:cNvSpPr/>
              <p:nvPr/>
            </p:nvSpPr>
            <p:spPr>
              <a:xfrm>
                <a:off x="5895375" y="2874100"/>
                <a:ext cx="14375" cy="12275"/>
              </a:xfrm>
              <a:custGeom>
                <a:rect b="b" l="l" r="r" t="t"/>
                <a:pathLst>
                  <a:path extrusionOk="0" h="491" w="575">
                    <a:moveTo>
                      <a:pt x="265" y="1"/>
                    </a:moveTo>
                    <a:cubicBezTo>
                      <a:pt x="1" y="1"/>
                      <a:pt x="15" y="490"/>
                      <a:pt x="280" y="490"/>
                    </a:cubicBezTo>
                    <a:cubicBezTo>
                      <a:pt x="326" y="490"/>
                      <a:pt x="380" y="475"/>
                      <a:pt x="442" y="440"/>
                    </a:cubicBezTo>
                    <a:lnTo>
                      <a:pt x="475" y="407"/>
                    </a:lnTo>
                    <a:cubicBezTo>
                      <a:pt x="542" y="373"/>
                      <a:pt x="575" y="307"/>
                      <a:pt x="575" y="240"/>
                    </a:cubicBezTo>
                    <a:cubicBezTo>
                      <a:pt x="575" y="140"/>
                      <a:pt x="542" y="73"/>
                      <a:pt x="475" y="40"/>
                    </a:cubicBezTo>
                    <a:lnTo>
                      <a:pt x="408" y="40"/>
                    </a:lnTo>
                    <a:cubicBezTo>
                      <a:pt x="354" y="13"/>
                      <a:pt x="306" y="1"/>
                      <a:pt x="2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1" name="Google Shape;12761;p39"/>
              <p:cNvSpPr/>
              <p:nvPr/>
            </p:nvSpPr>
            <p:spPr>
              <a:xfrm>
                <a:off x="5868875" y="2866750"/>
                <a:ext cx="14200" cy="14200"/>
              </a:xfrm>
              <a:custGeom>
                <a:rect b="b" l="l" r="r" t="t"/>
                <a:pathLst>
                  <a:path extrusionOk="0" h="568" w="568">
                    <a:moveTo>
                      <a:pt x="267" y="0"/>
                    </a:moveTo>
                    <a:cubicBezTo>
                      <a:pt x="101" y="0"/>
                      <a:pt x="0" y="167"/>
                      <a:pt x="0" y="301"/>
                    </a:cubicBezTo>
                    <a:cubicBezTo>
                      <a:pt x="0" y="467"/>
                      <a:pt x="134" y="567"/>
                      <a:pt x="301" y="567"/>
                    </a:cubicBezTo>
                    <a:cubicBezTo>
                      <a:pt x="434" y="567"/>
                      <a:pt x="568" y="434"/>
                      <a:pt x="568" y="267"/>
                    </a:cubicBezTo>
                    <a:cubicBezTo>
                      <a:pt x="568" y="134"/>
                      <a:pt x="434" y="0"/>
                      <a:pt x="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2" name="Google Shape;12762;p39"/>
              <p:cNvSpPr/>
              <p:nvPr/>
            </p:nvSpPr>
            <p:spPr>
              <a:xfrm>
                <a:off x="5883050" y="2892600"/>
                <a:ext cx="10875" cy="10875"/>
              </a:xfrm>
              <a:custGeom>
                <a:rect b="b" l="l" r="r" t="t"/>
                <a:pathLst>
                  <a:path extrusionOk="0" h="435" w="435">
                    <a:moveTo>
                      <a:pt x="201" y="0"/>
                    </a:moveTo>
                    <a:cubicBezTo>
                      <a:pt x="134" y="0"/>
                      <a:pt x="34" y="34"/>
                      <a:pt x="34" y="134"/>
                    </a:cubicBezTo>
                    <a:cubicBezTo>
                      <a:pt x="1" y="167"/>
                      <a:pt x="1" y="201"/>
                      <a:pt x="1" y="267"/>
                    </a:cubicBezTo>
                    <a:cubicBezTo>
                      <a:pt x="34" y="267"/>
                      <a:pt x="34" y="301"/>
                      <a:pt x="67" y="334"/>
                    </a:cubicBezTo>
                    <a:cubicBezTo>
                      <a:pt x="67" y="401"/>
                      <a:pt x="167" y="434"/>
                      <a:pt x="234" y="434"/>
                    </a:cubicBezTo>
                    <a:cubicBezTo>
                      <a:pt x="301" y="434"/>
                      <a:pt x="367" y="401"/>
                      <a:pt x="401" y="334"/>
                    </a:cubicBezTo>
                    <a:cubicBezTo>
                      <a:pt x="401" y="301"/>
                      <a:pt x="434" y="234"/>
                      <a:pt x="434" y="201"/>
                    </a:cubicBezTo>
                    <a:cubicBezTo>
                      <a:pt x="434" y="167"/>
                      <a:pt x="434" y="134"/>
                      <a:pt x="401" y="67"/>
                    </a:cubicBezTo>
                    <a:cubicBezTo>
                      <a:pt x="367" y="34"/>
                      <a:pt x="301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3" name="Google Shape;12763;p39"/>
              <p:cNvSpPr/>
              <p:nvPr/>
            </p:nvSpPr>
            <p:spPr>
              <a:xfrm>
                <a:off x="5909725" y="2900300"/>
                <a:ext cx="10050" cy="8825"/>
              </a:xfrm>
              <a:custGeom>
                <a:rect b="b" l="l" r="r" t="t"/>
                <a:pathLst>
                  <a:path extrusionOk="0" h="353" w="402">
                    <a:moveTo>
                      <a:pt x="209" y="0"/>
                    </a:moveTo>
                    <a:cubicBezTo>
                      <a:pt x="106" y="0"/>
                      <a:pt x="1" y="68"/>
                      <a:pt x="1" y="193"/>
                    </a:cubicBezTo>
                    <a:cubicBezTo>
                      <a:pt x="16" y="301"/>
                      <a:pt x="104" y="352"/>
                      <a:pt x="193" y="352"/>
                    </a:cubicBezTo>
                    <a:cubicBezTo>
                      <a:pt x="296" y="352"/>
                      <a:pt x="401" y="284"/>
                      <a:pt x="401" y="159"/>
                    </a:cubicBezTo>
                    <a:cubicBezTo>
                      <a:pt x="386" y="51"/>
                      <a:pt x="298" y="0"/>
                      <a:pt x="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4" name="Google Shape;12764;p39"/>
              <p:cNvSpPr/>
              <p:nvPr/>
            </p:nvSpPr>
            <p:spPr>
              <a:xfrm>
                <a:off x="5875550" y="2746150"/>
                <a:ext cx="14200" cy="13875"/>
              </a:xfrm>
              <a:custGeom>
                <a:rect b="b" l="l" r="r" t="t"/>
                <a:pathLst>
                  <a:path extrusionOk="0" h="555" w="568">
                    <a:moveTo>
                      <a:pt x="262" y="1"/>
                    </a:moveTo>
                    <a:cubicBezTo>
                      <a:pt x="225" y="1"/>
                      <a:pt x="192" y="9"/>
                      <a:pt x="167" y="21"/>
                    </a:cubicBezTo>
                    <a:cubicBezTo>
                      <a:pt x="34" y="88"/>
                      <a:pt x="0" y="188"/>
                      <a:pt x="0" y="288"/>
                    </a:cubicBezTo>
                    <a:cubicBezTo>
                      <a:pt x="0" y="321"/>
                      <a:pt x="0" y="354"/>
                      <a:pt x="0" y="354"/>
                    </a:cubicBezTo>
                    <a:cubicBezTo>
                      <a:pt x="0" y="455"/>
                      <a:pt x="100" y="555"/>
                      <a:pt x="200" y="555"/>
                    </a:cubicBezTo>
                    <a:lnTo>
                      <a:pt x="267" y="555"/>
                    </a:lnTo>
                    <a:cubicBezTo>
                      <a:pt x="401" y="521"/>
                      <a:pt x="501" y="455"/>
                      <a:pt x="534" y="321"/>
                    </a:cubicBezTo>
                    <a:cubicBezTo>
                      <a:pt x="567" y="254"/>
                      <a:pt x="534" y="154"/>
                      <a:pt x="467" y="88"/>
                    </a:cubicBezTo>
                    <a:cubicBezTo>
                      <a:pt x="404" y="24"/>
                      <a:pt x="32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5" name="Google Shape;12765;p39"/>
              <p:cNvSpPr/>
              <p:nvPr/>
            </p:nvSpPr>
            <p:spPr>
              <a:xfrm>
                <a:off x="5860525" y="2772500"/>
                <a:ext cx="10875" cy="11700"/>
              </a:xfrm>
              <a:custGeom>
                <a:rect b="b" l="l" r="r" t="t"/>
                <a:pathLst>
                  <a:path extrusionOk="0" h="468" w="435">
                    <a:moveTo>
                      <a:pt x="201" y="1"/>
                    </a:moveTo>
                    <a:cubicBezTo>
                      <a:pt x="168" y="1"/>
                      <a:pt x="101" y="68"/>
                      <a:pt x="68" y="101"/>
                    </a:cubicBezTo>
                    <a:cubicBezTo>
                      <a:pt x="68" y="134"/>
                      <a:pt x="34" y="134"/>
                      <a:pt x="34" y="168"/>
                    </a:cubicBezTo>
                    <a:cubicBezTo>
                      <a:pt x="1" y="201"/>
                      <a:pt x="1" y="268"/>
                      <a:pt x="34" y="335"/>
                    </a:cubicBezTo>
                    <a:cubicBezTo>
                      <a:pt x="68" y="401"/>
                      <a:pt x="134" y="468"/>
                      <a:pt x="234" y="468"/>
                    </a:cubicBezTo>
                    <a:cubicBezTo>
                      <a:pt x="334" y="468"/>
                      <a:pt x="435" y="368"/>
                      <a:pt x="435" y="268"/>
                    </a:cubicBezTo>
                    <a:cubicBezTo>
                      <a:pt x="435" y="201"/>
                      <a:pt x="401" y="134"/>
                      <a:pt x="368" y="101"/>
                    </a:cubicBezTo>
                    <a:cubicBezTo>
                      <a:pt x="334" y="34"/>
                      <a:pt x="268" y="1"/>
                      <a:pt x="2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6" name="Google Shape;12766;p39"/>
              <p:cNvSpPr/>
              <p:nvPr/>
            </p:nvSpPr>
            <p:spPr>
              <a:xfrm>
                <a:off x="6144900" y="2506050"/>
                <a:ext cx="13225" cy="12125"/>
              </a:xfrm>
              <a:custGeom>
                <a:rect b="b" l="l" r="r" t="t"/>
                <a:pathLst>
                  <a:path extrusionOk="0" h="485" w="529">
                    <a:moveTo>
                      <a:pt x="310" y="0"/>
                    </a:moveTo>
                    <a:cubicBezTo>
                      <a:pt x="284" y="0"/>
                      <a:pt x="259" y="6"/>
                      <a:pt x="234" y="18"/>
                    </a:cubicBezTo>
                    <a:lnTo>
                      <a:pt x="167" y="18"/>
                    </a:lnTo>
                    <a:cubicBezTo>
                      <a:pt x="101" y="51"/>
                      <a:pt x="67" y="85"/>
                      <a:pt x="67" y="118"/>
                    </a:cubicBezTo>
                    <a:lnTo>
                      <a:pt x="34" y="151"/>
                    </a:lnTo>
                    <a:cubicBezTo>
                      <a:pt x="1" y="218"/>
                      <a:pt x="1" y="285"/>
                      <a:pt x="1" y="318"/>
                    </a:cubicBezTo>
                    <a:cubicBezTo>
                      <a:pt x="34" y="352"/>
                      <a:pt x="34" y="385"/>
                      <a:pt x="67" y="418"/>
                    </a:cubicBezTo>
                    <a:cubicBezTo>
                      <a:pt x="101" y="452"/>
                      <a:pt x="167" y="485"/>
                      <a:pt x="201" y="485"/>
                    </a:cubicBezTo>
                    <a:lnTo>
                      <a:pt x="301" y="485"/>
                    </a:lnTo>
                    <a:cubicBezTo>
                      <a:pt x="301" y="452"/>
                      <a:pt x="334" y="452"/>
                      <a:pt x="368" y="452"/>
                    </a:cubicBezTo>
                    <a:cubicBezTo>
                      <a:pt x="368" y="452"/>
                      <a:pt x="368" y="418"/>
                      <a:pt x="368" y="418"/>
                    </a:cubicBezTo>
                    <a:cubicBezTo>
                      <a:pt x="434" y="385"/>
                      <a:pt x="468" y="352"/>
                      <a:pt x="468" y="318"/>
                    </a:cubicBezTo>
                    <a:cubicBezTo>
                      <a:pt x="468" y="285"/>
                      <a:pt x="501" y="252"/>
                      <a:pt x="501" y="218"/>
                    </a:cubicBezTo>
                    <a:cubicBezTo>
                      <a:pt x="528" y="109"/>
                      <a:pt x="422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7" name="Google Shape;12767;p39"/>
              <p:cNvSpPr/>
              <p:nvPr/>
            </p:nvSpPr>
            <p:spPr>
              <a:xfrm>
                <a:off x="5869700" y="2719150"/>
                <a:ext cx="12550" cy="11700"/>
              </a:xfrm>
              <a:custGeom>
                <a:rect b="b" l="l" r="r" t="t"/>
                <a:pathLst>
                  <a:path extrusionOk="0" h="468" w="502">
                    <a:moveTo>
                      <a:pt x="301" y="0"/>
                    </a:moveTo>
                    <a:cubicBezTo>
                      <a:pt x="201" y="0"/>
                      <a:pt x="134" y="33"/>
                      <a:pt x="68" y="67"/>
                    </a:cubicBezTo>
                    <a:cubicBezTo>
                      <a:pt x="1" y="134"/>
                      <a:pt x="1" y="267"/>
                      <a:pt x="34" y="334"/>
                    </a:cubicBezTo>
                    <a:cubicBezTo>
                      <a:pt x="68" y="434"/>
                      <a:pt x="168" y="467"/>
                      <a:pt x="268" y="467"/>
                    </a:cubicBezTo>
                    <a:lnTo>
                      <a:pt x="301" y="467"/>
                    </a:lnTo>
                    <a:cubicBezTo>
                      <a:pt x="401" y="467"/>
                      <a:pt x="501" y="367"/>
                      <a:pt x="501" y="267"/>
                    </a:cubicBezTo>
                    <a:cubicBezTo>
                      <a:pt x="501" y="234"/>
                      <a:pt x="501" y="234"/>
                      <a:pt x="501" y="234"/>
                    </a:cubicBezTo>
                    <a:cubicBezTo>
                      <a:pt x="468" y="134"/>
                      <a:pt x="401" y="33"/>
                      <a:pt x="3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8" name="Google Shape;12768;p39"/>
              <p:cNvSpPr/>
              <p:nvPr/>
            </p:nvSpPr>
            <p:spPr>
              <a:xfrm>
                <a:off x="5888050" y="2798375"/>
                <a:ext cx="10025" cy="11700"/>
              </a:xfrm>
              <a:custGeom>
                <a:rect b="b" l="l" r="r" t="t"/>
                <a:pathLst>
                  <a:path extrusionOk="0" h="468" w="401">
                    <a:moveTo>
                      <a:pt x="201" y="0"/>
                    </a:moveTo>
                    <a:cubicBezTo>
                      <a:pt x="101" y="0"/>
                      <a:pt x="34" y="67"/>
                      <a:pt x="34" y="133"/>
                    </a:cubicBezTo>
                    <a:cubicBezTo>
                      <a:pt x="34" y="167"/>
                      <a:pt x="34" y="167"/>
                      <a:pt x="1" y="200"/>
                    </a:cubicBezTo>
                    <a:cubicBezTo>
                      <a:pt x="1" y="234"/>
                      <a:pt x="1" y="267"/>
                      <a:pt x="34" y="334"/>
                    </a:cubicBezTo>
                    <a:cubicBezTo>
                      <a:pt x="34" y="400"/>
                      <a:pt x="134" y="467"/>
                      <a:pt x="201" y="467"/>
                    </a:cubicBezTo>
                    <a:cubicBezTo>
                      <a:pt x="301" y="467"/>
                      <a:pt x="368" y="367"/>
                      <a:pt x="401" y="300"/>
                    </a:cubicBezTo>
                    <a:cubicBezTo>
                      <a:pt x="401" y="267"/>
                      <a:pt x="401" y="234"/>
                      <a:pt x="401" y="167"/>
                    </a:cubicBezTo>
                    <a:cubicBezTo>
                      <a:pt x="368" y="167"/>
                      <a:pt x="368" y="133"/>
                      <a:pt x="368" y="133"/>
                    </a:cubicBezTo>
                    <a:cubicBezTo>
                      <a:pt x="334" y="67"/>
                      <a:pt x="268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9" name="Google Shape;12769;p39"/>
              <p:cNvSpPr/>
              <p:nvPr/>
            </p:nvSpPr>
            <p:spPr>
              <a:xfrm>
                <a:off x="5905575" y="3175350"/>
                <a:ext cx="30050" cy="75850"/>
              </a:xfrm>
              <a:custGeom>
                <a:rect b="b" l="l" r="r" t="t"/>
                <a:pathLst>
                  <a:path extrusionOk="0" h="3034" w="1202">
                    <a:moveTo>
                      <a:pt x="730" y="0"/>
                    </a:moveTo>
                    <a:cubicBezTo>
                      <a:pt x="608" y="0"/>
                      <a:pt x="486" y="68"/>
                      <a:pt x="467" y="199"/>
                    </a:cubicBezTo>
                    <a:cubicBezTo>
                      <a:pt x="400" y="632"/>
                      <a:pt x="501" y="1066"/>
                      <a:pt x="467" y="1533"/>
                    </a:cubicBezTo>
                    <a:cubicBezTo>
                      <a:pt x="434" y="1900"/>
                      <a:pt x="434" y="2400"/>
                      <a:pt x="134" y="2667"/>
                    </a:cubicBezTo>
                    <a:cubicBezTo>
                      <a:pt x="0" y="2767"/>
                      <a:pt x="100" y="3034"/>
                      <a:pt x="267" y="3034"/>
                    </a:cubicBezTo>
                    <a:cubicBezTo>
                      <a:pt x="767" y="2967"/>
                      <a:pt x="934" y="2467"/>
                      <a:pt x="1001" y="2033"/>
                    </a:cubicBezTo>
                    <a:cubicBezTo>
                      <a:pt x="1101" y="1433"/>
                      <a:pt x="1201" y="699"/>
                      <a:pt x="968" y="132"/>
                    </a:cubicBezTo>
                    <a:cubicBezTo>
                      <a:pt x="923" y="43"/>
                      <a:pt x="827" y="0"/>
                      <a:pt x="7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0" name="Google Shape;12770;p39"/>
              <p:cNvSpPr/>
              <p:nvPr/>
            </p:nvSpPr>
            <p:spPr>
              <a:xfrm>
                <a:off x="5901400" y="3056250"/>
                <a:ext cx="174325" cy="119900"/>
              </a:xfrm>
              <a:custGeom>
                <a:rect b="b" l="l" r="r" t="t"/>
                <a:pathLst>
                  <a:path extrusionOk="0" h="4796" w="6973">
                    <a:moveTo>
                      <a:pt x="2652" y="1"/>
                    </a:moveTo>
                    <a:cubicBezTo>
                      <a:pt x="2565" y="1"/>
                      <a:pt x="2476" y="45"/>
                      <a:pt x="2435" y="126"/>
                    </a:cubicBezTo>
                    <a:cubicBezTo>
                      <a:pt x="2235" y="559"/>
                      <a:pt x="2402" y="1060"/>
                      <a:pt x="2335" y="1527"/>
                    </a:cubicBezTo>
                    <a:cubicBezTo>
                      <a:pt x="2269" y="2094"/>
                      <a:pt x="2002" y="2361"/>
                      <a:pt x="1602" y="2661"/>
                    </a:cubicBezTo>
                    <a:cubicBezTo>
                      <a:pt x="1301" y="2861"/>
                      <a:pt x="1201" y="3161"/>
                      <a:pt x="1235" y="3528"/>
                    </a:cubicBezTo>
                    <a:cubicBezTo>
                      <a:pt x="1268" y="3828"/>
                      <a:pt x="1235" y="3929"/>
                      <a:pt x="934" y="4095"/>
                    </a:cubicBezTo>
                    <a:cubicBezTo>
                      <a:pt x="701" y="4195"/>
                      <a:pt x="434" y="4295"/>
                      <a:pt x="201" y="4396"/>
                    </a:cubicBezTo>
                    <a:cubicBezTo>
                      <a:pt x="0" y="4462"/>
                      <a:pt x="0" y="4796"/>
                      <a:pt x="234" y="4796"/>
                    </a:cubicBezTo>
                    <a:cubicBezTo>
                      <a:pt x="734" y="4729"/>
                      <a:pt x="1368" y="4662"/>
                      <a:pt x="1735" y="4262"/>
                    </a:cubicBezTo>
                    <a:cubicBezTo>
                      <a:pt x="1835" y="4162"/>
                      <a:pt x="1868" y="3995"/>
                      <a:pt x="1902" y="3862"/>
                    </a:cubicBezTo>
                    <a:cubicBezTo>
                      <a:pt x="1902" y="3862"/>
                      <a:pt x="1902" y="3862"/>
                      <a:pt x="1902" y="3828"/>
                    </a:cubicBezTo>
                    <a:cubicBezTo>
                      <a:pt x="2002" y="3728"/>
                      <a:pt x="2102" y="3628"/>
                      <a:pt x="2169" y="3528"/>
                    </a:cubicBezTo>
                    <a:cubicBezTo>
                      <a:pt x="2269" y="3395"/>
                      <a:pt x="2302" y="3295"/>
                      <a:pt x="2369" y="3161"/>
                    </a:cubicBezTo>
                    <a:cubicBezTo>
                      <a:pt x="2402" y="3095"/>
                      <a:pt x="2402" y="2995"/>
                      <a:pt x="2369" y="2928"/>
                    </a:cubicBezTo>
                    <a:cubicBezTo>
                      <a:pt x="2636" y="2694"/>
                      <a:pt x="2802" y="2394"/>
                      <a:pt x="2936" y="2094"/>
                    </a:cubicBezTo>
                    <a:cubicBezTo>
                      <a:pt x="3448" y="2376"/>
                      <a:pt x="4119" y="2441"/>
                      <a:pt x="4749" y="2441"/>
                    </a:cubicBezTo>
                    <a:cubicBezTo>
                      <a:pt x="4940" y="2441"/>
                      <a:pt x="5126" y="2435"/>
                      <a:pt x="5304" y="2427"/>
                    </a:cubicBezTo>
                    <a:cubicBezTo>
                      <a:pt x="5838" y="2427"/>
                      <a:pt x="6972" y="2261"/>
                      <a:pt x="6972" y="1493"/>
                    </a:cubicBezTo>
                    <a:cubicBezTo>
                      <a:pt x="6943" y="1378"/>
                      <a:pt x="6839" y="1287"/>
                      <a:pt x="6724" y="1287"/>
                    </a:cubicBezTo>
                    <a:cubicBezTo>
                      <a:pt x="6707" y="1287"/>
                      <a:pt x="6689" y="1289"/>
                      <a:pt x="6672" y="1293"/>
                    </a:cubicBezTo>
                    <a:cubicBezTo>
                      <a:pt x="6405" y="1360"/>
                      <a:pt x="6205" y="1560"/>
                      <a:pt x="5938" y="1660"/>
                    </a:cubicBezTo>
                    <a:cubicBezTo>
                      <a:pt x="5638" y="1760"/>
                      <a:pt x="5271" y="1760"/>
                      <a:pt x="4937" y="1760"/>
                    </a:cubicBezTo>
                    <a:cubicBezTo>
                      <a:pt x="4779" y="1769"/>
                      <a:pt x="4620" y="1773"/>
                      <a:pt x="4462" y="1773"/>
                    </a:cubicBezTo>
                    <a:cubicBezTo>
                      <a:pt x="3987" y="1773"/>
                      <a:pt x="3511" y="1735"/>
                      <a:pt x="3036" y="1660"/>
                    </a:cubicBezTo>
                    <a:cubicBezTo>
                      <a:pt x="3103" y="1160"/>
                      <a:pt x="3136" y="459"/>
                      <a:pt x="2802" y="59"/>
                    </a:cubicBezTo>
                    <a:cubicBezTo>
                      <a:pt x="2763" y="20"/>
                      <a:pt x="2708" y="1"/>
                      <a:pt x="26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1" name="Google Shape;12771;p39"/>
              <p:cNvSpPr/>
              <p:nvPr/>
            </p:nvSpPr>
            <p:spPr>
              <a:xfrm>
                <a:off x="5878875" y="2975475"/>
                <a:ext cx="60900" cy="74425"/>
              </a:xfrm>
              <a:custGeom>
                <a:rect b="b" l="l" r="r" t="t"/>
                <a:pathLst>
                  <a:path extrusionOk="0" h="2977" w="2436">
                    <a:moveTo>
                      <a:pt x="1260" y="1"/>
                    </a:moveTo>
                    <a:cubicBezTo>
                      <a:pt x="830" y="1"/>
                      <a:pt x="420" y="153"/>
                      <a:pt x="201" y="555"/>
                    </a:cubicBezTo>
                    <a:cubicBezTo>
                      <a:pt x="1" y="888"/>
                      <a:pt x="101" y="1322"/>
                      <a:pt x="201" y="1689"/>
                    </a:cubicBezTo>
                    <a:cubicBezTo>
                      <a:pt x="301" y="2123"/>
                      <a:pt x="468" y="2623"/>
                      <a:pt x="801" y="2923"/>
                    </a:cubicBezTo>
                    <a:cubicBezTo>
                      <a:pt x="839" y="2960"/>
                      <a:pt x="884" y="2977"/>
                      <a:pt x="929" y="2977"/>
                    </a:cubicBezTo>
                    <a:cubicBezTo>
                      <a:pt x="1044" y="2977"/>
                      <a:pt x="1159" y="2867"/>
                      <a:pt x="1135" y="2723"/>
                    </a:cubicBezTo>
                    <a:cubicBezTo>
                      <a:pt x="1035" y="2189"/>
                      <a:pt x="701" y="1722"/>
                      <a:pt x="668" y="1189"/>
                    </a:cubicBezTo>
                    <a:cubicBezTo>
                      <a:pt x="635" y="888"/>
                      <a:pt x="768" y="722"/>
                      <a:pt x="901" y="655"/>
                    </a:cubicBezTo>
                    <a:cubicBezTo>
                      <a:pt x="935" y="622"/>
                      <a:pt x="968" y="622"/>
                      <a:pt x="968" y="622"/>
                    </a:cubicBezTo>
                    <a:cubicBezTo>
                      <a:pt x="1200" y="550"/>
                      <a:pt x="1452" y="517"/>
                      <a:pt x="1707" y="517"/>
                    </a:cubicBezTo>
                    <a:cubicBezTo>
                      <a:pt x="1928" y="517"/>
                      <a:pt x="2152" y="542"/>
                      <a:pt x="2369" y="588"/>
                    </a:cubicBezTo>
                    <a:cubicBezTo>
                      <a:pt x="2436" y="488"/>
                      <a:pt x="2436" y="355"/>
                      <a:pt x="2269" y="255"/>
                    </a:cubicBezTo>
                    <a:cubicBezTo>
                      <a:pt x="1983" y="104"/>
                      <a:pt x="1615" y="1"/>
                      <a:pt x="12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2" name="Google Shape;12772;p39"/>
              <p:cNvSpPr/>
              <p:nvPr/>
            </p:nvSpPr>
            <p:spPr>
              <a:xfrm>
                <a:off x="5918925" y="2615825"/>
                <a:ext cx="1248400" cy="946500"/>
              </a:xfrm>
              <a:custGeom>
                <a:rect b="b" l="l" r="r" t="t"/>
                <a:pathLst>
                  <a:path extrusionOk="0" h="37860" w="49936">
                    <a:moveTo>
                      <a:pt x="48437" y="0"/>
                    </a:moveTo>
                    <a:cubicBezTo>
                      <a:pt x="48347" y="0"/>
                      <a:pt x="48248" y="64"/>
                      <a:pt x="48268" y="164"/>
                    </a:cubicBezTo>
                    <a:cubicBezTo>
                      <a:pt x="48568" y="1865"/>
                      <a:pt x="48735" y="3599"/>
                      <a:pt x="48768" y="5334"/>
                    </a:cubicBezTo>
                    <a:cubicBezTo>
                      <a:pt x="48801" y="5501"/>
                      <a:pt x="48801" y="5634"/>
                      <a:pt x="48801" y="5801"/>
                    </a:cubicBezTo>
                    <a:cubicBezTo>
                      <a:pt x="48601" y="5768"/>
                      <a:pt x="48401" y="5734"/>
                      <a:pt x="48234" y="5734"/>
                    </a:cubicBezTo>
                    <a:cubicBezTo>
                      <a:pt x="48234" y="5701"/>
                      <a:pt x="48234" y="5701"/>
                      <a:pt x="48201" y="5701"/>
                    </a:cubicBezTo>
                    <a:cubicBezTo>
                      <a:pt x="48201" y="5668"/>
                      <a:pt x="48168" y="5634"/>
                      <a:pt x="48101" y="5601"/>
                    </a:cubicBezTo>
                    <a:cubicBezTo>
                      <a:pt x="47634" y="5467"/>
                      <a:pt x="47167" y="5301"/>
                      <a:pt x="46700" y="5301"/>
                    </a:cubicBezTo>
                    <a:cubicBezTo>
                      <a:pt x="46533" y="5301"/>
                      <a:pt x="46466" y="5567"/>
                      <a:pt x="46633" y="5634"/>
                    </a:cubicBezTo>
                    <a:cubicBezTo>
                      <a:pt x="46633" y="5634"/>
                      <a:pt x="46667" y="5634"/>
                      <a:pt x="46667" y="5668"/>
                    </a:cubicBezTo>
                    <a:cubicBezTo>
                      <a:pt x="46633" y="5734"/>
                      <a:pt x="46667" y="5834"/>
                      <a:pt x="46767" y="5868"/>
                    </a:cubicBezTo>
                    <a:cubicBezTo>
                      <a:pt x="47200" y="6068"/>
                      <a:pt x="47701" y="6168"/>
                      <a:pt x="48201" y="6268"/>
                    </a:cubicBezTo>
                    <a:cubicBezTo>
                      <a:pt x="48401" y="6301"/>
                      <a:pt x="48601" y="6368"/>
                      <a:pt x="48801" y="6401"/>
                    </a:cubicBezTo>
                    <a:cubicBezTo>
                      <a:pt x="48835" y="9103"/>
                      <a:pt x="48635" y="11805"/>
                      <a:pt x="48168" y="14474"/>
                    </a:cubicBezTo>
                    <a:cubicBezTo>
                      <a:pt x="47967" y="15675"/>
                      <a:pt x="47701" y="16842"/>
                      <a:pt x="47367" y="18010"/>
                    </a:cubicBezTo>
                    <a:cubicBezTo>
                      <a:pt x="47400" y="17676"/>
                      <a:pt x="47434" y="17343"/>
                      <a:pt x="47467" y="17009"/>
                    </a:cubicBezTo>
                    <a:cubicBezTo>
                      <a:pt x="47567" y="15841"/>
                      <a:pt x="47567" y="14707"/>
                      <a:pt x="47500" y="13540"/>
                    </a:cubicBezTo>
                    <a:cubicBezTo>
                      <a:pt x="47467" y="12372"/>
                      <a:pt x="47334" y="11205"/>
                      <a:pt x="47200" y="10071"/>
                    </a:cubicBezTo>
                    <a:cubicBezTo>
                      <a:pt x="47184" y="9971"/>
                      <a:pt x="47100" y="9921"/>
                      <a:pt x="47021" y="9921"/>
                    </a:cubicBezTo>
                    <a:cubicBezTo>
                      <a:pt x="46942" y="9921"/>
                      <a:pt x="46867" y="9971"/>
                      <a:pt x="46867" y="10071"/>
                    </a:cubicBezTo>
                    <a:cubicBezTo>
                      <a:pt x="46833" y="11171"/>
                      <a:pt x="46767" y="12272"/>
                      <a:pt x="46733" y="13340"/>
                    </a:cubicBezTo>
                    <a:cubicBezTo>
                      <a:pt x="46667" y="13340"/>
                      <a:pt x="46600" y="13406"/>
                      <a:pt x="46600" y="13473"/>
                    </a:cubicBezTo>
                    <a:cubicBezTo>
                      <a:pt x="46500" y="14674"/>
                      <a:pt x="46233" y="15875"/>
                      <a:pt x="45999" y="17076"/>
                    </a:cubicBezTo>
                    <a:cubicBezTo>
                      <a:pt x="45566" y="19144"/>
                      <a:pt x="44865" y="21212"/>
                      <a:pt x="43965" y="23147"/>
                    </a:cubicBezTo>
                    <a:cubicBezTo>
                      <a:pt x="43798" y="23547"/>
                      <a:pt x="43598" y="23914"/>
                      <a:pt x="43398" y="24314"/>
                    </a:cubicBezTo>
                    <a:cubicBezTo>
                      <a:pt x="43564" y="23914"/>
                      <a:pt x="43431" y="23313"/>
                      <a:pt x="42997" y="23147"/>
                    </a:cubicBezTo>
                    <a:cubicBezTo>
                      <a:pt x="42962" y="23132"/>
                      <a:pt x="42927" y="23126"/>
                      <a:pt x="42896" y="23126"/>
                    </a:cubicBezTo>
                    <a:cubicBezTo>
                      <a:pt x="42781" y="23126"/>
                      <a:pt x="42704" y="23216"/>
                      <a:pt x="42730" y="23347"/>
                    </a:cubicBezTo>
                    <a:cubicBezTo>
                      <a:pt x="42764" y="23614"/>
                      <a:pt x="42931" y="23780"/>
                      <a:pt x="42797" y="24047"/>
                    </a:cubicBezTo>
                    <a:cubicBezTo>
                      <a:pt x="42741" y="24141"/>
                      <a:pt x="42684" y="24182"/>
                      <a:pt x="42616" y="24182"/>
                    </a:cubicBezTo>
                    <a:cubicBezTo>
                      <a:pt x="42563" y="24182"/>
                      <a:pt x="42503" y="24158"/>
                      <a:pt x="42430" y="24114"/>
                    </a:cubicBezTo>
                    <a:cubicBezTo>
                      <a:pt x="42347" y="24064"/>
                      <a:pt x="42247" y="24022"/>
                      <a:pt x="42151" y="24022"/>
                    </a:cubicBezTo>
                    <a:cubicBezTo>
                      <a:pt x="42055" y="24022"/>
                      <a:pt x="41963" y="24064"/>
                      <a:pt x="41896" y="24181"/>
                    </a:cubicBezTo>
                    <a:cubicBezTo>
                      <a:pt x="41796" y="24381"/>
                      <a:pt x="41963" y="24648"/>
                      <a:pt x="42163" y="24748"/>
                    </a:cubicBezTo>
                    <a:cubicBezTo>
                      <a:pt x="42290" y="24822"/>
                      <a:pt x="42427" y="24856"/>
                      <a:pt x="42563" y="24856"/>
                    </a:cubicBezTo>
                    <a:cubicBezTo>
                      <a:pt x="42857" y="24856"/>
                      <a:pt x="43148" y="24698"/>
                      <a:pt x="43331" y="24448"/>
                    </a:cubicBezTo>
                    <a:lnTo>
                      <a:pt x="43331" y="24448"/>
                    </a:lnTo>
                    <a:cubicBezTo>
                      <a:pt x="43064" y="24981"/>
                      <a:pt x="42764" y="25482"/>
                      <a:pt x="42430" y="25982"/>
                    </a:cubicBezTo>
                    <a:cubicBezTo>
                      <a:pt x="42163" y="26449"/>
                      <a:pt x="41863" y="26883"/>
                      <a:pt x="41530" y="27316"/>
                    </a:cubicBezTo>
                    <a:cubicBezTo>
                      <a:pt x="41296" y="27650"/>
                      <a:pt x="41029" y="27950"/>
                      <a:pt x="40796" y="28284"/>
                    </a:cubicBezTo>
                    <a:cubicBezTo>
                      <a:pt x="40796" y="28184"/>
                      <a:pt x="40762" y="28084"/>
                      <a:pt x="40729" y="28017"/>
                    </a:cubicBezTo>
                    <a:cubicBezTo>
                      <a:pt x="40682" y="27958"/>
                      <a:pt x="40623" y="27933"/>
                      <a:pt x="40564" y="27933"/>
                    </a:cubicBezTo>
                    <a:cubicBezTo>
                      <a:pt x="40456" y="27933"/>
                      <a:pt x="40350" y="28020"/>
                      <a:pt x="40329" y="28150"/>
                    </a:cubicBezTo>
                    <a:cubicBezTo>
                      <a:pt x="40329" y="28284"/>
                      <a:pt x="40362" y="28384"/>
                      <a:pt x="40262" y="28517"/>
                    </a:cubicBezTo>
                    <a:cubicBezTo>
                      <a:pt x="40195" y="28617"/>
                      <a:pt x="40095" y="28651"/>
                      <a:pt x="40028" y="28651"/>
                    </a:cubicBezTo>
                    <a:cubicBezTo>
                      <a:pt x="39995" y="28651"/>
                      <a:pt x="39928" y="28651"/>
                      <a:pt x="39895" y="28617"/>
                    </a:cubicBezTo>
                    <a:cubicBezTo>
                      <a:pt x="39858" y="28605"/>
                      <a:pt x="39826" y="28597"/>
                      <a:pt x="39795" y="28597"/>
                    </a:cubicBezTo>
                    <a:cubicBezTo>
                      <a:pt x="39742" y="28597"/>
                      <a:pt x="39692" y="28621"/>
                      <a:pt x="39628" y="28684"/>
                    </a:cubicBezTo>
                    <a:cubicBezTo>
                      <a:pt x="39595" y="28717"/>
                      <a:pt x="39595" y="28751"/>
                      <a:pt x="39595" y="28817"/>
                    </a:cubicBezTo>
                    <a:cubicBezTo>
                      <a:pt x="39561" y="28817"/>
                      <a:pt x="39528" y="28851"/>
                      <a:pt x="39495" y="28851"/>
                    </a:cubicBezTo>
                    <a:cubicBezTo>
                      <a:pt x="39428" y="28751"/>
                      <a:pt x="39361" y="28651"/>
                      <a:pt x="39195" y="28617"/>
                    </a:cubicBezTo>
                    <a:cubicBezTo>
                      <a:pt x="38627" y="28417"/>
                      <a:pt x="38894" y="27550"/>
                      <a:pt x="38961" y="27183"/>
                    </a:cubicBezTo>
                    <a:cubicBezTo>
                      <a:pt x="39094" y="26616"/>
                      <a:pt x="39261" y="26115"/>
                      <a:pt x="39428" y="25582"/>
                    </a:cubicBezTo>
                    <a:cubicBezTo>
                      <a:pt x="39762" y="24514"/>
                      <a:pt x="40195" y="23414"/>
                      <a:pt x="40329" y="22279"/>
                    </a:cubicBezTo>
                    <a:cubicBezTo>
                      <a:pt x="40329" y="22146"/>
                      <a:pt x="40229" y="22079"/>
                      <a:pt x="40129" y="22079"/>
                    </a:cubicBezTo>
                    <a:cubicBezTo>
                      <a:pt x="40129" y="22013"/>
                      <a:pt x="40162" y="21946"/>
                      <a:pt x="40162" y="21846"/>
                    </a:cubicBezTo>
                    <a:cubicBezTo>
                      <a:pt x="40429" y="21746"/>
                      <a:pt x="40462" y="21345"/>
                      <a:pt x="40195" y="21245"/>
                    </a:cubicBezTo>
                    <a:lnTo>
                      <a:pt x="40195" y="21212"/>
                    </a:lnTo>
                    <a:cubicBezTo>
                      <a:pt x="40195" y="21179"/>
                      <a:pt x="40162" y="21145"/>
                      <a:pt x="40162" y="21112"/>
                    </a:cubicBezTo>
                    <a:cubicBezTo>
                      <a:pt x="40395" y="20545"/>
                      <a:pt x="40596" y="19944"/>
                      <a:pt x="40762" y="19344"/>
                    </a:cubicBezTo>
                    <a:cubicBezTo>
                      <a:pt x="40784" y="19237"/>
                      <a:pt x="40683" y="19158"/>
                      <a:pt x="40581" y="19158"/>
                    </a:cubicBezTo>
                    <a:cubicBezTo>
                      <a:pt x="40523" y="19158"/>
                      <a:pt x="40465" y="19184"/>
                      <a:pt x="40429" y="19244"/>
                    </a:cubicBezTo>
                    <a:cubicBezTo>
                      <a:pt x="40195" y="19844"/>
                      <a:pt x="39895" y="20478"/>
                      <a:pt x="39561" y="21079"/>
                    </a:cubicBezTo>
                    <a:cubicBezTo>
                      <a:pt x="39528" y="21045"/>
                      <a:pt x="39528" y="21045"/>
                      <a:pt x="39495" y="21045"/>
                    </a:cubicBezTo>
                    <a:cubicBezTo>
                      <a:pt x="39334" y="21027"/>
                      <a:pt x="39166" y="21019"/>
                      <a:pt x="38995" y="21019"/>
                    </a:cubicBezTo>
                    <a:cubicBezTo>
                      <a:pt x="38529" y="21019"/>
                      <a:pt x="38042" y="21081"/>
                      <a:pt x="37627" y="21179"/>
                    </a:cubicBezTo>
                    <a:cubicBezTo>
                      <a:pt x="37527" y="21179"/>
                      <a:pt x="37493" y="21245"/>
                      <a:pt x="37493" y="21345"/>
                    </a:cubicBezTo>
                    <a:lnTo>
                      <a:pt x="37093" y="21345"/>
                    </a:lnTo>
                    <a:cubicBezTo>
                      <a:pt x="36559" y="21379"/>
                      <a:pt x="36059" y="21379"/>
                      <a:pt x="35559" y="21412"/>
                    </a:cubicBezTo>
                    <a:cubicBezTo>
                      <a:pt x="35058" y="21445"/>
                      <a:pt x="34525" y="21412"/>
                      <a:pt x="33991" y="21512"/>
                    </a:cubicBezTo>
                    <a:cubicBezTo>
                      <a:pt x="33824" y="21512"/>
                      <a:pt x="33757" y="21779"/>
                      <a:pt x="33957" y="21812"/>
                    </a:cubicBezTo>
                    <a:cubicBezTo>
                      <a:pt x="34458" y="21946"/>
                      <a:pt x="34958" y="21979"/>
                      <a:pt x="35459" y="22013"/>
                    </a:cubicBezTo>
                    <a:cubicBezTo>
                      <a:pt x="35992" y="22046"/>
                      <a:pt x="36493" y="22046"/>
                      <a:pt x="37026" y="22046"/>
                    </a:cubicBezTo>
                    <a:cubicBezTo>
                      <a:pt x="37560" y="22046"/>
                      <a:pt x="38094" y="22046"/>
                      <a:pt x="38627" y="22013"/>
                    </a:cubicBezTo>
                    <a:lnTo>
                      <a:pt x="38961" y="22013"/>
                    </a:lnTo>
                    <a:cubicBezTo>
                      <a:pt x="37994" y="23414"/>
                      <a:pt x="36759" y="24648"/>
                      <a:pt x="35358" y="25648"/>
                    </a:cubicBezTo>
                    <a:cubicBezTo>
                      <a:pt x="33257" y="27083"/>
                      <a:pt x="30922" y="28017"/>
                      <a:pt x="28353" y="28184"/>
                    </a:cubicBezTo>
                    <a:cubicBezTo>
                      <a:pt x="27653" y="28247"/>
                      <a:pt x="26938" y="28288"/>
                      <a:pt x="26222" y="28288"/>
                    </a:cubicBezTo>
                    <a:cubicBezTo>
                      <a:pt x="25437" y="28288"/>
                      <a:pt x="24651" y="28239"/>
                      <a:pt x="23884" y="28117"/>
                    </a:cubicBezTo>
                    <a:cubicBezTo>
                      <a:pt x="23183" y="28017"/>
                      <a:pt x="22483" y="27850"/>
                      <a:pt x="21849" y="27550"/>
                    </a:cubicBezTo>
                    <a:cubicBezTo>
                      <a:pt x="21248" y="27316"/>
                      <a:pt x="20648" y="27016"/>
                      <a:pt x="20281" y="26482"/>
                    </a:cubicBezTo>
                    <a:cubicBezTo>
                      <a:pt x="19814" y="25849"/>
                      <a:pt x="20114" y="25115"/>
                      <a:pt x="20281" y="24414"/>
                    </a:cubicBezTo>
                    <a:cubicBezTo>
                      <a:pt x="20448" y="23780"/>
                      <a:pt x="20581" y="23113"/>
                      <a:pt x="20715" y="22446"/>
                    </a:cubicBezTo>
                    <a:lnTo>
                      <a:pt x="21749" y="22446"/>
                    </a:lnTo>
                    <a:cubicBezTo>
                      <a:pt x="22383" y="22413"/>
                      <a:pt x="22983" y="22413"/>
                      <a:pt x="23617" y="22379"/>
                    </a:cubicBezTo>
                    <a:cubicBezTo>
                      <a:pt x="24918" y="22346"/>
                      <a:pt x="26219" y="22246"/>
                      <a:pt x="27520" y="22079"/>
                    </a:cubicBezTo>
                    <a:cubicBezTo>
                      <a:pt x="27720" y="22046"/>
                      <a:pt x="27686" y="21779"/>
                      <a:pt x="27486" y="21779"/>
                    </a:cubicBezTo>
                    <a:cubicBezTo>
                      <a:pt x="26219" y="21812"/>
                      <a:pt x="24884" y="21812"/>
                      <a:pt x="23617" y="21846"/>
                    </a:cubicBezTo>
                    <a:cubicBezTo>
                      <a:pt x="22983" y="21846"/>
                      <a:pt x="22349" y="21846"/>
                      <a:pt x="21715" y="21812"/>
                    </a:cubicBezTo>
                    <a:cubicBezTo>
                      <a:pt x="21415" y="21779"/>
                      <a:pt x="21148" y="21779"/>
                      <a:pt x="20848" y="21746"/>
                    </a:cubicBezTo>
                    <a:cubicBezTo>
                      <a:pt x="21115" y="20311"/>
                      <a:pt x="21282" y="18844"/>
                      <a:pt x="21382" y="17409"/>
                    </a:cubicBezTo>
                    <a:cubicBezTo>
                      <a:pt x="21449" y="16575"/>
                      <a:pt x="21482" y="15775"/>
                      <a:pt x="21515" y="14941"/>
                    </a:cubicBezTo>
                    <a:cubicBezTo>
                      <a:pt x="21558" y="14946"/>
                      <a:pt x="21602" y="14948"/>
                      <a:pt x="21647" y="14948"/>
                    </a:cubicBezTo>
                    <a:cubicBezTo>
                      <a:pt x="21917" y="14948"/>
                      <a:pt x="22211" y="14874"/>
                      <a:pt x="22383" y="14874"/>
                    </a:cubicBezTo>
                    <a:cubicBezTo>
                      <a:pt x="24851" y="14707"/>
                      <a:pt x="27319" y="14707"/>
                      <a:pt x="29754" y="14340"/>
                    </a:cubicBezTo>
                    <a:cubicBezTo>
                      <a:pt x="29955" y="14307"/>
                      <a:pt x="29955" y="14074"/>
                      <a:pt x="29754" y="14040"/>
                    </a:cubicBezTo>
                    <a:cubicBezTo>
                      <a:pt x="29205" y="14001"/>
                      <a:pt x="28650" y="13987"/>
                      <a:pt x="28094" y="13987"/>
                    </a:cubicBezTo>
                    <a:cubicBezTo>
                      <a:pt x="27233" y="13987"/>
                      <a:pt x="26369" y="14020"/>
                      <a:pt x="25518" y="14040"/>
                    </a:cubicBezTo>
                    <a:cubicBezTo>
                      <a:pt x="24284" y="14074"/>
                      <a:pt x="23083" y="14107"/>
                      <a:pt x="21849" y="14107"/>
                    </a:cubicBezTo>
                    <a:lnTo>
                      <a:pt x="21515" y="14107"/>
                    </a:lnTo>
                    <a:cubicBezTo>
                      <a:pt x="21482" y="12039"/>
                      <a:pt x="21315" y="9971"/>
                      <a:pt x="20815" y="7969"/>
                    </a:cubicBezTo>
                    <a:cubicBezTo>
                      <a:pt x="20788" y="7902"/>
                      <a:pt x="20728" y="7873"/>
                      <a:pt x="20667" y="7873"/>
                    </a:cubicBezTo>
                    <a:cubicBezTo>
                      <a:pt x="20576" y="7873"/>
                      <a:pt x="20481" y="7936"/>
                      <a:pt x="20481" y="8036"/>
                    </a:cubicBezTo>
                    <a:cubicBezTo>
                      <a:pt x="20515" y="9904"/>
                      <a:pt x="20581" y="11805"/>
                      <a:pt x="20581" y="13673"/>
                    </a:cubicBezTo>
                    <a:cubicBezTo>
                      <a:pt x="20581" y="15541"/>
                      <a:pt x="20448" y="17443"/>
                      <a:pt x="20214" y="19277"/>
                    </a:cubicBezTo>
                    <a:cubicBezTo>
                      <a:pt x="20181" y="19277"/>
                      <a:pt x="20114" y="19311"/>
                      <a:pt x="20114" y="19377"/>
                    </a:cubicBezTo>
                    <a:cubicBezTo>
                      <a:pt x="19947" y="19678"/>
                      <a:pt x="19847" y="20044"/>
                      <a:pt x="19714" y="20378"/>
                    </a:cubicBezTo>
                    <a:cubicBezTo>
                      <a:pt x="19581" y="20678"/>
                      <a:pt x="19480" y="21012"/>
                      <a:pt x="19380" y="21345"/>
                    </a:cubicBezTo>
                    <a:cubicBezTo>
                      <a:pt x="19147" y="21979"/>
                      <a:pt x="18980" y="22646"/>
                      <a:pt x="18747" y="23313"/>
                    </a:cubicBezTo>
                    <a:cubicBezTo>
                      <a:pt x="18313" y="24481"/>
                      <a:pt x="17879" y="25648"/>
                      <a:pt x="17312" y="26816"/>
                    </a:cubicBezTo>
                    <a:cubicBezTo>
                      <a:pt x="16779" y="27883"/>
                      <a:pt x="16178" y="29018"/>
                      <a:pt x="15444" y="29985"/>
                    </a:cubicBezTo>
                    <a:cubicBezTo>
                      <a:pt x="15177" y="30352"/>
                      <a:pt x="14810" y="30652"/>
                      <a:pt x="14377" y="30819"/>
                    </a:cubicBezTo>
                    <a:cubicBezTo>
                      <a:pt x="14377" y="30752"/>
                      <a:pt x="14343" y="30685"/>
                      <a:pt x="14243" y="30619"/>
                    </a:cubicBezTo>
                    <a:cubicBezTo>
                      <a:pt x="14213" y="30589"/>
                      <a:pt x="14170" y="30572"/>
                      <a:pt x="14125" y="30572"/>
                    </a:cubicBezTo>
                    <a:cubicBezTo>
                      <a:pt x="14070" y="30572"/>
                      <a:pt x="14013" y="30597"/>
                      <a:pt x="13977" y="30652"/>
                    </a:cubicBezTo>
                    <a:cubicBezTo>
                      <a:pt x="13943" y="30752"/>
                      <a:pt x="13943" y="30886"/>
                      <a:pt x="13876" y="30986"/>
                    </a:cubicBezTo>
                    <a:cubicBezTo>
                      <a:pt x="13776" y="31002"/>
                      <a:pt x="13676" y="31011"/>
                      <a:pt x="13580" y="31011"/>
                    </a:cubicBezTo>
                    <a:cubicBezTo>
                      <a:pt x="13485" y="31011"/>
                      <a:pt x="13393" y="31002"/>
                      <a:pt x="13309" y="30986"/>
                    </a:cubicBezTo>
                    <a:cubicBezTo>
                      <a:pt x="13276" y="30952"/>
                      <a:pt x="13276" y="30952"/>
                      <a:pt x="13276" y="30952"/>
                    </a:cubicBezTo>
                    <a:cubicBezTo>
                      <a:pt x="13209" y="30886"/>
                      <a:pt x="13143" y="30886"/>
                      <a:pt x="13076" y="30886"/>
                    </a:cubicBezTo>
                    <a:cubicBezTo>
                      <a:pt x="12942" y="30819"/>
                      <a:pt x="12842" y="30719"/>
                      <a:pt x="12742" y="30585"/>
                    </a:cubicBezTo>
                    <a:cubicBezTo>
                      <a:pt x="12709" y="30552"/>
                      <a:pt x="12676" y="30485"/>
                      <a:pt x="12642" y="30452"/>
                    </a:cubicBezTo>
                    <a:cubicBezTo>
                      <a:pt x="12642" y="30452"/>
                      <a:pt x="12642" y="30419"/>
                      <a:pt x="12642" y="30419"/>
                    </a:cubicBezTo>
                    <a:cubicBezTo>
                      <a:pt x="12676" y="30185"/>
                      <a:pt x="12676" y="29952"/>
                      <a:pt x="12709" y="29685"/>
                    </a:cubicBezTo>
                    <a:cubicBezTo>
                      <a:pt x="12776" y="29184"/>
                      <a:pt x="12909" y="28684"/>
                      <a:pt x="13076" y="28217"/>
                    </a:cubicBezTo>
                    <a:cubicBezTo>
                      <a:pt x="13376" y="27216"/>
                      <a:pt x="13876" y="26282"/>
                      <a:pt x="14277" y="25315"/>
                    </a:cubicBezTo>
                    <a:cubicBezTo>
                      <a:pt x="14677" y="24314"/>
                      <a:pt x="15044" y="23247"/>
                      <a:pt x="15277" y="22179"/>
                    </a:cubicBezTo>
                    <a:cubicBezTo>
                      <a:pt x="15478" y="21145"/>
                      <a:pt x="15778" y="20078"/>
                      <a:pt x="15744" y="19044"/>
                    </a:cubicBezTo>
                    <a:cubicBezTo>
                      <a:pt x="15744" y="19010"/>
                      <a:pt x="15744" y="18977"/>
                      <a:pt x="15711" y="18977"/>
                    </a:cubicBezTo>
                    <a:cubicBezTo>
                      <a:pt x="15878" y="17810"/>
                      <a:pt x="15978" y="16609"/>
                      <a:pt x="16011" y="15441"/>
                    </a:cubicBezTo>
                    <a:cubicBezTo>
                      <a:pt x="16011" y="15241"/>
                      <a:pt x="16011" y="15041"/>
                      <a:pt x="16011" y="14841"/>
                    </a:cubicBezTo>
                    <a:cubicBezTo>
                      <a:pt x="16245" y="12005"/>
                      <a:pt x="16078" y="9203"/>
                      <a:pt x="15578" y="6435"/>
                    </a:cubicBezTo>
                    <a:cubicBezTo>
                      <a:pt x="15563" y="6348"/>
                      <a:pt x="15499" y="6311"/>
                      <a:pt x="15430" y="6311"/>
                    </a:cubicBezTo>
                    <a:cubicBezTo>
                      <a:pt x="15340" y="6311"/>
                      <a:pt x="15244" y="6374"/>
                      <a:pt x="15244" y="6468"/>
                    </a:cubicBezTo>
                    <a:cubicBezTo>
                      <a:pt x="15277" y="6535"/>
                      <a:pt x="15277" y="6568"/>
                      <a:pt x="15277" y="6602"/>
                    </a:cubicBezTo>
                    <a:cubicBezTo>
                      <a:pt x="15144" y="6535"/>
                      <a:pt x="15011" y="6518"/>
                      <a:pt x="14877" y="6518"/>
                    </a:cubicBezTo>
                    <a:cubicBezTo>
                      <a:pt x="14744" y="6518"/>
                      <a:pt x="14610" y="6535"/>
                      <a:pt x="14477" y="6535"/>
                    </a:cubicBezTo>
                    <a:cubicBezTo>
                      <a:pt x="14177" y="6568"/>
                      <a:pt x="13876" y="6602"/>
                      <a:pt x="13576" y="6635"/>
                    </a:cubicBezTo>
                    <a:cubicBezTo>
                      <a:pt x="13043" y="6668"/>
                      <a:pt x="12375" y="6702"/>
                      <a:pt x="11908" y="6968"/>
                    </a:cubicBezTo>
                    <a:cubicBezTo>
                      <a:pt x="11808" y="7035"/>
                      <a:pt x="11842" y="7235"/>
                      <a:pt x="11975" y="7269"/>
                    </a:cubicBezTo>
                    <a:cubicBezTo>
                      <a:pt x="12112" y="7294"/>
                      <a:pt x="12256" y="7305"/>
                      <a:pt x="12402" y="7305"/>
                    </a:cubicBezTo>
                    <a:cubicBezTo>
                      <a:pt x="12828" y="7305"/>
                      <a:pt x="13280" y="7218"/>
                      <a:pt x="13676" y="7169"/>
                    </a:cubicBezTo>
                    <a:cubicBezTo>
                      <a:pt x="13977" y="7169"/>
                      <a:pt x="14277" y="7135"/>
                      <a:pt x="14577" y="7135"/>
                    </a:cubicBezTo>
                    <a:cubicBezTo>
                      <a:pt x="14844" y="7102"/>
                      <a:pt x="15077" y="7135"/>
                      <a:pt x="15277" y="7002"/>
                    </a:cubicBezTo>
                    <a:cubicBezTo>
                      <a:pt x="15411" y="8803"/>
                      <a:pt x="15444" y="10571"/>
                      <a:pt x="15378" y="12372"/>
                    </a:cubicBezTo>
                    <a:cubicBezTo>
                      <a:pt x="15344" y="12806"/>
                      <a:pt x="15311" y="13240"/>
                      <a:pt x="15277" y="13707"/>
                    </a:cubicBezTo>
                    <a:cubicBezTo>
                      <a:pt x="14877" y="13640"/>
                      <a:pt x="14477" y="13640"/>
                      <a:pt x="14077" y="13607"/>
                    </a:cubicBezTo>
                    <a:cubicBezTo>
                      <a:pt x="13576" y="13540"/>
                      <a:pt x="13109" y="13506"/>
                      <a:pt x="12642" y="13506"/>
                    </a:cubicBezTo>
                    <a:cubicBezTo>
                      <a:pt x="12475" y="13506"/>
                      <a:pt x="12442" y="13773"/>
                      <a:pt x="12609" y="13807"/>
                    </a:cubicBezTo>
                    <a:cubicBezTo>
                      <a:pt x="13076" y="13940"/>
                      <a:pt x="13543" y="14007"/>
                      <a:pt x="14010" y="14074"/>
                    </a:cubicBezTo>
                    <a:cubicBezTo>
                      <a:pt x="14410" y="14140"/>
                      <a:pt x="14844" y="14207"/>
                      <a:pt x="15244" y="14207"/>
                    </a:cubicBezTo>
                    <a:cubicBezTo>
                      <a:pt x="15111" y="16342"/>
                      <a:pt x="14810" y="18477"/>
                      <a:pt x="14243" y="20511"/>
                    </a:cubicBezTo>
                    <a:lnTo>
                      <a:pt x="14043" y="20511"/>
                    </a:lnTo>
                    <a:cubicBezTo>
                      <a:pt x="13843" y="20478"/>
                      <a:pt x="13643" y="20478"/>
                      <a:pt x="13443" y="20478"/>
                    </a:cubicBezTo>
                    <a:cubicBezTo>
                      <a:pt x="13276" y="20445"/>
                      <a:pt x="13143" y="20411"/>
                      <a:pt x="12976" y="20378"/>
                    </a:cubicBezTo>
                    <a:cubicBezTo>
                      <a:pt x="12942" y="20378"/>
                      <a:pt x="12909" y="20378"/>
                      <a:pt x="12876" y="20411"/>
                    </a:cubicBezTo>
                    <a:cubicBezTo>
                      <a:pt x="12576" y="20311"/>
                      <a:pt x="12242" y="20245"/>
                      <a:pt x="11942" y="20145"/>
                    </a:cubicBezTo>
                    <a:cubicBezTo>
                      <a:pt x="11931" y="20142"/>
                      <a:pt x="11920" y="20141"/>
                      <a:pt x="11910" y="20141"/>
                    </a:cubicBezTo>
                    <a:cubicBezTo>
                      <a:pt x="11763" y="20141"/>
                      <a:pt x="11686" y="20351"/>
                      <a:pt x="11842" y="20445"/>
                    </a:cubicBezTo>
                    <a:cubicBezTo>
                      <a:pt x="12509" y="20745"/>
                      <a:pt x="13276" y="21079"/>
                      <a:pt x="14043" y="21212"/>
                    </a:cubicBezTo>
                    <a:cubicBezTo>
                      <a:pt x="13910" y="21579"/>
                      <a:pt x="13776" y="21912"/>
                      <a:pt x="13643" y="22279"/>
                    </a:cubicBezTo>
                    <a:cubicBezTo>
                      <a:pt x="13109" y="23680"/>
                      <a:pt x="12375" y="25015"/>
                      <a:pt x="11308" y="26115"/>
                    </a:cubicBezTo>
                    <a:cubicBezTo>
                      <a:pt x="11275" y="26115"/>
                      <a:pt x="11275" y="26149"/>
                      <a:pt x="11241" y="26182"/>
                    </a:cubicBezTo>
                    <a:cubicBezTo>
                      <a:pt x="11141" y="26249"/>
                      <a:pt x="11008" y="26349"/>
                      <a:pt x="10908" y="26416"/>
                    </a:cubicBezTo>
                    <a:cubicBezTo>
                      <a:pt x="9974" y="26983"/>
                      <a:pt x="9006" y="27216"/>
                      <a:pt x="8006" y="27617"/>
                    </a:cubicBezTo>
                    <a:cubicBezTo>
                      <a:pt x="7805" y="27683"/>
                      <a:pt x="7739" y="27850"/>
                      <a:pt x="7739" y="28017"/>
                    </a:cubicBezTo>
                    <a:cubicBezTo>
                      <a:pt x="7572" y="28184"/>
                      <a:pt x="7372" y="28317"/>
                      <a:pt x="7172" y="28450"/>
                    </a:cubicBezTo>
                    <a:cubicBezTo>
                      <a:pt x="6871" y="28684"/>
                      <a:pt x="6538" y="28884"/>
                      <a:pt x="6204" y="29051"/>
                    </a:cubicBezTo>
                    <a:cubicBezTo>
                      <a:pt x="6071" y="29151"/>
                      <a:pt x="5937" y="29251"/>
                      <a:pt x="5804" y="29318"/>
                    </a:cubicBezTo>
                    <a:cubicBezTo>
                      <a:pt x="5604" y="29418"/>
                      <a:pt x="5437" y="29418"/>
                      <a:pt x="5237" y="29418"/>
                    </a:cubicBezTo>
                    <a:cubicBezTo>
                      <a:pt x="5104" y="29418"/>
                      <a:pt x="5037" y="29485"/>
                      <a:pt x="5003" y="29585"/>
                    </a:cubicBezTo>
                    <a:cubicBezTo>
                      <a:pt x="4892" y="29585"/>
                      <a:pt x="4781" y="29570"/>
                      <a:pt x="4680" y="29570"/>
                    </a:cubicBezTo>
                    <a:cubicBezTo>
                      <a:pt x="4629" y="29570"/>
                      <a:pt x="4581" y="29574"/>
                      <a:pt x="4536" y="29585"/>
                    </a:cubicBezTo>
                    <a:cubicBezTo>
                      <a:pt x="4403" y="29618"/>
                      <a:pt x="4336" y="29751"/>
                      <a:pt x="4436" y="29852"/>
                    </a:cubicBezTo>
                    <a:cubicBezTo>
                      <a:pt x="4436" y="29885"/>
                      <a:pt x="4470" y="29885"/>
                      <a:pt x="4503" y="29918"/>
                    </a:cubicBezTo>
                    <a:cubicBezTo>
                      <a:pt x="4203" y="29852"/>
                      <a:pt x="3903" y="29818"/>
                      <a:pt x="3602" y="29751"/>
                    </a:cubicBezTo>
                    <a:cubicBezTo>
                      <a:pt x="2769" y="29184"/>
                      <a:pt x="2035" y="28484"/>
                      <a:pt x="1167" y="27917"/>
                    </a:cubicBezTo>
                    <a:cubicBezTo>
                      <a:pt x="1134" y="27900"/>
                      <a:pt x="1092" y="27892"/>
                      <a:pt x="1051" y="27892"/>
                    </a:cubicBezTo>
                    <a:cubicBezTo>
                      <a:pt x="1009" y="27892"/>
                      <a:pt x="967" y="27900"/>
                      <a:pt x="934" y="27917"/>
                    </a:cubicBezTo>
                    <a:cubicBezTo>
                      <a:pt x="767" y="27650"/>
                      <a:pt x="600" y="27383"/>
                      <a:pt x="434" y="27116"/>
                    </a:cubicBezTo>
                    <a:cubicBezTo>
                      <a:pt x="388" y="27059"/>
                      <a:pt x="319" y="27033"/>
                      <a:pt x="252" y="27033"/>
                    </a:cubicBezTo>
                    <a:cubicBezTo>
                      <a:pt x="123" y="27033"/>
                      <a:pt x="1" y="27129"/>
                      <a:pt x="67" y="27283"/>
                    </a:cubicBezTo>
                    <a:cubicBezTo>
                      <a:pt x="267" y="27983"/>
                      <a:pt x="700" y="28651"/>
                      <a:pt x="1101" y="29251"/>
                    </a:cubicBezTo>
                    <a:cubicBezTo>
                      <a:pt x="1434" y="29751"/>
                      <a:pt x="1835" y="30252"/>
                      <a:pt x="2302" y="30619"/>
                    </a:cubicBezTo>
                    <a:cubicBezTo>
                      <a:pt x="2802" y="30986"/>
                      <a:pt x="3369" y="31186"/>
                      <a:pt x="4003" y="31219"/>
                    </a:cubicBezTo>
                    <a:cubicBezTo>
                      <a:pt x="4069" y="31253"/>
                      <a:pt x="4170" y="31253"/>
                      <a:pt x="4236" y="31253"/>
                    </a:cubicBezTo>
                    <a:cubicBezTo>
                      <a:pt x="4270" y="31253"/>
                      <a:pt x="4336" y="31286"/>
                      <a:pt x="4403" y="31286"/>
                    </a:cubicBezTo>
                    <a:cubicBezTo>
                      <a:pt x="4203" y="31386"/>
                      <a:pt x="4036" y="31453"/>
                      <a:pt x="3869" y="31553"/>
                    </a:cubicBezTo>
                    <a:cubicBezTo>
                      <a:pt x="3436" y="31820"/>
                      <a:pt x="2635" y="32453"/>
                      <a:pt x="2735" y="33020"/>
                    </a:cubicBezTo>
                    <a:cubicBezTo>
                      <a:pt x="2635" y="33087"/>
                      <a:pt x="2568" y="33121"/>
                      <a:pt x="2502" y="33187"/>
                    </a:cubicBezTo>
                    <a:cubicBezTo>
                      <a:pt x="2435" y="33321"/>
                      <a:pt x="2402" y="33487"/>
                      <a:pt x="2502" y="33621"/>
                    </a:cubicBezTo>
                    <a:cubicBezTo>
                      <a:pt x="2696" y="33780"/>
                      <a:pt x="2937" y="33817"/>
                      <a:pt x="3185" y="33817"/>
                    </a:cubicBezTo>
                    <a:cubicBezTo>
                      <a:pt x="3406" y="33817"/>
                      <a:pt x="3632" y="33788"/>
                      <a:pt x="3836" y="33788"/>
                    </a:cubicBezTo>
                    <a:cubicBezTo>
                      <a:pt x="4270" y="33754"/>
                      <a:pt x="4903" y="33821"/>
                      <a:pt x="5270" y="33588"/>
                    </a:cubicBezTo>
                    <a:cubicBezTo>
                      <a:pt x="5671" y="33321"/>
                      <a:pt x="5504" y="32854"/>
                      <a:pt x="5771" y="32553"/>
                    </a:cubicBezTo>
                    <a:cubicBezTo>
                      <a:pt x="6071" y="32220"/>
                      <a:pt x="6471" y="32053"/>
                      <a:pt x="6705" y="31686"/>
                    </a:cubicBezTo>
                    <a:cubicBezTo>
                      <a:pt x="6771" y="31553"/>
                      <a:pt x="6738" y="31319"/>
                      <a:pt x="6571" y="31253"/>
                    </a:cubicBezTo>
                    <a:cubicBezTo>
                      <a:pt x="6538" y="31219"/>
                      <a:pt x="6505" y="31219"/>
                      <a:pt x="6471" y="31219"/>
                    </a:cubicBezTo>
                    <a:cubicBezTo>
                      <a:pt x="6438" y="31152"/>
                      <a:pt x="6404" y="31119"/>
                      <a:pt x="6371" y="31119"/>
                    </a:cubicBezTo>
                    <a:cubicBezTo>
                      <a:pt x="6371" y="31086"/>
                      <a:pt x="6338" y="31086"/>
                      <a:pt x="6338" y="31052"/>
                    </a:cubicBezTo>
                    <a:lnTo>
                      <a:pt x="6338" y="31052"/>
                    </a:lnTo>
                    <a:cubicBezTo>
                      <a:pt x="6369" y="31063"/>
                      <a:pt x="6398" y="31067"/>
                      <a:pt x="6426" y="31067"/>
                    </a:cubicBezTo>
                    <a:cubicBezTo>
                      <a:pt x="6576" y="31067"/>
                      <a:pt x="6671" y="30926"/>
                      <a:pt x="6671" y="30786"/>
                    </a:cubicBezTo>
                    <a:cubicBezTo>
                      <a:pt x="6805" y="30852"/>
                      <a:pt x="6905" y="30886"/>
                      <a:pt x="7038" y="30919"/>
                    </a:cubicBezTo>
                    <a:cubicBezTo>
                      <a:pt x="7238" y="30986"/>
                      <a:pt x="7472" y="31052"/>
                      <a:pt x="7705" y="31086"/>
                    </a:cubicBezTo>
                    <a:cubicBezTo>
                      <a:pt x="7639" y="31186"/>
                      <a:pt x="7639" y="31286"/>
                      <a:pt x="7739" y="31386"/>
                    </a:cubicBezTo>
                    <a:cubicBezTo>
                      <a:pt x="8072" y="31753"/>
                      <a:pt x="8473" y="32020"/>
                      <a:pt x="8906" y="32220"/>
                    </a:cubicBezTo>
                    <a:cubicBezTo>
                      <a:pt x="9073" y="32587"/>
                      <a:pt x="9340" y="32887"/>
                      <a:pt x="9573" y="33187"/>
                    </a:cubicBezTo>
                    <a:cubicBezTo>
                      <a:pt x="10107" y="33888"/>
                      <a:pt x="10307" y="34755"/>
                      <a:pt x="10407" y="35622"/>
                    </a:cubicBezTo>
                    <a:cubicBezTo>
                      <a:pt x="10441" y="35689"/>
                      <a:pt x="10474" y="35756"/>
                      <a:pt x="10507" y="35789"/>
                    </a:cubicBezTo>
                    <a:cubicBezTo>
                      <a:pt x="10507" y="35856"/>
                      <a:pt x="10474" y="35923"/>
                      <a:pt x="10474" y="35989"/>
                    </a:cubicBezTo>
                    <a:cubicBezTo>
                      <a:pt x="10452" y="36143"/>
                      <a:pt x="10575" y="36268"/>
                      <a:pt x="10700" y="36268"/>
                    </a:cubicBezTo>
                    <a:cubicBezTo>
                      <a:pt x="10764" y="36268"/>
                      <a:pt x="10829" y="36235"/>
                      <a:pt x="10874" y="36156"/>
                    </a:cubicBezTo>
                    <a:cubicBezTo>
                      <a:pt x="11141" y="35722"/>
                      <a:pt x="11341" y="35255"/>
                      <a:pt x="11675" y="34855"/>
                    </a:cubicBezTo>
                    <a:cubicBezTo>
                      <a:pt x="11975" y="34488"/>
                      <a:pt x="12342" y="34188"/>
                      <a:pt x="12776" y="33921"/>
                    </a:cubicBezTo>
                    <a:cubicBezTo>
                      <a:pt x="13243" y="33654"/>
                      <a:pt x="13810" y="33487"/>
                      <a:pt x="14343" y="33421"/>
                    </a:cubicBezTo>
                    <a:cubicBezTo>
                      <a:pt x="14452" y="33408"/>
                      <a:pt x="14559" y="33403"/>
                      <a:pt x="14665" y="33403"/>
                    </a:cubicBezTo>
                    <a:cubicBezTo>
                      <a:pt x="15114" y="33403"/>
                      <a:pt x="15546" y="33500"/>
                      <a:pt x="15978" y="33554"/>
                    </a:cubicBezTo>
                    <a:cubicBezTo>
                      <a:pt x="15997" y="33564"/>
                      <a:pt x="16017" y="33568"/>
                      <a:pt x="16036" y="33568"/>
                    </a:cubicBezTo>
                    <a:cubicBezTo>
                      <a:pt x="16081" y="33568"/>
                      <a:pt x="16121" y="33544"/>
                      <a:pt x="16145" y="33521"/>
                    </a:cubicBezTo>
                    <a:cubicBezTo>
                      <a:pt x="16779" y="34255"/>
                      <a:pt x="17479" y="34955"/>
                      <a:pt x="18113" y="35656"/>
                    </a:cubicBezTo>
                    <a:cubicBezTo>
                      <a:pt x="18480" y="36023"/>
                      <a:pt x="18813" y="36390"/>
                      <a:pt x="19180" y="36756"/>
                    </a:cubicBezTo>
                    <a:cubicBezTo>
                      <a:pt x="19514" y="37123"/>
                      <a:pt x="19847" y="37557"/>
                      <a:pt x="20248" y="37824"/>
                    </a:cubicBezTo>
                    <a:cubicBezTo>
                      <a:pt x="20279" y="37849"/>
                      <a:pt x="20313" y="37860"/>
                      <a:pt x="20347" y="37860"/>
                    </a:cubicBezTo>
                    <a:cubicBezTo>
                      <a:pt x="20491" y="37860"/>
                      <a:pt x="20629" y="37659"/>
                      <a:pt x="20548" y="37524"/>
                    </a:cubicBezTo>
                    <a:cubicBezTo>
                      <a:pt x="20481" y="37390"/>
                      <a:pt x="20381" y="37257"/>
                      <a:pt x="20281" y="37157"/>
                    </a:cubicBezTo>
                    <a:cubicBezTo>
                      <a:pt x="20481" y="37023"/>
                      <a:pt x="20581" y="36790"/>
                      <a:pt x="20515" y="36523"/>
                    </a:cubicBezTo>
                    <a:cubicBezTo>
                      <a:pt x="20281" y="35689"/>
                      <a:pt x="20048" y="34855"/>
                      <a:pt x="19881" y="33988"/>
                    </a:cubicBezTo>
                    <a:cubicBezTo>
                      <a:pt x="19847" y="33888"/>
                      <a:pt x="19847" y="33754"/>
                      <a:pt x="19814" y="33654"/>
                    </a:cubicBezTo>
                    <a:cubicBezTo>
                      <a:pt x="19914" y="33354"/>
                      <a:pt x="19914" y="33087"/>
                      <a:pt x="19881" y="32787"/>
                    </a:cubicBezTo>
                    <a:lnTo>
                      <a:pt x="20381" y="32787"/>
                    </a:lnTo>
                    <a:cubicBezTo>
                      <a:pt x="20586" y="32792"/>
                      <a:pt x="20791" y="32794"/>
                      <a:pt x="20996" y="32794"/>
                    </a:cubicBezTo>
                    <a:cubicBezTo>
                      <a:pt x="23593" y="32794"/>
                      <a:pt x="26185" y="32412"/>
                      <a:pt x="28720" y="31886"/>
                    </a:cubicBezTo>
                    <a:cubicBezTo>
                      <a:pt x="30088" y="31586"/>
                      <a:pt x="31422" y="31253"/>
                      <a:pt x="32757" y="30919"/>
                    </a:cubicBezTo>
                    <a:cubicBezTo>
                      <a:pt x="33257" y="30786"/>
                      <a:pt x="33724" y="30685"/>
                      <a:pt x="34224" y="30519"/>
                    </a:cubicBezTo>
                    <a:cubicBezTo>
                      <a:pt x="34258" y="30619"/>
                      <a:pt x="34291" y="30685"/>
                      <a:pt x="34324" y="30786"/>
                    </a:cubicBezTo>
                    <a:cubicBezTo>
                      <a:pt x="34558" y="31219"/>
                      <a:pt x="34825" y="31686"/>
                      <a:pt x="35092" y="32120"/>
                    </a:cubicBezTo>
                    <a:cubicBezTo>
                      <a:pt x="35192" y="32487"/>
                      <a:pt x="35292" y="32854"/>
                      <a:pt x="35325" y="33221"/>
                    </a:cubicBezTo>
                    <a:cubicBezTo>
                      <a:pt x="35353" y="33496"/>
                      <a:pt x="35562" y="33680"/>
                      <a:pt x="35784" y="33680"/>
                    </a:cubicBezTo>
                    <a:cubicBezTo>
                      <a:pt x="35831" y="33680"/>
                      <a:pt x="35879" y="33672"/>
                      <a:pt x="35926" y="33654"/>
                    </a:cubicBezTo>
                    <a:cubicBezTo>
                      <a:pt x="35974" y="33703"/>
                      <a:pt x="36023" y="33734"/>
                      <a:pt x="36085" y="33734"/>
                    </a:cubicBezTo>
                    <a:cubicBezTo>
                      <a:pt x="36108" y="33734"/>
                      <a:pt x="36132" y="33730"/>
                      <a:pt x="36159" y="33721"/>
                    </a:cubicBezTo>
                    <a:cubicBezTo>
                      <a:pt x="36626" y="33654"/>
                      <a:pt x="37026" y="33187"/>
                      <a:pt x="37393" y="32920"/>
                    </a:cubicBezTo>
                    <a:cubicBezTo>
                      <a:pt x="37794" y="32620"/>
                      <a:pt x="38194" y="32353"/>
                      <a:pt x="38594" y="32086"/>
                    </a:cubicBezTo>
                    <a:cubicBezTo>
                      <a:pt x="39028" y="31820"/>
                      <a:pt x="39461" y="31553"/>
                      <a:pt x="39895" y="31319"/>
                    </a:cubicBezTo>
                    <a:cubicBezTo>
                      <a:pt x="40162" y="31186"/>
                      <a:pt x="40596" y="31086"/>
                      <a:pt x="40829" y="30819"/>
                    </a:cubicBezTo>
                    <a:cubicBezTo>
                      <a:pt x="40829" y="30852"/>
                      <a:pt x="40862" y="30852"/>
                      <a:pt x="40862" y="30852"/>
                    </a:cubicBezTo>
                    <a:cubicBezTo>
                      <a:pt x="40881" y="30858"/>
                      <a:pt x="40900" y="30861"/>
                      <a:pt x="40920" y="30861"/>
                    </a:cubicBezTo>
                    <a:cubicBezTo>
                      <a:pt x="41008" y="30861"/>
                      <a:pt x="41102" y="30807"/>
                      <a:pt x="41129" y="30752"/>
                    </a:cubicBezTo>
                    <a:cubicBezTo>
                      <a:pt x="41163" y="30685"/>
                      <a:pt x="41163" y="30652"/>
                      <a:pt x="41163" y="30619"/>
                    </a:cubicBezTo>
                    <a:cubicBezTo>
                      <a:pt x="41196" y="30619"/>
                      <a:pt x="41196" y="30652"/>
                      <a:pt x="41229" y="30652"/>
                    </a:cubicBezTo>
                    <a:cubicBezTo>
                      <a:pt x="41396" y="30819"/>
                      <a:pt x="41563" y="30952"/>
                      <a:pt x="41730" y="31119"/>
                    </a:cubicBezTo>
                    <a:cubicBezTo>
                      <a:pt x="41796" y="31219"/>
                      <a:pt x="41863" y="31319"/>
                      <a:pt x="41963" y="31386"/>
                    </a:cubicBezTo>
                    <a:cubicBezTo>
                      <a:pt x="42030" y="31419"/>
                      <a:pt x="42097" y="31486"/>
                      <a:pt x="42163" y="31519"/>
                    </a:cubicBezTo>
                    <a:cubicBezTo>
                      <a:pt x="42530" y="31853"/>
                      <a:pt x="42897" y="32187"/>
                      <a:pt x="43231" y="32487"/>
                    </a:cubicBezTo>
                    <a:cubicBezTo>
                      <a:pt x="43598" y="32820"/>
                      <a:pt x="43965" y="33154"/>
                      <a:pt x="44332" y="33487"/>
                    </a:cubicBezTo>
                    <a:cubicBezTo>
                      <a:pt x="44632" y="33754"/>
                      <a:pt x="44965" y="34155"/>
                      <a:pt x="45399" y="34288"/>
                    </a:cubicBezTo>
                    <a:cubicBezTo>
                      <a:pt x="45423" y="34296"/>
                      <a:pt x="45446" y="34300"/>
                      <a:pt x="45468" y="34300"/>
                    </a:cubicBezTo>
                    <a:cubicBezTo>
                      <a:pt x="45628" y="34300"/>
                      <a:pt x="45721" y="34101"/>
                      <a:pt x="45632" y="33954"/>
                    </a:cubicBezTo>
                    <a:cubicBezTo>
                      <a:pt x="45566" y="33754"/>
                      <a:pt x="45399" y="33588"/>
                      <a:pt x="45232" y="33421"/>
                    </a:cubicBezTo>
                    <a:cubicBezTo>
                      <a:pt x="45299" y="33254"/>
                      <a:pt x="45199" y="33054"/>
                      <a:pt x="45132" y="32887"/>
                    </a:cubicBezTo>
                    <a:cubicBezTo>
                      <a:pt x="45132" y="32520"/>
                      <a:pt x="44965" y="32153"/>
                      <a:pt x="44832" y="31820"/>
                    </a:cubicBezTo>
                    <a:cubicBezTo>
                      <a:pt x="44799" y="31720"/>
                      <a:pt x="44765" y="31586"/>
                      <a:pt x="44698" y="31453"/>
                    </a:cubicBezTo>
                    <a:cubicBezTo>
                      <a:pt x="44865" y="31319"/>
                      <a:pt x="44932" y="31086"/>
                      <a:pt x="44865" y="30852"/>
                    </a:cubicBezTo>
                    <a:cubicBezTo>
                      <a:pt x="44465" y="29718"/>
                      <a:pt x="44198" y="28551"/>
                      <a:pt x="44031" y="27350"/>
                    </a:cubicBezTo>
                    <a:cubicBezTo>
                      <a:pt x="44031" y="27316"/>
                      <a:pt x="43998" y="27250"/>
                      <a:pt x="43998" y="27216"/>
                    </a:cubicBezTo>
                    <a:cubicBezTo>
                      <a:pt x="44498" y="27150"/>
                      <a:pt x="44965" y="26749"/>
                      <a:pt x="45332" y="26449"/>
                    </a:cubicBezTo>
                    <a:cubicBezTo>
                      <a:pt x="46200" y="25715"/>
                      <a:pt x="46833" y="24815"/>
                      <a:pt x="47334" y="23847"/>
                    </a:cubicBezTo>
                    <a:cubicBezTo>
                      <a:pt x="47601" y="23313"/>
                      <a:pt x="47834" y="22746"/>
                      <a:pt x="48034" y="22179"/>
                    </a:cubicBezTo>
                    <a:cubicBezTo>
                      <a:pt x="48134" y="21846"/>
                      <a:pt x="48301" y="21479"/>
                      <a:pt x="48268" y="21145"/>
                    </a:cubicBezTo>
                    <a:cubicBezTo>
                      <a:pt x="48535" y="20545"/>
                      <a:pt x="48735" y="19911"/>
                      <a:pt x="48935" y="19244"/>
                    </a:cubicBezTo>
                    <a:cubicBezTo>
                      <a:pt x="49268" y="18110"/>
                      <a:pt x="49535" y="16909"/>
                      <a:pt x="49669" y="15741"/>
                    </a:cubicBezTo>
                    <a:cubicBezTo>
                      <a:pt x="49769" y="15108"/>
                      <a:pt x="49835" y="14507"/>
                      <a:pt x="49869" y="13873"/>
                    </a:cubicBezTo>
                    <a:cubicBezTo>
                      <a:pt x="49902" y="13373"/>
                      <a:pt x="49936" y="12739"/>
                      <a:pt x="49769" y="12239"/>
                    </a:cubicBezTo>
                    <a:cubicBezTo>
                      <a:pt x="49869" y="11338"/>
                      <a:pt x="49902" y="10404"/>
                      <a:pt x="49902" y="9504"/>
                    </a:cubicBezTo>
                    <a:cubicBezTo>
                      <a:pt x="49902" y="6301"/>
                      <a:pt x="49435" y="3166"/>
                      <a:pt x="48568" y="97"/>
                    </a:cubicBezTo>
                    <a:cubicBezTo>
                      <a:pt x="48554" y="30"/>
                      <a:pt x="48497" y="0"/>
                      <a:pt x="484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3" name="Google Shape;12773;p39"/>
              <p:cNvSpPr/>
              <p:nvPr/>
            </p:nvSpPr>
            <p:spPr>
              <a:xfrm>
                <a:off x="6350875" y="3519375"/>
                <a:ext cx="15050" cy="12875"/>
              </a:xfrm>
              <a:custGeom>
                <a:rect b="b" l="l" r="r" t="t"/>
                <a:pathLst>
                  <a:path extrusionOk="0" h="515" w="602">
                    <a:moveTo>
                      <a:pt x="319" y="0"/>
                    </a:moveTo>
                    <a:cubicBezTo>
                      <a:pt x="304" y="0"/>
                      <a:pt x="287" y="4"/>
                      <a:pt x="268" y="14"/>
                    </a:cubicBezTo>
                    <a:cubicBezTo>
                      <a:pt x="201" y="14"/>
                      <a:pt x="134" y="14"/>
                      <a:pt x="68" y="81"/>
                    </a:cubicBezTo>
                    <a:cubicBezTo>
                      <a:pt x="34" y="114"/>
                      <a:pt x="1" y="181"/>
                      <a:pt x="1" y="248"/>
                    </a:cubicBezTo>
                    <a:cubicBezTo>
                      <a:pt x="1" y="381"/>
                      <a:pt x="101" y="481"/>
                      <a:pt x="268" y="514"/>
                    </a:cubicBezTo>
                    <a:cubicBezTo>
                      <a:pt x="301" y="514"/>
                      <a:pt x="368" y="481"/>
                      <a:pt x="435" y="448"/>
                    </a:cubicBezTo>
                    <a:cubicBezTo>
                      <a:pt x="601" y="348"/>
                      <a:pt x="601" y="147"/>
                      <a:pt x="435" y="47"/>
                    </a:cubicBezTo>
                    <a:cubicBezTo>
                      <a:pt x="387" y="24"/>
                      <a:pt x="357" y="0"/>
                      <a:pt x="3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4" name="Google Shape;12774;p39"/>
              <p:cNvSpPr/>
              <p:nvPr/>
            </p:nvSpPr>
            <p:spPr>
              <a:xfrm>
                <a:off x="6345875" y="3500525"/>
                <a:ext cx="15050" cy="11700"/>
              </a:xfrm>
              <a:custGeom>
                <a:rect b="b" l="l" r="r" t="t"/>
                <a:pathLst>
                  <a:path extrusionOk="0" h="468" w="602">
                    <a:moveTo>
                      <a:pt x="301" y="1"/>
                    </a:moveTo>
                    <a:cubicBezTo>
                      <a:pt x="1" y="1"/>
                      <a:pt x="1" y="468"/>
                      <a:pt x="301" y="468"/>
                    </a:cubicBezTo>
                    <a:cubicBezTo>
                      <a:pt x="601" y="468"/>
                      <a:pt x="601" y="1"/>
                      <a:pt x="3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5" name="Google Shape;12775;p39"/>
              <p:cNvSpPr/>
              <p:nvPr/>
            </p:nvSpPr>
            <p:spPr>
              <a:xfrm>
                <a:off x="6360900" y="3508050"/>
                <a:ext cx="11700" cy="9175"/>
              </a:xfrm>
              <a:custGeom>
                <a:rect b="b" l="l" r="r" t="t"/>
                <a:pathLst>
                  <a:path extrusionOk="0" h="367" w="468">
                    <a:moveTo>
                      <a:pt x="234" y="0"/>
                    </a:moveTo>
                    <a:cubicBezTo>
                      <a:pt x="0" y="0"/>
                      <a:pt x="0" y="367"/>
                      <a:pt x="234" y="367"/>
                    </a:cubicBezTo>
                    <a:cubicBezTo>
                      <a:pt x="467" y="367"/>
                      <a:pt x="467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6" name="Google Shape;12776;p39"/>
              <p:cNvSpPr/>
              <p:nvPr/>
            </p:nvSpPr>
            <p:spPr>
              <a:xfrm>
                <a:off x="6271650" y="3464675"/>
                <a:ext cx="15875" cy="12525"/>
              </a:xfrm>
              <a:custGeom>
                <a:rect b="b" l="l" r="r" t="t"/>
                <a:pathLst>
                  <a:path extrusionOk="0" h="501" w="635">
                    <a:moveTo>
                      <a:pt x="335" y="0"/>
                    </a:moveTo>
                    <a:cubicBezTo>
                      <a:pt x="1" y="0"/>
                      <a:pt x="1" y="501"/>
                      <a:pt x="335" y="501"/>
                    </a:cubicBezTo>
                    <a:cubicBezTo>
                      <a:pt x="635" y="501"/>
                      <a:pt x="635" y="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7" name="Google Shape;12777;p39"/>
              <p:cNvSpPr/>
              <p:nvPr/>
            </p:nvSpPr>
            <p:spPr>
              <a:xfrm>
                <a:off x="6258325" y="3458825"/>
                <a:ext cx="13350" cy="10875"/>
              </a:xfrm>
              <a:custGeom>
                <a:rect b="b" l="l" r="r" t="t"/>
                <a:pathLst>
                  <a:path extrusionOk="0" h="435" w="534">
                    <a:moveTo>
                      <a:pt x="267" y="1"/>
                    </a:moveTo>
                    <a:cubicBezTo>
                      <a:pt x="0" y="1"/>
                      <a:pt x="0" y="435"/>
                      <a:pt x="267" y="435"/>
                    </a:cubicBezTo>
                    <a:cubicBezTo>
                      <a:pt x="534" y="435"/>
                      <a:pt x="534" y="1"/>
                      <a:pt x="2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8" name="Google Shape;12778;p39"/>
              <p:cNvSpPr/>
              <p:nvPr/>
            </p:nvSpPr>
            <p:spPr>
              <a:xfrm>
                <a:off x="6258325" y="3475525"/>
                <a:ext cx="10850" cy="7525"/>
              </a:xfrm>
              <a:custGeom>
                <a:rect b="b" l="l" r="r" t="t"/>
                <a:pathLst>
                  <a:path extrusionOk="0" h="301" w="434">
                    <a:moveTo>
                      <a:pt x="200" y="0"/>
                    </a:moveTo>
                    <a:cubicBezTo>
                      <a:pt x="0" y="0"/>
                      <a:pt x="0" y="300"/>
                      <a:pt x="200" y="300"/>
                    </a:cubicBezTo>
                    <a:cubicBezTo>
                      <a:pt x="434" y="300"/>
                      <a:pt x="434" y="0"/>
                      <a:pt x="2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9" name="Google Shape;12779;p39"/>
              <p:cNvSpPr/>
              <p:nvPr/>
            </p:nvSpPr>
            <p:spPr>
              <a:xfrm>
                <a:off x="6296675" y="3460500"/>
                <a:ext cx="11700" cy="11700"/>
              </a:xfrm>
              <a:custGeom>
                <a:rect b="b" l="l" r="r" t="t"/>
                <a:pathLst>
                  <a:path extrusionOk="0" h="468" w="468">
                    <a:moveTo>
                      <a:pt x="234" y="1"/>
                    </a:moveTo>
                    <a:cubicBezTo>
                      <a:pt x="134" y="1"/>
                      <a:pt x="67" y="67"/>
                      <a:pt x="34" y="134"/>
                    </a:cubicBezTo>
                    <a:cubicBezTo>
                      <a:pt x="1" y="201"/>
                      <a:pt x="1" y="301"/>
                      <a:pt x="34" y="368"/>
                    </a:cubicBezTo>
                    <a:lnTo>
                      <a:pt x="67" y="368"/>
                    </a:lnTo>
                    <a:cubicBezTo>
                      <a:pt x="101" y="434"/>
                      <a:pt x="167" y="468"/>
                      <a:pt x="234" y="468"/>
                    </a:cubicBezTo>
                    <a:cubicBezTo>
                      <a:pt x="301" y="468"/>
                      <a:pt x="368" y="434"/>
                      <a:pt x="401" y="368"/>
                    </a:cubicBezTo>
                    <a:lnTo>
                      <a:pt x="434" y="368"/>
                    </a:lnTo>
                    <a:cubicBezTo>
                      <a:pt x="468" y="301"/>
                      <a:pt x="468" y="201"/>
                      <a:pt x="434" y="134"/>
                    </a:cubicBezTo>
                    <a:cubicBezTo>
                      <a:pt x="401" y="67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0" name="Google Shape;12780;p39"/>
              <p:cNvSpPr/>
              <p:nvPr/>
            </p:nvSpPr>
            <p:spPr>
              <a:xfrm>
                <a:off x="5954775" y="3425975"/>
                <a:ext cx="13350" cy="12025"/>
              </a:xfrm>
              <a:custGeom>
                <a:rect b="b" l="l" r="r" t="t"/>
                <a:pathLst>
                  <a:path extrusionOk="0" h="481" w="534">
                    <a:moveTo>
                      <a:pt x="242" y="1"/>
                    </a:moveTo>
                    <a:cubicBezTo>
                      <a:pt x="185" y="1"/>
                      <a:pt x="125" y="32"/>
                      <a:pt x="100" y="81"/>
                    </a:cubicBezTo>
                    <a:cubicBezTo>
                      <a:pt x="34" y="114"/>
                      <a:pt x="0" y="181"/>
                      <a:pt x="0" y="248"/>
                    </a:cubicBezTo>
                    <a:cubicBezTo>
                      <a:pt x="0" y="314"/>
                      <a:pt x="34" y="348"/>
                      <a:pt x="100" y="414"/>
                    </a:cubicBezTo>
                    <a:cubicBezTo>
                      <a:pt x="134" y="481"/>
                      <a:pt x="234" y="481"/>
                      <a:pt x="300" y="481"/>
                    </a:cubicBezTo>
                    <a:cubicBezTo>
                      <a:pt x="334" y="448"/>
                      <a:pt x="334" y="448"/>
                      <a:pt x="367" y="448"/>
                    </a:cubicBezTo>
                    <a:cubicBezTo>
                      <a:pt x="434" y="448"/>
                      <a:pt x="534" y="348"/>
                      <a:pt x="534" y="248"/>
                    </a:cubicBezTo>
                    <a:cubicBezTo>
                      <a:pt x="501" y="147"/>
                      <a:pt x="467" y="47"/>
                      <a:pt x="367" y="14"/>
                    </a:cubicBezTo>
                    <a:lnTo>
                      <a:pt x="300" y="14"/>
                    </a:lnTo>
                    <a:cubicBezTo>
                      <a:pt x="283" y="5"/>
                      <a:pt x="262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1" name="Google Shape;12781;p39"/>
              <p:cNvSpPr/>
              <p:nvPr/>
            </p:nvSpPr>
            <p:spPr>
              <a:xfrm>
                <a:off x="5947275" y="3413800"/>
                <a:ext cx="14200" cy="10875"/>
              </a:xfrm>
              <a:custGeom>
                <a:rect b="b" l="l" r="r" t="t"/>
                <a:pathLst>
                  <a:path extrusionOk="0" h="435" w="568">
                    <a:moveTo>
                      <a:pt x="300" y="1"/>
                    </a:moveTo>
                    <a:cubicBezTo>
                      <a:pt x="0" y="1"/>
                      <a:pt x="0" y="434"/>
                      <a:pt x="300" y="434"/>
                    </a:cubicBezTo>
                    <a:cubicBezTo>
                      <a:pt x="567" y="434"/>
                      <a:pt x="567" y="1"/>
                      <a:pt x="3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2" name="Google Shape;12782;p39"/>
              <p:cNvSpPr/>
              <p:nvPr/>
            </p:nvSpPr>
            <p:spPr>
              <a:xfrm>
                <a:off x="5957275" y="3400450"/>
                <a:ext cx="14200" cy="10875"/>
              </a:xfrm>
              <a:custGeom>
                <a:rect b="b" l="l" r="r" t="t"/>
                <a:pathLst>
                  <a:path extrusionOk="0" h="435" w="568">
                    <a:moveTo>
                      <a:pt x="267" y="1"/>
                    </a:moveTo>
                    <a:cubicBezTo>
                      <a:pt x="0" y="1"/>
                      <a:pt x="0" y="435"/>
                      <a:pt x="267" y="435"/>
                    </a:cubicBezTo>
                    <a:cubicBezTo>
                      <a:pt x="567" y="435"/>
                      <a:pt x="567" y="1"/>
                      <a:pt x="2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3" name="Google Shape;12783;p39"/>
              <p:cNvSpPr/>
              <p:nvPr/>
            </p:nvSpPr>
            <p:spPr>
              <a:xfrm>
                <a:off x="6886275" y="3425475"/>
                <a:ext cx="16700" cy="13375"/>
              </a:xfrm>
              <a:custGeom>
                <a:rect b="b" l="l" r="r" t="t"/>
                <a:pathLst>
                  <a:path extrusionOk="0" h="535" w="668">
                    <a:moveTo>
                      <a:pt x="334" y="1"/>
                    </a:moveTo>
                    <a:cubicBezTo>
                      <a:pt x="0" y="1"/>
                      <a:pt x="0" y="534"/>
                      <a:pt x="334" y="534"/>
                    </a:cubicBezTo>
                    <a:cubicBezTo>
                      <a:pt x="667" y="534"/>
                      <a:pt x="667" y="1"/>
                      <a:pt x="3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4" name="Google Shape;12784;p39"/>
              <p:cNvSpPr/>
              <p:nvPr/>
            </p:nvSpPr>
            <p:spPr>
              <a:xfrm>
                <a:off x="6900450" y="341005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84" y="1"/>
                    </a:moveTo>
                    <a:cubicBezTo>
                      <a:pt x="234" y="1"/>
                      <a:pt x="184" y="17"/>
                      <a:pt x="134" y="51"/>
                    </a:cubicBezTo>
                    <a:cubicBezTo>
                      <a:pt x="67" y="84"/>
                      <a:pt x="0" y="184"/>
                      <a:pt x="0" y="284"/>
                    </a:cubicBezTo>
                    <a:cubicBezTo>
                      <a:pt x="0" y="384"/>
                      <a:pt x="67" y="451"/>
                      <a:pt x="134" y="518"/>
                    </a:cubicBezTo>
                    <a:cubicBezTo>
                      <a:pt x="184" y="534"/>
                      <a:pt x="234" y="543"/>
                      <a:pt x="284" y="543"/>
                    </a:cubicBezTo>
                    <a:cubicBezTo>
                      <a:pt x="334" y="543"/>
                      <a:pt x="384" y="534"/>
                      <a:pt x="434" y="518"/>
                    </a:cubicBezTo>
                    <a:cubicBezTo>
                      <a:pt x="434" y="518"/>
                      <a:pt x="434" y="484"/>
                      <a:pt x="434" y="484"/>
                    </a:cubicBezTo>
                    <a:cubicBezTo>
                      <a:pt x="601" y="418"/>
                      <a:pt x="601" y="117"/>
                      <a:pt x="434" y="51"/>
                    </a:cubicBezTo>
                    <a:cubicBezTo>
                      <a:pt x="384" y="17"/>
                      <a:pt x="334" y="1"/>
                      <a:pt x="2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5" name="Google Shape;12785;p39"/>
              <p:cNvSpPr/>
              <p:nvPr/>
            </p:nvSpPr>
            <p:spPr>
              <a:xfrm>
                <a:off x="6909625" y="3427150"/>
                <a:ext cx="12525" cy="10025"/>
              </a:xfrm>
              <a:custGeom>
                <a:rect b="b" l="l" r="r" t="t"/>
                <a:pathLst>
                  <a:path extrusionOk="0" h="401" w="501">
                    <a:moveTo>
                      <a:pt x="267" y="0"/>
                    </a:moveTo>
                    <a:cubicBezTo>
                      <a:pt x="0" y="0"/>
                      <a:pt x="0" y="401"/>
                      <a:pt x="267" y="401"/>
                    </a:cubicBezTo>
                    <a:cubicBezTo>
                      <a:pt x="501" y="401"/>
                      <a:pt x="501" y="0"/>
                      <a:pt x="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6" name="Google Shape;12786;p39"/>
              <p:cNvSpPr/>
              <p:nvPr/>
            </p:nvSpPr>
            <p:spPr>
              <a:xfrm>
                <a:off x="6164075" y="2374200"/>
                <a:ext cx="45075" cy="38075"/>
              </a:xfrm>
              <a:custGeom>
                <a:rect b="b" l="l" r="r" t="t"/>
                <a:pathLst>
                  <a:path extrusionOk="0" h="1523" w="1803">
                    <a:moveTo>
                      <a:pt x="862" y="376"/>
                    </a:moveTo>
                    <a:cubicBezTo>
                      <a:pt x="952" y="376"/>
                      <a:pt x="1027" y="414"/>
                      <a:pt x="1102" y="489"/>
                    </a:cubicBezTo>
                    <a:cubicBezTo>
                      <a:pt x="1268" y="655"/>
                      <a:pt x="1235" y="956"/>
                      <a:pt x="1002" y="1089"/>
                    </a:cubicBezTo>
                    <a:cubicBezTo>
                      <a:pt x="949" y="1112"/>
                      <a:pt x="893" y="1122"/>
                      <a:pt x="838" y="1122"/>
                    </a:cubicBezTo>
                    <a:cubicBezTo>
                      <a:pt x="648" y="1122"/>
                      <a:pt x="468" y="996"/>
                      <a:pt x="468" y="789"/>
                    </a:cubicBezTo>
                    <a:cubicBezTo>
                      <a:pt x="468" y="622"/>
                      <a:pt x="601" y="489"/>
                      <a:pt x="768" y="388"/>
                    </a:cubicBezTo>
                    <a:cubicBezTo>
                      <a:pt x="801" y="380"/>
                      <a:pt x="833" y="376"/>
                      <a:pt x="862" y="376"/>
                    </a:cubicBezTo>
                    <a:close/>
                    <a:moveTo>
                      <a:pt x="845" y="1"/>
                    </a:moveTo>
                    <a:cubicBezTo>
                      <a:pt x="784" y="1"/>
                      <a:pt x="724" y="8"/>
                      <a:pt x="668" y="22"/>
                    </a:cubicBezTo>
                    <a:cubicBezTo>
                      <a:pt x="535" y="22"/>
                      <a:pt x="401" y="88"/>
                      <a:pt x="301" y="222"/>
                    </a:cubicBezTo>
                    <a:cubicBezTo>
                      <a:pt x="101" y="388"/>
                      <a:pt x="1" y="622"/>
                      <a:pt x="34" y="855"/>
                    </a:cubicBezTo>
                    <a:cubicBezTo>
                      <a:pt x="86" y="1269"/>
                      <a:pt x="458" y="1522"/>
                      <a:pt x="840" y="1522"/>
                    </a:cubicBezTo>
                    <a:cubicBezTo>
                      <a:pt x="951" y="1522"/>
                      <a:pt x="1063" y="1501"/>
                      <a:pt x="1168" y="1456"/>
                    </a:cubicBezTo>
                    <a:cubicBezTo>
                      <a:pt x="1669" y="1256"/>
                      <a:pt x="1802" y="655"/>
                      <a:pt x="1469" y="255"/>
                    </a:cubicBezTo>
                    <a:cubicBezTo>
                      <a:pt x="1337" y="97"/>
                      <a:pt x="1079" y="1"/>
                      <a:pt x="8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7" name="Google Shape;12787;p39"/>
              <p:cNvSpPr/>
              <p:nvPr/>
            </p:nvSpPr>
            <p:spPr>
              <a:xfrm>
                <a:off x="6853750" y="2372550"/>
                <a:ext cx="44225" cy="38775"/>
              </a:xfrm>
              <a:custGeom>
                <a:rect b="b" l="l" r="r" t="t"/>
                <a:pathLst>
                  <a:path extrusionOk="0" h="1551" w="1769">
                    <a:moveTo>
                      <a:pt x="767" y="388"/>
                    </a:moveTo>
                    <a:cubicBezTo>
                      <a:pt x="868" y="388"/>
                      <a:pt x="968" y="388"/>
                      <a:pt x="1068" y="488"/>
                    </a:cubicBezTo>
                    <a:cubicBezTo>
                      <a:pt x="1268" y="655"/>
                      <a:pt x="1234" y="988"/>
                      <a:pt x="1001" y="1088"/>
                    </a:cubicBezTo>
                    <a:cubicBezTo>
                      <a:pt x="948" y="1111"/>
                      <a:pt x="892" y="1122"/>
                      <a:pt x="837" y="1122"/>
                    </a:cubicBezTo>
                    <a:cubicBezTo>
                      <a:pt x="647" y="1122"/>
                      <a:pt x="467" y="995"/>
                      <a:pt x="467" y="788"/>
                    </a:cubicBezTo>
                    <a:cubicBezTo>
                      <a:pt x="467" y="621"/>
                      <a:pt x="601" y="488"/>
                      <a:pt x="767" y="388"/>
                    </a:cubicBezTo>
                    <a:close/>
                    <a:moveTo>
                      <a:pt x="825" y="0"/>
                    </a:moveTo>
                    <a:cubicBezTo>
                      <a:pt x="761" y="0"/>
                      <a:pt x="697" y="7"/>
                      <a:pt x="634" y="21"/>
                    </a:cubicBezTo>
                    <a:cubicBezTo>
                      <a:pt x="501" y="21"/>
                      <a:pt x="367" y="121"/>
                      <a:pt x="267" y="221"/>
                    </a:cubicBezTo>
                    <a:cubicBezTo>
                      <a:pt x="100" y="388"/>
                      <a:pt x="0" y="621"/>
                      <a:pt x="34" y="855"/>
                    </a:cubicBezTo>
                    <a:cubicBezTo>
                      <a:pt x="60" y="1275"/>
                      <a:pt x="438" y="1551"/>
                      <a:pt x="826" y="1551"/>
                    </a:cubicBezTo>
                    <a:cubicBezTo>
                      <a:pt x="930" y="1551"/>
                      <a:pt x="1035" y="1531"/>
                      <a:pt x="1134" y="1489"/>
                    </a:cubicBezTo>
                    <a:cubicBezTo>
                      <a:pt x="1635" y="1255"/>
                      <a:pt x="1768" y="655"/>
                      <a:pt x="1435" y="254"/>
                    </a:cubicBezTo>
                    <a:cubicBezTo>
                      <a:pt x="1303" y="96"/>
                      <a:pt x="1066" y="0"/>
                      <a:pt x="8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8" name="Google Shape;12788;p39"/>
              <p:cNvSpPr/>
              <p:nvPr/>
            </p:nvSpPr>
            <p:spPr>
              <a:xfrm>
                <a:off x="6587725" y="2457275"/>
                <a:ext cx="61725" cy="4200"/>
              </a:xfrm>
              <a:custGeom>
                <a:rect b="b" l="l" r="r" t="t"/>
                <a:pathLst>
                  <a:path extrusionOk="0" h="168" w="2469">
                    <a:moveTo>
                      <a:pt x="34" y="1"/>
                    </a:moveTo>
                    <a:cubicBezTo>
                      <a:pt x="0" y="1"/>
                      <a:pt x="0" y="101"/>
                      <a:pt x="67" y="101"/>
                    </a:cubicBezTo>
                    <a:cubicBezTo>
                      <a:pt x="834" y="134"/>
                      <a:pt x="1601" y="168"/>
                      <a:pt x="2402" y="168"/>
                    </a:cubicBezTo>
                    <a:cubicBezTo>
                      <a:pt x="2469" y="168"/>
                      <a:pt x="2435" y="68"/>
                      <a:pt x="2402" y="68"/>
                    </a:cubicBezTo>
                    <a:cubicBezTo>
                      <a:pt x="1601" y="34"/>
                      <a:pt x="834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9" name="Google Shape;12789;p39"/>
              <p:cNvSpPr/>
              <p:nvPr/>
            </p:nvSpPr>
            <p:spPr>
              <a:xfrm>
                <a:off x="6674450" y="2460625"/>
                <a:ext cx="33150" cy="5200"/>
              </a:xfrm>
              <a:custGeom>
                <a:rect b="b" l="l" r="r" t="t"/>
                <a:pathLst>
                  <a:path extrusionOk="0" h="208" w="1326">
                    <a:moveTo>
                      <a:pt x="67" y="0"/>
                    </a:moveTo>
                    <a:cubicBezTo>
                      <a:pt x="0" y="0"/>
                      <a:pt x="0" y="67"/>
                      <a:pt x="34" y="100"/>
                    </a:cubicBezTo>
                    <a:cubicBezTo>
                      <a:pt x="434" y="134"/>
                      <a:pt x="834" y="200"/>
                      <a:pt x="1268" y="200"/>
                    </a:cubicBezTo>
                    <a:cubicBezTo>
                      <a:pt x="1273" y="205"/>
                      <a:pt x="1278" y="207"/>
                      <a:pt x="1282" y="207"/>
                    </a:cubicBezTo>
                    <a:cubicBezTo>
                      <a:pt x="1309" y="207"/>
                      <a:pt x="1325" y="134"/>
                      <a:pt x="1268" y="134"/>
                    </a:cubicBezTo>
                    <a:cubicBezTo>
                      <a:pt x="868" y="67"/>
                      <a:pt x="467" y="34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0" name="Google Shape;12790;p39"/>
              <p:cNvSpPr/>
              <p:nvPr/>
            </p:nvSpPr>
            <p:spPr>
              <a:xfrm>
                <a:off x="6135775" y="2498975"/>
                <a:ext cx="20825" cy="8550"/>
              </a:xfrm>
              <a:custGeom>
                <a:rect b="b" l="l" r="r" t="t"/>
                <a:pathLst>
                  <a:path extrusionOk="0" h="342" w="833">
                    <a:moveTo>
                      <a:pt x="766" y="1"/>
                    </a:moveTo>
                    <a:cubicBezTo>
                      <a:pt x="532" y="34"/>
                      <a:pt x="266" y="134"/>
                      <a:pt x="65" y="234"/>
                    </a:cubicBezTo>
                    <a:cubicBezTo>
                      <a:pt x="8" y="263"/>
                      <a:pt x="0" y="341"/>
                      <a:pt x="63" y="341"/>
                    </a:cubicBezTo>
                    <a:cubicBezTo>
                      <a:pt x="73" y="341"/>
                      <a:pt x="85" y="339"/>
                      <a:pt x="99" y="334"/>
                    </a:cubicBezTo>
                    <a:cubicBezTo>
                      <a:pt x="332" y="301"/>
                      <a:pt x="599" y="201"/>
                      <a:pt x="799" y="101"/>
                    </a:cubicBezTo>
                    <a:cubicBezTo>
                      <a:pt x="833" y="68"/>
                      <a:pt x="833" y="1"/>
                      <a:pt x="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1" name="Google Shape;12791;p39"/>
              <p:cNvSpPr/>
              <p:nvPr/>
            </p:nvSpPr>
            <p:spPr>
              <a:xfrm>
                <a:off x="6027325" y="2401400"/>
                <a:ext cx="43375" cy="15050"/>
              </a:xfrm>
              <a:custGeom>
                <a:rect b="b" l="l" r="r" t="t"/>
                <a:pathLst>
                  <a:path extrusionOk="0" h="602" w="1735">
                    <a:moveTo>
                      <a:pt x="1635" y="1"/>
                    </a:moveTo>
                    <a:cubicBezTo>
                      <a:pt x="1101" y="101"/>
                      <a:pt x="567" y="301"/>
                      <a:pt x="34" y="501"/>
                    </a:cubicBezTo>
                    <a:cubicBezTo>
                      <a:pt x="0" y="535"/>
                      <a:pt x="0" y="601"/>
                      <a:pt x="67" y="601"/>
                    </a:cubicBezTo>
                    <a:cubicBezTo>
                      <a:pt x="601" y="468"/>
                      <a:pt x="1168" y="301"/>
                      <a:pt x="1668" y="101"/>
                    </a:cubicBezTo>
                    <a:cubicBezTo>
                      <a:pt x="1735" y="68"/>
                      <a:pt x="1702" y="1"/>
                      <a:pt x="16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2" name="Google Shape;12792;p39"/>
              <p:cNvSpPr/>
              <p:nvPr/>
            </p:nvSpPr>
            <p:spPr>
              <a:xfrm>
                <a:off x="6049000" y="2410575"/>
                <a:ext cx="26725" cy="9200"/>
              </a:xfrm>
              <a:custGeom>
                <a:rect b="b" l="l" r="r" t="t"/>
                <a:pathLst>
                  <a:path extrusionOk="0" h="368" w="1069">
                    <a:moveTo>
                      <a:pt x="1001" y="1"/>
                    </a:moveTo>
                    <a:cubicBezTo>
                      <a:pt x="668" y="68"/>
                      <a:pt x="368" y="168"/>
                      <a:pt x="67" y="268"/>
                    </a:cubicBezTo>
                    <a:cubicBezTo>
                      <a:pt x="1" y="301"/>
                      <a:pt x="34" y="368"/>
                      <a:pt x="101" y="368"/>
                    </a:cubicBezTo>
                    <a:cubicBezTo>
                      <a:pt x="401" y="301"/>
                      <a:pt x="734" y="234"/>
                      <a:pt x="1001" y="134"/>
                    </a:cubicBezTo>
                    <a:cubicBezTo>
                      <a:pt x="1068" y="101"/>
                      <a:pt x="1068" y="1"/>
                      <a:pt x="10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3" name="Google Shape;12793;p39"/>
              <p:cNvSpPr/>
              <p:nvPr/>
            </p:nvSpPr>
            <p:spPr>
              <a:xfrm>
                <a:off x="6099200" y="2446450"/>
                <a:ext cx="42400" cy="15250"/>
              </a:xfrm>
              <a:custGeom>
                <a:rect b="b" l="l" r="r" t="t"/>
                <a:pathLst>
                  <a:path extrusionOk="0" h="610" w="1696">
                    <a:moveTo>
                      <a:pt x="1595" y="0"/>
                    </a:moveTo>
                    <a:cubicBezTo>
                      <a:pt x="1061" y="134"/>
                      <a:pt x="528" y="300"/>
                      <a:pt x="27" y="534"/>
                    </a:cubicBezTo>
                    <a:cubicBezTo>
                      <a:pt x="0" y="561"/>
                      <a:pt x="17" y="610"/>
                      <a:pt x="42" y="610"/>
                    </a:cubicBezTo>
                    <a:cubicBezTo>
                      <a:pt x="48" y="610"/>
                      <a:pt x="54" y="607"/>
                      <a:pt x="61" y="601"/>
                    </a:cubicBezTo>
                    <a:cubicBezTo>
                      <a:pt x="594" y="467"/>
                      <a:pt x="1128" y="300"/>
                      <a:pt x="1629" y="100"/>
                    </a:cubicBezTo>
                    <a:cubicBezTo>
                      <a:pt x="1695" y="100"/>
                      <a:pt x="1662" y="0"/>
                      <a:pt x="15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4" name="Google Shape;12794;p39"/>
              <p:cNvSpPr/>
              <p:nvPr/>
            </p:nvSpPr>
            <p:spPr>
              <a:xfrm>
                <a:off x="6111025" y="2441450"/>
                <a:ext cx="20550" cy="6925"/>
              </a:xfrm>
              <a:custGeom>
                <a:rect b="b" l="l" r="r" t="t"/>
                <a:pathLst>
                  <a:path extrusionOk="0" h="277" w="822">
                    <a:moveTo>
                      <a:pt x="722" y="0"/>
                    </a:moveTo>
                    <a:cubicBezTo>
                      <a:pt x="488" y="67"/>
                      <a:pt x="288" y="134"/>
                      <a:pt x="55" y="200"/>
                    </a:cubicBezTo>
                    <a:cubicBezTo>
                      <a:pt x="1" y="227"/>
                      <a:pt x="12" y="276"/>
                      <a:pt x="54" y="276"/>
                    </a:cubicBezTo>
                    <a:cubicBezTo>
                      <a:pt x="64" y="276"/>
                      <a:pt x="75" y="273"/>
                      <a:pt x="88" y="267"/>
                    </a:cubicBezTo>
                    <a:cubicBezTo>
                      <a:pt x="322" y="234"/>
                      <a:pt x="555" y="167"/>
                      <a:pt x="755" y="100"/>
                    </a:cubicBezTo>
                    <a:cubicBezTo>
                      <a:pt x="822" y="67"/>
                      <a:pt x="789" y="0"/>
                      <a:pt x="7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5" name="Google Shape;12795;p39"/>
              <p:cNvSpPr/>
              <p:nvPr/>
            </p:nvSpPr>
            <p:spPr>
              <a:xfrm>
                <a:off x="6998850" y="2456450"/>
                <a:ext cx="35650" cy="11050"/>
              </a:xfrm>
              <a:custGeom>
                <a:rect b="b" l="l" r="r" t="t"/>
                <a:pathLst>
                  <a:path extrusionOk="0" h="442" w="1426">
                    <a:moveTo>
                      <a:pt x="67" y="1"/>
                    </a:moveTo>
                    <a:cubicBezTo>
                      <a:pt x="34" y="1"/>
                      <a:pt x="0" y="67"/>
                      <a:pt x="67" y="67"/>
                    </a:cubicBezTo>
                    <a:cubicBezTo>
                      <a:pt x="467" y="234"/>
                      <a:pt x="901" y="367"/>
                      <a:pt x="1335" y="434"/>
                    </a:cubicBezTo>
                    <a:cubicBezTo>
                      <a:pt x="1344" y="439"/>
                      <a:pt x="1353" y="441"/>
                      <a:pt x="1361" y="441"/>
                    </a:cubicBezTo>
                    <a:cubicBezTo>
                      <a:pt x="1409" y="441"/>
                      <a:pt x="1425" y="367"/>
                      <a:pt x="1368" y="367"/>
                    </a:cubicBezTo>
                    <a:cubicBezTo>
                      <a:pt x="968" y="201"/>
                      <a:pt x="501" y="67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6" name="Google Shape;12796;p39"/>
              <p:cNvSpPr/>
              <p:nvPr/>
            </p:nvSpPr>
            <p:spPr>
              <a:xfrm>
                <a:off x="5798825" y="2296575"/>
                <a:ext cx="1381000" cy="1292175"/>
              </a:xfrm>
              <a:custGeom>
                <a:rect b="b" l="l" r="r" t="t"/>
                <a:pathLst>
                  <a:path extrusionOk="0" h="51687" w="55240">
                    <a:moveTo>
                      <a:pt x="27513" y="408"/>
                    </a:moveTo>
                    <a:cubicBezTo>
                      <a:pt x="28371" y="408"/>
                      <a:pt x="29230" y="435"/>
                      <a:pt x="30089" y="491"/>
                    </a:cubicBezTo>
                    <a:cubicBezTo>
                      <a:pt x="31656" y="591"/>
                      <a:pt x="33224" y="792"/>
                      <a:pt x="34759" y="1058"/>
                    </a:cubicBezTo>
                    <a:cubicBezTo>
                      <a:pt x="35492" y="1192"/>
                      <a:pt x="36260" y="1359"/>
                      <a:pt x="36994" y="1525"/>
                    </a:cubicBezTo>
                    <a:cubicBezTo>
                      <a:pt x="37494" y="1659"/>
                      <a:pt x="38061" y="1692"/>
                      <a:pt x="38595" y="1826"/>
                    </a:cubicBezTo>
                    <a:cubicBezTo>
                      <a:pt x="38895" y="1926"/>
                      <a:pt x="39128" y="2059"/>
                      <a:pt x="39362" y="2259"/>
                    </a:cubicBezTo>
                    <a:cubicBezTo>
                      <a:pt x="40296" y="3260"/>
                      <a:pt x="41197" y="4494"/>
                      <a:pt x="41997" y="5962"/>
                    </a:cubicBezTo>
                    <a:cubicBezTo>
                      <a:pt x="40496" y="5628"/>
                      <a:pt x="38995" y="5361"/>
                      <a:pt x="37494" y="5161"/>
                    </a:cubicBezTo>
                    <a:cubicBezTo>
                      <a:pt x="34831" y="4790"/>
                      <a:pt x="32140" y="4591"/>
                      <a:pt x="29446" y="4591"/>
                    </a:cubicBezTo>
                    <a:cubicBezTo>
                      <a:pt x="29238" y="4591"/>
                      <a:pt x="29029" y="4592"/>
                      <a:pt x="28821" y="4594"/>
                    </a:cubicBezTo>
                    <a:cubicBezTo>
                      <a:pt x="27320" y="4628"/>
                      <a:pt x="25819" y="4694"/>
                      <a:pt x="24351" y="4828"/>
                    </a:cubicBezTo>
                    <a:cubicBezTo>
                      <a:pt x="23617" y="4894"/>
                      <a:pt x="22883" y="4961"/>
                      <a:pt x="22150" y="5061"/>
                    </a:cubicBezTo>
                    <a:cubicBezTo>
                      <a:pt x="21549" y="5128"/>
                      <a:pt x="20849" y="5161"/>
                      <a:pt x="20282" y="5395"/>
                    </a:cubicBezTo>
                    <a:cubicBezTo>
                      <a:pt x="19081" y="3794"/>
                      <a:pt x="17780" y="2626"/>
                      <a:pt x="16412" y="1926"/>
                    </a:cubicBezTo>
                    <a:cubicBezTo>
                      <a:pt x="17913" y="1525"/>
                      <a:pt x="19414" y="1192"/>
                      <a:pt x="20915" y="925"/>
                    </a:cubicBezTo>
                    <a:cubicBezTo>
                      <a:pt x="23101" y="589"/>
                      <a:pt x="25305" y="408"/>
                      <a:pt x="27513" y="408"/>
                    </a:cubicBezTo>
                    <a:close/>
                    <a:moveTo>
                      <a:pt x="10608" y="3627"/>
                    </a:moveTo>
                    <a:cubicBezTo>
                      <a:pt x="10808" y="3627"/>
                      <a:pt x="11008" y="3660"/>
                      <a:pt x="11175" y="3694"/>
                    </a:cubicBezTo>
                    <a:cubicBezTo>
                      <a:pt x="12509" y="4227"/>
                      <a:pt x="13777" y="5228"/>
                      <a:pt x="14878" y="6529"/>
                    </a:cubicBezTo>
                    <a:cubicBezTo>
                      <a:pt x="14377" y="6629"/>
                      <a:pt x="13844" y="6796"/>
                      <a:pt x="13343" y="6963"/>
                    </a:cubicBezTo>
                    <a:cubicBezTo>
                      <a:pt x="13010" y="7029"/>
                      <a:pt x="12643" y="7129"/>
                      <a:pt x="12343" y="7263"/>
                    </a:cubicBezTo>
                    <a:cubicBezTo>
                      <a:pt x="12209" y="7296"/>
                      <a:pt x="12109" y="7330"/>
                      <a:pt x="12009" y="7396"/>
                    </a:cubicBezTo>
                    <a:cubicBezTo>
                      <a:pt x="10797" y="6120"/>
                      <a:pt x="9462" y="5424"/>
                      <a:pt x="8094" y="5424"/>
                    </a:cubicBezTo>
                    <a:cubicBezTo>
                      <a:pt x="8031" y="5424"/>
                      <a:pt x="7969" y="5425"/>
                      <a:pt x="7906" y="5428"/>
                    </a:cubicBezTo>
                    <a:cubicBezTo>
                      <a:pt x="7272" y="5462"/>
                      <a:pt x="6672" y="5628"/>
                      <a:pt x="6071" y="5962"/>
                    </a:cubicBezTo>
                    <a:cubicBezTo>
                      <a:pt x="6272" y="5795"/>
                      <a:pt x="6472" y="5628"/>
                      <a:pt x="6672" y="5462"/>
                    </a:cubicBezTo>
                    <a:cubicBezTo>
                      <a:pt x="7339" y="4995"/>
                      <a:pt x="8040" y="4594"/>
                      <a:pt x="8773" y="4261"/>
                    </a:cubicBezTo>
                    <a:cubicBezTo>
                      <a:pt x="9107" y="4127"/>
                      <a:pt x="9441" y="3994"/>
                      <a:pt x="9774" y="3860"/>
                    </a:cubicBezTo>
                    <a:cubicBezTo>
                      <a:pt x="10041" y="3794"/>
                      <a:pt x="10341" y="3727"/>
                      <a:pt x="10608" y="3627"/>
                    </a:cubicBezTo>
                    <a:close/>
                    <a:moveTo>
                      <a:pt x="45867" y="4061"/>
                    </a:moveTo>
                    <a:lnTo>
                      <a:pt x="45867" y="4061"/>
                    </a:lnTo>
                    <a:cubicBezTo>
                      <a:pt x="46133" y="4127"/>
                      <a:pt x="46400" y="4194"/>
                      <a:pt x="46467" y="4227"/>
                    </a:cubicBezTo>
                    <a:cubicBezTo>
                      <a:pt x="46801" y="4327"/>
                      <a:pt x="47167" y="4427"/>
                      <a:pt x="47501" y="4594"/>
                    </a:cubicBezTo>
                    <a:cubicBezTo>
                      <a:pt x="47735" y="4694"/>
                      <a:pt x="47935" y="4794"/>
                      <a:pt x="48135" y="4894"/>
                    </a:cubicBezTo>
                    <a:cubicBezTo>
                      <a:pt x="49069" y="5495"/>
                      <a:pt x="49936" y="6396"/>
                      <a:pt x="50737" y="7630"/>
                    </a:cubicBezTo>
                    <a:cubicBezTo>
                      <a:pt x="50703" y="7630"/>
                      <a:pt x="50703" y="7596"/>
                      <a:pt x="50670" y="7596"/>
                    </a:cubicBezTo>
                    <a:cubicBezTo>
                      <a:pt x="50336" y="7496"/>
                      <a:pt x="50003" y="7363"/>
                      <a:pt x="49669" y="7296"/>
                    </a:cubicBezTo>
                    <a:cubicBezTo>
                      <a:pt x="49302" y="7196"/>
                      <a:pt x="48902" y="7096"/>
                      <a:pt x="48535" y="6996"/>
                    </a:cubicBezTo>
                    <a:cubicBezTo>
                      <a:pt x="48373" y="6969"/>
                      <a:pt x="48211" y="6920"/>
                      <a:pt x="48067" y="6920"/>
                    </a:cubicBezTo>
                    <a:cubicBezTo>
                      <a:pt x="48033" y="6920"/>
                      <a:pt x="48000" y="6923"/>
                      <a:pt x="47968" y="6929"/>
                    </a:cubicBezTo>
                    <a:cubicBezTo>
                      <a:pt x="47368" y="5929"/>
                      <a:pt x="46734" y="4995"/>
                      <a:pt x="45967" y="4127"/>
                    </a:cubicBezTo>
                    <a:cubicBezTo>
                      <a:pt x="45933" y="4127"/>
                      <a:pt x="45900" y="4094"/>
                      <a:pt x="45867" y="4061"/>
                    </a:cubicBezTo>
                    <a:close/>
                    <a:moveTo>
                      <a:pt x="6839" y="6062"/>
                    </a:moveTo>
                    <a:cubicBezTo>
                      <a:pt x="6839" y="6229"/>
                      <a:pt x="6905" y="6362"/>
                      <a:pt x="6905" y="6496"/>
                    </a:cubicBezTo>
                    <a:cubicBezTo>
                      <a:pt x="6972" y="6796"/>
                      <a:pt x="7005" y="7196"/>
                      <a:pt x="7139" y="7496"/>
                    </a:cubicBezTo>
                    <a:cubicBezTo>
                      <a:pt x="6238" y="7697"/>
                      <a:pt x="5371" y="8330"/>
                      <a:pt x="4637" y="9398"/>
                    </a:cubicBezTo>
                    <a:cubicBezTo>
                      <a:pt x="4537" y="9298"/>
                      <a:pt x="4404" y="9231"/>
                      <a:pt x="4337" y="9131"/>
                    </a:cubicBezTo>
                    <a:cubicBezTo>
                      <a:pt x="4170" y="8997"/>
                      <a:pt x="4003" y="8864"/>
                      <a:pt x="3837" y="8764"/>
                    </a:cubicBezTo>
                    <a:cubicBezTo>
                      <a:pt x="4704" y="7396"/>
                      <a:pt x="5738" y="6462"/>
                      <a:pt x="6839" y="6062"/>
                    </a:cubicBezTo>
                    <a:close/>
                    <a:moveTo>
                      <a:pt x="8126" y="5857"/>
                    </a:moveTo>
                    <a:cubicBezTo>
                      <a:pt x="9361" y="5857"/>
                      <a:pt x="10564" y="6488"/>
                      <a:pt x="11675" y="7663"/>
                    </a:cubicBezTo>
                    <a:cubicBezTo>
                      <a:pt x="11542" y="7930"/>
                      <a:pt x="11442" y="8264"/>
                      <a:pt x="11442" y="8297"/>
                    </a:cubicBezTo>
                    <a:cubicBezTo>
                      <a:pt x="11309" y="8564"/>
                      <a:pt x="11208" y="8864"/>
                      <a:pt x="11108" y="9131"/>
                    </a:cubicBezTo>
                    <a:cubicBezTo>
                      <a:pt x="11075" y="9231"/>
                      <a:pt x="11008" y="9331"/>
                      <a:pt x="10975" y="9431"/>
                    </a:cubicBezTo>
                    <a:cubicBezTo>
                      <a:pt x="9986" y="8123"/>
                      <a:pt x="8875" y="7425"/>
                      <a:pt x="7759" y="7425"/>
                    </a:cubicBezTo>
                    <a:cubicBezTo>
                      <a:pt x="7708" y="7425"/>
                      <a:pt x="7657" y="7427"/>
                      <a:pt x="7606" y="7430"/>
                    </a:cubicBezTo>
                    <a:lnTo>
                      <a:pt x="7506" y="7430"/>
                    </a:lnTo>
                    <a:cubicBezTo>
                      <a:pt x="7506" y="7129"/>
                      <a:pt x="7372" y="6796"/>
                      <a:pt x="7339" y="6529"/>
                    </a:cubicBezTo>
                    <a:cubicBezTo>
                      <a:pt x="7272" y="6362"/>
                      <a:pt x="7272" y="6129"/>
                      <a:pt x="7206" y="5962"/>
                    </a:cubicBezTo>
                    <a:cubicBezTo>
                      <a:pt x="7439" y="5895"/>
                      <a:pt x="7673" y="5862"/>
                      <a:pt x="7939" y="5862"/>
                    </a:cubicBezTo>
                    <a:cubicBezTo>
                      <a:pt x="8002" y="5859"/>
                      <a:pt x="8064" y="5857"/>
                      <a:pt x="8126" y="5857"/>
                    </a:cubicBezTo>
                    <a:close/>
                    <a:moveTo>
                      <a:pt x="7735" y="7861"/>
                    </a:moveTo>
                    <a:cubicBezTo>
                      <a:pt x="8473" y="7861"/>
                      <a:pt x="9239" y="8227"/>
                      <a:pt x="9974" y="8931"/>
                    </a:cubicBezTo>
                    <a:cubicBezTo>
                      <a:pt x="9774" y="9164"/>
                      <a:pt x="9541" y="9398"/>
                      <a:pt x="9374" y="9665"/>
                    </a:cubicBezTo>
                    <a:cubicBezTo>
                      <a:pt x="9090" y="9640"/>
                      <a:pt x="8802" y="9633"/>
                      <a:pt x="8513" y="9633"/>
                    </a:cubicBezTo>
                    <a:cubicBezTo>
                      <a:pt x="8197" y="9633"/>
                      <a:pt x="7879" y="9641"/>
                      <a:pt x="7565" y="9641"/>
                    </a:cubicBezTo>
                    <a:cubicBezTo>
                      <a:pt x="7388" y="9641"/>
                      <a:pt x="7213" y="9639"/>
                      <a:pt x="7039" y="9631"/>
                    </a:cubicBezTo>
                    <a:cubicBezTo>
                      <a:pt x="6572" y="9631"/>
                      <a:pt x="6138" y="9598"/>
                      <a:pt x="5671" y="9598"/>
                    </a:cubicBezTo>
                    <a:cubicBezTo>
                      <a:pt x="5471" y="9598"/>
                      <a:pt x="5238" y="9565"/>
                      <a:pt x="5037" y="9565"/>
                    </a:cubicBezTo>
                    <a:cubicBezTo>
                      <a:pt x="5805" y="8497"/>
                      <a:pt x="6705" y="7897"/>
                      <a:pt x="7639" y="7863"/>
                    </a:cubicBezTo>
                    <a:cubicBezTo>
                      <a:pt x="7671" y="7862"/>
                      <a:pt x="7703" y="7861"/>
                      <a:pt x="7735" y="7861"/>
                    </a:cubicBezTo>
                    <a:close/>
                    <a:moveTo>
                      <a:pt x="29426" y="5026"/>
                    </a:moveTo>
                    <a:cubicBezTo>
                      <a:pt x="33733" y="5026"/>
                      <a:pt x="38035" y="5489"/>
                      <a:pt x="42264" y="6429"/>
                    </a:cubicBezTo>
                    <a:cubicBezTo>
                      <a:pt x="43065" y="7997"/>
                      <a:pt x="43765" y="9765"/>
                      <a:pt x="44365" y="11699"/>
                    </a:cubicBezTo>
                    <a:cubicBezTo>
                      <a:pt x="42864" y="11566"/>
                      <a:pt x="41397" y="11399"/>
                      <a:pt x="39929" y="11299"/>
                    </a:cubicBezTo>
                    <a:cubicBezTo>
                      <a:pt x="37094" y="11066"/>
                      <a:pt x="34258" y="10865"/>
                      <a:pt x="31423" y="10865"/>
                    </a:cubicBezTo>
                    <a:cubicBezTo>
                      <a:pt x="30022" y="10865"/>
                      <a:pt x="28621" y="10899"/>
                      <a:pt x="27220" y="10999"/>
                    </a:cubicBezTo>
                    <a:cubicBezTo>
                      <a:pt x="25952" y="11099"/>
                      <a:pt x="24651" y="11199"/>
                      <a:pt x="23417" y="11466"/>
                    </a:cubicBezTo>
                    <a:cubicBezTo>
                      <a:pt x="22950" y="10132"/>
                      <a:pt x="22383" y="8897"/>
                      <a:pt x="21749" y="7730"/>
                    </a:cubicBezTo>
                    <a:cubicBezTo>
                      <a:pt x="21349" y="6963"/>
                      <a:pt x="20915" y="6262"/>
                      <a:pt x="20448" y="5628"/>
                    </a:cubicBezTo>
                    <a:cubicBezTo>
                      <a:pt x="21116" y="5628"/>
                      <a:pt x="21816" y="5495"/>
                      <a:pt x="22450" y="5428"/>
                    </a:cubicBezTo>
                    <a:cubicBezTo>
                      <a:pt x="23250" y="5328"/>
                      <a:pt x="24084" y="5261"/>
                      <a:pt x="24918" y="5195"/>
                    </a:cubicBezTo>
                    <a:cubicBezTo>
                      <a:pt x="26420" y="5083"/>
                      <a:pt x="27923" y="5026"/>
                      <a:pt x="29426" y="5026"/>
                    </a:cubicBezTo>
                    <a:close/>
                    <a:moveTo>
                      <a:pt x="48168" y="7296"/>
                    </a:moveTo>
                    <a:lnTo>
                      <a:pt x="48168" y="7296"/>
                    </a:lnTo>
                    <a:cubicBezTo>
                      <a:pt x="48268" y="7330"/>
                      <a:pt x="48368" y="7363"/>
                      <a:pt x="48435" y="7363"/>
                    </a:cubicBezTo>
                    <a:cubicBezTo>
                      <a:pt x="48769" y="7463"/>
                      <a:pt x="49136" y="7563"/>
                      <a:pt x="49469" y="7663"/>
                    </a:cubicBezTo>
                    <a:cubicBezTo>
                      <a:pt x="49836" y="7763"/>
                      <a:pt x="50236" y="7863"/>
                      <a:pt x="50603" y="8030"/>
                    </a:cubicBezTo>
                    <a:cubicBezTo>
                      <a:pt x="50770" y="8097"/>
                      <a:pt x="50937" y="8197"/>
                      <a:pt x="51137" y="8264"/>
                    </a:cubicBezTo>
                    <a:cubicBezTo>
                      <a:pt x="51304" y="8564"/>
                      <a:pt x="51471" y="8864"/>
                      <a:pt x="51637" y="9198"/>
                    </a:cubicBezTo>
                    <a:cubicBezTo>
                      <a:pt x="52171" y="10265"/>
                      <a:pt x="52638" y="11433"/>
                      <a:pt x="53038" y="12700"/>
                    </a:cubicBezTo>
                    <a:cubicBezTo>
                      <a:pt x="52905" y="12667"/>
                      <a:pt x="52771" y="12633"/>
                      <a:pt x="52638" y="12600"/>
                    </a:cubicBezTo>
                    <a:cubicBezTo>
                      <a:pt x="52338" y="12500"/>
                      <a:pt x="52038" y="12400"/>
                      <a:pt x="51704" y="12333"/>
                    </a:cubicBezTo>
                    <a:cubicBezTo>
                      <a:pt x="51404" y="12233"/>
                      <a:pt x="51070" y="12166"/>
                      <a:pt x="50770" y="12100"/>
                    </a:cubicBezTo>
                    <a:cubicBezTo>
                      <a:pt x="50570" y="12066"/>
                      <a:pt x="50403" y="12000"/>
                      <a:pt x="50203" y="12000"/>
                    </a:cubicBezTo>
                    <a:cubicBezTo>
                      <a:pt x="49669" y="10298"/>
                      <a:pt x="48969" y="8731"/>
                      <a:pt x="48168" y="7296"/>
                    </a:cubicBezTo>
                    <a:close/>
                    <a:moveTo>
                      <a:pt x="15178" y="6896"/>
                    </a:moveTo>
                    <a:cubicBezTo>
                      <a:pt x="16412" y="8430"/>
                      <a:pt x="17480" y="10365"/>
                      <a:pt x="18314" y="12600"/>
                    </a:cubicBezTo>
                    <a:cubicBezTo>
                      <a:pt x="17780" y="12700"/>
                      <a:pt x="17246" y="12900"/>
                      <a:pt x="16712" y="13034"/>
                    </a:cubicBezTo>
                    <a:cubicBezTo>
                      <a:pt x="16379" y="13134"/>
                      <a:pt x="16045" y="13200"/>
                      <a:pt x="15745" y="13301"/>
                    </a:cubicBezTo>
                    <a:cubicBezTo>
                      <a:pt x="15612" y="13334"/>
                      <a:pt x="15478" y="13367"/>
                      <a:pt x="15378" y="13434"/>
                    </a:cubicBezTo>
                    <a:cubicBezTo>
                      <a:pt x="15045" y="12433"/>
                      <a:pt x="14644" y="11499"/>
                      <a:pt x="14211" y="10665"/>
                    </a:cubicBezTo>
                    <a:cubicBezTo>
                      <a:pt x="13610" y="9464"/>
                      <a:pt x="12943" y="8464"/>
                      <a:pt x="12243" y="7663"/>
                    </a:cubicBezTo>
                    <a:cubicBezTo>
                      <a:pt x="12309" y="7663"/>
                      <a:pt x="12376" y="7630"/>
                      <a:pt x="12443" y="7630"/>
                    </a:cubicBezTo>
                    <a:cubicBezTo>
                      <a:pt x="12776" y="7530"/>
                      <a:pt x="13076" y="7463"/>
                      <a:pt x="13410" y="7363"/>
                    </a:cubicBezTo>
                    <a:cubicBezTo>
                      <a:pt x="13977" y="7196"/>
                      <a:pt x="14611" y="7096"/>
                      <a:pt x="15178" y="6896"/>
                    </a:cubicBezTo>
                    <a:close/>
                    <a:moveTo>
                      <a:pt x="3636" y="9031"/>
                    </a:moveTo>
                    <a:cubicBezTo>
                      <a:pt x="3770" y="9164"/>
                      <a:pt x="3937" y="9298"/>
                      <a:pt x="4070" y="9398"/>
                    </a:cubicBezTo>
                    <a:cubicBezTo>
                      <a:pt x="4170" y="9498"/>
                      <a:pt x="4270" y="9631"/>
                      <a:pt x="4404" y="9731"/>
                    </a:cubicBezTo>
                    <a:cubicBezTo>
                      <a:pt x="3937" y="10499"/>
                      <a:pt x="3503" y="11433"/>
                      <a:pt x="3103" y="12533"/>
                    </a:cubicBezTo>
                    <a:cubicBezTo>
                      <a:pt x="2903" y="13100"/>
                      <a:pt x="2736" y="13734"/>
                      <a:pt x="2569" y="14401"/>
                    </a:cubicBezTo>
                    <a:cubicBezTo>
                      <a:pt x="2436" y="14301"/>
                      <a:pt x="2302" y="14168"/>
                      <a:pt x="2135" y="14068"/>
                    </a:cubicBezTo>
                    <a:cubicBezTo>
                      <a:pt x="2002" y="13968"/>
                      <a:pt x="1868" y="13868"/>
                      <a:pt x="1702" y="13768"/>
                    </a:cubicBezTo>
                    <a:cubicBezTo>
                      <a:pt x="1935" y="12900"/>
                      <a:pt x="2202" y="12100"/>
                      <a:pt x="2502" y="11332"/>
                    </a:cubicBezTo>
                    <a:cubicBezTo>
                      <a:pt x="2869" y="10465"/>
                      <a:pt x="3236" y="9698"/>
                      <a:pt x="3636" y="9031"/>
                    </a:cubicBezTo>
                    <a:close/>
                    <a:moveTo>
                      <a:pt x="4771" y="9965"/>
                    </a:moveTo>
                    <a:cubicBezTo>
                      <a:pt x="5104" y="9998"/>
                      <a:pt x="5438" y="9998"/>
                      <a:pt x="5771" y="9998"/>
                    </a:cubicBezTo>
                    <a:cubicBezTo>
                      <a:pt x="6172" y="10032"/>
                      <a:pt x="6572" y="10032"/>
                      <a:pt x="6972" y="10065"/>
                    </a:cubicBezTo>
                    <a:lnTo>
                      <a:pt x="8273" y="10065"/>
                    </a:lnTo>
                    <a:cubicBezTo>
                      <a:pt x="8540" y="10098"/>
                      <a:pt x="8807" y="10098"/>
                      <a:pt x="9074" y="10098"/>
                    </a:cubicBezTo>
                    <a:cubicBezTo>
                      <a:pt x="8740" y="10599"/>
                      <a:pt x="8473" y="11132"/>
                      <a:pt x="8240" y="11599"/>
                    </a:cubicBezTo>
                    <a:cubicBezTo>
                      <a:pt x="7739" y="12567"/>
                      <a:pt x="7372" y="13567"/>
                      <a:pt x="7072" y="14601"/>
                    </a:cubicBezTo>
                    <a:cubicBezTo>
                      <a:pt x="6965" y="14597"/>
                      <a:pt x="6857" y="14595"/>
                      <a:pt x="6749" y="14595"/>
                    </a:cubicBezTo>
                    <a:cubicBezTo>
                      <a:pt x="6081" y="14595"/>
                      <a:pt x="5393" y="14673"/>
                      <a:pt x="4704" y="14702"/>
                    </a:cubicBezTo>
                    <a:lnTo>
                      <a:pt x="2936" y="14702"/>
                    </a:lnTo>
                    <a:cubicBezTo>
                      <a:pt x="3103" y="14001"/>
                      <a:pt x="3303" y="13301"/>
                      <a:pt x="3536" y="12667"/>
                    </a:cubicBezTo>
                    <a:cubicBezTo>
                      <a:pt x="3903" y="11566"/>
                      <a:pt x="4304" y="10665"/>
                      <a:pt x="4771" y="9965"/>
                    </a:cubicBezTo>
                    <a:close/>
                    <a:moveTo>
                      <a:pt x="11976" y="8030"/>
                    </a:moveTo>
                    <a:cubicBezTo>
                      <a:pt x="12643" y="8764"/>
                      <a:pt x="13243" y="9731"/>
                      <a:pt x="13810" y="10832"/>
                    </a:cubicBezTo>
                    <a:cubicBezTo>
                      <a:pt x="14244" y="11699"/>
                      <a:pt x="14644" y="12667"/>
                      <a:pt x="15011" y="13667"/>
                    </a:cubicBezTo>
                    <a:cubicBezTo>
                      <a:pt x="14878" y="13801"/>
                      <a:pt x="14811" y="13934"/>
                      <a:pt x="14711" y="14068"/>
                    </a:cubicBezTo>
                    <a:cubicBezTo>
                      <a:pt x="14511" y="14335"/>
                      <a:pt x="14277" y="14635"/>
                      <a:pt x="14077" y="14902"/>
                    </a:cubicBezTo>
                    <a:cubicBezTo>
                      <a:pt x="13944" y="15068"/>
                      <a:pt x="13844" y="15202"/>
                      <a:pt x="13710" y="15369"/>
                    </a:cubicBezTo>
                    <a:cubicBezTo>
                      <a:pt x="13710" y="15369"/>
                      <a:pt x="13677" y="15369"/>
                      <a:pt x="13677" y="15402"/>
                    </a:cubicBezTo>
                    <a:cubicBezTo>
                      <a:pt x="13343" y="14201"/>
                      <a:pt x="12943" y="13100"/>
                      <a:pt x="12509" y="12100"/>
                    </a:cubicBezTo>
                    <a:cubicBezTo>
                      <a:pt x="12109" y="11232"/>
                      <a:pt x="11709" y="10465"/>
                      <a:pt x="11275" y="9831"/>
                    </a:cubicBezTo>
                    <a:cubicBezTo>
                      <a:pt x="11375" y="9731"/>
                      <a:pt x="11409" y="9565"/>
                      <a:pt x="11475" y="9398"/>
                    </a:cubicBezTo>
                    <a:cubicBezTo>
                      <a:pt x="11575" y="9131"/>
                      <a:pt x="11675" y="8897"/>
                      <a:pt x="11776" y="8631"/>
                    </a:cubicBezTo>
                    <a:cubicBezTo>
                      <a:pt x="11842" y="8430"/>
                      <a:pt x="11909" y="8230"/>
                      <a:pt x="11976" y="8030"/>
                    </a:cubicBezTo>
                    <a:close/>
                    <a:moveTo>
                      <a:pt x="31162" y="11279"/>
                    </a:moveTo>
                    <a:cubicBezTo>
                      <a:pt x="35617" y="11279"/>
                      <a:pt x="40062" y="11706"/>
                      <a:pt x="44466" y="12133"/>
                    </a:cubicBezTo>
                    <a:cubicBezTo>
                      <a:pt x="44966" y="13868"/>
                      <a:pt x="45366" y="15736"/>
                      <a:pt x="45666" y="17704"/>
                    </a:cubicBezTo>
                    <a:cubicBezTo>
                      <a:pt x="45400" y="17637"/>
                      <a:pt x="45099" y="17637"/>
                      <a:pt x="44799" y="17604"/>
                    </a:cubicBezTo>
                    <a:cubicBezTo>
                      <a:pt x="44399" y="17604"/>
                      <a:pt x="43999" y="17570"/>
                      <a:pt x="43565" y="17570"/>
                    </a:cubicBezTo>
                    <a:cubicBezTo>
                      <a:pt x="42798" y="17537"/>
                      <a:pt x="42030" y="17537"/>
                      <a:pt x="41263" y="17537"/>
                    </a:cubicBezTo>
                    <a:cubicBezTo>
                      <a:pt x="40571" y="17529"/>
                      <a:pt x="39877" y="17524"/>
                      <a:pt x="39182" y="17524"/>
                    </a:cubicBezTo>
                    <a:cubicBezTo>
                      <a:pt x="37096" y="17524"/>
                      <a:pt x="35000" y="17562"/>
                      <a:pt x="32924" y="17637"/>
                    </a:cubicBezTo>
                    <a:cubicBezTo>
                      <a:pt x="31523" y="17704"/>
                      <a:pt x="30155" y="17770"/>
                      <a:pt x="28754" y="17837"/>
                    </a:cubicBezTo>
                    <a:cubicBezTo>
                      <a:pt x="28054" y="17904"/>
                      <a:pt x="27353" y="17937"/>
                      <a:pt x="26686" y="18004"/>
                    </a:cubicBezTo>
                    <a:cubicBezTo>
                      <a:pt x="26152" y="18037"/>
                      <a:pt x="25652" y="18071"/>
                      <a:pt x="25118" y="18137"/>
                    </a:cubicBezTo>
                    <a:cubicBezTo>
                      <a:pt x="24751" y="15869"/>
                      <a:pt x="24218" y="13734"/>
                      <a:pt x="23517" y="11766"/>
                    </a:cubicBezTo>
                    <a:cubicBezTo>
                      <a:pt x="24952" y="11633"/>
                      <a:pt x="26386" y="11466"/>
                      <a:pt x="27820" y="11366"/>
                    </a:cubicBezTo>
                    <a:cubicBezTo>
                      <a:pt x="28934" y="11306"/>
                      <a:pt x="30049" y="11279"/>
                      <a:pt x="31162" y="11279"/>
                    </a:cubicBezTo>
                    <a:close/>
                    <a:moveTo>
                      <a:pt x="50336" y="12400"/>
                    </a:moveTo>
                    <a:cubicBezTo>
                      <a:pt x="50436" y="12400"/>
                      <a:pt x="50503" y="12433"/>
                      <a:pt x="50603" y="12467"/>
                    </a:cubicBezTo>
                    <a:cubicBezTo>
                      <a:pt x="50903" y="12533"/>
                      <a:pt x="51237" y="12633"/>
                      <a:pt x="51537" y="12700"/>
                    </a:cubicBezTo>
                    <a:cubicBezTo>
                      <a:pt x="52104" y="12867"/>
                      <a:pt x="52671" y="13000"/>
                      <a:pt x="53205" y="13200"/>
                    </a:cubicBezTo>
                    <a:cubicBezTo>
                      <a:pt x="53705" y="14835"/>
                      <a:pt x="54072" y="16636"/>
                      <a:pt x="54306" y="18504"/>
                    </a:cubicBezTo>
                    <a:cubicBezTo>
                      <a:pt x="53839" y="18371"/>
                      <a:pt x="53372" y="18271"/>
                      <a:pt x="52872" y="18171"/>
                    </a:cubicBezTo>
                    <a:cubicBezTo>
                      <a:pt x="52571" y="18104"/>
                      <a:pt x="52271" y="18037"/>
                      <a:pt x="51971" y="18004"/>
                    </a:cubicBezTo>
                    <a:cubicBezTo>
                      <a:pt x="51877" y="17980"/>
                      <a:pt x="51782" y="17957"/>
                      <a:pt x="51688" y="17957"/>
                    </a:cubicBezTo>
                    <a:cubicBezTo>
                      <a:pt x="51649" y="17957"/>
                      <a:pt x="51610" y="17961"/>
                      <a:pt x="51571" y="17971"/>
                    </a:cubicBezTo>
                    <a:cubicBezTo>
                      <a:pt x="51304" y="16002"/>
                      <a:pt x="50870" y="14134"/>
                      <a:pt x="50336" y="12400"/>
                    </a:cubicBezTo>
                    <a:close/>
                    <a:moveTo>
                      <a:pt x="10241" y="9231"/>
                    </a:moveTo>
                    <a:cubicBezTo>
                      <a:pt x="10675" y="9698"/>
                      <a:pt x="11042" y="10232"/>
                      <a:pt x="11409" y="10899"/>
                    </a:cubicBezTo>
                    <a:cubicBezTo>
                      <a:pt x="10942" y="11566"/>
                      <a:pt x="10575" y="12300"/>
                      <a:pt x="10141" y="13000"/>
                    </a:cubicBezTo>
                    <a:cubicBezTo>
                      <a:pt x="9707" y="13768"/>
                      <a:pt x="9274" y="14535"/>
                      <a:pt x="8807" y="15269"/>
                    </a:cubicBezTo>
                    <a:cubicBezTo>
                      <a:pt x="8373" y="16036"/>
                      <a:pt x="7906" y="16803"/>
                      <a:pt x="7406" y="17570"/>
                    </a:cubicBezTo>
                    <a:cubicBezTo>
                      <a:pt x="7206" y="17937"/>
                      <a:pt x="6972" y="18304"/>
                      <a:pt x="6739" y="18671"/>
                    </a:cubicBezTo>
                    <a:cubicBezTo>
                      <a:pt x="6721" y="18689"/>
                      <a:pt x="6713" y="18697"/>
                      <a:pt x="6709" y="18706"/>
                    </a:cubicBezTo>
                    <a:lnTo>
                      <a:pt x="6709" y="18706"/>
                    </a:lnTo>
                    <a:cubicBezTo>
                      <a:pt x="6876" y="17182"/>
                      <a:pt x="7176" y="15658"/>
                      <a:pt x="7673" y="14168"/>
                    </a:cubicBezTo>
                    <a:cubicBezTo>
                      <a:pt x="7973" y="13234"/>
                      <a:pt x="8373" y="12300"/>
                      <a:pt x="8840" y="11399"/>
                    </a:cubicBezTo>
                    <a:cubicBezTo>
                      <a:pt x="9240" y="10632"/>
                      <a:pt x="9774" y="9965"/>
                      <a:pt x="10241" y="9231"/>
                    </a:cubicBezTo>
                    <a:close/>
                    <a:moveTo>
                      <a:pt x="18480" y="13000"/>
                    </a:moveTo>
                    <a:cubicBezTo>
                      <a:pt x="19147" y="14835"/>
                      <a:pt x="19681" y="16836"/>
                      <a:pt x="20048" y="19005"/>
                    </a:cubicBezTo>
                    <a:cubicBezTo>
                      <a:pt x="19781" y="19005"/>
                      <a:pt x="19481" y="19071"/>
                      <a:pt x="19248" y="19138"/>
                    </a:cubicBezTo>
                    <a:cubicBezTo>
                      <a:pt x="18914" y="19171"/>
                      <a:pt x="18547" y="19238"/>
                      <a:pt x="18213" y="19305"/>
                    </a:cubicBezTo>
                    <a:cubicBezTo>
                      <a:pt x="17913" y="19338"/>
                      <a:pt x="17580" y="19405"/>
                      <a:pt x="17279" y="19472"/>
                    </a:cubicBezTo>
                    <a:cubicBezTo>
                      <a:pt x="17113" y="19472"/>
                      <a:pt x="16979" y="19505"/>
                      <a:pt x="16846" y="19538"/>
                    </a:cubicBezTo>
                    <a:cubicBezTo>
                      <a:pt x="16546" y="17470"/>
                      <a:pt x="16079" y="15535"/>
                      <a:pt x="15478" y="13768"/>
                    </a:cubicBezTo>
                    <a:cubicBezTo>
                      <a:pt x="15612" y="13768"/>
                      <a:pt x="15745" y="13701"/>
                      <a:pt x="15845" y="13667"/>
                    </a:cubicBezTo>
                    <a:cubicBezTo>
                      <a:pt x="16179" y="13601"/>
                      <a:pt x="16479" y="13534"/>
                      <a:pt x="16779" y="13434"/>
                    </a:cubicBezTo>
                    <a:cubicBezTo>
                      <a:pt x="17313" y="13301"/>
                      <a:pt x="17913" y="13200"/>
                      <a:pt x="18480" y="13000"/>
                    </a:cubicBezTo>
                    <a:close/>
                    <a:moveTo>
                      <a:pt x="15178" y="14201"/>
                    </a:moveTo>
                    <a:cubicBezTo>
                      <a:pt x="15712" y="15869"/>
                      <a:pt x="16145" y="17704"/>
                      <a:pt x="16412" y="19638"/>
                    </a:cubicBezTo>
                    <a:cubicBezTo>
                      <a:pt x="16145" y="19738"/>
                      <a:pt x="15878" y="19872"/>
                      <a:pt x="15645" y="19972"/>
                    </a:cubicBezTo>
                    <a:cubicBezTo>
                      <a:pt x="15311" y="20105"/>
                      <a:pt x="14978" y="20272"/>
                      <a:pt x="14611" y="20406"/>
                    </a:cubicBezTo>
                    <a:cubicBezTo>
                      <a:pt x="14444" y="18804"/>
                      <a:pt x="14144" y="17303"/>
                      <a:pt x="13810" y="15902"/>
                    </a:cubicBezTo>
                    <a:cubicBezTo>
                      <a:pt x="13810" y="15869"/>
                      <a:pt x="13844" y="15869"/>
                      <a:pt x="13844" y="15869"/>
                    </a:cubicBezTo>
                    <a:cubicBezTo>
                      <a:pt x="14211" y="15469"/>
                      <a:pt x="14511" y="15035"/>
                      <a:pt x="14844" y="14601"/>
                    </a:cubicBezTo>
                    <a:cubicBezTo>
                      <a:pt x="14911" y="14501"/>
                      <a:pt x="15045" y="14368"/>
                      <a:pt x="15178" y="14201"/>
                    </a:cubicBezTo>
                    <a:close/>
                    <a:moveTo>
                      <a:pt x="1602" y="14101"/>
                    </a:moveTo>
                    <a:cubicBezTo>
                      <a:pt x="1735" y="14168"/>
                      <a:pt x="1835" y="14268"/>
                      <a:pt x="1935" y="14335"/>
                    </a:cubicBezTo>
                    <a:cubicBezTo>
                      <a:pt x="2135" y="14501"/>
                      <a:pt x="2302" y="14668"/>
                      <a:pt x="2469" y="14802"/>
                    </a:cubicBezTo>
                    <a:cubicBezTo>
                      <a:pt x="2069" y="16636"/>
                      <a:pt x="1802" y="18704"/>
                      <a:pt x="1735" y="20873"/>
                    </a:cubicBezTo>
                    <a:cubicBezTo>
                      <a:pt x="1568" y="20806"/>
                      <a:pt x="1368" y="20773"/>
                      <a:pt x="1201" y="20739"/>
                    </a:cubicBezTo>
                    <a:cubicBezTo>
                      <a:pt x="1035" y="20706"/>
                      <a:pt x="834" y="20606"/>
                      <a:pt x="668" y="20606"/>
                    </a:cubicBezTo>
                    <a:cubicBezTo>
                      <a:pt x="768" y="18271"/>
                      <a:pt x="1101" y="16069"/>
                      <a:pt x="1602" y="14101"/>
                    </a:cubicBezTo>
                    <a:close/>
                    <a:moveTo>
                      <a:pt x="6972" y="15002"/>
                    </a:moveTo>
                    <a:cubicBezTo>
                      <a:pt x="6438" y="16936"/>
                      <a:pt x="6172" y="18905"/>
                      <a:pt x="6071" y="20906"/>
                    </a:cubicBezTo>
                    <a:cubicBezTo>
                      <a:pt x="5971" y="20895"/>
                      <a:pt x="5871" y="20891"/>
                      <a:pt x="5772" y="20891"/>
                    </a:cubicBezTo>
                    <a:cubicBezTo>
                      <a:pt x="5575" y="20891"/>
                      <a:pt x="5382" y="20906"/>
                      <a:pt x="5204" y="20906"/>
                    </a:cubicBezTo>
                    <a:cubicBezTo>
                      <a:pt x="4804" y="20939"/>
                      <a:pt x="4404" y="20939"/>
                      <a:pt x="4003" y="20939"/>
                    </a:cubicBezTo>
                    <a:lnTo>
                      <a:pt x="2736" y="20939"/>
                    </a:lnTo>
                    <a:cubicBezTo>
                      <a:pt x="2569" y="20906"/>
                      <a:pt x="2369" y="20906"/>
                      <a:pt x="2169" y="20906"/>
                    </a:cubicBezTo>
                    <a:cubicBezTo>
                      <a:pt x="2235" y="18838"/>
                      <a:pt x="2469" y="16836"/>
                      <a:pt x="2869" y="15068"/>
                    </a:cubicBezTo>
                    <a:cubicBezTo>
                      <a:pt x="3103" y="15102"/>
                      <a:pt x="3370" y="15102"/>
                      <a:pt x="3603" y="15102"/>
                    </a:cubicBezTo>
                    <a:lnTo>
                      <a:pt x="4804" y="15102"/>
                    </a:lnTo>
                    <a:cubicBezTo>
                      <a:pt x="5504" y="15068"/>
                      <a:pt x="6272" y="15102"/>
                      <a:pt x="6972" y="15002"/>
                    </a:cubicBezTo>
                    <a:close/>
                    <a:moveTo>
                      <a:pt x="11609" y="11232"/>
                    </a:moveTo>
                    <a:cubicBezTo>
                      <a:pt x="11776" y="11566"/>
                      <a:pt x="11942" y="11900"/>
                      <a:pt x="12109" y="12266"/>
                    </a:cubicBezTo>
                    <a:cubicBezTo>
                      <a:pt x="12810" y="13834"/>
                      <a:pt x="13343" y="15636"/>
                      <a:pt x="13744" y="17637"/>
                    </a:cubicBezTo>
                    <a:cubicBezTo>
                      <a:pt x="13443" y="17971"/>
                      <a:pt x="13177" y="18404"/>
                      <a:pt x="12910" y="18771"/>
                    </a:cubicBezTo>
                    <a:cubicBezTo>
                      <a:pt x="12609" y="19205"/>
                      <a:pt x="12309" y="19605"/>
                      <a:pt x="12009" y="20039"/>
                    </a:cubicBezTo>
                    <a:cubicBezTo>
                      <a:pt x="11409" y="20873"/>
                      <a:pt x="10808" y="21740"/>
                      <a:pt x="10208" y="22574"/>
                    </a:cubicBezTo>
                    <a:cubicBezTo>
                      <a:pt x="9574" y="23441"/>
                      <a:pt x="8974" y="24308"/>
                      <a:pt x="8340" y="25176"/>
                    </a:cubicBezTo>
                    <a:cubicBezTo>
                      <a:pt x="8240" y="25309"/>
                      <a:pt x="8140" y="25476"/>
                      <a:pt x="8040" y="25609"/>
                    </a:cubicBezTo>
                    <a:cubicBezTo>
                      <a:pt x="7723" y="25166"/>
                      <a:pt x="7196" y="24873"/>
                      <a:pt x="6658" y="24873"/>
                    </a:cubicBezTo>
                    <a:cubicBezTo>
                      <a:pt x="6629" y="24873"/>
                      <a:pt x="6601" y="24874"/>
                      <a:pt x="6572" y="24875"/>
                    </a:cubicBezTo>
                    <a:lnTo>
                      <a:pt x="6472" y="24875"/>
                    </a:lnTo>
                    <a:cubicBezTo>
                      <a:pt x="6372" y="23241"/>
                      <a:pt x="6438" y="21606"/>
                      <a:pt x="6572" y="19972"/>
                    </a:cubicBezTo>
                    <a:cubicBezTo>
                      <a:pt x="6572" y="19872"/>
                      <a:pt x="6572" y="19738"/>
                      <a:pt x="6605" y="19638"/>
                    </a:cubicBezTo>
                    <a:cubicBezTo>
                      <a:pt x="6672" y="19572"/>
                      <a:pt x="6705" y="19505"/>
                      <a:pt x="6772" y="19405"/>
                    </a:cubicBezTo>
                    <a:cubicBezTo>
                      <a:pt x="6905" y="19205"/>
                      <a:pt x="7005" y="19005"/>
                      <a:pt x="7139" y="18804"/>
                    </a:cubicBezTo>
                    <a:cubicBezTo>
                      <a:pt x="7372" y="18438"/>
                      <a:pt x="7606" y="18071"/>
                      <a:pt x="7839" y="17704"/>
                    </a:cubicBezTo>
                    <a:cubicBezTo>
                      <a:pt x="8306" y="16970"/>
                      <a:pt x="8740" y="16203"/>
                      <a:pt x="9207" y="15469"/>
                    </a:cubicBezTo>
                    <a:cubicBezTo>
                      <a:pt x="9674" y="14702"/>
                      <a:pt x="10108" y="13934"/>
                      <a:pt x="10541" y="13134"/>
                    </a:cubicBezTo>
                    <a:cubicBezTo>
                      <a:pt x="10908" y="12500"/>
                      <a:pt x="11309" y="11900"/>
                      <a:pt x="11609" y="11232"/>
                    </a:cubicBezTo>
                    <a:close/>
                    <a:moveTo>
                      <a:pt x="51637" y="18304"/>
                    </a:moveTo>
                    <a:lnTo>
                      <a:pt x="51637" y="18304"/>
                    </a:lnTo>
                    <a:cubicBezTo>
                      <a:pt x="51737" y="18337"/>
                      <a:pt x="51837" y="18337"/>
                      <a:pt x="51971" y="18371"/>
                    </a:cubicBezTo>
                    <a:cubicBezTo>
                      <a:pt x="52238" y="18438"/>
                      <a:pt x="52505" y="18504"/>
                      <a:pt x="52771" y="18571"/>
                    </a:cubicBezTo>
                    <a:cubicBezTo>
                      <a:pt x="53272" y="18671"/>
                      <a:pt x="53772" y="18804"/>
                      <a:pt x="54273" y="18905"/>
                    </a:cubicBezTo>
                    <a:cubicBezTo>
                      <a:pt x="54306" y="18938"/>
                      <a:pt x="54306" y="18938"/>
                      <a:pt x="54339" y="18971"/>
                    </a:cubicBezTo>
                    <a:lnTo>
                      <a:pt x="54373" y="18971"/>
                    </a:lnTo>
                    <a:cubicBezTo>
                      <a:pt x="54473" y="19939"/>
                      <a:pt x="54573" y="20939"/>
                      <a:pt x="54606" y="21940"/>
                    </a:cubicBezTo>
                    <a:cubicBezTo>
                      <a:pt x="54673" y="23108"/>
                      <a:pt x="54673" y="24242"/>
                      <a:pt x="54606" y="25376"/>
                    </a:cubicBezTo>
                    <a:cubicBezTo>
                      <a:pt x="54406" y="25376"/>
                      <a:pt x="54239" y="25409"/>
                      <a:pt x="54039" y="25443"/>
                    </a:cubicBezTo>
                    <a:cubicBezTo>
                      <a:pt x="53739" y="25509"/>
                      <a:pt x="53405" y="25509"/>
                      <a:pt x="53105" y="25543"/>
                    </a:cubicBezTo>
                    <a:cubicBezTo>
                      <a:pt x="52738" y="25576"/>
                      <a:pt x="52304" y="25543"/>
                      <a:pt x="51938" y="25609"/>
                    </a:cubicBezTo>
                    <a:cubicBezTo>
                      <a:pt x="52004" y="24542"/>
                      <a:pt x="52004" y="23474"/>
                      <a:pt x="51971" y="22374"/>
                    </a:cubicBezTo>
                    <a:cubicBezTo>
                      <a:pt x="51938" y="21006"/>
                      <a:pt x="51804" y="19638"/>
                      <a:pt x="51637" y="18304"/>
                    </a:cubicBezTo>
                    <a:close/>
                    <a:moveTo>
                      <a:pt x="2169" y="21273"/>
                    </a:moveTo>
                    <a:cubicBezTo>
                      <a:pt x="2369" y="21306"/>
                      <a:pt x="2636" y="21306"/>
                      <a:pt x="2836" y="21306"/>
                    </a:cubicBezTo>
                    <a:cubicBezTo>
                      <a:pt x="3236" y="21306"/>
                      <a:pt x="3636" y="21340"/>
                      <a:pt x="4037" y="21340"/>
                    </a:cubicBezTo>
                    <a:cubicBezTo>
                      <a:pt x="4437" y="21340"/>
                      <a:pt x="4871" y="21340"/>
                      <a:pt x="5271" y="21306"/>
                    </a:cubicBezTo>
                    <a:cubicBezTo>
                      <a:pt x="5404" y="21306"/>
                      <a:pt x="5538" y="21315"/>
                      <a:pt x="5667" y="21315"/>
                    </a:cubicBezTo>
                    <a:cubicBezTo>
                      <a:pt x="5796" y="21315"/>
                      <a:pt x="5921" y="21306"/>
                      <a:pt x="6038" y="21273"/>
                    </a:cubicBezTo>
                    <a:lnTo>
                      <a:pt x="6038" y="21273"/>
                    </a:lnTo>
                    <a:cubicBezTo>
                      <a:pt x="5971" y="22507"/>
                      <a:pt x="5971" y="23741"/>
                      <a:pt x="6038" y="24976"/>
                    </a:cubicBezTo>
                    <a:cubicBezTo>
                      <a:pt x="5871" y="25042"/>
                      <a:pt x="5738" y="25142"/>
                      <a:pt x="5604" y="25242"/>
                    </a:cubicBezTo>
                    <a:cubicBezTo>
                      <a:pt x="5438" y="25409"/>
                      <a:pt x="5271" y="25643"/>
                      <a:pt x="5071" y="25743"/>
                    </a:cubicBezTo>
                    <a:cubicBezTo>
                      <a:pt x="5037" y="25743"/>
                      <a:pt x="4971" y="25776"/>
                      <a:pt x="4937" y="25776"/>
                    </a:cubicBezTo>
                    <a:lnTo>
                      <a:pt x="4837" y="25776"/>
                    </a:lnTo>
                    <a:cubicBezTo>
                      <a:pt x="4771" y="25776"/>
                      <a:pt x="4737" y="25743"/>
                      <a:pt x="4704" y="25743"/>
                    </a:cubicBezTo>
                    <a:cubicBezTo>
                      <a:pt x="4470" y="25643"/>
                      <a:pt x="4337" y="25409"/>
                      <a:pt x="4170" y="25242"/>
                    </a:cubicBezTo>
                    <a:cubicBezTo>
                      <a:pt x="3870" y="25009"/>
                      <a:pt x="3536" y="24875"/>
                      <a:pt x="3169" y="24875"/>
                    </a:cubicBezTo>
                    <a:cubicBezTo>
                      <a:pt x="3126" y="24871"/>
                      <a:pt x="3083" y="24869"/>
                      <a:pt x="3040" y="24869"/>
                    </a:cubicBezTo>
                    <a:cubicBezTo>
                      <a:pt x="2751" y="24869"/>
                      <a:pt x="2468" y="24964"/>
                      <a:pt x="2235" y="25109"/>
                    </a:cubicBezTo>
                    <a:cubicBezTo>
                      <a:pt x="2202" y="24809"/>
                      <a:pt x="2202" y="24475"/>
                      <a:pt x="2169" y="24142"/>
                    </a:cubicBezTo>
                    <a:cubicBezTo>
                      <a:pt x="2135" y="23174"/>
                      <a:pt x="2135" y="22207"/>
                      <a:pt x="2169" y="21273"/>
                    </a:cubicBezTo>
                    <a:close/>
                    <a:moveTo>
                      <a:pt x="16479" y="20072"/>
                    </a:moveTo>
                    <a:cubicBezTo>
                      <a:pt x="16612" y="21206"/>
                      <a:pt x="16712" y="22374"/>
                      <a:pt x="16779" y="23575"/>
                    </a:cubicBezTo>
                    <a:cubicBezTo>
                      <a:pt x="16812" y="24408"/>
                      <a:pt x="16812" y="25276"/>
                      <a:pt x="16812" y="26110"/>
                    </a:cubicBezTo>
                    <a:cubicBezTo>
                      <a:pt x="16412" y="26043"/>
                      <a:pt x="16045" y="25976"/>
                      <a:pt x="15678" y="25910"/>
                    </a:cubicBezTo>
                    <a:cubicBezTo>
                      <a:pt x="15445" y="25876"/>
                      <a:pt x="15178" y="25776"/>
                      <a:pt x="14911" y="25776"/>
                    </a:cubicBezTo>
                    <a:cubicBezTo>
                      <a:pt x="14944" y="25042"/>
                      <a:pt x="14911" y="24308"/>
                      <a:pt x="14878" y="23575"/>
                    </a:cubicBezTo>
                    <a:cubicBezTo>
                      <a:pt x="14844" y="22641"/>
                      <a:pt x="14778" y="21740"/>
                      <a:pt x="14678" y="20839"/>
                    </a:cubicBezTo>
                    <a:cubicBezTo>
                      <a:pt x="15078" y="20672"/>
                      <a:pt x="15445" y="20506"/>
                      <a:pt x="15845" y="20339"/>
                    </a:cubicBezTo>
                    <a:cubicBezTo>
                      <a:pt x="16045" y="20272"/>
                      <a:pt x="16279" y="20172"/>
                      <a:pt x="16479" y="20072"/>
                    </a:cubicBezTo>
                    <a:close/>
                    <a:moveTo>
                      <a:pt x="20081" y="19405"/>
                    </a:moveTo>
                    <a:cubicBezTo>
                      <a:pt x="20348" y="20906"/>
                      <a:pt x="20482" y="22507"/>
                      <a:pt x="20548" y="24175"/>
                    </a:cubicBezTo>
                    <a:cubicBezTo>
                      <a:pt x="20548" y="24809"/>
                      <a:pt x="20582" y="25476"/>
                      <a:pt x="20548" y="26110"/>
                    </a:cubicBezTo>
                    <a:cubicBezTo>
                      <a:pt x="20359" y="26099"/>
                      <a:pt x="20167" y="26095"/>
                      <a:pt x="19973" y="26095"/>
                    </a:cubicBezTo>
                    <a:cubicBezTo>
                      <a:pt x="19585" y="26095"/>
                      <a:pt x="19192" y="26110"/>
                      <a:pt x="18814" y="26110"/>
                    </a:cubicBezTo>
                    <a:cubicBezTo>
                      <a:pt x="18447" y="26110"/>
                      <a:pt x="18113" y="26143"/>
                      <a:pt x="17780" y="26143"/>
                    </a:cubicBezTo>
                    <a:cubicBezTo>
                      <a:pt x="17613" y="26143"/>
                      <a:pt x="17413" y="26110"/>
                      <a:pt x="17246" y="26110"/>
                    </a:cubicBezTo>
                    <a:cubicBezTo>
                      <a:pt x="17246" y="25276"/>
                      <a:pt x="17246" y="24408"/>
                      <a:pt x="17213" y="23541"/>
                    </a:cubicBezTo>
                    <a:cubicBezTo>
                      <a:pt x="17146" y="22307"/>
                      <a:pt x="17046" y="21073"/>
                      <a:pt x="16879" y="19872"/>
                    </a:cubicBezTo>
                    <a:lnTo>
                      <a:pt x="16879" y="19872"/>
                    </a:lnTo>
                    <a:cubicBezTo>
                      <a:pt x="16913" y="19879"/>
                      <a:pt x="16945" y="19881"/>
                      <a:pt x="16976" y="19881"/>
                    </a:cubicBezTo>
                    <a:cubicBezTo>
                      <a:pt x="17101" y="19881"/>
                      <a:pt x="17213" y="19839"/>
                      <a:pt x="17346" y="19839"/>
                    </a:cubicBezTo>
                    <a:cubicBezTo>
                      <a:pt x="17680" y="19772"/>
                      <a:pt x="18013" y="19705"/>
                      <a:pt x="18380" y="19672"/>
                    </a:cubicBezTo>
                    <a:cubicBezTo>
                      <a:pt x="18714" y="19605"/>
                      <a:pt x="19047" y="19572"/>
                      <a:pt x="19414" y="19505"/>
                    </a:cubicBezTo>
                    <a:cubicBezTo>
                      <a:pt x="19614" y="19472"/>
                      <a:pt x="19881" y="19472"/>
                      <a:pt x="20081" y="19405"/>
                    </a:cubicBezTo>
                    <a:close/>
                    <a:moveTo>
                      <a:pt x="39062" y="17922"/>
                    </a:moveTo>
                    <a:cubicBezTo>
                      <a:pt x="39973" y="17922"/>
                      <a:pt x="40885" y="17937"/>
                      <a:pt x="41797" y="17937"/>
                    </a:cubicBezTo>
                    <a:cubicBezTo>
                      <a:pt x="42464" y="17971"/>
                      <a:pt x="43131" y="17971"/>
                      <a:pt x="43798" y="18004"/>
                    </a:cubicBezTo>
                    <a:cubicBezTo>
                      <a:pt x="44168" y="18004"/>
                      <a:pt x="44588" y="18054"/>
                      <a:pt x="44989" y="18054"/>
                    </a:cubicBezTo>
                    <a:cubicBezTo>
                      <a:pt x="45239" y="18054"/>
                      <a:pt x="45482" y="18035"/>
                      <a:pt x="45700" y="17971"/>
                    </a:cubicBezTo>
                    <a:cubicBezTo>
                      <a:pt x="45867" y="19271"/>
                      <a:pt x="46000" y="20572"/>
                      <a:pt x="46067" y="21907"/>
                    </a:cubicBezTo>
                    <a:cubicBezTo>
                      <a:pt x="46133" y="23341"/>
                      <a:pt x="46133" y="24742"/>
                      <a:pt x="46067" y="26176"/>
                    </a:cubicBezTo>
                    <a:cubicBezTo>
                      <a:pt x="45299" y="26176"/>
                      <a:pt x="44499" y="26276"/>
                      <a:pt x="43732" y="26343"/>
                    </a:cubicBezTo>
                    <a:cubicBezTo>
                      <a:pt x="42998" y="26377"/>
                      <a:pt x="42231" y="26410"/>
                      <a:pt x="41497" y="26477"/>
                    </a:cubicBezTo>
                    <a:cubicBezTo>
                      <a:pt x="39258" y="26587"/>
                      <a:pt x="37020" y="26652"/>
                      <a:pt x="34763" y="26652"/>
                    </a:cubicBezTo>
                    <a:cubicBezTo>
                      <a:pt x="34295" y="26652"/>
                      <a:pt x="33827" y="26649"/>
                      <a:pt x="33358" y="26643"/>
                    </a:cubicBezTo>
                    <a:cubicBezTo>
                      <a:pt x="31990" y="26643"/>
                      <a:pt x="30622" y="26643"/>
                      <a:pt x="29255" y="26610"/>
                    </a:cubicBezTo>
                    <a:cubicBezTo>
                      <a:pt x="28588" y="26577"/>
                      <a:pt x="27920" y="26543"/>
                      <a:pt x="27253" y="26510"/>
                    </a:cubicBezTo>
                    <a:cubicBezTo>
                      <a:pt x="26853" y="26510"/>
                      <a:pt x="26431" y="26467"/>
                      <a:pt x="26022" y="26467"/>
                    </a:cubicBezTo>
                    <a:cubicBezTo>
                      <a:pt x="25920" y="26467"/>
                      <a:pt x="25819" y="26470"/>
                      <a:pt x="25719" y="26477"/>
                    </a:cubicBezTo>
                    <a:cubicBezTo>
                      <a:pt x="25719" y="25643"/>
                      <a:pt x="25719" y="24809"/>
                      <a:pt x="25685" y="23975"/>
                    </a:cubicBezTo>
                    <a:cubicBezTo>
                      <a:pt x="25652" y="22140"/>
                      <a:pt x="25452" y="20306"/>
                      <a:pt x="25185" y="18571"/>
                    </a:cubicBezTo>
                    <a:cubicBezTo>
                      <a:pt x="25852" y="18538"/>
                      <a:pt x="26486" y="18438"/>
                      <a:pt x="27120" y="18404"/>
                    </a:cubicBezTo>
                    <a:cubicBezTo>
                      <a:pt x="27887" y="18337"/>
                      <a:pt x="28654" y="18271"/>
                      <a:pt x="29421" y="18237"/>
                    </a:cubicBezTo>
                    <a:cubicBezTo>
                      <a:pt x="32190" y="18071"/>
                      <a:pt x="34925" y="17971"/>
                      <a:pt x="37694" y="17937"/>
                    </a:cubicBezTo>
                    <a:cubicBezTo>
                      <a:pt x="38150" y="17926"/>
                      <a:pt x="38606" y="17922"/>
                      <a:pt x="39062" y="17922"/>
                    </a:cubicBezTo>
                    <a:close/>
                    <a:moveTo>
                      <a:pt x="634" y="20939"/>
                    </a:moveTo>
                    <a:cubicBezTo>
                      <a:pt x="768" y="20973"/>
                      <a:pt x="901" y="21006"/>
                      <a:pt x="1001" y="21039"/>
                    </a:cubicBezTo>
                    <a:cubicBezTo>
                      <a:pt x="1235" y="21106"/>
                      <a:pt x="1468" y="21206"/>
                      <a:pt x="1735" y="21240"/>
                    </a:cubicBezTo>
                    <a:cubicBezTo>
                      <a:pt x="1702" y="22174"/>
                      <a:pt x="1702" y="23174"/>
                      <a:pt x="1735" y="24142"/>
                    </a:cubicBezTo>
                    <a:cubicBezTo>
                      <a:pt x="1768" y="24609"/>
                      <a:pt x="1802" y="25042"/>
                      <a:pt x="1835" y="25509"/>
                    </a:cubicBezTo>
                    <a:cubicBezTo>
                      <a:pt x="1702" y="25643"/>
                      <a:pt x="1602" y="25809"/>
                      <a:pt x="1535" y="26010"/>
                    </a:cubicBezTo>
                    <a:cubicBezTo>
                      <a:pt x="1468" y="26210"/>
                      <a:pt x="1435" y="26410"/>
                      <a:pt x="1435" y="26610"/>
                    </a:cubicBezTo>
                    <a:cubicBezTo>
                      <a:pt x="1301" y="26643"/>
                      <a:pt x="1201" y="26677"/>
                      <a:pt x="1101" y="26710"/>
                    </a:cubicBezTo>
                    <a:cubicBezTo>
                      <a:pt x="1035" y="26743"/>
                      <a:pt x="934" y="26777"/>
                      <a:pt x="834" y="26810"/>
                    </a:cubicBezTo>
                    <a:cubicBezTo>
                      <a:pt x="768" y="25976"/>
                      <a:pt x="701" y="25142"/>
                      <a:pt x="668" y="24275"/>
                    </a:cubicBezTo>
                    <a:cubicBezTo>
                      <a:pt x="601" y="23141"/>
                      <a:pt x="601" y="22007"/>
                      <a:pt x="634" y="20939"/>
                    </a:cubicBezTo>
                    <a:close/>
                    <a:moveTo>
                      <a:pt x="4558" y="27769"/>
                    </a:moveTo>
                    <a:cubicBezTo>
                      <a:pt x="4679" y="27769"/>
                      <a:pt x="4804" y="27778"/>
                      <a:pt x="4904" y="27778"/>
                    </a:cubicBezTo>
                    <a:cubicBezTo>
                      <a:pt x="5137" y="27778"/>
                      <a:pt x="5438" y="27778"/>
                      <a:pt x="5638" y="27911"/>
                    </a:cubicBezTo>
                    <a:cubicBezTo>
                      <a:pt x="5905" y="28144"/>
                      <a:pt x="5771" y="28578"/>
                      <a:pt x="5671" y="28878"/>
                    </a:cubicBezTo>
                    <a:cubicBezTo>
                      <a:pt x="5571" y="29245"/>
                      <a:pt x="5404" y="29545"/>
                      <a:pt x="5238" y="29879"/>
                    </a:cubicBezTo>
                    <a:lnTo>
                      <a:pt x="4537" y="29879"/>
                    </a:lnTo>
                    <a:cubicBezTo>
                      <a:pt x="4404" y="29479"/>
                      <a:pt x="4203" y="29112"/>
                      <a:pt x="4103" y="28678"/>
                    </a:cubicBezTo>
                    <a:cubicBezTo>
                      <a:pt x="4037" y="28378"/>
                      <a:pt x="3870" y="27944"/>
                      <a:pt x="4237" y="27811"/>
                    </a:cubicBezTo>
                    <a:cubicBezTo>
                      <a:pt x="4320" y="27778"/>
                      <a:pt x="4437" y="27769"/>
                      <a:pt x="4558" y="27769"/>
                    </a:cubicBezTo>
                    <a:close/>
                    <a:moveTo>
                      <a:pt x="6709" y="25279"/>
                    </a:moveTo>
                    <a:cubicBezTo>
                      <a:pt x="7074" y="25279"/>
                      <a:pt x="7433" y="25440"/>
                      <a:pt x="7706" y="25809"/>
                    </a:cubicBezTo>
                    <a:cubicBezTo>
                      <a:pt x="8273" y="26577"/>
                      <a:pt x="7873" y="27711"/>
                      <a:pt x="7472" y="28478"/>
                    </a:cubicBezTo>
                    <a:cubicBezTo>
                      <a:pt x="7139" y="29045"/>
                      <a:pt x="6705" y="29479"/>
                      <a:pt x="6305" y="29979"/>
                    </a:cubicBezTo>
                    <a:cubicBezTo>
                      <a:pt x="6172" y="29979"/>
                      <a:pt x="6038" y="29946"/>
                      <a:pt x="5938" y="29946"/>
                    </a:cubicBezTo>
                    <a:cubicBezTo>
                      <a:pt x="5805" y="29946"/>
                      <a:pt x="5705" y="29912"/>
                      <a:pt x="5604" y="29912"/>
                    </a:cubicBezTo>
                    <a:cubicBezTo>
                      <a:pt x="5938" y="29445"/>
                      <a:pt x="6172" y="28845"/>
                      <a:pt x="6172" y="28278"/>
                    </a:cubicBezTo>
                    <a:cubicBezTo>
                      <a:pt x="6172" y="27511"/>
                      <a:pt x="5504" y="27377"/>
                      <a:pt x="4971" y="27377"/>
                    </a:cubicBezTo>
                    <a:cubicBezTo>
                      <a:pt x="4871" y="27370"/>
                      <a:pt x="4753" y="27363"/>
                      <a:pt x="4629" y="27363"/>
                    </a:cubicBezTo>
                    <a:cubicBezTo>
                      <a:pt x="4172" y="27363"/>
                      <a:pt x="3629" y="27460"/>
                      <a:pt x="3603" y="28011"/>
                    </a:cubicBezTo>
                    <a:cubicBezTo>
                      <a:pt x="3603" y="28378"/>
                      <a:pt x="3736" y="28812"/>
                      <a:pt x="3870" y="29145"/>
                    </a:cubicBezTo>
                    <a:cubicBezTo>
                      <a:pt x="3937" y="29379"/>
                      <a:pt x="4003" y="29612"/>
                      <a:pt x="4103" y="29846"/>
                    </a:cubicBezTo>
                    <a:cubicBezTo>
                      <a:pt x="3870" y="29846"/>
                      <a:pt x="3636" y="29879"/>
                      <a:pt x="3436" y="29946"/>
                    </a:cubicBezTo>
                    <a:cubicBezTo>
                      <a:pt x="3036" y="29479"/>
                      <a:pt x="2602" y="29045"/>
                      <a:pt x="2302" y="28478"/>
                    </a:cubicBezTo>
                    <a:cubicBezTo>
                      <a:pt x="1902" y="27711"/>
                      <a:pt x="1502" y="26577"/>
                      <a:pt x="2069" y="25809"/>
                    </a:cubicBezTo>
                    <a:cubicBezTo>
                      <a:pt x="2342" y="25440"/>
                      <a:pt x="2692" y="25279"/>
                      <a:pt x="3050" y="25279"/>
                    </a:cubicBezTo>
                    <a:cubicBezTo>
                      <a:pt x="3434" y="25279"/>
                      <a:pt x="3826" y="25465"/>
                      <a:pt x="4137" y="25776"/>
                    </a:cubicBezTo>
                    <a:cubicBezTo>
                      <a:pt x="4170" y="25809"/>
                      <a:pt x="4170" y="25809"/>
                      <a:pt x="4203" y="25843"/>
                    </a:cubicBezTo>
                    <a:cubicBezTo>
                      <a:pt x="4270" y="25910"/>
                      <a:pt x="4370" y="25976"/>
                      <a:pt x="4470" y="26010"/>
                    </a:cubicBezTo>
                    <a:cubicBezTo>
                      <a:pt x="4504" y="26043"/>
                      <a:pt x="4537" y="26076"/>
                      <a:pt x="4604" y="26076"/>
                    </a:cubicBezTo>
                    <a:cubicBezTo>
                      <a:pt x="4670" y="26143"/>
                      <a:pt x="4771" y="26143"/>
                      <a:pt x="4837" y="26143"/>
                    </a:cubicBezTo>
                    <a:lnTo>
                      <a:pt x="4904" y="26143"/>
                    </a:lnTo>
                    <a:cubicBezTo>
                      <a:pt x="5004" y="26143"/>
                      <a:pt x="5104" y="26143"/>
                      <a:pt x="5171" y="26076"/>
                    </a:cubicBezTo>
                    <a:cubicBezTo>
                      <a:pt x="5338" y="26010"/>
                      <a:pt x="5471" y="25910"/>
                      <a:pt x="5604" y="25776"/>
                    </a:cubicBezTo>
                    <a:cubicBezTo>
                      <a:pt x="5916" y="25465"/>
                      <a:pt x="6316" y="25279"/>
                      <a:pt x="6709" y="25279"/>
                    </a:cubicBezTo>
                    <a:close/>
                    <a:moveTo>
                      <a:pt x="2836" y="29812"/>
                    </a:moveTo>
                    <a:lnTo>
                      <a:pt x="2836" y="29812"/>
                    </a:lnTo>
                    <a:cubicBezTo>
                      <a:pt x="2903" y="29912"/>
                      <a:pt x="3003" y="29979"/>
                      <a:pt x="3103" y="30079"/>
                    </a:cubicBezTo>
                    <a:cubicBezTo>
                      <a:pt x="3036" y="30113"/>
                      <a:pt x="2969" y="30146"/>
                      <a:pt x="2936" y="30213"/>
                    </a:cubicBezTo>
                    <a:lnTo>
                      <a:pt x="2903" y="30213"/>
                    </a:lnTo>
                    <a:cubicBezTo>
                      <a:pt x="2869" y="30079"/>
                      <a:pt x="2869" y="29946"/>
                      <a:pt x="2836" y="29812"/>
                    </a:cubicBezTo>
                    <a:close/>
                    <a:moveTo>
                      <a:pt x="13844" y="18137"/>
                    </a:moveTo>
                    <a:cubicBezTo>
                      <a:pt x="14144" y="19872"/>
                      <a:pt x="14377" y="21707"/>
                      <a:pt x="14444" y="23608"/>
                    </a:cubicBezTo>
                    <a:cubicBezTo>
                      <a:pt x="14511" y="24775"/>
                      <a:pt x="14511" y="25943"/>
                      <a:pt x="14444" y="27077"/>
                    </a:cubicBezTo>
                    <a:cubicBezTo>
                      <a:pt x="14277" y="27244"/>
                      <a:pt x="14144" y="27477"/>
                      <a:pt x="13977" y="27677"/>
                    </a:cubicBezTo>
                    <a:cubicBezTo>
                      <a:pt x="13710" y="28044"/>
                      <a:pt x="13477" y="28378"/>
                      <a:pt x="13210" y="28745"/>
                    </a:cubicBezTo>
                    <a:cubicBezTo>
                      <a:pt x="12710" y="29379"/>
                      <a:pt x="12243" y="30012"/>
                      <a:pt x="11742" y="30646"/>
                    </a:cubicBezTo>
                    <a:cubicBezTo>
                      <a:pt x="11575" y="30346"/>
                      <a:pt x="11342" y="30079"/>
                      <a:pt x="10975" y="29946"/>
                    </a:cubicBezTo>
                    <a:cubicBezTo>
                      <a:pt x="10923" y="29932"/>
                      <a:pt x="10866" y="29925"/>
                      <a:pt x="10805" y="29925"/>
                    </a:cubicBezTo>
                    <a:cubicBezTo>
                      <a:pt x="10434" y="29925"/>
                      <a:pt x="9946" y="30178"/>
                      <a:pt x="9974" y="30580"/>
                    </a:cubicBezTo>
                    <a:lnTo>
                      <a:pt x="7573" y="30580"/>
                    </a:lnTo>
                    <a:cubicBezTo>
                      <a:pt x="7539" y="30580"/>
                      <a:pt x="7472" y="30588"/>
                      <a:pt x="7406" y="30588"/>
                    </a:cubicBezTo>
                    <a:cubicBezTo>
                      <a:pt x="7339" y="30588"/>
                      <a:pt x="7272" y="30580"/>
                      <a:pt x="7239" y="30546"/>
                    </a:cubicBezTo>
                    <a:cubicBezTo>
                      <a:pt x="7206" y="30513"/>
                      <a:pt x="7206" y="30346"/>
                      <a:pt x="7172" y="30279"/>
                    </a:cubicBezTo>
                    <a:cubicBezTo>
                      <a:pt x="7139" y="30213"/>
                      <a:pt x="7072" y="30146"/>
                      <a:pt x="7005" y="30113"/>
                    </a:cubicBezTo>
                    <a:cubicBezTo>
                      <a:pt x="6905" y="30079"/>
                      <a:pt x="6839" y="30046"/>
                      <a:pt x="6705" y="30012"/>
                    </a:cubicBezTo>
                    <a:cubicBezTo>
                      <a:pt x="7172" y="29646"/>
                      <a:pt x="7539" y="29112"/>
                      <a:pt x="7806" y="28611"/>
                    </a:cubicBezTo>
                    <a:cubicBezTo>
                      <a:pt x="8206" y="27878"/>
                      <a:pt x="8507" y="26910"/>
                      <a:pt x="8240" y="26043"/>
                    </a:cubicBezTo>
                    <a:cubicBezTo>
                      <a:pt x="8373" y="25843"/>
                      <a:pt x="8540" y="25643"/>
                      <a:pt x="8673" y="25409"/>
                    </a:cubicBezTo>
                    <a:cubicBezTo>
                      <a:pt x="9274" y="24575"/>
                      <a:pt x="9874" y="23741"/>
                      <a:pt x="10475" y="22874"/>
                    </a:cubicBezTo>
                    <a:cubicBezTo>
                      <a:pt x="11108" y="22007"/>
                      <a:pt x="11709" y="21139"/>
                      <a:pt x="12309" y="20272"/>
                    </a:cubicBezTo>
                    <a:cubicBezTo>
                      <a:pt x="12609" y="19872"/>
                      <a:pt x="12910" y="19438"/>
                      <a:pt x="13210" y="19005"/>
                    </a:cubicBezTo>
                    <a:cubicBezTo>
                      <a:pt x="13410" y="18704"/>
                      <a:pt x="13644" y="18438"/>
                      <a:pt x="13844" y="18137"/>
                    </a:cubicBezTo>
                    <a:close/>
                    <a:moveTo>
                      <a:pt x="14911" y="26143"/>
                    </a:moveTo>
                    <a:cubicBezTo>
                      <a:pt x="15145" y="26210"/>
                      <a:pt x="15378" y="26243"/>
                      <a:pt x="15578" y="26276"/>
                    </a:cubicBezTo>
                    <a:cubicBezTo>
                      <a:pt x="15979" y="26343"/>
                      <a:pt x="16379" y="26410"/>
                      <a:pt x="16812" y="26477"/>
                    </a:cubicBezTo>
                    <a:cubicBezTo>
                      <a:pt x="16746" y="28478"/>
                      <a:pt x="16546" y="30413"/>
                      <a:pt x="16179" y="32181"/>
                    </a:cubicBezTo>
                    <a:cubicBezTo>
                      <a:pt x="15979" y="31947"/>
                      <a:pt x="15678" y="31714"/>
                      <a:pt x="15478" y="31547"/>
                    </a:cubicBezTo>
                    <a:cubicBezTo>
                      <a:pt x="15278" y="31347"/>
                      <a:pt x="15078" y="31147"/>
                      <a:pt x="14878" y="30980"/>
                    </a:cubicBezTo>
                    <a:cubicBezTo>
                      <a:pt x="14778" y="30846"/>
                      <a:pt x="14678" y="30746"/>
                      <a:pt x="14578" y="30646"/>
                    </a:cubicBezTo>
                    <a:cubicBezTo>
                      <a:pt x="14778" y="29212"/>
                      <a:pt x="14878" y="27711"/>
                      <a:pt x="14911" y="26143"/>
                    </a:cubicBezTo>
                    <a:close/>
                    <a:moveTo>
                      <a:pt x="10541" y="31013"/>
                    </a:moveTo>
                    <a:cubicBezTo>
                      <a:pt x="10708" y="31080"/>
                      <a:pt x="10808" y="31380"/>
                      <a:pt x="10842" y="31547"/>
                    </a:cubicBezTo>
                    <a:cubicBezTo>
                      <a:pt x="10842" y="31580"/>
                      <a:pt x="10842" y="31614"/>
                      <a:pt x="10842" y="31647"/>
                    </a:cubicBezTo>
                    <a:cubicBezTo>
                      <a:pt x="10875" y="31880"/>
                      <a:pt x="10808" y="32181"/>
                      <a:pt x="10641" y="32347"/>
                    </a:cubicBezTo>
                    <a:cubicBezTo>
                      <a:pt x="10541" y="32448"/>
                      <a:pt x="10408" y="32481"/>
                      <a:pt x="10274" y="32481"/>
                    </a:cubicBezTo>
                    <a:cubicBezTo>
                      <a:pt x="9774" y="32448"/>
                      <a:pt x="9307" y="32448"/>
                      <a:pt x="8807" y="32414"/>
                    </a:cubicBezTo>
                    <a:cubicBezTo>
                      <a:pt x="8440" y="32414"/>
                      <a:pt x="8073" y="32381"/>
                      <a:pt x="7706" y="32347"/>
                    </a:cubicBezTo>
                    <a:cubicBezTo>
                      <a:pt x="7539" y="32314"/>
                      <a:pt x="7372" y="32314"/>
                      <a:pt x="7206" y="32314"/>
                    </a:cubicBezTo>
                    <a:cubicBezTo>
                      <a:pt x="7239" y="31914"/>
                      <a:pt x="7239" y="31480"/>
                      <a:pt x="7239" y="31047"/>
                    </a:cubicBezTo>
                    <a:lnTo>
                      <a:pt x="7272" y="31047"/>
                    </a:lnTo>
                    <a:cubicBezTo>
                      <a:pt x="7539" y="31013"/>
                      <a:pt x="7806" y="31013"/>
                      <a:pt x="8073" y="31013"/>
                    </a:cubicBezTo>
                    <a:close/>
                    <a:moveTo>
                      <a:pt x="1435" y="27010"/>
                    </a:moveTo>
                    <a:cubicBezTo>
                      <a:pt x="1502" y="27577"/>
                      <a:pt x="1702" y="28144"/>
                      <a:pt x="1969" y="28611"/>
                    </a:cubicBezTo>
                    <a:cubicBezTo>
                      <a:pt x="2069" y="28778"/>
                      <a:pt x="2135" y="28912"/>
                      <a:pt x="2269" y="29078"/>
                    </a:cubicBezTo>
                    <a:cubicBezTo>
                      <a:pt x="2335" y="29646"/>
                      <a:pt x="2469" y="30179"/>
                      <a:pt x="2569" y="30713"/>
                    </a:cubicBezTo>
                    <a:cubicBezTo>
                      <a:pt x="2436" y="31047"/>
                      <a:pt x="2369" y="31413"/>
                      <a:pt x="2302" y="31747"/>
                    </a:cubicBezTo>
                    <a:cubicBezTo>
                      <a:pt x="2302" y="32014"/>
                      <a:pt x="2269" y="32281"/>
                      <a:pt x="2302" y="32548"/>
                    </a:cubicBezTo>
                    <a:cubicBezTo>
                      <a:pt x="2202" y="32614"/>
                      <a:pt x="2069" y="32681"/>
                      <a:pt x="2002" y="32781"/>
                    </a:cubicBezTo>
                    <a:cubicBezTo>
                      <a:pt x="1502" y="31047"/>
                      <a:pt x="1101" y="29145"/>
                      <a:pt x="901" y="27177"/>
                    </a:cubicBezTo>
                    <a:cubicBezTo>
                      <a:pt x="1001" y="27144"/>
                      <a:pt x="1068" y="27110"/>
                      <a:pt x="1101" y="27110"/>
                    </a:cubicBezTo>
                    <a:cubicBezTo>
                      <a:pt x="1201" y="27077"/>
                      <a:pt x="1335" y="27044"/>
                      <a:pt x="1435" y="27010"/>
                    </a:cubicBezTo>
                    <a:close/>
                    <a:moveTo>
                      <a:pt x="54606" y="25809"/>
                    </a:moveTo>
                    <a:cubicBezTo>
                      <a:pt x="54473" y="28144"/>
                      <a:pt x="54139" y="30346"/>
                      <a:pt x="53605" y="32347"/>
                    </a:cubicBezTo>
                    <a:cubicBezTo>
                      <a:pt x="53072" y="32414"/>
                      <a:pt x="52571" y="32548"/>
                      <a:pt x="52071" y="32648"/>
                    </a:cubicBezTo>
                    <a:cubicBezTo>
                      <a:pt x="51704" y="32714"/>
                      <a:pt x="51304" y="32748"/>
                      <a:pt x="50903" y="32814"/>
                    </a:cubicBezTo>
                    <a:cubicBezTo>
                      <a:pt x="51437" y="30680"/>
                      <a:pt x="51804" y="28411"/>
                      <a:pt x="51938" y="26010"/>
                    </a:cubicBezTo>
                    <a:cubicBezTo>
                      <a:pt x="52034" y="26026"/>
                      <a:pt x="52134" y="26032"/>
                      <a:pt x="52236" y="26032"/>
                    </a:cubicBezTo>
                    <a:cubicBezTo>
                      <a:pt x="52559" y="26032"/>
                      <a:pt x="52901" y="25968"/>
                      <a:pt x="53205" y="25943"/>
                    </a:cubicBezTo>
                    <a:cubicBezTo>
                      <a:pt x="53505" y="25910"/>
                      <a:pt x="53806" y="25876"/>
                      <a:pt x="54139" y="25843"/>
                    </a:cubicBezTo>
                    <a:cubicBezTo>
                      <a:pt x="54273" y="25843"/>
                      <a:pt x="54439" y="25809"/>
                      <a:pt x="54606" y="25809"/>
                    </a:cubicBezTo>
                    <a:close/>
                    <a:moveTo>
                      <a:pt x="17246" y="26477"/>
                    </a:moveTo>
                    <a:cubicBezTo>
                      <a:pt x="17446" y="26543"/>
                      <a:pt x="17688" y="26560"/>
                      <a:pt x="17930" y="26560"/>
                    </a:cubicBezTo>
                    <a:cubicBezTo>
                      <a:pt x="18172" y="26560"/>
                      <a:pt x="18414" y="26543"/>
                      <a:pt x="18614" y="26543"/>
                    </a:cubicBezTo>
                    <a:cubicBezTo>
                      <a:pt x="18931" y="26543"/>
                      <a:pt x="19256" y="26552"/>
                      <a:pt x="19581" y="26552"/>
                    </a:cubicBezTo>
                    <a:cubicBezTo>
                      <a:pt x="19906" y="26552"/>
                      <a:pt x="20232" y="26543"/>
                      <a:pt x="20548" y="26510"/>
                    </a:cubicBezTo>
                    <a:lnTo>
                      <a:pt x="20548" y="26510"/>
                    </a:lnTo>
                    <a:cubicBezTo>
                      <a:pt x="20482" y="28845"/>
                      <a:pt x="20248" y="31080"/>
                      <a:pt x="19815" y="33148"/>
                    </a:cubicBezTo>
                    <a:cubicBezTo>
                      <a:pt x="19214" y="32981"/>
                      <a:pt x="18580" y="32915"/>
                      <a:pt x="18013" y="32814"/>
                    </a:cubicBezTo>
                    <a:cubicBezTo>
                      <a:pt x="17546" y="32748"/>
                      <a:pt x="17013" y="32614"/>
                      <a:pt x="16546" y="32614"/>
                    </a:cubicBezTo>
                    <a:cubicBezTo>
                      <a:pt x="16946" y="30713"/>
                      <a:pt x="17179" y="28645"/>
                      <a:pt x="17246" y="26477"/>
                    </a:cubicBezTo>
                    <a:close/>
                    <a:moveTo>
                      <a:pt x="10704" y="30362"/>
                    </a:moveTo>
                    <a:cubicBezTo>
                      <a:pt x="10914" y="30362"/>
                      <a:pt x="11152" y="30497"/>
                      <a:pt x="11309" y="30713"/>
                    </a:cubicBezTo>
                    <a:cubicBezTo>
                      <a:pt x="11575" y="31080"/>
                      <a:pt x="11575" y="31680"/>
                      <a:pt x="11509" y="32147"/>
                    </a:cubicBezTo>
                    <a:cubicBezTo>
                      <a:pt x="11442" y="32548"/>
                      <a:pt x="11275" y="33081"/>
                      <a:pt x="10875" y="33215"/>
                    </a:cubicBezTo>
                    <a:cubicBezTo>
                      <a:pt x="10835" y="33225"/>
                      <a:pt x="10797" y="33230"/>
                      <a:pt x="10763" y="33230"/>
                    </a:cubicBezTo>
                    <a:cubicBezTo>
                      <a:pt x="10569" y="33230"/>
                      <a:pt x="10465" y="33079"/>
                      <a:pt x="10408" y="32881"/>
                    </a:cubicBezTo>
                    <a:cubicBezTo>
                      <a:pt x="10608" y="32881"/>
                      <a:pt x="10808" y="32814"/>
                      <a:pt x="10975" y="32648"/>
                    </a:cubicBezTo>
                    <a:cubicBezTo>
                      <a:pt x="11175" y="32414"/>
                      <a:pt x="11242" y="32081"/>
                      <a:pt x="11242" y="31747"/>
                    </a:cubicBezTo>
                    <a:cubicBezTo>
                      <a:pt x="11242" y="31413"/>
                      <a:pt x="11175" y="30946"/>
                      <a:pt x="10908" y="30746"/>
                    </a:cubicBezTo>
                    <a:cubicBezTo>
                      <a:pt x="10741" y="30613"/>
                      <a:pt x="10541" y="30580"/>
                      <a:pt x="10341" y="30580"/>
                    </a:cubicBezTo>
                    <a:cubicBezTo>
                      <a:pt x="10424" y="30428"/>
                      <a:pt x="10557" y="30362"/>
                      <a:pt x="10704" y="30362"/>
                    </a:cubicBezTo>
                    <a:close/>
                    <a:moveTo>
                      <a:pt x="46033" y="26577"/>
                    </a:moveTo>
                    <a:lnTo>
                      <a:pt x="46033" y="26577"/>
                    </a:lnTo>
                    <a:cubicBezTo>
                      <a:pt x="45933" y="28678"/>
                      <a:pt x="45666" y="30746"/>
                      <a:pt x="45233" y="32814"/>
                    </a:cubicBezTo>
                    <a:cubicBezTo>
                      <a:pt x="45199" y="32981"/>
                      <a:pt x="45166" y="33181"/>
                      <a:pt x="45099" y="33348"/>
                    </a:cubicBezTo>
                    <a:cubicBezTo>
                      <a:pt x="44365" y="33348"/>
                      <a:pt x="43598" y="33515"/>
                      <a:pt x="42831" y="33582"/>
                    </a:cubicBezTo>
                    <a:cubicBezTo>
                      <a:pt x="42097" y="33648"/>
                      <a:pt x="41363" y="33715"/>
                      <a:pt x="40629" y="33782"/>
                    </a:cubicBezTo>
                    <a:cubicBezTo>
                      <a:pt x="37928" y="34015"/>
                      <a:pt x="35192" y="34149"/>
                      <a:pt x="32490" y="34215"/>
                    </a:cubicBezTo>
                    <a:cubicBezTo>
                      <a:pt x="31295" y="34247"/>
                      <a:pt x="30093" y="34278"/>
                      <a:pt x="28893" y="34278"/>
                    </a:cubicBezTo>
                    <a:cubicBezTo>
                      <a:pt x="27548" y="34278"/>
                      <a:pt x="26207" y="34239"/>
                      <a:pt x="24885" y="34115"/>
                    </a:cubicBezTo>
                    <a:cubicBezTo>
                      <a:pt x="25352" y="31814"/>
                      <a:pt x="25652" y="29379"/>
                      <a:pt x="25719" y="26844"/>
                    </a:cubicBezTo>
                    <a:cubicBezTo>
                      <a:pt x="26119" y="26932"/>
                      <a:pt x="26564" y="26947"/>
                      <a:pt x="26994" y="26947"/>
                    </a:cubicBezTo>
                    <a:cubicBezTo>
                      <a:pt x="27209" y="26947"/>
                      <a:pt x="27420" y="26944"/>
                      <a:pt x="27620" y="26944"/>
                    </a:cubicBezTo>
                    <a:cubicBezTo>
                      <a:pt x="28387" y="26977"/>
                      <a:pt x="29155" y="27010"/>
                      <a:pt x="29922" y="27044"/>
                    </a:cubicBezTo>
                    <a:cubicBezTo>
                      <a:pt x="31151" y="27074"/>
                      <a:pt x="32374" y="27090"/>
                      <a:pt x="33593" y="27090"/>
                    </a:cubicBezTo>
                    <a:cubicBezTo>
                      <a:pt x="35086" y="27090"/>
                      <a:pt x="36574" y="27065"/>
                      <a:pt x="38061" y="27010"/>
                    </a:cubicBezTo>
                    <a:cubicBezTo>
                      <a:pt x="39429" y="26977"/>
                      <a:pt x="40796" y="26944"/>
                      <a:pt x="42164" y="26844"/>
                    </a:cubicBezTo>
                    <a:cubicBezTo>
                      <a:pt x="42864" y="26810"/>
                      <a:pt x="43565" y="26777"/>
                      <a:pt x="44265" y="26710"/>
                    </a:cubicBezTo>
                    <a:cubicBezTo>
                      <a:pt x="44832" y="26677"/>
                      <a:pt x="45466" y="26677"/>
                      <a:pt x="46033" y="26577"/>
                    </a:cubicBezTo>
                    <a:close/>
                    <a:moveTo>
                      <a:pt x="8073" y="32814"/>
                    </a:moveTo>
                    <a:cubicBezTo>
                      <a:pt x="8306" y="32814"/>
                      <a:pt x="8573" y="32814"/>
                      <a:pt x="8807" y="32848"/>
                    </a:cubicBezTo>
                    <a:cubicBezTo>
                      <a:pt x="9174" y="32848"/>
                      <a:pt x="9541" y="32848"/>
                      <a:pt x="9908" y="32881"/>
                    </a:cubicBezTo>
                    <a:lnTo>
                      <a:pt x="9974" y="32881"/>
                    </a:lnTo>
                    <a:cubicBezTo>
                      <a:pt x="9774" y="33148"/>
                      <a:pt x="9541" y="33415"/>
                      <a:pt x="9340" y="33648"/>
                    </a:cubicBezTo>
                    <a:cubicBezTo>
                      <a:pt x="9140" y="33882"/>
                      <a:pt x="8907" y="34115"/>
                      <a:pt x="8740" y="34382"/>
                    </a:cubicBezTo>
                    <a:cubicBezTo>
                      <a:pt x="8507" y="33849"/>
                      <a:pt x="8273" y="33348"/>
                      <a:pt x="8073" y="32814"/>
                    </a:cubicBezTo>
                    <a:close/>
                    <a:moveTo>
                      <a:pt x="4037" y="30313"/>
                    </a:moveTo>
                    <a:cubicBezTo>
                      <a:pt x="4704" y="30313"/>
                      <a:pt x="5404" y="30346"/>
                      <a:pt x="6071" y="30413"/>
                    </a:cubicBezTo>
                    <a:cubicBezTo>
                      <a:pt x="6238" y="30446"/>
                      <a:pt x="6572" y="30413"/>
                      <a:pt x="6739" y="30513"/>
                    </a:cubicBezTo>
                    <a:cubicBezTo>
                      <a:pt x="6872" y="30580"/>
                      <a:pt x="6839" y="30613"/>
                      <a:pt x="6839" y="30780"/>
                    </a:cubicBezTo>
                    <a:cubicBezTo>
                      <a:pt x="6839" y="31380"/>
                      <a:pt x="6872" y="31981"/>
                      <a:pt x="6839" y="32581"/>
                    </a:cubicBezTo>
                    <a:cubicBezTo>
                      <a:pt x="6805" y="32814"/>
                      <a:pt x="6772" y="32915"/>
                      <a:pt x="6605" y="33048"/>
                    </a:cubicBezTo>
                    <a:cubicBezTo>
                      <a:pt x="6538" y="33115"/>
                      <a:pt x="6472" y="33181"/>
                      <a:pt x="6405" y="33248"/>
                    </a:cubicBezTo>
                    <a:cubicBezTo>
                      <a:pt x="6238" y="33448"/>
                      <a:pt x="6172" y="33682"/>
                      <a:pt x="6071" y="33882"/>
                    </a:cubicBezTo>
                    <a:cubicBezTo>
                      <a:pt x="5738" y="34649"/>
                      <a:pt x="5104" y="34749"/>
                      <a:pt x="4404" y="34749"/>
                    </a:cubicBezTo>
                    <a:cubicBezTo>
                      <a:pt x="4103" y="34716"/>
                      <a:pt x="3703" y="34749"/>
                      <a:pt x="3436" y="34582"/>
                    </a:cubicBezTo>
                    <a:cubicBezTo>
                      <a:pt x="3169" y="34382"/>
                      <a:pt x="3003" y="33949"/>
                      <a:pt x="2903" y="33615"/>
                    </a:cubicBezTo>
                    <a:cubicBezTo>
                      <a:pt x="2702" y="32948"/>
                      <a:pt x="2636" y="32247"/>
                      <a:pt x="2769" y="31547"/>
                    </a:cubicBezTo>
                    <a:cubicBezTo>
                      <a:pt x="2802" y="31213"/>
                      <a:pt x="2903" y="30846"/>
                      <a:pt x="3136" y="30613"/>
                    </a:cubicBezTo>
                    <a:cubicBezTo>
                      <a:pt x="3370" y="30346"/>
                      <a:pt x="3736" y="30313"/>
                      <a:pt x="4037" y="30313"/>
                    </a:cubicBezTo>
                    <a:close/>
                    <a:moveTo>
                      <a:pt x="2335" y="32948"/>
                    </a:moveTo>
                    <a:cubicBezTo>
                      <a:pt x="2369" y="33248"/>
                      <a:pt x="2436" y="33548"/>
                      <a:pt x="2536" y="33815"/>
                    </a:cubicBezTo>
                    <a:cubicBezTo>
                      <a:pt x="2702" y="34382"/>
                      <a:pt x="2969" y="34949"/>
                      <a:pt x="3570" y="35083"/>
                    </a:cubicBezTo>
                    <a:cubicBezTo>
                      <a:pt x="3570" y="35683"/>
                      <a:pt x="3536" y="36284"/>
                      <a:pt x="3536" y="36851"/>
                    </a:cubicBezTo>
                    <a:cubicBezTo>
                      <a:pt x="2969" y="35717"/>
                      <a:pt x="2502" y="34449"/>
                      <a:pt x="2069" y="33081"/>
                    </a:cubicBezTo>
                    <a:cubicBezTo>
                      <a:pt x="2169" y="33048"/>
                      <a:pt x="2235" y="33015"/>
                      <a:pt x="2335" y="32948"/>
                    </a:cubicBezTo>
                    <a:close/>
                    <a:moveTo>
                      <a:pt x="7206" y="32748"/>
                    </a:moveTo>
                    <a:cubicBezTo>
                      <a:pt x="7339" y="32781"/>
                      <a:pt x="7472" y="32781"/>
                      <a:pt x="7573" y="32781"/>
                    </a:cubicBezTo>
                    <a:cubicBezTo>
                      <a:pt x="7739" y="33215"/>
                      <a:pt x="7939" y="33682"/>
                      <a:pt x="8140" y="34115"/>
                    </a:cubicBezTo>
                    <a:cubicBezTo>
                      <a:pt x="8540" y="34983"/>
                      <a:pt x="9007" y="35883"/>
                      <a:pt x="9607" y="36651"/>
                    </a:cubicBezTo>
                    <a:cubicBezTo>
                      <a:pt x="9307" y="36651"/>
                      <a:pt x="8974" y="36717"/>
                      <a:pt x="8707" y="36751"/>
                    </a:cubicBezTo>
                    <a:cubicBezTo>
                      <a:pt x="8306" y="36784"/>
                      <a:pt x="7873" y="36817"/>
                      <a:pt x="7439" y="36817"/>
                    </a:cubicBezTo>
                    <a:cubicBezTo>
                      <a:pt x="6972" y="36851"/>
                      <a:pt x="6538" y="36884"/>
                      <a:pt x="6071" y="36884"/>
                    </a:cubicBezTo>
                    <a:cubicBezTo>
                      <a:pt x="5871" y="36884"/>
                      <a:pt x="5604" y="36884"/>
                      <a:pt x="5371" y="36917"/>
                    </a:cubicBezTo>
                    <a:cubicBezTo>
                      <a:pt x="5404" y="36584"/>
                      <a:pt x="5404" y="36250"/>
                      <a:pt x="5404" y="35917"/>
                    </a:cubicBezTo>
                    <a:cubicBezTo>
                      <a:pt x="5438" y="35616"/>
                      <a:pt x="5438" y="35350"/>
                      <a:pt x="5438" y="35049"/>
                    </a:cubicBezTo>
                    <a:cubicBezTo>
                      <a:pt x="5938" y="34883"/>
                      <a:pt x="6238" y="34516"/>
                      <a:pt x="6438" y="34015"/>
                    </a:cubicBezTo>
                    <a:cubicBezTo>
                      <a:pt x="6505" y="33815"/>
                      <a:pt x="6572" y="33648"/>
                      <a:pt x="6705" y="33515"/>
                    </a:cubicBezTo>
                    <a:cubicBezTo>
                      <a:pt x="6805" y="33415"/>
                      <a:pt x="6905" y="33382"/>
                      <a:pt x="7005" y="33281"/>
                    </a:cubicBezTo>
                    <a:cubicBezTo>
                      <a:pt x="7172" y="33148"/>
                      <a:pt x="7206" y="32948"/>
                      <a:pt x="7206" y="32748"/>
                    </a:cubicBezTo>
                    <a:close/>
                    <a:moveTo>
                      <a:pt x="5104" y="35149"/>
                    </a:moveTo>
                    <a:cubicBezTo>
                      <a:pt x="5071" y="35283"/>
                      <a:pt x="5071" y="35450"/>
                      <a:pt x="5071" y="35583"/>
                    </a:cubicBezTo>
                    <a:cubicBezTo>
                      <a:pt x="5071" y="36250"/>
                      <a:pt x="5071" y="36917"/>
                      <a:pt x="4971" y="37551"/>
                    </a:cubicBezTo>
                    <a:cubicBezTo>
                      <a:pt x="4937" y="37785"/>
                      <a:pt x="4771" y="37885"/>
                      <a:pt x="4570" y="37918"/>
                    </a:cubicBezTo>
                    <a:cubicBezTo>
                      <a:pt x="4304" y="37918"/>
                      <a:pt x="4003" y="37851"/>
                      <a:pt x="3937" y="37551"/>
                    </a:cubicBezTo>
                    <a:cubicBezTo>
                      <a:pt x="3903" y="37284"/>
                      <a:pt x="3937" y="36951"/>
                      <a:pt x="3937" y="36684"/>
                    </a:cubicBezTo>
                    <a:cubicBezTo>
                      <a:pt x="3937" y="36184"/>
                      <a:pt x="3937" y="35683"/>
                      <a:pt x="3937" y="35183"/>
                    </a:cubicBezTo>
                    <a:cubicBezTo>
                      <a:pt x="4089" y="35197"/>
                      <a:pt x="4252" y="35205"/>
                      <a:pt x="4417" y="35205"/>
                    </a:cubicBezTo>
                    <a:cubicBezTo>
                      <a:pt x="4651" y="35205"/>
                      <a:pt x="4889" y="35189"/>
                      <a:pt x="5104" y="35149"/>
                    </a:cubicBezTo>
                    <a:close/>
                    <a:moveTo>
                      <a:pt x="14411" y="27677"/>
                    </a:moveTo>
                    <a:lnTo>
                      <a:pt x="14411" y="27677"/>
                    </a:lnTo>
                    <a:cubicBezTo>
                      <a:pt x="14277" y="30446"/>
                      <a:pt x="13810" y="32981"/>
                      <a:pt x="13110" y="35083"/>
                    </a:cubicBezTo>
                    <a:cubicBezTo>
                      <a:pt x="12676" y="36284"/>
                      <a:pt x="12209" y="37284"/>
                      <a:pt x="11675" y="38052"/>
                    </a:cubicBezTo>
                    <a:cubicBezTo>
                      <a:pt x="10475" y="37218"/>
                      <a:pt x="9607" y="36017"/>
                      <a:pt x="8940" y="34749"/>
                    </a:cubicBezTo>
                    <a:cubicBezTo>
                      <a:pt x="9240" y="34482"/>
                      <a:pt x="9474" y="34115"/>
                      <a:pt x="9741" y="33815"/>
                    </a:cubicBezTo>
                    <a:cubicBezTo>
                      <a:pt x="9874" y="33682"/>
                      <a:pt x="10008" y="33515"/>
                      <a:pt x="10141" y="33348"/>
                    </a:cubicBezTo>
                    <a:cubicBezTo>
                      <a:pt x="10141" y="33382"/>
                      <a:pt x="10174" y="33415"/>
                      <a:pt x="10174" y="33415"/>
                    </a:cubicBezTo>
                    <a:cubicBezTo>
                      <a:pt x="10326" y="33592"/>
                      <a:pt x="10535" y="33673"/>
                      <a:pt x="10743" y="33673"/>
                    </a:cubicBezTo>
                    <a:cubicBezTo>
                      <a:pt x="10810" y="33673"/>
                      <a:pt x="10877" y="33665"/>
                      <a:pt x="10942" y="33648"/>
                    </a:cubicBezTo>
                    <a:cubicBezTo>
                      <a:pt x="11609" y="33482"/>
                      <a:pt x="11876" y="32581"/>
                      <a:pt x="11942" y="31914"/>
                    </a:cubicBezTo>
                    <a:cubicBezTo>
                      <a:pt x="11976" y="31647"/>
                      <a:pt x="11942" y="31380"/>
                      <a:pt x="11876" y="31113"/>
                    </a:cubicBezTo>
                    <a:cubicBezTo>
                      <a:pt x="11942" y="31047"/>
                      <a:pt x="12009" y="30980"/>
                      <a:pt x="12076" y="30913"/>
                    </a:cubicBezTo>
                    <a:cubicBezTo>
                      <a:pt x="12576" y="30213"/>
                      <a:pt x="13110" y="29545"/>
                      <a:pt x="13577" y="28845"/>
                    </a:cubicBezTo>
                    <a:cubicBezTo>
                      <a:pt x="13810" y="28545"/>
                      <a:pt x="14044" y="28211"/>
                      <a:pt x="14277" y="27911"/>
                    </a:cubicBezTo>
                    <a:cubicBezTo>
                      <a:pt x="14311" y="27844"/>
                      <a:pt x="14377" y="27778"/>
                      <a:pt x="14411" y="27677"/>
                    </a:cubicBezTo>
                    <a:close/>
                    <a:moveTo>
                      <a:pt x="14511" y="31080"/>
                    </a:moveTo>
                    <a:cubicBezTo>
                      <a:pt x="14678" y="31313"/>
                      <a:pt x="14911" y="31514"/>
                      <a:pt x="15111" y="31680"/>
                    </a:cubicBezTo>
                    <a:cubicBezTo>
                      <a:pt x="15311" y="31880"/>
                      <a:pt x="15512" y="32081"/>
                      <a:pt x="15745" y="32314"/>
                    </a:cubicBezTo>
                    <a:cubicBezTo>
                      <a:pt x="15845" y="32414"/>
                      <a:pt x="15945" y="32548"/>
                      <a:pt x="16079" y="32681"/>
                    </a:cubicBezTo>
                    <a:cubicBezTo>
                      <a:pt x="15778" y="34049"/>
                      <a:pt x="15378" y="35350"/>
                      <a:pt x="14911" y="36517"/>
                    </a:cubicBezTo>
                    <a:cubicBezTo>
                      <a:pt x="14578" y="37351"/>
                      <a:pt x="14211" y="38118"/>
                      <a:pt x="13810" y="38752"/>
                    </a:cubicBezTo>
                    <a:cubicBezTo>
                      <a:pt x="13677" y="38485"/>
                      <a:pt x="13477" y="38218"/>
                      <a:pt x="13343" y="37951"/>
                    </a:cubicBezTo>
                    <a:cubicBezTo>
                      <a:pt x="13210" y="37685"/>
                      <a:pt x="13043" y="37218"/>
                      <a:pt x="12810" y="36984"/>
                    </a:cubicBezTo>
                    <a:cubicBezTo>
                      <a:pt x="13110" y="36350"/>
                      <a:pt x="13310" y="35750"/>
                      <a:pt x="13510" y="35216"/>
                    </a:cubicBezTo>
                    <a:cubicBezTo>
                      <a:pt x="13944" y="33982"/>
                      <a:pt x="14277" y="32581"/>
                      <a:pt x="14511" y="31080"/>
                    </a:cubicBezTo>
                    <a:close/>
                    <a:moveTo>
                      <a:pt x="53472" y="32781"/>
                    </a:moveTo>
                    <a:lnTo>
                      <a:pt x="53472" y="32781"/>
                    </a:lnTo>
                    <a:cubicBezTo>
                      <a:pt x="53272" y="33515"/>
                      <a:pt x="53038" y="34215"/>
                      <a:pt x="52771" y="34883"/>
                    </a:cubicBezTo>
                    <a:cubicBezTo>
                      <a:pt x="52171" y="36317"/>
                      <a:pt x="51504" y="37518"/>
                      <a:pt x="50737" y="38385"/>
                    </a:cubicBezTo>
                    <a:cubicBezTo>
                      <a:pt x="50603" y="38385"/>
                      <a:pt x="50470" y="38485"/>
                      <a:pt x="50303" y="38519"/>
                    </a:cubicBezTo>
                    <a:cubicBezTo>
                      <a:pt x="50036" y="38619"/>
                      <a:pt x="49769" y="38685"/>
                      <a:pt x="49502" y="38752"/>
                    </a:cubicBezTo>
                    <a:cubicBezTo>
                      <a:pt x="49236" y="38819"/>
                      <a:pt x="48935" y="38852"/>
                      <a:pt x="48635" y="38919"/>
                    </a:cubicBezTo>
                    <a:cubicBezTo>
                      <a:pt x="48602" y="38919"/>
                      <a:pt x="48568" y="38952"/>
                      <a:pt x="48535" y="38952"/>
                    </a:cubicBezTo>
                    <a:cubicBezTo>
                      <a:pt x="48702" y="38619"/>
                      <a:pt x="48902" y="38252"/>
                      <a:pt x="49069" y="37918"/>
                    </a:cubicBezTo>
                    <a:cubicBezTo>
                      <a:pt x="49769" y="36484"/>
                      <a:pt x="50336" y="34916"/>
                      <a:pt x="50803" y="33248"/>
                    </a:cubicBezTo>
                    <a:cubicBezTo>
                      <a:pt x="51237" y="33248"/>
                      <a:pt x="51704" y="33115"/>
                      <a:pt x="52104" y="33048"/>
                    </a:cubicBezTo>
                    <a:cubicBezTo>
                      <a:pt x="52538" y="32981"/>
                      <a:pt x="53038" y="32881"/>
                      <a:pt x="53472" y="32781"/>
                    </a:cubicBezTo>
                    <a:close/>
                    <a:moveTo>
                      <a:pt x="9908" y="37017"/>
                    </a:moveTo>
                    <a:cubicBezTo>
                      <a:pt x="10341" y="37551"/>
                      <a:pt x="10842" y="38018"/>
                      <a:pt x="11409" y="38418"/>
                    </a:cubicBezTo>
                    <a:cubicBezTo>
                      <a:pt x="10675" y="39319"/>
                      <a:pt x="9874" y="39853"/>
                      <a:pt x="9007" y="39886"/>
                    </a:cubicBezTo>
                    <a:cubicBezTo>
                      <a:pt x="8985" y="39887"/>
                      <a:pt x="8963" y="39887"/>
                      <a:pt x="8941" y="39887"/>
                    </a:cubicBezTo>
                    <a:cubicBezTo>
                      <a:pt x="7729" y="39887"/>
                      <a:pt x="6519" y="38987"/>
                      <a:pt x="5438" y="37251"/>
                    </a:cubicBezTo>
                    <a:lnTo>
                      <a:pt x="6105" y="37251"/>
                    </a:lnTo>
                    <a:cubicBezTo>
                      <a:pt x="6538" y="37251"/>
                      <a:pt x="7005" y="37251"/>
                      <a:pt x="7472" y="37218"/>
                    </a:cubicBezTo>
                    <a:cubicBezTo>
                      <a:pt x="7906" y="37218"/>
                      <a:pt x="8373" y="37184"/>
                      <a:pt x="8807" y="37151"/>
                    </a:cubicBezTo>
                    <a:cubicBezTo>
                      <a:pt x="9140" y="37118"/>
                      <a:pt x="9574" y="37151"/>
                      <a:pt x="9908" y="37017"/>
                    </a:cubicBezTo>
                    <a:close/>
                    <a:moveTo>
                      <a:pt x="16446" y="32948"/>
                    </a:moveTo>
                    <a:cubicBezTo>
                      <a:pt x="16646" y="33015"/>
                      <a:pt x="16846" y="33048"/>
                      <a:pt x="17046" y="33081"/>
                    </a:cubicBezTo>
                    <a:cubicBezTo>
                      <a:pt x="17380" y="33115"/>
                      <a:pt x="17713" y="33181"/>
                      <a:pt x="18047" y="33248"/>
                    </a:cubicBezTo>
                    <a:cubicBezTo>
                      <a:pt x="18614" y="33348"/>
                      <a:pt x="19147" y="33448"/>
                      <a:pt x="19715" y="33515"/>
                    </a:cubicBezTo>
                    <a:cubicBezTo>
                      <a:pt x="19181" y="35983"/>
                      <a:pt x="18380" y="38185"/>
                      <a:pt x="17413" y="40020"/>
                    </a:cubicBezTo>
                    <a:lnTo>
                      <a:pt x="17380" y="40020"/>
                    </a:lnTo>
                    <a:cubicBezTo>
                      <a:pt x="16712" y="39819"/>
                      <a:pt x="16012" y="39686"/>
                      <a:pt x="15378" y="39486"/>
                    </a:cubicBezTo>
                    <a:cubicBezTo>
                      <a:pt x="15045" y="39419"/>
                      <a:pt x="14744" y="39319"/>
                      <a:pt x="14411" y="39252"/>
                    </a:cubicBezTo>
                    <a:cubicBezTo>
                      <a:pt x="14311" y="39219"/>
                      <a:pt x="14177" y="39186"/>
                      <a:pt x="14077" y="39152"/>
                    </a:cubicBezTo>
                    <a:cubicBezTo>
                      <a:pt x="14511" y="38452"/>
                      <a:pt x="14944" y="37618"/>
                      <a:pt x="15345" y="36651"/>
                    </a:cubicBezTo>
                    <a:cubicBezTo>
                      <a:pt x="15778" y="35516"/>
                      <a:pt x="16179" y="34282"/>
                      <a:pt x="16446" y="32948"/>
                    </a:cubicBezTo>
                    <a:close/>
                    <a:moveTo>
                      <a:pt x="50203" y="38986"/>
                    </a:moveTo>
                    <a:lnTo>
                      <a:pt x="50203" y="38986"/>
                    </a:lnTo>
                    <a:cubicBezTo>
                      <a:pt x="49936" y="39252"/>
                      <a:pt x="49669" y="39453"/>
                      <a:pt x="49369" y="39653"/>
                    </a:cubicBezTo>
                    <a:cubicBezTo>
                      <a:pt x="49136" y="39753"/>
                      <a:pt x="48902" y="39886"/>
                      <a:pt x="48669" y="39953"/>
                    </a:cubicBezTo>
                    <a:cubicBezTo>
                      <a:pt x="48335" y="40086"/>
                      <a:pt x="48035" y="40186"/>
                      <a:pt x="47701" y="40286"/>
                    </a:cubicBezTo>
                    <a:cubicBezTo>
                      <a:pt x="47901" y="39953"/>
                      <a:pt x="48101" y="39653"/>
                      <a:pt x="48302" y="39319"/>
                    </a:cubicBezTo>
                    <a:cubicBezTo>
                      <a:pt x="48366" y="39330"/>
                      <a:pt x="48434" y="39335"/>
                      <a:pt x="48505" y="39335"/>
                    </a:cubicBezTo>
                    <a:cubicBezTo>
                      <a:pt x="48869" y="39335"/>
                      <a:pt x="49289" y="39208"/>
                      <a:pt x="49569" y="39152"/>
                    </a:cubicBezTo>
                    <a:cubicBezTo>
                      <a:pt x="49769" y="39086"/>
                      <a:pt x="50003" y="39052"/>
                      <a:pt x="50203" y="38986"/>
                    </a:cubicBezTo>
                    <a:close/>
                    <a:moveTo>
                      <a:pt x="44999" y="33782"/>
                    </a:moveTo>
                    <a:cubicBezTo>
                      <a:pt x="44566" y="35616"/>
                      <a:pt x="43965" y="37451"/>
                      <a:pt x="43098" y="39152"/>
                    </a:cubicBezTo>
                    <a:cubicBezTo>
                      <a:pt x="42998" y="39352"/>
                      <a:pt x="42931" y="39553"/>
                      <a:pt x="42831" y="39753"/>
                    </a:cubicBezTo>
                    <a:cubicBezTo>
                      <a:pt x="42770" y="39747"/>
                      <a:pt x="42709" y="39744"/>
                      <a:pt x="42647" y="39744"/>
                    </a:cubicBezTo>
                    <a:cubicBezTo>
                      <a:pt x="42375" y="39744"/>
                      <a:pt x="42103" y="39798"/>
                      <a:pt x="41830" y="39853"/>
                    </a:cubicBezTo>
                    <a:cubicBezTo>
                      <a:pt x="41430" y="39920"/>
                      <a:pt x="41030" y="39986"/>
                      <a:pt x="40629" y="40053"/>
                    </a:cubicBezTo>
                    <a:cubicBezTo>
                      <a:pt x="39896" y="40186"/>
                      <a:pt x="39128" y="40286"/>
                      <a:pt x="38361" y="40420"/>
                    </a:cubicBezTo>
                    <a:cubicBezTo>
                      <a:pt x="35659" y="40787"/>
                      <a:pt x="32924" y="41020"/>
                      <a:pt x="30189" y="41154"/>
                    </a:cubicBezTo>
                    <a:cubicBezTo>
                      <a:pt x="28854" y="41220"/>
                      <a:pt x="27487" y="41254"/>
                      <a:pt x="26119" y="41287"/>
                    </a:cubicBezTo>
                    <a:cubicBezTo>
                      <a:pt x="25452" y="41287"/>
                      <a:pt x="24785" y="41287"/>
                      <a:pt x="24118" y="41254"/>
                    </a:cubicBezTo>
                    <a:cubicBezTo>
                      <a:pt x="23762" y="41254"/>
                      <a:pt x="23391" y="41239"/>
                      <a:pt x="23026" y="41239"/>
                    </a:cubicBezTo>
                    <a:cubicBezTo>
                      <a:pt x="22843" y="41239"/>
                      <a:pt x="22661" y="41243"/>
                      <a:pt x="22483" y="41254"/>
                    </a:cubicBezTo>
                    <a:cubicBezTo>
                      <a:pt x="22617" y="40987"/>
                      <a:pt x="22717" y="40753"/>
                      <a:pt x="22850" y="40453"/>
                    </a:cubicBezTo>
                    <a:cubicBezTo>
                      <a:pt x="23684" y="38685"/>
                      <a:pt x="24318" y="36651"/>
                      <a:pt x="24818" y="34482"/>
                    </a:cubicBezTo>
                    <a:cubicBezTo>
                      <a:pt x="25319" y="34649"/>
                      <a:pt x="25886" y="34616"/>
                      <a:pt x="26386" y="34649"/>
                    </a:cubicBezTo>
                    <a:cubicBezTo>
                      <a:pt x="27153" y="34649"/>
                      <a:pt x="27920" y="34682"/>
                      <a:pt x="28688" y="34682"/>
                    </a:cubicBezTo>
                    <a:cubicBezTo>
                      <a:pt x="31490" y="34682"/>
                      <a:pt x="34258" y="34616"/>
                      <a:pt x="37060" y="34482"/>
                    </a:cubicBezTo>
                    <a:cubicBezTo>
                      <a:pt x="38428" y="34382"/>
                      <a:pt x="39829" y="34282"/>
                      <a:pt x="41197" y="34182"/>
                    </a:cubicBezTo>
                    <a:cubicBezTo>
                      <a:pt x="41897" y="34115"/>
                      <a:pt x="42598" y="34049"/>
                      <a:pt x="43298" y="33982"/>
                    </a:cubicBezTo>
                    <a:cubicBezTo>
                      <a:pt x="43865" y="33915"/>
                      <a:pt x="44466" y="33882"/>
                      <a:pt x="44999" y="33782"/>
                    </a:cubicBezTo>
                    <a:close/>
                    <a:moveTo>
                      <a:pt x="5271" y="37785"/>
                    </a:moveTo>
                    <a:cubicBezTo>
                      <a:pt x="6338" y="39386"/>
                      <a:pt x="7539" y="40253"/>
                      <a:pt x="8773" y="40286"/>
                    </a:cubicBezTo>
                    <a:cubicBezTo>
                      <a:pt x="8707" y="40553"/>
                      <a:pt x="8740" y="40920"/>
                      <a:pt x="8740" y="41120"/>
                    </a:cubicBezTo>
                    <a:cubicBezTo>
                      <a:pt x="8707" y="41354"/>
                      <a:pt x="8707" y="41621"/>
                      <a:pt x="8673" y="41854"/>
                    </a:cubicBezTo>
                    <a:cubicBezTo>
                      <a:pt x="8673" y="41888"/>
                      <a:pt x="8673" y="41888"/>
                      <a:pt x="8673" y="41921"/>
                    </a:cubicBezTo>
                    <a:cubicBezTo>
                      <a:pt x="8673" y="41922"/>
                      <a:pt x="8671" y="41923"/>
                      <a:pt x="8668" y="41923"/>
                    </a:cubicBezTo>
                    <a:cubicBezTo>
                      <a:pt x="8588" y="41923"/>
                      <a:pt x="7670" y="41586"/>
                      <a:pt x="7606" y="41554"/>
                    </a:cubicBezTo>
                    <a:cubicBezTo>
                      <a:pt x="7206" y="41387"/>
                      <a:pt x="6872" y="41154"/>
                      <a:pt x="6538" y="40887"/>
                    </a:cubicBezTo>
                    <a:cubicBezTo>
                      <a:pt x="5738" y="40253"/>
                      <a:pt x="5171" y="39453"/>
                      <a:pt x="4570" y="38652"/>
                    </a:cubicBezTo>
                    <a:cubicBezTo>
                      <a:pt x="4537" y="38619"/>
                      <a:pt x="4437" y="38452"/>
                      <a:pt x="4370" y="38318"/>
                    </a:cubicBezTo>
                    <a:lnTo>
                      <a:pt x="4570" y="38318"/>
                    </a:lnTo>
                    <a:cubicBezTo>
                      <a:pt x="4904" y="38285"/>
                      <a:pt x="5171" y="38085"/>
                      <a:pt x="5271" y="37785"/>
                    </a:cubicBezTo>
                    <a:close/>
                    <a:moveTo>
                      <a:pt x="12609" y="37384"/>
                    </a:moveTo>
                    <a:cubicBezTo>
                      <a:pt x="12710" y="37618"/>
                      <a:pt x="12843" y="37851"/>
                      <a:pt x="12943" y="38018"/>
                    </a:cubicBezTo>
                    <a:cubicBezTo>
                      <a:pt x="13110" y="38385"/>
                      <a:pt x="13310" y="38852"/>
                      <a:pt x="13577" y="39152"/>
                    </a:cubicBezTo>
                    <a:cubicBezTo>
                      <a:pt x="12376" y="40920"/>
                      <a:pt x="10975" y="41921"/>
                      <a:pt x="9507" y="41988"/>
                    </a:cubicBezTo>
                    <a:lnTo>
                      <a:pt x="9074" y="41988"/>
                    </a:lnTo>
                    <a:cubicBezTo>
                      <a:pt x="9107" y="41721"/>
                      <a:pt x="9107" y="41487"/>
                      <a:pt x="9107" y="41220"/>
                    </a:cubicBezTo>
                    <a:cubicBezTo>
                      <a:pt x="9140" y="40987"/>
                      <a:pt x="9140" y="40720"/>
                      <a:pt x="9140" y="40487"/>
                    </a:cubicBezTo>
                    <a:cubicBezTo>
                      <a:pt x="9140" y="40420"/>
                      <a:pt x="9140" y="40353"/>
                      <a:pt x="9140" y="40286"/>
                    </a:cubicBezTo>
                    <a:cubicBezTo>
                      <a:pt x="10775" y="40153"/>
                      <a:pt x="11876" y="38819"/>
                      <a:pt x="12609" y="37384"/>
                    </a:cubicBezTo>
                    <a:close/>
                    <a:moveTo>
                      <a:pt x="38828" y="1192"/>
                    </a:moveTo>
                    <a:lnTo>
                      <a:pt x="38828" y="1192"/>
                    </a:lnTo>
                    <a:cubicBezTo>
                      <a:pt x="39062" y="1225"/>
                      <a:pt x="39295" y="1259"/>
                      <a:pt x="39495" y="1292"/>
                    </a:cubicBezTo>
                    <a:cubicBezTo>
                      <a:pt x="40229" y="1425"/>
                      <a:pt x="40930" y="1592"/>
                      <a:pt x="41630" y="1826"/>
                    </a:cubicBezTo>
                    <a:cubicBezTo>
                      <a:pt x="42497" y="2059"/>
                      <a:pt x="43498" y="2359"/>
                      <a:pt x="44232" y="2893"/>
                    </a:cubicBezTo>
                    <a:cubicBezTo>
                      <a:pt x="45033" y="3527"/>
                      <a:pt x="45666" y="4461"/>
                      <a:pt x="46300" y="5261"/>
                    </a:cubicBezTo>
                    <a:cubicBezTo>
                      <a:pt x="46934" y="6029"/>
                      <a:pt x="47468" y="6896"/>
                      <a:pt x="47935" y="7763"/>
                    </a:cubicBezTo>
                    <a:cubicBezTo>
                      <a:pt x="50370" y="12233"/>
                      <a:pt x="51370" y="17403"/>
                      <a:pt x="51537" y="22407"/>
                    </a:cubicBezTo>
                    <a:cubicBezTo>
                      <a:pt x="51637" y="25643"/>
                      <a:pt x="51370" y="28878"/>
                      <a:pt x="50637" y="32047"/>
                    </a:cubicBezTo>
                    <a:cubicBezTo>
                      <a:pt x="50136" y="34249"/>
                      <a:pt x="49402" y="36450"/>
                      <a:pt x="48335" y="38452"/>
                    </a:cubicBezTo>
                    <a:cubicBezTo>
                      <a:pt x="47868" y="39286"/>
                      <a:pt x="47334" y="40120"/>
                      <a:pt x="46734" y="40887"/>
                    </a:cubicBezTo>
                    <a:cubicBezTo>
                      <a:pt x="45967" y="41854"/>
                      <a:pt x="44899" y="42054"/>
                      <a:pt x="43732" y="42421"/>
                    </a:cubicBezTo>
                    <a:cubicBezTo>
                      <a:pt x="43098" y="42655"/>
                      <a:pt x="42431" y="42888"/>
                      <a:pt x="41764" y="43089"/>
                    </a:cubicBezTo>
                    <a:cubicBezTo>
                      <a:pt x="41430" y="43189"/>
                      <a:pt x="41096" y="43255"/>
                      <a:pt x="40763" y="43355"/>
                    </a:cubicBezTo>
                    <a:cubicBezTo>
                      <a:pt x="42131" y="41954"/>
                      <a:pt x="43131" y="40220"/>
                      <a:pt x="43898" y="38452"/>
                    </a:cubicBezTo>
                    <a:cubicBezTo>
                      <a:pt x="45867" y="33982"/>
                      <a:pt x="46801" y="28078"/>
                      <a:pt x="46500" y="21873"/>
                    </a:cubicBezTo>
                    <a:cubicBezTo>
                      <a:pt x="46200" y="15669"/>
                      <a:pt x="44699" y="9898"/>
                      <a:pt x="42297" y="5628"/>
                    </a:cubicBezTo>
                    <a:cubicBezTo>
                      <a:pt x="41263" y="3760"/>
                      <a:pt x="40096" y="2259"/>
                      <a:pt x="38828" y="1192"/>
                    </a:cubicBezTo>
                    <a:close/>
                    <a:moveTo>
                      <a:pt x="13877" y="39486"/>
                    </a:moveTo>
                    <a:cubicBezTo>
                      <a:pt x="14010" y="39553"/>
                      <a:pt x="14177" y="39586"/>
                      <a:pt x="14311" y="39619"/>
                    </a:cubicBezTo>
                    <a:cubicBezTo>
                      <a:pt x="14644" y="39719"/>
                      <a:pt x="14944" y="39819"/>
                      <a:pt x="15278" y="39886"/>
                    </a:cubicBezTo>
                    <a:cubicBezTo>
                      <a:pt x="15912" y="40086"/>
                      <a:pt x="16546" y="40286"/>
                      <a:pt x="17213" y="40387"/>
                    </a:cubicBezTo>
                    <a:cubicBezTo>
                      <a:pt x="16512" y="41621"/>
                      <a:pt x="15745" y="42688"/>
                      <a:pt x="14878" y="43556"/>
                    </a:cubicBezTo>
                    <a:cubicBezTo>
                      <a:pt x="14644" y="43722"/>
                      <a:pt x="14411" y="43822"/>
                      <a:pt x="14144" y="43922"/>
                    </a:cubicBezTo>
                    <a:cubicBezTo>
                      <a:pt x="13944" y="43822"/>
                      <a:pt x="13710" y="43789"/>
                      <a:pt x="13477" y="43722"/>
                    </a:cubicBezTo>
                    <a:cubicBezTo>
                      <a:pt x="13143" y="43656"/>
                      <a:pt x="12810" y="43589"/>
                      <a:pt x="12443" y="43489"/>
                    </a:cubicBezTo>
                    <a:cubicBezTo>
                      <a:pt x="11776" y="43289"/>
                      <a:pt x="11108" y="43089"/>
                      <a:pt x="10441" y="42855"/>
                    </a:cubicBezTo>
                    <a:cubicBezTo>
                      <a:pt x="10041" y="42722"/>
                      <a:pt x="9641" y="42555"/>
                      <a:pt x="9240" y="42388"/>
                    </a:cubicBezTo>
                    <a:lnTo>
                      <a:pt x="9240" y="42388"/>
                    </a:lnTo>
                    <a:cubicBezTo>
                      <a:pt x="9290" y="42405"/>
                      <a:pt x="9332" y="42413"/>
                      <a:pt x="9374" y="42413"/>
                    </a:cubicBezTo>
                    <a:cubicBezTo>
                      <a:pt x="9416" y="42413"/>
                      <a:pt x="9457" y="42405"/>
                      <a:pt x="9507" y="42388"/>
                    </a:cubicBezTo>
                    <a:cubicBezTo>
                      <a:pt x="11108" y="42321"/>
                      <a:pt x="12609" y="41321"/>
                      <a:pt x="13877" y="39486"/>
                    </a:cubicBezTo>
                    <a:close/>
                    <a:moveTo>
                      <a:pt x="15445" y="2026"/>
                    </a:moveTo>
                    <a:cubicBezTo>
                      <a:pt x="15512" y="2026"/>
                      <a:pt x="15545" y="2026"/>
                      <a:pt x="15578" y="2059"/>
                    </a:cubicBezTo>
                    <a:lnTo>
                      <a:pt x="15612" y="2059"/>
                    </a:lnTo>
                    <a:cubicBezTo>
                      <a:pt x="15645" y="2059"/>
                      <a:pt x="15678" y="2059"/>
                      <a:pt x="15712" y="2092"/>
                    </a:cubicBezTo>
                    <a:cubicBezTo>
                      <a:pt x="15745" y="2092"/>
                      <a:pt x="15745" y="2092"/>
                      <a:pt x="15745" y="2126"/>
                    </a:cubicBezTo>
                    <a:lnTo>
                      <a:pt x="15812" y="2092"/>
                    </a:lnTo>
                    <a:cubicBezTo>
                      <a:pt x="18714" y="3360"/>
                      <a:pt x="21282" y="6863"/>
                      <a:pt x="23017" y="11633"/>
                    </a:cubicBezTo>
                    <a:cubicBezTo>
                      <a:pt x="23017" y="11666"/>
                      <a:pt x="23017" y="11733"/>
                      <a:pt x="23050" y="11766"/>
                    </a:cubicBezTo>
                    <a:cubicBezTo>
                      <a:pt x="23851" y="13968"/>
                      <a:pt x="24385" y="16269"/>
                      <a:pt x="24751" y="18604"/>
                    </a:cubicBezTo>
                    <a:cubicBezTo>
                      <a:pt x="25052" y="20406"/>
                      <a:pt x="25218" y="22207"/>
                      <a:pt x="25252" y="24008"/>
                    </a:cubicBezTo>
                    <a:cubicBezTo>
                      <a:pt x="25319" y="25676"/>
                      <a:pt x="25285" y="27377"/>
                      <a:pt x="25152" y="29045"/>
                    </a:cubicBezTo>
                    <a:cubicBezTo>
                      <a:pt x="24952" y="31714"/>
                      <a:pt x="24518" y="34349"/>
                      <a:pt x="23717" y="36917"/>
                    </a:cubicBezTo>
                    <a:cubicBezTo>
                      <a:pt x="23451" y="37851"/>
                      <a:pt x="23117" y="38785"/>
                      <a:pt x="22717" y="39686"/>
                    </a:cubicBezTo>
                    <a:cubicBezTo>
                      <a:pt x="22150" y="41020"/>
                      <a:pt x="21449" y="42355"/>
                      <a:pt x="20582" y="43556"/>
                    </a:cubicBezTo>
                    <a:cubicBezTo>
                      <a:pt x="20482" y="43656"/>
                      <a:pt x="20382" y="43789"/>
                      <a:pt x="20282" y="43956"/>
                    </a:cubicBezTo>
                    <a:cubicBezTo>
                      <a:pt x="20148" y="44089"/>
                      <a:pt x="20015" y="44256"/>
                      <a:pt x="19881" y="44389"/>
                    </a:cubicBezTo>
                    <a:cubicBezTo>
                      <a:pt x="19748" y="44556"/>
                      <a:pt x="19581" y="44723"/>
                      <a:pt x="19414" y="44856"/>
                    </a:cubicBezTo>
                    <a:cubicBezTo>
                      <a:pt x="19348" y="44890"/>
                      <a:pt x="19281" y="44923"/>
                      <a:pt x="19181" y="44923"/>
                    </a:cubicBezTo>
                    <a:cubicBezTo>
                      <a:pt x="18969" y="44985"/>
                      <a:pt x="18752" y="45009"/>
                      <a:pt x="18533" y="45009"/>
                    </a:cubicBezTo>
                    <a:cubicBezTo>
                      <a:pt x="17926" y="45009"/>
                      <a:pt x="17301" y="44821"/>
                      <a:pt x="16712" y="44723"/>
                    </a:cubicBezTo>
                    <a:cubicBezTo>
                      <a:pt x="16145" y="44623"/>
                      <a:pt x="15578" y="44523"/>
                      <a:pt x="15011" y="44389"/>
                    </a:cubicBezTo>
                    <a:cubicBezTo>
                      <a:pt x="14911" y="44356"/>
                      <a:pt x="14778" y="44356"/>
                      <a:pt x="14644" y="44323"/>
                    </a:cubicBezTo>
                    <a:cubicBezTo>
                      <a:pt x="15945" y="43189"/>
                      <a:pt x="17113" y="41587"/>
                      <a:pt x="18080" y="39586"/>
                    </a:cubicBezTo>
                    <a:cubicBezTo>
                      <a:pt x="20148" y="35416"/>
                      <a:pt x="21182" y="29946"/>
                      <a:pt x="20982" y="24142"/>
                    </a:cubicBezTo>
                    <a:cubicBezTo>
                      <a:pt x="20782" y="18371"/>
                      <a:pt x="19414" y="12967"/>
                      <a:pt x="17079" y="8931"/>
                    </a:cubicBezTo>
                    <a:cubicBezTo>
                      <a:pt x="15345" y="5929"/>
                      <a:pt x="13243" y="3960"/>
                      <a:pt x="10975" y="3160"/>
                    </a:cubicBezTo>
                    <a:cubicBezTo>
                      <a:pt x="11675" y="2793"/>
                      <a:pt x="12409" y="2559"/>
                      <a:pt x="13177" y="2359"/>
                    </a:cubicBezTo>
                    <a:cubicBezTo>
                      <a:pt x="13677" y="2226"/>
                      <a:pt x="14244" y="2092"/>
                      <a:pt x="14778" y="2059"/>
                    </a:cubicBezTo>
                    <a:cubicBezTo>
                      <a:pt x="14978" y="2026"/>
                      <a:pt x="15211" y="2026"/>
                      <a:pt x="15411" y="2026"/>
                    </a:cubicBezTo>
                    <a:close/>
                    <a:moveTo>
                      <a:pt x="42598" y="40153"/>
                    </a:moveTo>
                    <a:cubicBezTo>
                      <a:pt x="42131" y="40987"/>
                      <a:pt x="41597" y="41821"/>
                      <a:pt x="40963" y="42521"/>
                    </a:cubicBezTo>
                    <a:cubicBezTo>
                      <a:pt x="39462" y="42922"/>
                      <a:pt x="37994" y="43389"/>
                      <a:pt x="36460" y="43789"/>
                    </a:cubicBezTo>
                    <a:cubicBezTo>
                      <a:pt x="33691" y="44490"/>
                      <a:pt x="30889" y="45023"/>
                      <a:pt x="28054" y="45223"/>
                    </a:cubicBezTo>
                    <a:cubicBezTo>
                      <a:pt x="27240" y="45282"/>
                      <a:pt x="26425" y="45317"/>
                      <a:pt x="25618" y="45317"/>
                    </a:cubicBezTo>
                    <a:cubicBezTo>
                      <a:pt x="25036" y="45317"/>
                      <a:pt x="24457" y="45299"/>
                      <a:pt x="23884" y="45257"/>
                    </a:cubicBezTo>
                    <a:cubicBezTo>
                      <a:pt x="23150" y="45223"/>
                      <a:pt x="22416" y="45157"/>
                      <a:pt x="21683" y="45023"/>
                    </a:cubicBezTo>
                    <a:cubicBezTo>
                      <a:pt x="21182" y="44957"/>
                      <a:pt x="20649" y="44823"/>
                      <a:pt x="20148" y="44790"/>
                    </a:cubicBezTo>
                    <a:cubicBezTo>
                      <a:pt x="20248" y="44656"/>
                      <a:pt x="20348" y="44490"/>
                      <a:pt x="20482" y="44356"/>
                    </a:cubicBezTo>
                    <a:cubicBezTo>
                      <a:pt x="21149" y="43556"/>
                      <a:pt x="21749" y="42655"/>
                      <a:pt x="22283" y="41587"/>
                    </a:cubicBezTo>
                    <a:cubicBezTo>
                      <a:pt x="22750" y="41676"/>
                      <a:pt x="23217" y="41691"/>
                      <a:pt x="23674" y="41691"/>
                    </a:cubicBezTo>
                    <a:cubicBezTo>
                      <a:pt x="23903" y="41691"/>
                      <a:pt x="24129" y="41687"/>
                      <a:pt x="24351" y="41687"/>
                    </a:cubicBezTo>
                    <a:cubicBezTo>
                      <a:pt x="24735" y="41704"/>
                      <a:pt x="25118" y="41713"/>
                      <a:pt x="25502" y="41713"/>
                    </a:cubicBezTo>
                    <a:cubicBezTo>
                      <a:pt x="25886" y="41713"/>
                      <a:pt x="26269" y="41704"/>
                      <a:pt x="26653" y="41687"/>
                    </a:cubicBezTo>
                    <a:cubicBezTo>
                      <a:pt x="29388" y="41687"/>
                      <a:pt x="32157" y="41521"/>
                      <a:pt x="34925" y="41254"/>
                    </a:cubicBezTo>
                    <a:cubicBezTo>
                      <a:pt x="36293" y="41120"/>
                      <a:pt x="37661" y="40954"/>
                      <a:pt x="39028" y="40753"/>
                    </a:cubicBezTo>
                    <a:cubicBezTo>
                      <a:pt x="39729" y="40653"/>
                      <a:pt x="40396" y="40520"/>
                      <a:pt x="41063" y="40420"/>
                    </a:cubicBezTo>
                    <a:cubicBezTo>
                      <a:pt x="41563" y="40353"/>
                      <a:pt x="42131" y="40320"/>
                      <a:pt x="42598" y="40153"/>
                    </a:cubicBezTo>
                    <a:close/>
                    <a:moveTo>
                      <a:pt x="5071" y="40053"/>
                    </a:moveTo>
                    <a:cubicBezTo>
                      <a:pt x="5538" y="40587"/>
                      <a:pt x="6005" y="41020"/>
                      <a:pt x="6505" y="41387"/>
                    </a:cubicBezTo>
                    <a:cubicBezTo>
                      <a:pt x="6505" y="41421"/>
                      <a:pt x="6505" y="41421"/>
                      <a:pt x="6538" y="41421"/>
                    </a:cubicBezTo>
                    <a:cubicBezTo>
                      <a:pt x="7573" y="42288"/>
                      <a:pt x="8974" y="42788"/>
                      <a:pt x="10241" y="43222"/>
                    </a:cubicBezTo>
                    <a:cubicBezTo>
                      <a:pt x="10541" y="43355"/>
                      <a:pt x="10875" y="43455"/>
                      <a:pt x="11175" y="43556"/>
                    </a:cubicBezTo>
                    <a:cubicBezTo>
                      <a:pt x="11063" y="43547"/>
                      <a:pt x="10951" y="43543"/>
                      <a:pt x="10839" y="43543"/>
                    </a:cubicBezTo>
                    <a:cubicBezTo>
                      <a:pt x="10045" y="43543"/>
                      <a:pt x="9245" y="43751"/>
                      <a:pt x="8573" y="44189"/>
                    </a:cubicBezTo>
                    <a:cubicBezTo>
                      <a:pt x="8140" y="44490"/>
                      <a:pt x="7739" y="44890"/>
                      <a:pt x="7439" y="45323"/>
                    </a:cubicBezTo>
                    <a:cubicBezTo>
                      <a:pt x="7306" y="45524"/>
                      <a:pt x="7039" y="45891"/>
                      <a:pt x="6972" y="46191"/>
                    </a:cubicBezTo>
                    <a:cubicBezTo>
                      <a:pt x="6872" y="46124"/>
                      <a:pt x="6739" y="46091"/>
                      <a:pt x="6639" y="46024"/>
                    </a:cubicBezTo>
                    <a:cubicBezTo>
                      <a:pt x="6272" y="45891"/>
                      <a:pt x="5938" y="45724"/>
                      <a:pt x="5571" y="45590"/>
                    </a:cubicBezTo>
                    <a:cubicBezTo>
                      <a:pt x="5204" y="45424"/>
                      <a:pt x="4837" y="45257"/>
                      <a:pt x="4470" y="45123"/>
                    </a:cubicBezTo>
                    <a:cubicBezTo>
                      <a:pt x="4337" y="45057"/>
                      <a:pt x="4203" y="44990"/>
                      <a:pt x="4037" y="44923"/>
                    </a:cubicBezTo>
                    <a:cubicBezTo>
                      <a:pt x="3970" y="44890"/>
                      <a:pt x="3903" y="44856"/>
                      <a:pt x="3837" y="44823"/>
                    </a:cubicBezTo>
                    <a:cubicBezTo>
                      <a:pt x="4070" y="43889"/>
                      <a:pt x="4304" y="42955"/>
                      <a:pt x="4537" y="42021"/>
                    </a:cubicBezTo>
                    <a:cubicBezTo>
                      <a:pt x="4670" y="41521"/>
                      <a:pt x="4804" y="41054"/>
                      <a:pt x="4937" y="40553"/>
                    </a:cubicBezTo>
                    <a:cubicBezTo>
                      <a:pt x="4971" y="40387"/>
                      <a:pt x="5037" y="40220"/>
                      <a:pt x="5071" y="40053"/>
                    </a:cubicBezTo>
                    <a:close/>
                    <a:moveTo>
                      <a:pt x="10809" y="44020"/>
                    </a:moveTo>
                    <a:cubicBezTo>
                      <a:pt x="11098" y="44020"/>
                      <a:pt x="11390" y="44054"/>
                      <a:pt x="11675" y="44123"/>
                    </a:cubicBezTo>
                    <a:cubicBezTo>
                      <a:pt x="11375" y="44223"/>
                      <a:pt x="11075" y="44423"/>
                      <a:pt x="10875" y="44590"/>
                    </a:cubicBezTo>
                    <a:cubicBezTo>
                      <a:pt x="10641" y="44856"/>
                      <a:pt x="10441" y="45157"/>
                      <a:pt x="10274" y="45490"/>
                    </a:cubicBezTo>
                    <a:cubicBezTo>
                      <a:pt x="10208" y="45657"/>
                      <a:pt x="10074" y="45957"/>
                      <a:pt x="10041" y="46191"/>
                    </a:cubicBezTo>
                    <a:lnTo>
                      <a:pt x="9674" y="46191"/>
                    </a:lnTo>
                    <a:cubicBezTo>
                      <a:pt x="9374" y="46224"/>
                      <a:pt x="9040" y="46224"/>
                      <a:pt x="8740" y="46224"/>
                    </a:cubicBezTo>
                    <a:cubicBezTo>
                      <a:pt x="8440" y="46224"/>
                      <a:pt x="8106" y="46257"/>
                      <a:pt x="7806" y="46257"/>
                    </a:cubicBezTo>
                    <a:lnTo>
                      <a:pt x="7506" y="46257"/>
                    </a:lnTo>
                    <a:cubicBezTo>
                      <a:pt x="7506" y="46257"/>
                      <a:pt x="7506" y="46224"/>
                      <a:pt x="7506" y="46224"/>
                    </a:cubicBezTo>
                    <a:cubicBezTo>
                      <a:pt x="7639" y="45991"/>
                      <a:pt x="7739" y="45757"/>
                      <a:pt x="7906" y="45557"/>
                    </a:cubicBezTo>
                    <a:cubicBezTo>
                      <a:pt x="8173" y="45157"/>
                      <a:pt x="8507" y="44856"/>
                      <a:pt x="8873" y="44590"/>
                    </a:cubicBezTo>
                    <a:cubicBezTo>
                      <a:pt x="9438" y="44213"/>
                      <a:pt x="10118" y="44020"/>
                      <a:pt x="10809" y="44020"/>
                    </a:cubicBezTo>
                    <a:close/>
                    <a:moveTo>
                      <a:pt x="45433" y="42321"/>
                    </a:moveTo>
                    <a:cubicBezTo>
                      <a:pt x="45533" y="42822"/>
                      <a:pt x="45633" y="43322"/>
                      <a:pt x="45733" y="43822"/>
                    </a:cubicBezTo>
                    <a:cubicBezTo>
                      <a:pt x="46000" y="45190"/>
                      <a:pt x="46233" y="46591"/>
                      <a:pt x="46534" y="47992"/>
                    </a:cubicBezTo>
                    <a:cubicBezTo>
                      <a:pt x="45733" y="47759"/>
                      <a:pt x="44966" y="47525"/>
                      <a:pt x="44165" y="47258"/>
                    </a:cubicBezTo>
                    <a:cubicBezTo>
                      <a:pt x="44032" y="47225"/>
                      <a:pt x="43898" y="47191"/>
                      <a:pt x="43765" y="47158"/>
                    </a:cubicBezTo>
                    <a:cubicBezTo>
                      <a:pt x="42731" y="46825"/>
                      <a:pt x="41730" y="46524"/>
                      <a:pt x="40696" y="46257"/>
                    </a:cubicBezTo>
                    <a:cubicBezTo>
                      <a:pt x="40529" y="46191"/>
                      <a:pt x="40496" y="46191"/>
                      <a:pt x="40496" y="46024"/>
                    </a:cubicBezTo>
                    <a:cubicBezTo>
                      <a:pt x="40329" y="45257"/>
                      <a:pt x="40062" y="44456"/>
                      <a:pt x="39662" y="43789"/>
                    </a:cubicBezTo>
                    <a:lnTo>
                      <a:pt x="39662" y="43789"/>
                    </a:lnTo>
                    <a:cubicBezTo>
                      <a:pt x="39929" y="43856"/>
                      <a:pt x="40263" y="43856"/>
                      <a:pt x="40496" y="43856"/>
                    </a:cubicBezTo>
                    <a:cubicBezTo>
                      <a:pt x="41030" y="43822"/>
                      <a:pt x="41530" y="43589"/>
                      <a:pt x="42030" y="43455"/>
                    </a:cubicBezTo>
                    <a:cubicBezTo>
                      <a:pt x="42798" y="43222"/>
                      <a:pt x="43532" y="42955"/>
                      <a:pt x="44265" y="42688"/>
                    </a:cubicBezTo>
                    <a:cubicBezTo>
                      <a:pt x="44666" y="42588"/>
                      <a:pt x="45033" y="42455"/>
                      <a:pt x="45433" y="42321"/>
                    </a:cubicBezTo>
                    <a:close/>
                    <a:moveTo>
                      <a:pt x="48635" y="40420"/>
                    </a:moveTo>
                    <a:cubicBezTo>
                      <a:pt x="48669" y="40620"/>
                      <a:pt x="48735" y="40787"/>
                      <a:pt x="48769" y="40987"/>
                    </a:cubicBezTo>
                    <a:cubicBezTo>
                      <a:pt x="48935" y="41721"/>
                      <a:pt x="49102" y="42455"/>
                      <a:pt x="49269" y="43155"/>
                    </a:cubicBezTo>
                    <a:cubicBezTo>
                      <a:pt x="49436" y="43956"/>
                      <a:pt x="49603" y="44756"/>
                      <a:pt x="49769" y="45524"/>
                    </a:cubicBezTo>
                    <a:cubicBezTo>
                      <a:pt x="49869" y="46157"/>
                      <a:pt x="49969" y="46825"/>
                      <a:pt x="50103" y="47458"/>
                    </a:cubicBezTo>
                    <a:cubicBezTo>
                      <a:pt x="49903" y="47492"/>
                      <a:pt x="49669" y="47558"/>
                      <a:pt x="49469" y="47625"/>
                    </a:cubicBezTo>
                    <a:cubicBezTo>
                      <a:pt x="49136" y="47692"/>
                      <a:pt x="48802" y="47759"/>
                      <a:pt x="48435" y="47825"/>
                    </a:cubicBezTo>
                    <a:cubicBezTo>
                      <a:pt x="48101" y="47892"/>
                      <a:pt x="47768" y="47959"/>
                      <a:pt x="47434" y="47992"/>
                    </a:cubicBezTo>
                    <a:cubicBezTo>
                      <a:pt x="47268" y="48025"/>
                      <a:pt x="47134" y="48025"/>
                      <a:pt x="46967" y="48059"/>
                    </a:cubicBezTo>
                    <a:cubicBezTo>
                      <a:pt x="46734" y="46624"/>
                      <a:pt x="46500" y="45157"/>
                      <a:pt x="46200" y="43722"/>
                    </a:cubicBezTo>
                    <a:cubicBezTo>
                      <a:pt x="46067" y="43189"/>
                      <a:pt x="45967" y="42688"/>
                      <a:pt x="45833" y="42155"/>
                    </a:cubicBezTo>
                    <a:cubicBezTo>
                      <a:pt x="45967" y="42088"/>
                      <a:pt x="46100" y="42021"/>
                      <a:pt x="46200" y="41954"/>
                    </a:cubicBezTo>
                    <a:cubicBezTo>
                      <a:pt x="46700" y="41654"/>
                      <a:pt x="47034" y="41187"/>
                      <a:pt x="47368" y="40720"/>
                    </a:cubicBezTo>
                    <a:cubicBezTo>
                      <a:pt x="47768" y="40720"/>
                      <a:pt x="48235" y="40587"/>
                      <a:pt x="48635" y="40420"/>
                    </a:cubicBezTo>
                    <a:close/>
                    <a:moveTo>
                      <a:pt x="12676" y="43989"/>
                    </a:moveTo>
                    <a:lnTo>
                      <a:pt x="12676" y="43989"/>
                    </a:lnTo>
                    <a:cubicBezTo>
                      <a:pt x="12910" y="44056"/>
                      <a:pt x="13143" y="44089"/>
                      <a:pt x="13343" y="44156"/>
                    </a:cubicBezTo>
                    <a:cubicBezTo>
                      <a:pt x="13343" y="44156"/>
                      <a:pt x="13343" y="44189"/>
                      <a:pt x="13377" y="44189"/>
                    </a:cubicBezTo>
                    <a:cubicBezTo>
                      <a:pt x="13343" y="44223"/>
                      <a:pt x="13343" y="44256"/>
                      <a:pt x="13377" y="44256"/>
                    </a:cubicBezTo>
                    <a:cubicBezTo>
                      <a:pt x="13810" y="44590"/>
                      <a:pt x="14477" y="44690"/>
                      <a:pt x="14978" y="44823"/>
                    </a:cubicBezTo>
                    <a:cubicBezTo>
                      <a:pt x="15612" y="44957"/>
                      <a:pt x="16245" y="45090"/>
                      <a:pt x="16879" y="45190"/>
                    </a:cubicBezTo>
                    <a:cubicBezTo>
                      <a:pt x="17447" y="45289"/>
                      <a:pt x="18015" y="45406"/>
                      <a:pt x="18583" y="45406"/>
                    </a:cubicBezTo>
                    <a:cubicBezTo>
                      <a:pt x="18782" y="45406"/>
                      <a:pt x="18982" y="45391"/>
                      <a:pt x="19181" y="45357"/>
                    </a:cubicBezTo>
                    <a:cubicBezTo>
                      <a:pt x="19448" y="45323"/>
                      <a:pt x="19648" y="45223"/>
                      <a:pt x="19815" y="45090"/>
                    </a:cubicBezTo>
                    <a:cubicBezTo>
                      <a:pt x="20115" y="45223"/>
                      <a:pt x="20448" y="45290"/>
                      <a:pt x="20782" y="45323"/>
                    </a:cubicBezTo>
                    <a:cubicBezTo>
                      <a:pt x="20849" y="45857"/>
                      <a:pt x="20915" y="46358"/>
                      <a:pt x="20982" y="46858"/>
                    </a:cubicBezTo>
                    <a:cubicBezTo>
                      <a:pt x="21149" y="48259"/>
                      <a:pt x="21282" y="49660"/>
                      <a:pt x="21449" y="51061"/>
                    </a:cubicBezTo>
                    <a:cubicBezTo>
                      <a:pt x="20682" y="50761"/>
                      <a:pt x="19948" y="50494"/>
                      <a:pt x="19181" y="50194"/>
                    </a:cubicBezTo>
                    <a:cubicBezTo>
                      <a:pt x="19047" y="50127"/>
                      <a:pt x="18914" y="50094"/>
                      <a:pt x="18781" y="50027"/>
                    </a:cubicBezTo>
                    <a:cubicBezTo>
                      <a:pt x="17780" y="49627"/>
                      <a:pt x="16779" y="49226"/>
                      <a:pt x="15778" y="48893"/>
                    </a:cubicBezTo>
                    <a:cubicBezTo>
                      <a:pt x="15612" y="48826"/>
                      <a:pt x="15612" y="48826"/>
                      <a:pt x="15578" y="48659"/>
                    </a:cubicBezTo>
                    <a:cubicBezTo>
                      <a:pt x="15478" y="47658"/>
                      <a:pt x="15178" y="46624"/>
                      <a:pt x="14611" y="45790"/>
                    </a:cubicBezTo>
                    <a:cubicBezTo>
                      <a:pt x="14144" y="45023"/>
                      <a:pt x="13477" y="44389"/>
                      <a:pt x="12676" y="43989"/>
                    </a:cubicBezTo>
                    <a:close/>
                    <a:moveTo>
                      <a:pt x="21249" y="45424"/>
                    </a:moveTo>
                    <a:cubicBezTo>
                      <a:pt x="21482" y="45424"/>
                      <a:pt x="21716" y="45457"/>
                      <a:pt x="21916" y="45490"/>
                    </a:cubicBezTo>
                    <a:cubicBezTo>
                      <a:pt x="22717" y="45590"/>
                      <a:pt x="23517" y="45657"/>
                      <a:pt x="24284" y="45690"/>
                    </a:cubicBezTo>
                    <a:lnTo>
                      <a:pt x="24451" y="45690"/>
                    </a:lnTo>
                    <a:cubicBezTo>
                      <a:pt x="24485" y="45957"/>
                      <a:pt x="24518" y="46224"/>
                      <a:pt x="24551" y="46491"/>
                    </a:cubicBezTo>
                    <a:cubicBezTo>
                      <a:pt x="24685" y="47292"/>
                      <a:pt x="24785" y="48092"/>
                      <a:pt x="24885" y="48893"/>
                    </a:cubicBezTo>
                    <a:cubicBezTo>
                      <a:pt x="24952" y="49526"/>
                      <a:pt x="24985" y="50194"/>
                      <a:pt x="25085" y="50827"/>
                    </a:cubicBezTo>
                    <a:cubicBezTo>
                      <a:pt x="24852" y="50861"/>
                      <a:pt x="24618" y="50894"/>
                      <a:pt x="24418" y="50927"/>
                    </a:cubicBezTo>
                    <a:cubicBezTo>
                      <a:pt x="24084" y="50994"/>
                      <a:pt x="23717" y="51028"/>
                      <a:pt x="23384" y="51061"/>
                    </a:cubicBezTo>
                    <a:cubicBezTo>
                      <a:pt x="23050" y="51094"/>
                      <a:pt x="22717" y="51128"/>
                      <a:pt x="22350" y="51161"/>
                    </a:cubicBezTo>
                    <a:cubicBezTo>
                      <a:pt x="22216" y="51161"/>
                      <a:pt x="22050" y="51161"/>
                      <a:pt x="21916" y="51194"/>
                    </a:cubicBezTo>
                    <a:cubicBezTo>
                      <a:pt x="21783" y="49727"/>
                      <a:pt x="21649" y="48259"/>
                      <a:pt x="21449" y="46791"/>
                    </a:cubicBezTo>
                    <a:cubicBezTo>
                      <a:pt x="21382" y="46324"/>
                      <a:pt x="21316" y="45857"/>
                      <a:pt x="21249" y="45424"/>
                    </a:cubicBezTo>
                    <a:close/>
                    <a:moveTo>
                      <a:pt x="27499" y="0"/>
                    </a:moveTo>
                    <a:cubicBezTo>
                      <a:pt x="23571" y="0"/>
                      <a:pt x="19640" y="550"/>
                      <a:pt x="15845" y="1659"/>
                    </a:cubicBezTo>
                    <a:cubicBezTo>
                      <a:pt x="15665" y="1599"/>
                      <a:pt x="15437" y="1587"/>
                      <a:pt x="15233" y="1587"/>
                    </a:cubicBezTo>
                    <a:cubicBezTo>
                      <a:pt x="15097" y="1587"/>
                      <a:pt x="14971" y="1592"/>
                      <a:pt x="14878" y="1592"/>
                    </a:cubicBezTo>
                    <a:cubicBezTo>
                      <a:pt x="14311" y="1659"/>
                      <a:pt x="13744" y="1759"/>
                      <a:pt x="13210" y="1892"/>
                    </a:cubicBezTo>
                    <a:cubicBezTo>
                      <a:pt x="12076" y="2193"/>
                      <a:pt x="10942" y="2559"/>
                      <a:pt x="10008" y="3260"/>
                    </a:cubicBezTo>
                    <a:cubicBezTo>
                      <a:pt x="9941" y="3293"/>
                      <a:pt x="9908" y="3360"/>
                      <a:pt x="9908" y="3427"/>
                    </a:cubicBezTo>
                    <a:cubicBezTo>
                      <a:pt x="9807" y="3460"/>
                      <a:pt x="9741" y="3493"/>
                      <a:pt x="9674" y="3493"/>
                    </a:cubicBezTo>
                    <a:cubicBezTo>
                      <a:pt x="9274" y="3627"/>
                      <a:pt x="8873" y="3760"/>
                      <a:pt x="8473" y="3927"/>
                    </a:cubicBezTo>
                    <a:cubicBezTo>
                      <a:pt x="7739" y="4261"/>
                      <a:pt x="7039" y="4694"/>
                      <a:pt x="6372" y="5161"/>
                    </a:cubicBezTo>
                    <a:cubicBezTo>
                      <a:pt x="5238" y="6029"/>
                      <a:pt x="4137" y="7096"/>
                      <a:pt x="3536" y="8397"/>
                    </a:cubicBezTo>
                    <a:cubicBezTo>
                      <a:pt x="3003" y="9164"/>
                      <a:pt x="2536" y="10098"/>
                      <a:pt x="2102" y="11166"/>
                    </a:cubicBezTo>
                    <a:cubicBezTo>
                      <a:pt x="668" y="14735"/>
                      <a:pt x="0" y="19372"/>
                      <a:pt x="234" y="24275"/>
                    </a:cubicBezTo>
                    <a:cubicBezTo>
                      <a:pt x="434" y="29179"/>
                      <a:pt x="1502" y="33782"/>
                      <a:pt x="3236" y="37184"/>
                    </a:cubicBezTo>
                    <a:cubicBezTo>
                      <a:pt x="3703" y="38118"/>
                      <a:pt x="4203" y="38919"/>
                      <a:pt x="4737" y="39619"/>
                    </a:cubicBezTo>
                    <a:cubicBezTo>
                      <a:pt x="4604" y="39886"/>
                      <a:pt x="4570" y="40220"/>
                      <a:pt x="4504" y="40487"/>
                    </a:cubicBezTo>
                    <a:cubicBezTo>
                      <a:pt x="4370" y="40987"/>
                      <a:pt x="4237" y="41454"/>
                      <a:pt x="4103" y="41954"/>
                    </a:cubicBezTo>
                    <a:cubicBezTo>
                      <a:pt x="3870" y="42922"/>
                      <a:pt x="3603" y="43922"/>
                      <a:pt x="3370" y="44890"/>
                    </a:cubicBezTo>
                    <a:cubicBezTo>
                      <a:pt x="3336" y="44923"/>
                      <a:pt x="3336" y="44923"/>
                      <a:pt x="3336" y="44957"/>
                    </a:cubicBezTo>
                    <a:cubicBezTo>
                      <a:pt x="3336" y="44957"/>
                      <a:pt x="3336" y="44957"/>
                      <a:pt x="3336" y="44990"/>
                    </a:cubicBezTo>
                    <a:cubicBezTo>
                      <a:pt x="3303" y="45123"/>
                      <a:pt x="3403" y="45190"/>
                      <a:pt x="3503" y="45223"/>
                    </a:cubicBezTo>
                    <a:cubicBezTo>
                      <a:pt x="3703" y="45323"/>
                      <a:pt x="3937" y="45390"/>
                      <a:pt x="4137" y="45490"/>
                    </a:cubicBezTo>
                    <a:cubicBezTo>
                      <a:pt x="4504" y="45657"/>
                      <a:pt x="4871" y="45790"/>
                      <a:pt x="5238" y="45957"/>
                    </a:cubicBezTo>
                    <a:cubicBezTo>
                      <a:pt x="5504" y="46057"/>
                      <a:pt x="5771" y="46191"/>
                      <a:pt x="6071" y="46291"/>
                    </a:cubicBezTo>
                    <a:cubicBezTo>
                      <a:pt x="6305" y="46391"/>
                      <a:pt x="6538" y="46524"/>
                      <a:pt x="6805" y="46624"/>
                    </a:cubicBezTo>
                    <a:cubicBezTo>
                      <a:pt x="7172" y="46758"/>
                      <a:pt x="7539" y="46758"/>
                      <a:pt x="7906" y="46758"/>
                    </a:cubicBezTo>
                    <a:cubicBezTo>
                      <a:pt x="8306" y="46724"/>
                      <a:pt x="8707" y="46724"/>
                      <a:pt x="9107" y="46724"/>
                    </a:cubicBezTo>
                    <a:lnTo>
                      <a:pt x="9841" y="46724"/>
                    </a:lnTo>
                    <a:cubicBezTo>
                      <a:pt x="9895" y="46724"/>
                      <a:pt x="9948" y="46726"/>
                      <a:pt x="9998" y="46726"/>
                    </a:cubicBezTo>
                    <a:cubicBezTo>
                      <a:pt x="10223" y="46726"/>
                      <a:pt x="10399" y="46703"/>
                      <a:pt x="10508" y="46458"/>
                    </a:cubicBezTo>
                    <a:cubicBezTo>
                      <a:pt x="10541" y="46257"/>
                      <a:pt x="10575" y="46057"/>
                      <a:pt x="10608" y="45857"/>
                    </a:cubicBezTo>
                    <a:cubicBezTo>
                      <a:pt x="10675" y="45690"/>
                      <a:pt x="10741" y="45557"/>
                      <a:pt x="10808" y="45424"/>
                    </a:cubicBezTo>
                    <a:cubicBezTo>
                      <a:pt x="10975" y="45123"/>
                      <a:pt x="11208" y="44856"/>
                      <a:pt x="11509" y="44690"/>
                    </a:cubicBezTo>
                    <a:cubicBezTo>
                      <a:pt x="11809" y="44490"/>
                      <a:pt x="12109" y="44456"/>
                      <a:pt x="12443" y="44389"/>
                    </a:cubicBezTo>
                    <a:cubicBezTo>
                      <a:pt x="13210" y="44790"/>
                      <a:pt x="13877" y="45424"/>
                      <a:pt x="14311" y="46191"/>
                    </a:cubicBezTo>
                    <a:cubicBezTo>
                      <a:pt x="14578" y="46658"/>
                      <a:pt x="14811" y="47158"/>
                      <a:pt x="14944" y="47692"/>
                    </a:cubicBezTo>
                    <a:cubicBezTo>
                      <a:pt x="14978" y="47925"/>
                      <a:pt x="15011" y="48226"/>
                      <a:pt x="15045" y="48492"/>
                    </a:cubicBezTo>
                    <a:cubicBezTo>
                      <a:pt x="15045" y="48592"/>
                      <a:pt x="15078" y="48726"/>
                      <a:pt x="15078" y="48826"/>
                    </a:cubicBezTo>
                    <a:cubicBezTo>
                      <a:pt x="15111" y="49026"/>
                      <a:pt x="15178" y="49126"/>
                      <a:pt x="15378" y="49226"/>
                    </a:cubicBezTo>
                    <a:lnTo>
                      <a:pt x="15411" y="49226"/>
                    </a:lnTo>
                    <a:cubicBezTo>
                      <a:pt x="15445" y="49260"/>
                      <a:pt x="15478" y="49260"/>
                      <a:pt x="15545" y="49293"/>
                    </a:cubicBezTo>
                    <a:cubicBezTo>
                      <a:pt x="16079" y="49526"/>
                      <a:pt x="16612" y="49727"/>
                      <a:pt x="17179" y="49927"/>
                    </a:cubicBezTo>
                    <a:cubicBezTo>
                      <a:pt x="17746" y="50160"/>
                      <a:pt x="18314" y="50360"/>
                      <a:pt x="18881" y="50594"/>
                    </a:cubicBezTo>
                    <a:cubicBezTo>
                      <a:pt x="18947" y="50627"/>
                      <a:pt x="19047" y="50661"/>
                      <a:pt x="19114" y="50694"/>
                    </a:cubicBezTo>
                    <a:cubicBezTo>
                      <a:pt x="19147" y="50694"/>
                      <a:pt x="19181" y="50727"/>
                      <a:pt x="19248" y="50727"/>
                    </a:cubicBezTo>
                    <a:cubicBezTo>
                      <a:pt x="19648" y="50894"/>
                      <a:pt x="20048" y="51061"/>
                      <a:pt x="20482" y="51194"/>
                    </a:cubicBezTo>
                    <a:cubicBezTo>
                      <a:pt x="20682" y="51294"/>
                      <a:pt x="20882" y="51361"/>
                      <a:pt x="21116" y="51461"/>
                    </a:cubicBezTo>
                    <a:cubicBezTo>
                      <a:pt x="21282" y="51528"/>
                      <a:pt x="21482" y="51628"/>
                      <a:pt x="21649" y="51661"/>
                    </a:cubicBezTo>
                    <a:cubicBezTo>
                      <a:pt x="21733" y="51678"/>
                      <a:pt x="21808" y="51686"/>
                      <a:pt x="21879" y="51686"/>
                    </a:cubicBezTo>
                    <a:cubicBezTo>
                      <a:pt x="21949" y="51686"/>
                      <a:pt x="22016" y="51678"/>
                      <a:pt x="22083" y="51661"/>
                    </a:cubicBezTo>
                    <a:cubicBezTo>
                      <a:pt x="22283" y="51661"/>
                      <a:pt x="22450" y="51628"/>
                      <a:pt x="22617" y="51595"/>
                    </a:cubicBezTo>
                    <a:cubicBezTo>
                      <a:pt x="23117" y="51561"/>
                      <a:pt x="23617" y="51528"/>
                      <a:pt x="24118" y="51461"/>
                    </a:cubicBezTo>
                    <a:cubicBezTo>
                      <a:pt x="24418" y="51428"/>
                      <a:pt x="24685" y="51361"/>
                      <a:pt x="24985" y="51328"/>
                    </a:cubicBezTo>
                    <a:cubicBezTo>
                      <a:pt x="25152" y="51294"/>
                      <a:pt x="25519" y="51261"/>
                      <a:pt x="25585" y="51061"/>
                    </a:cubicBezTo>
                    <a:cubicBezTo>
                      <a:pt x="25619" y="50994"/>
                      <a:pt x="25585" y="50927"/>
                      <a:pt x="25585" y="50861"/>
                    </a:cubicBezTo>
                    <a:cubicBezTo>
                      <a:pt x="25585" y="50727"/>
                      <a:pt x="25552" y="50594"/>
                      <a:pt x="25519" y="50460"/>
                    </a:cubicBezTo>
                    <a:cubicBezTo>
                      <a:pt x="25352" y="49160"/>
                      <a:pt x="25185" y="47859"/>
                      <a:pt x="25018" y="46524"/>
                    </a:cubicBezTo>
                    <a:cubicBezTo>
                      <a:pt x="24952" y="46257"/>
                      <a:pt x="24918" y="45991"/>
                      <a:pt x="24885" y="45724"/>
                    </a:cubicBezTo>
                    <a:lnTo>
                      <a:pt x="24885" y="45724"/>
                    </a:lnTo>
                    <a:cubicBezTo>
                      <a:pt x="25134" y="45730"/>
                      <a:pt x="25383" y="45733"/>
                      <a:pt x="25632" y="45733"/>
                    </a:cubicBezTo>
                    <a:cubicBezTo>
                      <a:pt x="28051" y="45733"/>
                      <a:pt x="30465" y="45447"/>
                      <a:pt x="32824" y="45023"/>
                    </a:cubicBezTo>
                    <a:cubicBezTo>
                      <a:pt x="34859" y="44623"/>
                      <a:pt x="36927" y="44156"/>
                      <a:pt x="38962" y="43589"/>
                    </a:cubicBezTo>
                    <a:cubicBezTo>
                      <a:pt x="38995" y="43622"/>
                      <a:pt x="38995" y="43622"/>
                      <a:pt x="39028" y="43656"/>
                    </a:cubicBezTo>
                    <a:cubicBezTo>
                      <a:pt x="39329" y="44089"/>
                      <a:pt x="39595" y="44590"/>
                      <a:pt x="39762" y="45123"/>
                    </a:cubicBezTo>
                    <a:cubicBezTo>
                      <a:pt x="39829" y="45357"/>
                      <a:pt x="39862" y="45657"/>
                      <a:pt x="39929" y="45924"/>
                    </a:cubicBezTo>
                    <a:cubicBezTo>
                      <a:pt x="39962" y="46024"/>
                      <a:pt x="39962" y="46124"/>
                      <a:pt x="39996" y="46224"/>
                    </a:cubicBezTo>
                    <a:cubicBezTo>
                      <a:pt x="40029" y="46458"/>
                      <a:pt x="40129" y="46524"/>
                      <a:pt x="40329" y="46624"/>
                    </a:cubicBezTo>
                    <a:lnTo>
                      <a:pt x="40363" y="46624"/>
                    </a:lnTo>
                    <a:cubicBezTo>
                      <a:pt x="40396" y="46624"/>
                      <a:pt x="40429" y="46658"/>
                      <a:pt x="40496" y="46658"/>
                    </a:cubicBezTo>
                    <a:cubicBezTo>
                      <a:pt x="41030" y="46858"/>
                      <a:pt x="41597" y="46991"/>
                      <a:pt x="42164" y="47158"/>
                    </a:cubicBezTo>
                    <a:cubicBezTo>
                      <a:pt x="42764" y="47358"/>
                      <a:pt x="43331" y="47525"/>
                      <a:pt x="43932" y="47692"/>
                    </a:cubicBezTo>
                    <a:cubicBezTo>
                      <a:pt x="43999" y="47725"/>
                      <a:pt x="44065" y="47759"/>
                      <a:pt x="44165" y="47792"/>
                    </a:cubicBezTo>
                    <a:cubicBezTo>
                      <a:pt x="44199" y="47792"/>
                      <a:pt x="44232" y="47792"/>
                      <a:pt x="44265" y="47825"/>
                    </a:cubicBezTo>
                    <a:cubicBezTo>
                      <a:pt x="44699" y="47959"/>
                      <a:pt x="45133" y="48059"/>
                      <a:pt x="45566" y="48192"/>
                    </a:cubicBezTo>
                    <a:cubicBezTo>
                      <a:pt x="45766" y="48259"/>
                      <a:pt x="46000" y="48326"/>
                      <a:pt x="46200" y="48392"/>
                    </a:cubicBezTo>
                    <a:cubicBezTo>
                      <a:pt x="46400" y="48459"/>
                      <a:pt x="46567" y="48526"/>
                      <a:pt x="46767" y="48559"/>
                    </a:cubicBezTo>
                    <a:cubicBezTo>
                      <a:pt x="46934" y="48559"/>
                      <a:pt x="47067" y="48559"/>
                      <a:pt x="47201" y="48526"/>
                    </a:cubicBezTo>
                    <a:cubicBezTo>
                      <a:pt x="47401" y="48492"/>
                      <a:pt x="47568" y="48459"/>
                      <a:pt x="47735" y="48426"/>
                    </a:cubicBezTo>
                    <a:cubicBezTo>
                      <a:pt x="48235" y="48359"/>
                      <a:pt x="48735" y="48259"/>
                      <a:pt x="49202" y="48159"/>
                    </a:cubicBezTo>
                    <a:cubicBezTo>
                      <a:pt x="49502" y="48092"/>
                      <a:pt x="49769" y="48025"/>
                      <a:pt x="50036" y="47959"/>
                    </a:cubicBezTo>
                    <a:cubicBezTo>
                      <a:pt x="50203" y="47925"/>
                      <a:pt x="50603" y="47859"/>
                      <a:pt x="50637" y="47658"/>
                    </a:cubicBezTo>
                    <a:cubicBezTo>
                      <a:pt x="50670" y="47592"/>
                      <a:pt x="50637" y="47525"/>
                      <a:pt x="50637" y="47458"/>
                    </a:cubicBezTo>
                    <a:cubicBezTo>
                      <a:pt x="50603" y="47325"/>
                      <a:pt x="50570" y="47191"/>
                      <a:pt x="50537" y="47058"/>
                    </a:cubicBezTo>
                    <a:cubicBezTo>
                      <a:pt x="50270" y="45790"/>
                      <a:pt x="50003" y="44490"/>
                      <a:pt x="49703" y="43189"/>
                    </a:cubicBezTo>
                    <a:cubicBezTo>
                      <a:pt x="49536" y="42421"/>
                      <a:pt x="49369" y="41687"/>
                      <a:pt x="49202" y="40920"/>
                    </a:cubicBezTo>
                    <a:cubicBezTo>
                      <a:pt x="49136" y="40720"/>
                      <a:pt x="49102" y="40487"/>
                      <a:pt x="49035" y="40286"/>
                    </a:cubicBezTo>
                    <a:cubicBezTo>
                      <a:pt x="49202" y="40220"/>
                      <a:pt x="49336" y="40153"/>
                      <a:pt x="49469" y="40086"/>
                    </a:cubicBezTo>
                    <a:cubicBezTo>
                      <a:pt x="49502" y="40053"/>
                      <a:pt x="49502" y="40053"/>
                      <a:pt x="49502" y="40053"/>
                    </a:cubicBezTo>
                    <a:cubicBezTo>
                      <a:pt x="50937" y="39186"/>
                      <a:pt x="52171" y="37451"/>
                      <a:pt x="53172" y="35016"/>
                    </a:cubicBezTo>
                    <a:cubicBezTo>
                      <a:pt x="54573" y="31480"/>
                      <a:pt x="55240" y="26844"/>
                      <a:pt x="55040" y="21907"/>
                    </a:cubicBezTo>
                    <a:cubicBezTo>
                      <a:pt x="54906" y="18738"/>
                      <a:pt x="54406" y="15702"/>
                      <a:pt x="53605" y="13034"/>
                    </a:cubicBezTo>
                    <a:cubicBezTo>
                      <a:pt x="53605" y="13000"/>
                      <a:pt x="53605" y="12967"/>
                      <a:pt x="53572" y="12934"/>
                    </a:cubicBezTo>
                    <a:cubicBezTo>
                      <a:pt x="53138" y="11533"/>
                      <a:pt x="52638" y="10198"/>
                      <a:pt x="52038" y="9031"/>
                    </a:cubicBezTo>
                    <a:cubicBezTo>
                      <a:pt x="50570" y="6129"/>
                      <a:pt x="48769" y="4361"/>
                      <a:pt x="46901" y="3927"/>
                    </a:cubicBezTo>
                    <a:cubicBezTo>
                      <a:pt x="46567" y="3827"/>
                      <a:pt x="46233" y="3727"/>
                      <a:pt x="45900" y="3627"/>
                    </a:cubicBezTo>
                    <a:cubicBezTo>
                      <a:pt x="45733" y="3594"/>
                      <a:pt x="45566" y="3527"/>
                      <a:pt x="45400" y="3527"/>
                    </a:cubicBezTo>
                    <a:cubicBezTo>
                      <a:pt x="44933" y="2960"/>
                      <a:pt x="44365" y="2393"/>
                      <a:pt x="43765" y="2092"/>
                    </a:cubicBezTo>
                    <a:cubicBezTo>
                      <a:pt x="43231" y="1826"/>
                      <a:pt x="42664" y="1659"/>
                      <a:pt x="42064" y="1492"/>
                    </a:cubicBezTo>
                    <a:cubicBezTo>
                      <a:pt x="41230" y="1259"/>
                      <a:pt x="40396" y="1025"/>
                      <a:pt x="39529" y="892"/>
                    </a:cubicBezTo>
                    <a:cubicBezTo>
                      <a:pt x="39362" y="858"/>
                      <a:pt x="39162" y="825"/>
                      <a:pt x="38995" y="792"/>
                    </a:cubicBezTo>
                    <a:cubicBezTo>
                      <a:pt x="38745" y="738"/>
                      <a:pt x="38486" y="704"/>
                      <a:pt x="38227" y="704"/>
                    </a:cubicBezTo>
                    <a:cubicBezTo>
                      <a:pt x="38002" y="704"/>
                      <a:pt x="37778" y="730"/>
                      <a:pt x="37561" y="792"/>
                    </a:cubicBezTo>
                    <a:cubicBezTo>
                      <a:pt x="37461" y="825"/>
                      <a:pt x="37327" y="858"/>
                      <a:pt x="37227" y="892"/>
                    </a:cubicBezTo>
                    <a:cubicBezTo>
                      <a:pt x="37227" y="925"/>
                      <a:pt x="37027" y="1125"/>
                      <a:pt x="37027" y="1125"/>
                    </a:cubicBezTo>
                    <a:cubicBezTo>
                      <a:pt x="36927" y="1092"/>
                      <a:pt x="36827" y="1058"/>
                      <a:pt x="36727" y="1058"/>
                    </a:cubicBezTo>
                    <a:cubicBezTo>
                      <a:pt x="35859" y="858"/>
                      <a:pt x="34992" y="658"/>
                      <a:pt x="34125" y="525"/>
                    </a:cubicBezTo>
                    <a:cubicBezTo>
                      <a:pt x="31934" y="176"/>
                      <a:pt x="29717" y="0"/>
                      <a:pt x="274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7" name="Google Shape;12797;p39"/>
              <p:cNvSpPr/>
              <p:nvPr/>
            </p:nvSpPr>
            <p:spPr>
              <a:xfrm>
                <a:off x="6353375" y="3033850"/>
                <a:ext cx="44225" cy="38800"/>
              </a:xfrm>
              <a:custGeom>
                <a:rect b="b" l="l" r="r" t="t"/>
                <a:pathLst>
                  <a:path extrusionOk="0" h="1552" w="1769">
                    <a:moveTo>
                      <a:pt x="735" y="388"/>
                    </a:moveTo>
                    <a:cubicBezTo>
                      <a:pt x="868" y="388"/>
                      <a:pt x="968" y="388"/>
                      <a:pt x="1068" y="488"/>
                    </a:cubicBezTo>
                    <a:cubicBezTo>
                      <a:pt x="1235" y="655"/>
                      <a:pt x="1202" y="988"/>
                      <a:pt x="968" y="1089"/>
                    </a:cubicBezTo>
                    <a:cubicBezTo>
                      <a:pt x="916" y="1111"/>
                      <a:pt x="860" y="1122"/>
                      <a:pt x="805" y="1122"/>
                    </a:cubicBezTo>
                    <a:cubicBezTo>
                      <a:pt x="615" y="1122"/>
                      <a:pt x="435" y="995"/>
                      <a:pt x="435" y="788"/>
                    </a:cubicBezTo>
                    <a:cubicBezTo>
                      <a:pt x="435" y="622"/>
                      <a:pt x="601" y="488"/>
                      <a:pt x="735" y="388"/>
                    </a:cubicBezTo>
                    <a:close/>
                    <a:moveTo>
                      <a:pt x="812" y="1"/>
                    </a:moveTo>
                    <a:cubicBezTo>
                      <a:pt x="750" y="1"/>
                      <a:pt x="690" y="7"/>
                      <a:pt x="635" y="21"/>
                    </a:cubicBezTo>
                    <a:cubicBezTo>
                      <a:pt x="501" y="21"/>
                      <a:pt x="368" y="121"/>
                      <a:pt x="268" y="221"/>
                    </a:cubicBezTo>
                    <a:cubicBezTo>
                      <a:pt x="101" y="388"/>
                      <a:pt x="1" y="622"/>
                      <a:pt x="1" y="855"/>
                    </a:cubicBezTo>
                    <a:cubicBezTo>
                      <a:pt x="54" y="1276"/>
                      <a:pt x="438" y="1551"/>
                      <a:pt x="826" y="1551"/>
                    </a:cubicBezTo>
                    <a:cubicBezTo>
                      <a:pt x="931" y="1551"/>
                      <a:pt x="1036" y="1531"/>
                      <a:pt x="1135" y="1489"/>
                    </a:cubicBezTo>
                    <a:cubicBezTo>
                      <a:pt x="1635" y="1255"/>
                      <a:pt x="1769" y="655"/>
                      <a:pt x="1435" y="255"/>
                    </a:cubicBezTo>
                    <a:cubicBezTo>
                      <a:pt x="1303" y="96"/>
                      <a:pt x="1046" y="1"/>
                      <a:pt x="8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8" name="Google Shape;12798;p39"/>
              <p:cNvSpPr/>
              <p:nvPr/>
            </p:nvSpPr>
            <p:spPr>
              <a:xfrm>
                <a:off x="6359225" y="2842875"/>
                <a:ext cx="44225" cy="38075"/>
              </a:xfrm>
              <a:custGeom>
                <a:rect b="b" l="l" r="r" t="t"/>
                <a:pathLst>
                  <a:path extrusionOk="0" h="1523" w="1769">
                    <a:moveTo>
                      <a:pt x="843" y="376"/>
                    </a:moveTo>
                    <a:cubicBezTo>
                      <a:pt x="920" y="376"/>
                      <a:pt x="1001" y="413"/>
                      <a:pt x="1101" y="488"/>
                    </a:cubicBezTo>
                    <a:cubicBezTo>
                      <a:pt x="1268" y="655"/>
                      <a:pt x="1235" y="955"/>
                      <a:pt x="1001" y="1089"/>
                    </a:cubicBezTo>
                    <a:cubicBezTo>
                      <a:pt x="949" y="1111"/>
                      <a:pt x="893" y="1122"/>
                      <a:pt x="837" y="1122"/>
                    </a:cubicBezTo>
                    <a:cubicBezTo>
                      <a:pt x="648" y="1122"/>
                      <a:pt x="467" y="995"/>
                      <a:pt x="467" y="789"/>
                    </a:cubicBezTo>
                    <a:cubicBezTo>
                      <a:pt x="467" y="622"/>
                      <a:pt x="601" y="488"/>
                      <a:pt x="768" y="388"/>
                    </a:cubicBezTo>
                    <a:cubicBezTo>
                      <a:pt x="793" y="380"/>
                      <a:pt x="818" y="376"/>
                      <a:pt x="843" y="376"/>
                    </a:cubicBezTo>
                    <a:close/>
                    <a:moveTo>
                      <a:pt x="828" y="1"/>
                    </a:moveTo>
                    <a:cubicBezTo>
                      <a:pt x="762" y="1"/>
                      <a:pt x="697" y="7"/>
                      <a:pt x="634" y="21"/>
                    </a:cubicBezTo>
                    <a:cubicBezTo>
                      <a:pt x="501" y="21"/>
                      <a:pt x="401" y="88"/>
                      <a:pt x="267" y="221"/>
                    </a:cubicBezTo>
                    <a:cubicBezTo>
                      <a:pt x="101" y="388"/>
                      <a:pt x="0" y="622"/>
                      <a:pt x="34" y="855"/>
                    </a:cubicBezTo>
                    <a:cubicBezTo>
                      <a:pt x="60" y="1269"/>
                      <a:pt x="426" y="1522"/>
                      <a:pt x="822" y="1522"/>
                    </a:cubicBezTo>
                    <a:cubicBezTo>
                      <a:pt x="938" y="1522"/>
                      <a:pt x="1055" y="1501"/>
                      <a:pt x="1168" y="1456"/>
                    </a:cubicBezTo>
                    <a:cubicBezTo>
                      <a:pt x="1635" y="1256"/>
                      <a:pt x="1768" y="655"/>
                      <a:pt x="1435" y="255"/>
                    </a:cubicBezTo>
                    <a:cubicBezTo>
                      <a:pt x="1329" y="96"/>
                      <a:pt x="1077" y="1"/>
                      <a:pt x="8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9" name="Google Shape;12799;p39"/>
              <p:cNvSpPr/>
              <p:nvPr/>
            </p:nvSpPr>
            <p:spPr>
              <a:xfrm>
                <a:off x="6329200" y="2656925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848" y="375"/>
                    </a:moveTo>
                    <a:cubicBezTo>
                      <a:pt x="933" y="375"/>
                      <a:pt x="1026" y="413"/>
                      <a:pt x="1101" y="488"/>
                    </a:cubicBezTo>
                    <a:cubicBezTo>
                      <a:pt x="1268" y="654"/>
                      <a:pt x="1235" y="955"/>
                      <a:pt x="1001" y="1088"/>
                    </a:cubicBezTo>
                    <a:cubicBezTo>
                      <a:pt x="949" y="1111"/>
                      <a:pt x="893" y="1121"/>
                      <a:pt x="838" y="1121"/>
                    </a:cubicBezTo>
                    <a:cubicBezTo>
                      <a:pt x="648" y="1121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ubicBezTo>
                      <a:pt x="793" y="379"/>
                      <a:pt x="820" y="375"/>
                      <a:pt x="848" y="375"/>
                    </a:cubicBezTo>
                    <a:close/>
                    <a:moveTo>
                      <a:pt x="829" y="0"/>
                    </a:moveTo>
                    <a:cubicBezTo>
                      <a:pt x="763" y="0"/>
                      <a:pt x="697" y="7"/>
                      <a:pt x="634" y="21"/>
                    </a:cubicBezTo>
                    <a:cubicBezTo>
                      <a:pt x="501" y="21"/>
                      <a:pt x="401" y="87"/>
                      <a:pt x="267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60" y="1268"/>
                      <a:pt x="426" y="1521"/>
                      <a:pt x="823" y="1521"/>
                    </a:cubicBezTo>
                    <a:cubicBezTo>
                      <a:pt x="938" y="1521"/>
                      <a:pt x="1055" y="1500"/>
                      <a:pt x="1168" y="1455"/>
                    </a:cubicBezTo>
                    <a:cubicBezTo>
                      <a:pt x="1635" y="1255"/>
                      <a:pt x="1769" y="654"/>
                      <a:pt x="1468" y="254"/>
                    </a:cubicBezTo>
                    <a:cubicBezTo>
                      <a:pt x="1336" y="96"/>
                      <a:pt x="1079" y="0"/>
                      <a:pt x="8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0" name="Google Shape;12800;p39"/>
              <p:cNvSpPr/>
              <p:nvPr/>
            </p:nvSpPr>
            <p:spPr>
              <a:xfrm>
                <a:off x="6256650" y="2486800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768" y="388"/>
                    </a:moveTo>
                    <a:cubicBezTo>
                      <a:pt x="868" y="388"/>
                      <a:pt x="968" y="388"/>
                      <a:pt x="1101" y="488"/>
                    </a:cubicBezTo>
                    <a:cubicBezTo>
                      <a:pt x="1268" y="655"/>
                      <a:pt x="1235" y="955"/>
                      <a:pt x="1001" y="1088"/>
                    </a:cubicBezTo>
                    <a:cubicBezTo>
                      <a:pt x="949" y="1111"/>
                      <a:pt x="893" y="1121"/>
                      <a:pt x="838" y="1121"/>
                    </a:cubicBezTo>
                    <a:cubicBezTo>
                      <a:pt x="648" y="1121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lose/>
                    <a:moveTo>
                      <a:pt x="825" y="0"/>
                    </a:moveTo>
                    <a:cubicBezTo>
                      <a:pt x="761" y="0"/>
                      <a:pt x="697" y="7"/>
                      <a:pt x="634" y="21"/>
                    </a:cubicBezTo>
                    <a:cubicBezTo>
                      <a:pt x="501" y="21"/>
                      <a:pt x="401" y="88"/>
                      <a:pt x="267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60" y="1268"/>
                      <a:pt x="426" y="1522"/>
                      <a:pt x="807" y="1522"/>
                    </a:cubicBezTo>
                    <a:cubicBezTo>
                      <a:pt x="918" y="1522"/>
                      <a:pt x="1030" y="1500"/>
                      <a:pt x="1135" y="1455"/>
                    </a:cubicBezTo>
                    <a:cubicBezTo>
                      <a:pt x="1635" y="1255"/>
                      <a:pt x="1768" y="655"/>
                      <a:pt x="1435" y="254"/>
                    </a:cubicBezTo>
                    <a:cubicBezTo>
                      <a:pt x="1303" y="96"/>
                      <a:pt x="1066" y="0"/>
                      <a:pt x="8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1" name="Google Shape;12801;p39"/>
              <p:cNvSpPr/>
              <p:nvPr/>
            </p:nvSpPr>
            <p:spPr>
              <a:xfrm>
                <a:off x="6311700" y="3223150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848" y="376"/>
                    </a:moveTo>
                    <a:cubicBezTo>
                      <a:pt x="932" y="376"/>
                      <a:pt x="1026" y="413"/>
                      <a:pt x="1101" y="488"/>
                    </a:cubicBezTo>
                    <a:cubicBezTo>
                      <a:pt x="1268" y="655"/>
                      <a:pt x="1234" y="955"/>
                      <a:pt x="1001" y="1055"/>
                    </a:cubicBezTo>
                    <a:cubicBezTo>
                      <a:pt x="938" y="1091"/>
                      <a:pt x="871" y="1108"/>
                      <a:pt x="806" y="1108"/>
                    </a:cubicBezTo>
                    <a:cubicBezTo>
                      <a:pt x="628" y="1108"/>
                      <a:pt x="467" y="984"/>
                      <a:pt x="467" y="788"/>
                    </a:cubicBezTo>
                    <a:cubicBezTo>
                      <a:pt x="467" y="588"/>
                      <a:pt x="601" y="488"/>
                      <a:pt x="767" y="388"/>
                    </a:cubicBezTo>
                    <a:cubicBezTo>
                      <a:pt x="792" y="380"/>
                      <a:pt x="819" y="376"/>
                      <a:pt x="848" y="376"/>
                    </a:cubicBezTo>
                    <a:close/>
                    <a:moveTo>
                      <a:pt x="845" y="1"/>
                    </a:moveTo>
                    <a:cubicBezTo>
                      <a:pt x="783" y="1"/>
                      <a:pt x="723" y="7"/>
                      <a:pt x="667" y="21"/>
                    </a:cubicBezTo>
                    <a:cubicBezTo>
                      <a:pt x="534" y="21"/>
                      <a:pt x="400" y="88"/>
                      <a:pt x="300" y="221"/>
                    </a:cubicBezTo>
                    <a:cubicBezTo>
                      <a:pt x="100" y="388"/>
                      <a:pt x="0" y="622"/>
                      <a:pt x="33" y="855"/>
                    </a:cubicBezTo>
                    <a:cubicBezTo>
                      <a:pt x="85" y="1269"/>
                      <a:pt x="437" y="1522"/>
                      <a:pt x="826" y="1522"/>
                    </a:cubicBezTo>
                    <a:cubicBezTo>
                      <a:pt x="939" y="1522"/>
                      <a:pt x="1055" y="1501"/>
                      <a:pt x="1168" y="1456"/>
                    </a:cubicBezTo>
                    <a:cubicBezTo>
                      <a:pt x="1635" y="1255"/>
                      <a:pt x="1768" y="655"/>
                      <a:pt x="1468" y="255"/>
                    </a:cubicBezTo>
                    <a:cubicBezTo>
                      <a:pt x="1336" y="96"/>
                      <a:pt x="1079" y="1"/>
                      <a:pt x="8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2" name="Google Shape;12802;p39"/>
              <p:cNvSpPr/>
              <p:nvPr/>
            </p:nvSpPr>
            <p:spPr>
              <a:xfrm>
                <a:off x="6235800" y="3360750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848" y="376"/>
                    </a:moveTo>
                    <a:cubicBezTo>
                      <a:pt x="933" y="376"/>
                      <a:pt x="1026" y="413"/>
                      <a:pt x="1101" y="488"/>
                    </a:cubicBezTo>
                    <a:cubicBezTo>
                      <a:pt x="1268" y="655"/>
                      <a:pt x="1235" y="955"/>
                      <a:pt x="1001" y="1055"/>
                    </a:cubicBezTo>
                    <a:cubicBezTo>
                      <a:pt x="942" y="1081"/>
                      <a:pt x="878" y="1093"/>
                      <a:pt x="815" y="1093"/>
                    </a:cubicBezTo>
                    <a:cubicBezTo>
                      <a:pt x="634" y="1093"/>
                      <a:pt x="468" y="987"/>
                      <a:pt x="468" y="788"/>
                    </a:cubicBezTo>
                    <a:cubicBezTo>
                      <a:pt x="468" y="588"/>
                      <a:pt x="601" y="488"/>
                      <a:pt x="768" y="388"/>
                    </a:cubicBezTo>
                    <a:cubicBezTo>
                      <a:pt x="793" y="380"/>
                      <a:pt x="820" y="376"/>
                      <a:pt x="848" y="376"/>
                    </a:cubicBezTo>
                    <a:close/>
                    <a:moveTo>
                      <a:pt x="829" y="1"/>
                    </a:moveTo>
                    <a:cubicBezTo>
                      <a:pt x="763" y="1"/>
                      <a:pt x="697" y="7"/>
                      <a:pt x="634" y="21"/>
                    </a:cubicBezTo>
                    <a:cubicBezTo>
                      <a:pt x="534" y="21"/>
                      <a:pt x="401" y="88"/>
                      <a:pt x="267" y="221"/>
                    </a:cubicBezTo>
                    <a:cubicBezTo>
                      <a:pt x="101" y="388"/>
                      <a:pt x="1" y="622"/>
                      <a:pt x="34" y="855"/>
                    </a:cubicBezTo>
                    <a:cubicBezTo>
                      <a:pt x="86" y="1269"/>
                      <a:pt x="438" y="1522"/>
                      <a:pt x="826" y="1522"/>
                    </a:cubicBezTo>
                    <a:cubicBezTo>
                      <a:pt x="939" y="1522"/>
                      <a:pt x="1055" y="1501"/>
                      <a:pt x="1168" y="1456"/>
                    </a:cubicBezTo>
                    <a:cubicBezTo>
                      <a:pt x="1635" y="1255"/>
                      <a:pt x="1769" y="655"/>
                      <a:pt x="1468" y="255"/>
                    </a:cubicBezTo>
                    <a:cubicBezTo>
                      <a:pt x="1336" y="96"/>
                      <a:pt x="1079" y="1"/>
                      <a:pt x="8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3" name="Google Shape;12803;p39"/>
              <p:cNvSpPr/>
              <p:nvPr/>
            </p:nvSpPr>
            <p:spPr>
              <a:xfrm>
                <a:off x="7001350" y="3014675"/>
                <a:ext cx="44225" cy="38775"/>
              </a:xfrm>
              <a:custGeom>
                <a:rect b="b" l="l" r="r" t="t"/>
                <a:pathLst>
                  <a:path extrusionOk="0" h="1551" w="1769">
                    <a:moveTo>
                      <a:pt x="768" y="388"/>
                    </a:moveTo>
                    <a:cubicBezTo>
                      <a:pt x="868" y="388"/>
                      <a:pt x="968" y="388"/>
                      <a:pt x="1101" y="488"/>
                    </a:cubicBezTo>
                    <a:cubicBezTo>
                      <a:pt x="1268" y="655"/>
                      <a:pt x="1235" y="988"/>
                      <a:pt x="1001" y="1088"/>
                    </a:cubicBezTo>
                    <a:cubicBezTo>
                      <a:pt x="949" y="1111"/>
                      <a:pt x="893" y="1122"/>
                      <a:pt x="838" y="1122"/>
                    </a:cubicBezTo>
                    <a:cubicBezTo>
                      <a:pt x="648" y="1122"/>
                      <a:pt x="467" y="995"/>
                      <a:pt x="467" y="788"/>
                    </a:cubicBezTo>
                    <a:cubicBezTo>
                      <a:pt x="467" y="621"/>
                      <a:pt x="601" y="488"/>
                      <a:pt x="768" y="388"/>
                    </a:cubicBezTo>
                    <a:close/>
                    <a:moveTo>
                      <a:pt x="828" y="0"/>
                    </a:moveTo>
                    <a:cubicBezTo>
                      <a:pt x="762" y="0"/>
                      <a:pt x="697" y="7"/>
                      <a:pt x="634" y="21"/>
                    </a:cubicBezTo>
                    <a:cubicBezTo>
                      <a:pt x="501" y="21"/>
                      <a:pt x="401" y="121"/>
                      <a:pt x="267" y="221"/>
                    </a:cubicBezTo>
                    <a:cubicBezTo>
                      <a:pt x="101" y="388"/>
                      <a:pt x="0" y="621"/>
                      <a:pt x="34" y="855"/>
                    </a:cubicBezTo>
                    <a:cubicBezTo>
                      <a:pt x="60" y="1275"/>
                      <a:pt x="439" y="1551"/>
                      <a:pt x="843" y="1551"/>
                    </a:cubicBezTo>
                    <a:cubicBezTo>
                      <a:pt x="951" y="1551"/>
                      <a:pt x="1062" y="1531"/>
                      <a:pt x="1168" y="1489"/>
                    </a:cubicBezTo>
                    <a:cubicBezTo>
                      <a:pt x="1635" y="1255"/>
                      <a:pt x="1768" y="655"/>
                      <a:pt x="1435" y="254"/>
                    </a:cubicBezTo>
                    <a:cubicBezTo>
                      <a:pt x="1329" y="96"/>
                      <a:pt x="1077" y="0"/>
                      <a:pt x="8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4" name="Google Shape;12804;p39"/>
              <p:cNvSpPr/>
              <p:nvPr/>
            </p:nvSpPr>
            <p:spPr>
              <a:xfrm>
                <a:off x="7009700" y="2823700"/>
                <a:ext cx="44200" cy="38050"/>
              </a:xfrm>
              <a:custGeom>
                <a:rect b="b" l="l" r="r" t="t"/>
                <a:pathLst>
                  <a:path extrusionOk="0" h="1522" w="1768">
                    <a:moveTo>
                      <a:pt x="842" y="376"/>
                    </a:moveTo>
                    <a:cubicBezTo>
                      <a:pt x="917" y="376"/>
                      <a:pt x="992" y="413"/>
                      <a:pt x="1067" y="488"/>
                    </a:cubicBezTo>
                    <a:cubicBezTo>
                      <a:pt x="1268" y="655"/>
                      <a:pt x="1201" y="955"/>
                      <a:pt x="967" y="1089"/>
                    </a:cubicBezTo>
                    <a:cubicBezTo>
                      <a:pt x="922" y="1111"/>
                      <a:pt x="872" y="1122"/>
                      <a:pt x="822" y="1122"/>
                    </a:cubicBezTo>
                    <a:cubicBezTo>
                      <a:pt x="647" y="1122"/>
                      <a:pt x="467" y="995"/>
                      <a:pt x="467" y="788"/>
                    </a:cubicBezTo>
                    <a:cubicBezTo>
                      <a:pt x="467" y="622"/>
                      <a:pt x="600" y="488"/>
                      <a:pt x="767" y="388"/>
                    </a:cubicBezTo>
                    <a:cubicBezTo>
                      <a:pt x="792" y="380"/>
                      <a:pt x="817" y="376"/>
                      <a:pt x="842" y="376"/>
                    </a:cubicBezTo>
                    <a:close/>
                    <a:moveTo>
                      <a:pt x="824" y="1"/>
                    </a:moveTo>
                    <a:cubicBezTo>
                      <a:pt x="761" y="1"/>
                      <a:pt x="696" y="7"/>
                      <a:pt x="634" y="21"/>
                    </a:cubicBezTo>
                    <a:cubicBezTo>
                      <a:pt x="500" y="21"/>
                      <a:pt x="367" y="88"/>
                      <a:pt x="267" y="221"/>
                    </a:cubicBezTo>
                    <a:cubicBezTo>
                      <a:pt x="100" y="388"/>
                      <a:pt x="0" y="622"/>
                      <a:pt x="33" y="855"/>
                    </a:cubicBezTo>
                    <a:cubicBezTo>
                      <a:pt x="59" y="1269"/>
                      <a:pt x="426" y="1522"/>
                      <a:pt x="806" y="1522"/>
                    </a:cubicBezTo>
                    <a:cubicBezTo>
                      <a:pt x="917" y="1522"/>
                      <a:pt x="1029" y="1501"/>
                      <a:pt x="1134" y="1455"/>
                    </a:cubicBezTo>
                    <a:cubicBezTo>
                      <a:pt x="1635" y="1255"/>
                      <a:pt x="1768" y="655"/>
                      <a:pt x="1434" y="255"/>
                    </a:cubicBezTo>
                    <a:cubicBezTo>
                      <a:pt x="1302" y="96"/>
                      <a:pt x="1066" y="1"/>
                      <a:pt x="8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5" name="Google Shape;12805;p39"/>
              <p:cNvSpPr/>
              <p:nvPr/>
            </p:nvSpPr>
            <p:spPr>
              <a:xfrm>
                <a:off x="6981325" y="2641075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768" y="388"/>
                    </a:moveTo>
                    <a:cubicBezTo>
                      <a:pt x="868" y="388"/>
                      <a:pt x="1002" y="388"/>
                      <a:pt x="1102" y="488"/>
                    </a:cubicBezTo>
                    <a:cubicBezTo>
                      <a:pt x="1268" y="655"/>
                      <a:pt x="1235" y="955"/>
                      <a:pt x="1002" y="1088"/>
                    </a:cubicBezTo>
                    <a:cubicBezTo>
                      <a:pt x="949" y="1111"/>
                      <a:pt x="893" y="1122"/>
                      <a:pt x="838" y="1122"/>
                    </a:cubicBezTo>
                    <a:cubicBezTo>
                      <a:pt x="648" y="1122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lose/>
                    <a:moveTo>
                      <a:pt x="845" y="0"/>
                    </a:moveTo>
                    <a:cubicBezTo>
                      <a:pt x="784" y="0"/>
                      <a:pt x="724" y="7"/>
                      <a:pt x="668" y="21"/>
                    </a:cubicBezTo>
                    <a:cubicBezTo>
                      <a:pt x="535" y="21"/>
                      <a:pt x="401" y="88"/>
                      <a:pt x="301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86" y="1268"/>
                      <a:pt x="438" y="1522"/>
                      <a:pt x="827" y="1522"/>
                    </a:cubicBezTo>
                    <a:cubicBezTo>
                      <a:pt x="940" y="1522"/>
                      <a:pt x="1056" y="1500"/>
                      <a:pt x="1168" y="1455"/>
                    </a:cubicBezTo>
                    <a:cubicBezTo>
                      <a:pt x="1635" y="1255"/>
                      <a:pt x="1769" y="655"/>
                      <a:pt x="1469" y="254"/>
                    </a:cubicBezTo>
                    <a:cubicBezTo>
                      <a:pt x="1337" y="96"/>
                      <a:pt x="1079" y="0"/>
                      <a:pt x="8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6" name="Google Shape;12806;p39"/>
              <p:cNvSpPr/>
              <p:nvPr/>
            </p:nvSpPr>
            <p:spPr>
              <a:xfrm>
                <a:off x="6922125" y="2486325"/>
                <a:ext cx="44225" cy="38425"/>
              </a:xfrm>
              <a:custGeom>
                <a:rect b="b" l="l" r="r" t="t"/>
                <a:pathLst>
                  <a:path extrusionOk="0" h="1537" w="1769">
                    <a:moveTo>
                      <a:pt x="876" y="388"/>
                    </a:moveTo>
                    <a:cubicBezTo>
                      <a:pt x="953" y="388"/>
                      <a:pt x="1035" y="418"/>
                      <a:pt x="1101" y="507"/>
                    </a:cubicBezTo>
                    <a:cubicBezTo>
                      <a:pt x="1268" y="674"/>
                      <a:pt x="1235" y="974"/>
                      <a:pt x="1001" y="1074"/>
                    </a:cubicBezTo>
                    <a:cubicBezTo>
                      <a:pt x="949" y="1096"/>
                      <a:pt x="893" y="1107"/>
                      <a:pt x="838" y="1107"/>
                    </a:cubicBezTo>
                    <a:cubicBezTo>
                      <a:pt x="648" y="1107"/>
                      <a:pt x="468" y="980"/>
                      <a:pt x="468" y="774"/>
                    </a:cubicBezTo>
                    <a:cubicBezTo>
                      <a:pt x="468" y="607"/>
                      <a:pt x="601" y="473"/>
                      <a:pt x="768" y="407"/>
                    </a:cubicBezTo>
                    <a:cubicBezTo>
                      <a:pt x="801" y="396"/>
                      <a:pt x="838" y="388"/>
                      <a:pt x="876" y="388"/>
                    </a:cubicBezTo>
                    <a:close/>
                    <a:moveTo>
                      <a:pt x="751" y="0"/>
                    </a:moveTo>
                    <a:cubicBezTo>
                      <a:pt x="712" y="0"/>
                      <a:pt x="672" y="2"/>
                      <a:pt x="634" y="6"/>
                    </a:cubicBezTo>
                    <a:cubicBezTo>
                      <a:pt x="501" y="40"/>
                      <a:pt x="401" y="107"/>
                      <a:pt x="267" y="207"/>
                    </a:cubicBezTo>
                    <a:cubicBezTo>
                      <a:pt x="101" y="373"/>
                      <a:pt x="1" y="640"/>
                      <a:pt x="34" y="874"/>
                    </a:cubicBezTo>
                    <a:cubicBezTo>
                      <a:pt x="60" y="1267"/>
                      <a:pt x="437" y="1537"/>
                      <a:pt x="840" y="1537"/>
                    </a:cubicBezTo>
                    <a:cubicBezTo>
                      <a:pt x="950" y="1537"/>
                      <a:pt x="1061" y="1517"/>
                      <a:pt x="1168" y="1474"/>
                    </a:cubicBezTo>
                    <a:cubicBezTo>
                      <a:pt x="1635" y="1274"/>
                      <a:pt x="1768" y="674"/>
                      <a:pt x="1468" y="273"/>
                    </a:cubicBezTo>
                    <a:cubicBezTo>
                      <a:pt x="1323" y="99"/>
                      <a:pt x="1025" y="0"/>
                      <a:pt x="7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7" name="Google Shape;12807;p39"/>
              <p:cNvSpPr/>
              <p:nvPr/>
            </p:nvSpPr>
            <p:spPr>
              <a:xfrm>
                <a:off x="6957975" y="3189800"/>
                <a:ext cx="44225" cy="38400"/>
              </a:xfrm>
              <a:custGeom>
                <a:rect b="b" l="l" r="r" t="t"/>
                <a:pathLst>
                  <a:path extrusionOk="0" h="1536" w="1769">
                    <a:moveTo>
                      <a:pt x="768" y="388"/>
                    </a:moveTo>
                    <a:cubicBezTo>
                      <a:pt x="868" y="388"/>
                      <a:pt x="968" y="388"/>
                      <a:pt x="1102" y="488"/>
                    </a:cubicBezTo>
                    <a:cubicBezTo>
                      <a:pt x="1268" y="655"/>
                      <a:pt x="1235" y="955"/>
                      <a:pt x="1002" y="1088"/>
                    </a:cubicBezTo>
                    <a:cubicBezTo>
                      <a:pt x="949" y="1111"/>
                      <a:pt x="893" y="1122"/>
                      <a:pt x="838" y="1122"/>
                    </a:cubicBezTo>
                    <a:cubicBezTo>
                      <a:pt x="648" y="1122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lose/>
                    <a:moveTo>
                      <a:pt x="829" y="0"/>
                    </a:moveTo>
                    <a:cubicBezTo>
                      <a:pt x="763" y="0"/>
                      <a:pt x="697" y="7"/>
                      <a:pt x="635" y="21"/>
                    </a:cubicBezTo>
                    <a:cubicBezTo>
                      <a:pt x="501" y="21"/>
                      <a:pt x="401" y="88"/>
                      <a:pt x="268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60" y="1264"/>
                      <a:pt x="418" y="1535"/>
                      <a:pt x="809" y="1535"/>
                    </a:cubicBezTo>
                    <a:cubicBezTo>
                      <a:pt x="929" y="1535"/>
                      <a:pt x="1051" y="1510"/>
                      <a:pt x="1168" y="1455"/>
                    </a:cubicBezTo>
                    <a:cubicBezTo>
                      <a:pt x="1635" y="1255"/>
                      <a:pt x="1769" y="655"/>
                      <a:pt x="1435" y="254"/>
                    </a:cubicBezTo>
                    <a:cubicBezTo>
                      <a:pt x="1330" y="96"/>
                      <a:pt x="1078" y="0"/>
                      <a:pt x="8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8" name="Google Shape;12808;p39"/>
              <p:cNvSpPr/>
              <p:nvPr/>
            </p:nvSpPr>
            <p:spPr>
              <a:xfrm>
                <a:off x="6897100" y="3303575"/>
                <a:ext cx="45075" cy="38525"/>
              </a:xfrm>
              <a:custGeom>
                <a:rect b="b" l="l" r="r" t="t"/>
                <a:pathLst>
                  <a:path extrusionOk="0" h="1541" w="1803">
                    <a:moveTo>
                      <a:pt x="862" y="394"/>
                    </a:moveTo>
                    <a:cubicBezTo>
                      <a:pt x="952" y="394"/>
                      <a:pt x="1027" y="432"/>
                      <a:pt x="1102" y="507"/>
                    </a:cubicBezTo>
                    <a:cubicBezTo>
                      <a:pt x="1268" y="674"/>
                      <a:pt x="1235" y="974"/>
                      <a:pt x="1002" y="1074"/>
                    </a:cubicBezTo>
                    <a:cubicBezTo>
                      <a:pt x="948" y="1097"/>
                      <a:pt x="891" y="1108"/>
                      <a:pt x="835" y="1108"/>
                    </a:cubicBezTo>
                    <a:cubicBezTo>
                      <a:pt x="646" y="1108"/>
                      <a:pt x="468" y="987"/>
                      <a:pt x="468" y="807"/>
                    </a:cubicBezTo>
                    <a:cubicBezTo>
                      <a:pt x="468" y="607"/>
                      <a:pt x="601" y="473"/>
                      <a:pt x="768" y="407"/>
                    </a:cubicBezTo>
                    <a:cubicBezTo>
                      <a:pt x="801" y="398"/>
                      <a:pt x="833" y="394"/>
                      <a:pt x="862" y="394"/>
                    </a:cubicBezTo>
                    <a:close/>
                    <a:moveTo>
                      <a:pt x="774" y="0"/>
                    </a:moveTo>
                    <a:cubicBezTo>
                      <a:pt x="737" y="0"/>
                      <a:pt x="702" y="2"/>
                      <a:pt x="668" y="6"/>
                    </a:cubicBezTo>
                    <a:cubicBezTo>
                      <a:pt x="535" y="40"/>
                      <a:pt x="401" y="107"/>
                      <a:pt x="301" y="240"/>
                    </a:cubicBezTo>
                    <a:cubicBezTo>
                      <a:pt x="101" y="407"/>
                      <a:pt x="1" y="640"/>
                      <a:pt x="34" y="874"/>
                    </a:cubicBezTo>
                    <a:cubicBezTo>
                      <a:pt x="86" y="1287"/>
                      <a:pt x="458" y="1541"/>
                      <a:pt x="840" y="1541"/>
                    </a:cubicBezTo>
                    <a:cubicBezTo>
                      <a:pt x="951" y="1541"/>
                      <a:pt x="1063" y="1519"/>
                      <a:pt x="1168" y="1474"/>
                    </a:cubicBezTo>
                    <a:cubicBezTo>
                      <a:pt x="1669" y="1274"/>
                      <a:pt x="1802" y="674"/>
                      <a:pt x="1469" y="273"/>
                    </a:cubicBezTo>
                    <a:cubicBezTo>
                      <a:pt x="1323" y="99"/>
                      <a:pt x="1025" y="0"/>
                      <a:pt x="7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9" name="Google Shape;12809;p39"/>
              <p:cNvSpPr/>
              <p:nvPr/>
            </p:nvSpPr>
            <p:spPr>
              <a:xfrm>
                <a:off x="6468475" y="2773050"/>
                <a:ext cx="289400" cy="16400"/>
              </a:xfrm>
              <a:custGeom>
                <a:rect b="b" l="l" r="r" t="t"/>
                <a:pathLst>
                  <a:path extrusionOk="0" h="656" w="11576">
                    <a:moveTo>
                      <a:pt x="7886" y="1"/>
                    </a:moveTo>
                    <a:cubicBezTo>
                      <a:pt x="7166" y="1"/>
                      <a:pt x="6447" y="21"/>
                      <a:pt x="5738" y="46"/>
                    </a:cubicBezTo>
                    <a:cubicBezTo>
                      <a:pt x="4770" y="79"/>
                      <a:pt x="3803" y="112"/>
                      <a:pt x="2836" y="212"/>
                    </a:cubicBezTo>
                    <a:cubicBezTo>
                      <a:pt x="1902" y="279"/>
                      <a:pt x="934" y="313"/>
                      <a:pt x="34" y="546"/>
                    </a:cubicBezTo>
                    <a:cubicBezTo>
                      <a:pt x="0" y="579"/>
                      <a:pt x="0" y="646"/>
                      <a:pt x="67" y="646"/>
                    </a:cubicBezTo>
                    <a:cubicBezTo>
                      <a:pt x="163" y="652"/>
                      <a:pt x="258" y="655"/>
                      <a:pt x="354" y="655"/>
                    </a:cubicBezTo>
                    <a:cubicBezTo>
                      <a:pt x="758" y="655"/>
                      <a:pt x="1163" y="606"/>
                      <a:pt x="1568" y="579"/>
                    </a:cubicBezTo>
                    <a:cubicBezTo>
                      <a:pt x="2035" y="513"/>
                      <a:pt x="2502" y="479"/>
                      <a:pt x="2969" y="446"/>
                    </a:cubicBezTo>
                    <a:cubicBezTo>
                      <a:pt x="3903" y="379"/>
                      <a:pt x="4837" y="346"/>
                      <a:pt x="5738" y="346"/>
                    </a:cubicBezTo>
                    <a:cubicBezTo>
                      <a:pt x="6221" y="329"/>
                      <a:pt x="6697" y="321"/>
                      <a:pt x="7172" y="321"/>
                    </a:cubicBezTo>
                    <a:cubicBezTo>
                      <a:pt x="7647" y="321"/>
                      <a:pt x="8123" y="329"/>
                      <a:pt x="8606" y="346"/>
                    </a:cubicBezTo>
                    <a:cubicBezTo>
                      <a:pt x="9540" y="346"/>
                      <a:pt x="10508" y="413"/>
                      <a:pt x="11442" y="413"/>
                    </a:cubicBezTo>
                    <a:cubicBezTo>
                      <a:pt x="11542" y="413"/>
                      <a:pt x="11575" y="246"/>
                      <a:pt x="11475" y="246"/>
                    </a:cubicBezTo>
                    <a:cubicBezTo>
                      <a:pt x="10304" y="58"/>
                      <a:pt x="9094" y="1"/>
                      <a:pt x="78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0" name="Google Shape;12810;p39"/>
              <p:cNvSpPr/>
              <p:nvPr/>
            </p:nvSpPr>
            <p:spPr>
              <a:xfrm>
                <a:off x="6551850" y="2793875"/>
                <a:ext cx="122625" cy="11175"/>
              </a:xfrm>
              <a:custGeom>
                <a:rect b="b" l="l" r="r" t="t"/>
                <a:pathLst>
                  <a:path extrusionOk="0" h="447" w="4905">
                    <a:moveTo>
                      <a:pt x="4173" y="0"/>
                    </a:moveTo>
                    <a:cubicBezTo>
                      <a:pt x="3572" y="0"/>
                      <a:pt x="2980" y="31"/>
                      <a:pt x="2369" y="80"/>
                    </a:cubicBezTo>
                    <a:cubicBezTo>
                      <a:pt x="1602" y="147"/>
                      <a:pt x="835" y="180"/>
                      <a:pt x="68" y="347"/>
                    </a:cubicBezTo>
                    <a:cubicBezTo>
                      <a:pt x="1" y="347"/>
                      <a:pt x="34" y="447"/>
                      <a:pt x="101" y="447"/>
                    </a:cubicBezTo>
                    <a:cubicBezTo>
                      <a:pt x="868" y="447"/>
                      <a:pt x="1669" y="347"/>
                      <a:pt x="2469" y="313"/>
                    </a:cubicBezTo>
                    <a:cubicBezTo>
                      <a:pt x="3270" y="247"/>
                      <a:pt x="4037" y="247"/>
                      <a:pt x="4838" y="113"/>
                    </a:cubicBezTo>
                    <a:cubicBezTo>
                      <a:pt x="4904" y="113"/>
                      <a:pt x="4904" y="13"/>
                      <a:pt x="4838" y="13"/>
                    </a:cubicBezTo>
                    <a:cubicBezTo>
                      <a:pt x="4614" y="4"/>
                      <a:pt x="4393" y="0"/>
                      <a:pt x="41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1" name="Google Shape;12811;p39"/>
              <p:cNvSpPr/>
              <p:nvPr/>
            </p:nvSpPr>
            <p:spPr>
              <a:xfrm>
                <a:off x="6590225" y="2806700"/>
                <a:ext cx="53400" cy="6325"/>
              </a:xfrm>
              <a:custGeom>
                <a:rect b="b" l="l" r="r" t="t"/>
                <a:pathLst>
                  <a:path extrusionOk="0" h="253" w="2136">
                    <a:moveTo>
                      <a:pt x="2069" y="1"/>
                    </a:moveTo>
                    <a:cubicBezTo>
                      <a:pt x="1401" y="34"/>
                      <a:pt x="734" y="101"/>
                      <a:pt x="67" y="167"/>
                    </a:cubicBezTo>
                    <a:cubicBezTo>
                      <a:pt x="0" y="167"/>
                      <a:pt x="0" y="234"/>
                      <a:pt x="67" y="234"/>
                    </a:cubicBezTo>
                    <a:cubicBezTo>
                      <a:pt x="289" y="245"/>
                      <a:pt x="512" y="253"/>
                      <a:pt x="734" y="253"/>
                    </a:cubicBezTo>
                    <a:cubicBezTo>
                      <a:pt x="1179" y="253"/>
                      <a:pt x="1624" y="223"/>
                      <a:pt x="2069" y="134"/>
                    </a:cubicBezTo>
                    <a:cubicBezTo>
                      <a:pt x="2135" y="134"/>
                      <a:pt x="2135" y="1"/>
                      <a:pt x="2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2" name="Google Shape;12812;p39"/>
              <p:cNvSpPr/>
              <p:nvPr/>
            </p:nvSpPr>
            <p:spPr>
              <a:xfrm>
                <a:off x="6475150" y="2940975"/>
                <a:ext cx="215175" cy="11125"/>
              </a:xfrm>
              <a:custGeom>
                <a:rect b="b" l="l" r="r" t="t"/>
                <a:pathLst>
                  <a:path extrusionOk="0" h="445" w="8607">
                    <a:moveTo>
                      <a:pt x="67" y="0"/>
                    </a:moveTo>
                    <a:cubicBezTo>
                      <a:pt x="0" y="0"/>
                      <a:pt x="0" y="67"/>
                      <a:pt x="33" y="67"/>
                    </a:cubicBezTo>
                    <a:cubicBezTo>
                      <a:pt x="1401" y="300"/>
                      <a:pt x="2835" y="367"/>
                      <a:pt x="4203" y="400"/>
                    </a:cubicBezTo>
                    <a:cubicBezTo>
                      <a:pt x="4797" y="428"/>
                      <a:pt x="5391" y="444"/>
                      <a:pt x="5985" y="444"/>
                    </a:cubicBezTo>
                    <a:cubicBezTo>
                      <a:pt x="6826" y="444"/>
                      <a:pt x="7666" y="412"/>
                      <a:pt x="8506" y="334"/>
                    </a:cubicBezTo>
                    <a:cubicBezTo>
                      <a:pt x="8606" y="334"/>
                      <a:pt x="8573" y="234"/>
                      <a:pt x="8506" y="234"/>
                    </a:cubicBezTo>
                    <a:cubicBezTo>
                      <a:pt x="7105" y="200"/>
                      <a:pt x="5671" y="167"/>
                      <a:pt x="4270" y="134"/>
                    </a:cubicBezTo>
                    <a:cubicBezTo>
                      <a:pt x="2869" y="100"/>
                      <a:pt x="1468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3" name="Google Shape;12813;p39"/>
              <p:cNvSpPr/>
              <p:nvPr/>
            </p:nvSpPr>
            <p:spPr>
              <a:xfrm>
                <a:off x="6705300" y="2946625"/>
                <a:ext cx="55875" cy="5250"/>
              </a:xfrm>
              <a:custGeom>
                <a:rect b="b" l="l" r="r" t="t"/>
                <a:pathLst>
                  <a:path extrusionOk="0" h="210" w="2235">
                    <a:moveTo>
                      <a:pt x="2193" y="1"/>
                    </a:moveTo>
                    <a:cubicBezTo>
                      <a:pt x="2186" y="1"/>
                      <a:pt x="2178" y="3"/>
                      <a:pt x="2169" y="8"/>
                    </a:cubicBezTo>
                    <a:cubicBezTo>
                      <a:pt x="1468" y="8"/>
                      <a:pt x="768" y="8"/>
                      <a:pt x="67" y="41"/>
                    </a:cubicBezTo>
                    <a:cubicBezTo>
                      <a:pt x="1" y="41"/>
                      <a:pt x="1" y="108"/>
                      <a:pt x="67" y="108"/>
                    </a:cubicBezTo>
                    <a:cubicBezTo>
                      <a:pt x="361" y="181"/>
                      <a:pt x="674" y="209"/>
                      <a:pt x="989" y="209"/>
                    </a:cubicBezTo>
                    <a:cubicBezTo>
                      <a:pt x="1391" y="209"/>
                      <a:pt x="1795" y="164"/>
                      <a:pt x="2169" y="108"/>
                    </a:cubicBezTo>
                    <a:cubicBezTo>
                      <a:pt x="2226" y="79"/>
                      <a:pt x="2234" y="1"/>
                      <a:pt x="2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4" name="Google Shape;12814;p39"/>
              <p:cNvSpPr/>
              <p:nvPr/>
            </p:nvSpPr>
            <p:spPr>
              <a:xfrm>
                <a:off x="6428450" y="3177625"/>
                <a:ext cx="206000" cy="10700"/>
              </a:xfrm>
              <a:custGeom>
                <a:rect b="b" l="l" r="r" t="t"/>
                <a:pathLst>
                  <a:path extrusionOk="0" h="428" w="8240">
                    <a:moveTo>
                      <a:pt x="627" y="1"/>
                    </a:moveTo>
                    <a:cubicBezTo>
                      <a:pt x="440" y="1"/>
                      <a:pt x="253" y="3"/>
                      <a:pt x="67" y="8"/>
                    </a:cubicBezTo>
                    <a:cubicBezTo>
                      <a:pt x="0" y="8"/>
                      <a:pt x="0" y="141"/>
                      <a:pt x="67" y="141"/>
                    </a:cubicBezTo>
                    <a:cubicBezTo>
                      <a:pt x="1368" y="308"/>
                      <a:pt x="2702" y="341"/>
                      <a:pt x="4036" y="374"/>
                    </a:cubicBezTo>
                    <a:cubicBezTo>
                      <a:pt x="4867" y="395"/>
                      <a:pt x="5698" y="427"/>
                      <a:pt x="6529" y="427"/>
                    </a:cubicBezTo>
                    <a:cubicBezTo>
                      <a:pt x="7066" y="427"/>
                      <a:pt x="7603" y="414"/>
                      <a:pt x="8139" y="374"/>
                    </a:cubicBezTo>
                    <a:cubicBezTo>
                      <a:pt x="8239" y="374"/>
                      <a:pt x="8239" y="241"/>
                      <a:pt x="8139" y="208"/>
                    </a:cubicBezTo>
                    <a:cubicBezTo>
                      <a:pt x="6805" y="108"/>
                      <a:pt x="5437" y="141"/>
                      <a:pt x="4103" y="108"/>
                    </a:cubicBezTo>
                    <a:cubicBezTo>
                      <a:pt x="2955" y="79"/>
                      <a:pt x="1782" y="1"/>
                      <a:pt x="6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5" name="Google Shape;12815;p39"/>
              <p:cNvSpPr/>
              <p:nvPr/>
            </p:nvSpPr>
            <p:spPr>
              <a:xfrm>
                <a:off x="6422600" y="3194175"/>
                <a:ext cx="70075" cy="7200"/>
              </a:xfrm>
              <a:custGeom>
                <a:rect b="b" l="l" r="r" t="t"/>
                <a:pathLst>
                  <a:path extrusionOk="0" h="288" w="2803">
                    <a:moveTo>
                      <a:pt x="691" y="1"/>
                    </a:moveTo>
                    <a:cubicBezTo>
                      <a:pt x="481" y="1"/>
                      <a:pt x="272" y="5"/>
                      <a:pt x="67" y="13"/>
                    </a:cubicBezTo>
                    <a:cubicBezTo>
                      <a:pt x="34" y="13"/>
                      <a:pt x="1" y="79"/>
                      <a:pt x="67" y="79"/>
                    </a:cubicBezTo>
                    <a:cubicBezTo>
                      <a:pt x="762" y="218"/>
                      <a:pt x="1550" y="288"/>
                      <a:pt x="2295" y="288"/>
                    </a:cubicBezTo>
                    <a:cubicBezTo>
                      <a:pt x="2444" y="288"/>
                      <a:pt x="2591" y="285"/>
                      <a:pt x="2736" y="280"/>
                    </a:cubicBezTo>
                    <a:cubicBezTo>
                      <a:pt x="2769" y="246"/>
                      <a:pt x="2803" y="179"/>
                      <a:pt x="2736" y="146"/>
                    </a:cubicBezTo>
                    <a:cubicBezTo>
                      <a:pt x="2073" y="44"/>
                      <a:pt x="1372" y="1"/>
                      <a:pt x="6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6" name="Google Shape;12816;p39"/>
              <p:cNvSpPr/>
              <p:nvPr/>
            </p:nvSpPr>
            <p:spPr>
              <a:xfrm>
                <a:off x="6425100" y="3207475"/>
                <a:ext cx="30875" cy="4200"/>
              </a:xfrm>
              <a:custGeom>
                <a:rect b="b" l="l" r="r" t="t"/>
                <a:pathLst>
                  <a:path extrusionOk="0" h="168" w="1235">
                    <a:moveTo>
                      <a:pt x="390" y="1"/>
                    </a:moveTo>
                    <a:cubicBezTo>
                      <a:pt x="282" y="1"/>
                      <a:pt x="175" y="5"/>
                      <a:pt x="67" y="14"/>
                    </a:cubicBezTo>
                    <a:cubicBezTo>
                      <a:pt x="1" y="14"/>
                      <a:pt x="1" y="81"/>
                      <a:pt x="67" y="81"/>
                    </a:cubicBezTo>
                    <a:cubicBezTo>
                      <a:pt x="279" y="145"/>
                      <a:pt x="531" y="168"/>
                      <a:pt x="771" y="168"/>
                    </a:cubicBezTo>
                    <a:cubicBezTo>
                      <a:pt x="911" y="168"/>
                      <a:pt x="1046" y="160"/>
                      <a:pt x="1168" y="148"/>
                    </a:cubicBezTo>
                    <a:cubicBezTo>
                      <a:pt x="1235" y="148"/>
                      <a:pt x="1235" y="48"/>
                      <a:pt x="1168" y="48"/>
                    </a:cubicBezTo>
                    <a:cubicBezTo>
                      <a:pt x="909" y="24"/>
                      <a:pt x="649" y="1"/>
                      <a:pt x="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7" name="Google Shape;12817;p39"/>
              <p:cNvSpPr/>
              <p:nvPr/>
            </p:nvSpPr>
            <p:spPr>
              <a:xfrm>
                <a:off x="6386750" y="2539850"/>
                <a:ext cx="175150" cy="19200"/>
              </a:xfrm>
              <a:custGeom>
                <a:rect b="b" l="l" r="r" t="t"/>
                <a:pathLst>
                  <a:path extrusionOk="0" h="768" w="7006">
                    <a:moveTo>
                      <a:pt x="6939" y="0"/>
                    </a:moveTo>
                    <a:cubicBezTo>
                      <a:pt x="5771" y="0"/>
                      <a:pt x="4604" y="67"/>
                      <a:pt x="3436" y="200"/>
                    </a:cubicBezTo>
                    <a:cubicBezTo>
                      <a:pt x="2335" y="301"/>
                      <a:pt x="1134" y="367"/>
                      <a:pt x="67" y="667"/>
                    </a:cubicBezTo>
                    <a:cubicBezTo>
                      <a:pt x="0" y="667"/>
                      <a:pt x="34" y="768"/>
                      <a:pt x="100" y="768"/>
                    </a:cubicBezTo>
                    <a:cubicBezTo>
                      <a:pt x="1234" y="768"/>
                      <a:pt x="2369" y="534"/>
                      <a:pt x="3503" y="434"/>
                    </a:cubicBezTo>
                    <a:cubicBezTo>
                      <a:pt x="4637" y="334"/>
                      <a:pt x="5804" y="234"/>
                      <a:pt x="6939" y="134"/>
                    </a:cubicBezTo>
                    <a:cubicBezTo>
                      <a:pt x="7005" y="134"/>
                      <a:pt x="7005" y="0"/>
                      <a:pt x="69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8" name="Google Shape;12818;p39"/>
              <p:cNvSpPr/>
              <p:nvPr/>
            </p:nvSpPr>
            <p:spPr>
              <a:xfrm>
                <a:off x="6383400" y="2525675"/>
                <a:ext cx="89275" cy="13350"/>
              </a:xfrm>
              <a:custGeom>
                <a:rect b="b" l="l" r="r" t="t"/>
                <a:pathLst>
                  <a:path extrusionOk="0" h="534" w="3571">
                    <a:moveTo>
                      <a:pt x="3470" y="0"/>
                    </a:moveTo>
                    <a:cubicBezTo>
                      <a:pt x="2336" y="100"/>
                      <a:pt x="1168" y="200"/>
                      <a:pt x="68" y="434"/>
                    </a:cubicBezTo>
                    <a:cubicBezTo>
                      <a:pt x="1" y="434"/>
                      <a:pt x="34" y="534"/>
                      <a:pt x="68" y="534"/>
                    </a:cubicBezTo>
                    <a:cubicBezTo>
                      <a:pt x="1202" y="467"/>
                      <a:pt x="2336" y="300"/>
                      <a:pt x="3470" y="134"/>
                    </a:cubicBezTo>
                    <a:cubicBezTo>
                      <a:pt x="3570" y="134"/>
                      <a:pt x="3570" y="0"/>
                      <a:pt x="34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9" name="Google Shape;12819;p39"/>
              <p:cNvSpPr/>
              <p:nvPr/>
            </p:nvSpPr>
            <p:spPr>
              <a:xfrm>
                <a:off x="6557700" y="3372950"/>
                <a:ext cx="157625" cy="34200"/>
              </a:xfrm>
              <a:custGeom>
                <a:rect b="b" l="l" r="r" t="t"/>
                <a:pathLst>
                  <a:path extrusionOk="0" h="1368" w="6305">
                    <a:moveTo>
                      <a:pt x="6205" y="0"/>
                    </a:moveTo>
                    <a:cubicBezTo>
                      <a:pt x="5204" y="167"/>
                      <a:pt x="4203" y="467"/>
                      <a:pt x="3203" y="701"/>
                    </a:cubicBezTo>
                    <a:cubicBezTo>
                      <a:pt x="2135" y="901"/>
                      <a:pt x="1068" y="1068"/>
                      <a:pt x="34" y="1268"/>
                    </a:cubicBezTo>
                    <a:cubicBezTo>
                      <a:pt x="0" y="1301"/>
                      <a:pt x="0" y="1368"/>
                      <a:pt x="67" y="1368"/>
                    </a:cubicBezTo>
                    <a:cubicBezTo>
                      <a:pt x="1101" y="1334"/>
                      <a:pt x="2102" y="1168"/>
                      <a:pt x="3136" y="934"/>
                    </a:cubicBezTo>
                    <a:cubicBezTo>
                      <a:pt x="4170" y="734"/>
                      <a:pt x="5271" y="534"/>
                      <a:pt x="6238" y="134"/>
                    </a:cubicBezTo>
                    <a:cubicBezTo>
                      <a:pt x="6305" y="100"/>
                      <a:pt x="6305" y="0"/>
                      <a:pt x="6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0" name="Google Shape;12820;p39"/>
              <p:cNvSpPr/>
              <p:nvPr/>
            </p:nvSpPr>
            <p:spPr>
              <a:xfrm>
                <a:off x="6596900" y="3372950"/>
                <a:ext cx="75075" cy="15025"/>
              </a:xfrm>
              <a:custGeom>
                <a:rect b="b" l="l" r="r" t="t"/>
                <a:pathLst>
                  <a:path extrusionOk="0" h="601" w="3003">
                    <a:moveTo>
                      <a:pt x="2902" y="0"/>
                    </a:moveTo>
                    <a:cubicBezTo>
                      <a:pt x="1968" y="167"/>
                      <a:pt x="1034" y="400"/>
                      <a:pt x="67" y="534"/>
                    </a:cubicBezTo>
                    <a:cubicBezTo>
                      <a:pt x="0" y="534"/>
                      <a:pt x="0" y="601"/>
                      <a:pt x="67" y="601"/>
                    </a:cubicBezTo>
                    <a:cubicBezTo>
                      <a:pt x="1034" y="534"/>
                      <a:pt x="2002" y="434"/>
                      <a:pt x="2936" y="100"/>
                    </a:cubicBezTo>
                    <a:cubicBezTo>
                      <a:pt x="3002" y="100"/>
                      <a:pt x="2969" y="0"/>
                      <a:pt x="29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1" name="Google Shape;12821;p39"/>
              <p:cNvSpPr/>
              <p:nvPr/>
            </p:nvSpPr>
            <p:spPr>
              <a:xfrm>
                <a:off x="6616925" y="3367100"/>
                <a:ext cx="40875" cy="9375"/>
              </a:xfrm>
              <a:custGeom>
                <a:rect b="b" l="l" r="r" t="t"/>
                <a:pathLst>
                  <a:path extrusionOk="0" h="375" w="1635">
                    <a:moveTo>
                      <a:pt x="1568" y="1"/>
                    </a:moveTo>
                    <a:cubicBezTo>
                      <a:pt x="1067" y="67"/>
                      <a:pt x="534" y="167"/>
                      <a:pt x="33" y="301"/>
                    </a:cubicBezTo>
                    <a:cubicBezTo>
                      <a:pt x="5" y="301"/>
                      <a:pt x="0" y="374"/>
                      <a:pt x="21" y="374"/>
                    </a:cubicBezTo>
                    <a:cubicBezTo>
                      <a:pt x="24" y="374"/>
                      <a:pt x="28" y="372"/>
                      <a:pt x="33" y="368"/>
                    </a:cubicBezTo>
                    <a:cubicBezTo>
                      <a:pt x="567" y="334"/>
                      <a:pt x="1067" y="234"/>
                      <a:pt x="1601" y="101"/>
                    </a:cubicBezTo>
                    <a:cubicBezTo>
                      <a:pt x="1634" y="101"/>
                      <a:pt x="1634" y="1"/>
                      <a:pt x="15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2" name="Google Shape;12822;p39"/>
              <p:cNvSpPr/>
              <p:nvPr/>
            </p:nvSpPr>
            <p:spPr>
              <a:xfrm>
                <a:off x="6850400" y="2775725"/>
                <a:ext cx="80100" cy="9050"/>
              </a:xfrm>
              <a:custGeom>
                <a:rect b="b" l="l" r="r" t="t"/>
                <a:pathLst>
                  <a:path extrusionOk="0" h="362" w="3204">
                    <a:moveTo>
                      <a:pt x="728" y="0"/>
                    </a:moveTo>
                    <a:cubicBezTo>
                      <a:pt x="502" y="0"/>
                      <a:pt x="279" y="11"/>
                      <a:pt x="68" y="39"/>
                    </a:cubicBezTo>
                    <a:cubicBezTo>
                      <a:pt x="1" y="39"/>
                      <a:pt x="1" y="105"/>
                      <a:pt x="34" y="139"/>
                    </a:cubicBezTo>
                    <a:cubicBezTo>
                      <a:pt x="535" y="206"/>
                      <a:pt x="1035" y="239"/>
                      <a:pt x="1535" y="272"/>
                    </a:cubicBezTo>
                    <a:cubicBezTo>
                      <a:pt x="1915" y="298"/>
                      <a:pt x="2334" y="361"/>
                      <a:pt x="2732" y="361"/>
                    </a:cubicBezTo>
                    <a:cubicBezTo>
                      <a:pt x="2859" y="361"/>
                      <a:pt x="2983" y="355"/>
                      <a:pt x="3103" y="339"/>
                    </a:cubicBezTo>
                    <a:cubicBezTo>
                      <a:pt x="3203" y="339"/>
                      <a:pt x="3203" y="239"/>
                      <a:pt x="3136" y="206"/>
                    </a:cubicBezTo>
                    <a:cubicBezTo>
                      <a:pt x="2669" y="39"/>
                      <a:pt x="2136" y="39"/>
                      <a:pt x="1635" y="39"/>
                    </a:cubicBezTo>
                    <a:cubicBezTo>
                      <a:pt x="1346" y="19"/>
                      <a:pt x="1035" y="0"/>
                      <a:pt x="7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3" name="Google Shape;12823;p39"/>
              <p:cNvSpPr/>
              <p:nvPr/>
            </p:nvSpPr>
            <p:spPr>
              <a:xfrm>
                <a:off x="6883775" y="2793275"/>
                <a:ext cx="40050" cy="5650"/>
              </a:xfrm>
              <a:custGeom>
                <a:rect b="b" l="l" r="r" t="t"/>
                <a:pathLst>
                  <a:path extrusionOk="0" h="226" w="1602">
                    <a:moveTo>
                      <a:pt x="551" y="0"/>
                    </a:moveTo>
                    <a:cubicBezTo>
                      <a:pt x="386" y="0"/>
                      <a:pt x="222" y="4"/>
                      <a:pt x="67" y="4"/>
                    </a:cubicBezTo>
                    <a:cubicBezTo>
                      <a:pt x="0" y="4"/>
                      <a:pt x="0" y="71"/>
                      <a:pt x="67" y="71"/>
                    </a:cubicBezTo>
                    <a:cubicBezTo>
                      <a:pt x="429" y="148"/>
                      <a:pt x="810" y="226"/>
                      <a:pt x="1197" y="226"/>
                    </a:cubicBezTo>
                    <a:cubicBezTo>
                      <a:pt x="1309" y="226"/>
                      <a:pt x="1422" y="219"/>
                      <a:pt x="1535" y="204"/>
                    </a:cubicBezTo>
                    <a:cubicBezTo>
                      <a:pt x="1601" y="204"/>
                      <a:pt x="1601" y="104"/>
                      <a:pt x="1535" y="104"/>
                    </a:cubicBezTo>
                    <a:cubicBezTo>
                      <a:pt x="1223" y="15"/>
                      <a:pt x="882" y="0"/>
                      <a:pt x="5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4" name="Google Shape;12824;p39"/>
              <p:cNvSpPr/>
              <p:nvPr/>
            </p:nvSpPr>
            <p:spPr>
              <a:xfrm>
                <a:off x="6766175" y="2603225"/>
                <a:ext cx="135125" cy="11025"/>
              </a:xfrm>
              <a:custGeom>
                <a:rect b="b" l="l" r="r" t="t"/>
                <a:pathLst>
                  <a:path extrusionOk="0" h="441" w="5405">
                    <a:moveTo>
                      <a:pt x="67" y="0"/>
                    </a:moveTo>
                    <a:cubicBezTo>
                      <a:pt x="34" y="0"/>
                      <a:pt x="1" y="67"/>
                      <a:pt x="67" y="67"/>
                    </a:cubicBezTo>
                    <a:cubicBezTo>
                      <a:pt x="901" y="201"/>
                      <a:pt x="1769" y="234"/>
                      <a:pt x="2636" y="301"/>
                    </a:cubicBezTo>
                    <a:cubicBezTo>
                      <a:pt x="3414" y="358"/>
                      <a:pt x="4191" y="441"/>
                      <a:pt x="4969" y="441"/>
                    </a:cubicBezTo>
                    <a:cubicBezTo>
                      <a:pt x="5092" y="441"/>
                      <a:pt x="5215" y="439"/>
                      <a:pt x="5338" y="434"/>
                    </a:cubicBezTo>
                    <a:cubicBezTo>
                      <a:pt x="5405" y="434"/>
                      <a:pt x="5405" y="334"/>
                      <a:pt x="5338" y="334"/>
                    </a:cubicBezTo>
                    <a:cubicBezTo>
                      <a:pt x="4504" y="201"/>
                      <a:pt x="3637" y="167"/>
                      <a:pt x="2769" y="134"/>
                    </a:cubicBezTo>
                    <a:cubicBezTo>
                      <a:pt x="1869" y="67"/>
                      <a:pt x="968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5" name="Google Shape;12825;p39"/>
              <p:cNvSpPr/>
              <p:nvPr/>
            </p:nvSpPr>
            <p:spPr>
              <a:xfrm>
                <a:off x="6823725" y="2617400"/>
                <a:ext cx="62575" cy="8150"/>
              </a:xfrm>
              <a:custGeom>
                <a:rect b="b" l="l" r="r" t="t"/>
                <a:pathLst>
                  <a:path extrusionOk="0" h="326" w="2503">
                    <a:moveTo>
                      <a:pt x="34" y="1"/>
                    </a:moveTo>
                    <a:cubicBezTo>
                      <a:pt x="0" y="1"/>
                      <a:pt x="0" y="67"/>
                      <a:pt x="34" y="101"/>
                    </a:cubicBezTo>
                    <a:cubicBezTo>
                      <a:pt x="584" y="251"/>
                      <a:pt x="1210" y="326"/>
                      <a:pt x="1812" y="326"/>
                    </a:cubicBezTo>
                    <a:cubicBezTo>
                      <a:pt x="2012" y="326"/>
                      <a:pt x="2210" y="317"/>
                      <a:pt x="2402" y="301"/>
                    </a:cubicBezTo>
                    <a:cubicBezTo>
                      <a:pt x="2469" y="301"/>
                      <a:pt x="2502" y="201"/>
                      <a:pt x="2435" y="201"/>
                    </a:cubicBezTo>
                    <a:cubicBezTo>
                      <a:pt x="1635" y="101"/>
                      <a:pt x="834" y="34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6" name="Google Shape;12826;p39"/>
              <p:cNvSpPr/>
              <p:nvPr/>
            </p:nvSpPr>
            <p:spPr>
              <a:xfrm>
                <a:off x="6727850" y="2598825"/>
                <a:ext cx="24175" cy="3675"/>
              </a:xfrm>
              <a:custGeom>
                <a:rect b="b" l="l" r="r" t="t"/>
                <a:pathLst>
                  <a:path extrusionOk="0" h="147" w="967">
                    <a:moveTo>
                      <a:pt x="35" y="1"/>
                    </a:moveTo>
                    <a:cubicBezTo>
                      <a:pt x="1" y="1"/>
                      <a:pt x="6" y="49"/>
                      <a:pt x="33" y="76"/>
                    </a:cubicBezTo>
                    <a:cubicBezTo>
                      <a:pt x="218" y="118"/>
                      <a:pt x="404" y="146"/>
                      <a:pt x="589" y="146"/>
                    </a:cubicBezTo>
                    <a:cubicBezTo>
                      <a:pt x="704" y="146"/>
                      <a:pt x="819" y="135"/>
                      <a:pt x="933" y="110"/>
                    </a:cubicBezTo>
                    <a:cubicBezTo>
                      <a:pt x="967" y="76"/>
                      <a:pt x="967" y="10"/>
                      <a:pt x="900" y="10"/>
                    </a:cubicBezTo>
                    <a:lnTo>
                      <a:pt x="66" y="10"/>
                    </a:lnTo>
                    <a:cubicBezTo>
                      <a:pt x="53" y="3"/>
                      <a:pt x="43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7" name="Google Shape;12827;p39"/>
              <p:cNvSpPr/>
              <p:nvPr/>
            </p:nvSpPr>
            <p:spPr>
              <a:xfrm>
                <a:off x="6575200" y="2540300"/>
                <a:ext cx="19225" cy="2900"/>
              </a:xfrm>
              <a:custGeom>
                <a:rect b="b" l="l" r="r" t="t"/>
                <a:pathLst>
                  <a:path extrusionOk="0" h="116" w="769">
                    <a:moveTo>
                      <a:pt x="478" y="1"/>
                    </a:moveTo>
                    <a:cubicBezTo>
                      <a:pt x="335" y="1"/>
                      <a:pt x="201" y="16"/>
                      <a:pt x="68" y="16"/>
                    </a:cubicBezTo>
                    <a:cubicBezTo>
                      <a:pt x="1" y="49"/>
                      <a:pt x="1" y="116"/>
                      <a:pt x="68" y="116"/>
                    </a:cubicBezTo>
                    <a:cubicBezTo>
                      <a:pt x="268" y="116"/>
                      <a:pt x="501" y="116"/>
                      <a:pt x="701" y="82"/>
                    </a:cubicBezTo>
                    <a:cubicBezTo>
                      <a:pt x="768" y="82"/>
                      <a:pt x="768" y="16"/>
                      <a:pt x="701" y="16"/>
                    </a:cubicBezTo>
                    <a:cubicBezTo>
                      <a:pt x="624" y="5"/>
                      <a:pt x="549" y="1"/>
                      <a:pt x="4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8" name="Google Shape;12828;p39"/>
              <p:cNvSpPr/>
              <p:nvPr/>
            </p:nvSpPr>
            <p:spPr>
              <a:xfrm>
                <a:off x="6443450" y="2787675"/>
                <a:ext cx="18375" cy="4875"/>
              </a:xfrm>
              <a:custGeom>
                <a:rect b="b" l="l" r="r" t="t"/>
                <a:pathLst>
                  <a:path extrusionOk="0" h="195" w="735">
                    <a:moveTo>
                      <a:pt x="404" y="1"/>
                    </a:moveTo>
                    <a:cubicBezTo>
                      <a:pt x="278" y="1"/>
                      <a:pt x="150" y="36"/>
                      <a:pt x="34" y="94"/>
                    </a:cubicBezTo>
                    <a:cubicBezTo>
                      <a:pt x="1" y="128"/>
                      <a:pt x="34" y="195"/>
                      <a:pt x="67" y="195"/>
                    </a:cubicBezTo>
                    <a:cubicBezTo>
                      <a:pt x="214" y="146"/>
                      <a:pt x="342" y="115"/>
                      <a:pt x="479" y="115"/>
                    </a:cubicBezTo>
                    <a:cubicBezTo>
                      <a:pt x="529" y="115"/>
                      <a:pt x="581" y="119"/>
                      <a:pt x="634" y="128"/>
                    </a:cubicBezTo>
                    <a:cubicBezTo>
                      <a:pt x="701" y="128"/>
                      <a:pt x="734" y="61"/>
                      <a:pt x="668" y="61"/>
                    </a:cubicBezTo>
                    <a:cubicBezTo>
                      <a:pt x="584" y="19"/>
                      <a:pt x="494" y="1"/>
                      <a:pt x="4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9" name="Google Shape;12829;p39"/>
              <p:cNvSpPr/>
              <p:nvPr/>
            </p:nvSpPr>
            <p:spPr>
              <a:xfrm>
                <a:off x="6777025" y="2944300"/>
                <a:ext cx="14200" cy="2525"/>
              </a:xfrm>
              <a:custGeom>
                <a:rect b="b" l="l" r="r" t="t"/>
                <a:pathLst>
                  <a:path extrusionOk="0" h="101" w="568">
                    <a:moveTo>
                      <a:pt x="301" y="1"/>
                    </a:moveTo>
                    <a:cubicBezTo>
                      <a:pt x="201" y="1"/>
                      <a:pt x="134" y="1"/>
                      <a:pt x="67" y="34"/>
                    </a:cubicBezTo>
                    <a:cubicBezTo>
                      <a:pt x="0" y="34"/>
                      <a:pt x="0" y="101"/>
                      <a:pt x="67" y="101"/>
                    </a:cubicBezTo>
                    <a:lnTo>
                      <a:pt x="534" y="101"/>
                    </a:lnTo>
                    <a:cubicBezTo>
                      <a:pt x="567" y="67"/>
                      <a:pt x="567" y="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0" name="Google Shape;12830;p39"/>
              <p:cNvSpPr/>
              <p:nvPr/>
            </p:nvSpPr>
            <p:spPr>
              <a:xfrm>
                <a:off x="6645250" y="3182800"/>
                <a:ext cx="24225" cy="3375"/>
              </a:xfrm>
              <a:custGeom>
                <a:rect b="b" l="l" r="r" t="t"/>
                <a:pathLst>
                  <a:path extrusionOk="0" h="135" w="969">
                    <a:moveTo>
                      <a:pt x="902" y="1"/>
                    </a:moveTo>
                    <a:cubicBezTo>
                      <a:pt x="601" y="1"/>
                      <a:pt x="335" y="1"/>
                      <a:pt x="34" y="34"/>
                    </a:cubicBezTo>
                    <a:cubicBezTo>
                      <a:pt x="1" y="67"/>
                      <a:pt x="1" y="134"/>
                      <a:pt x="34" y="134"/>
                    </a:cubicBezTo>
                    <a:cubicBezTo>
                      <a:pt x="335" y="134"/>
                      <a:pt x="635" y="134"/>
                      <a:pt x="902" y="101"/>
                    </a:cubicBezTo>
                    <a:cubicBezTo>
                      <a:pt x="968" y="101"/>
                      <a:pt x="968" y="1"/>
                      <a:pt x="9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1" name="Google Shape;12831;p39"/>
              <p:cNvSpPr/>
              <p:nvPr/>
            </p:nvSpPr>
            <p:spPr>
              <a:xfrm>
                <a:off x="6531850" y="3403625"/>
                <a:ext cx="18125" cy="4675"/>
              </a:xfrm>
              <a:custGeom>
                <a:rect b="b" l="l" r="r" t="t"/>
                <a:pathLst>
                  <a:path extrusionOk="0" h="187" w="725">
                    <a:moveTo>
                      <a:pt x="650" y="1"/>
                    </a:moveTo>
                    <a:cubicBezTo>
                      <a:pt x="644" y="1"/>
                      <a:pt x="639" y="3"/>
                      <a:pt x="634" y="7"/>
                    </a:cubicBezTo>
                    <a:cubicBezTo>
                      <a:pt x="434" y="41"/>
                      <a:pt x="267" y="74"/>
                      <a:pt x="67" y="74"/>
                    </a:cubicBezTo>
                    <a:cubicBezTo>
                      <a:pt x="0" y="74"/>
                      <a:pt x="0" y="141"/>
                      <a:pt x="67" y="174"/>
                    </a:cubicBezTo>
                    <a:cubicBezTo>
                      <a:pt x="117" y="182"/>
                      <a:pt x="167" y="187"/>
                      <a:pt x="217" y="187"/>
                    </a:cubicBezTo>
                    <a:cubicBezTo>
                      <a:pt x="367" y="187"/>
                      <a:pt x="517" y="149"/>
                      <a:pt x="668" y="74"/>
                    </a:cubicBezTo>
                    <a:cubicBezTo>
                      <a:pt x="725" y="74"/>
                      <a:pt x="684" y="1"/>
                      <a:pt x="6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2" name="Google Shape;12832;p39"/>
              <p:cNvSpPr/>
              <p:nvPr/>
            </p:nvSpPr>
            <p:spPr>
              <a:xfrm>
                <a:off x="6770350" y="3166950"/>
                <a:ext cx="123450" cy="14325"/>
              </a:xfrm>
              <a:custGeom>
                <a:rect b="b" l="l" r="r" t="t"/>
                <a:pathLst>
                  <a:path extrusionOk="0" h="573" w="4938">
                    <a:moveTo>
                      <a:pt x="4837" y="1"/>
                    </a:moveTo>
                    <a:cubicBezTo>
                      <a:pt x="4070" y="34"/>
                      <a:pt x="3270" y="168"/>
                      <a:pt x="2469" y="234"/>
                    </a:cubicBezTo>
                    <a:cubicBezTo>
                      <a:pt x="1668" y="301"/>
                      <a:pt x="868" y="268"/>
                      <a:pt x="101" y="401"/>
                    </a:cubicBezTo>
                    <a:cubicBezTo>
                      <a:pt x="34" y="401"/>
                      <a:pt x="1" y="468"/>
                      <a:pt x="67" y="468"/>
                    </a:cubicBezTo>
                    <a:cubicBezTo>
                      <a:pt x="440" y="546"/>
                      <a:pt x="820" y="573"/>
                      <a:pt x="1197" y="573"/>
                    </a:cubicBezTo>
                    <a:cubicBezTo>
                      <a:pt x="1630" y="573"/>
                      <a:pt x="2059" y="537"/>
                      <a:pt x="2469" y="501"/>
                    </a:cubicBezTo>
                    <a:cubicBezTo>
                      <a:pt x="3270" y="468"/>
                      <a:pt x="4103" y="401"/>
                      <a:pt x="4871" y="134"/>
                    </a:cubicBezTo>
                    <a:cubicBezTo>
                      <a:pt x="4937" y="134"/>
                      <a:pt x="4937" y="1"/>
                      <a:pt x="4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3" name="Google Shape;12833;p39"/>
              <p:cNvSpPr/>
              <p:nvPr/>
            </p:nvSpPr>
            <p:spPr>
              <a:xfrm>
                <a:off x="6812875" y="3188475"/>
                <a:ext cx="63400" cy="9375"/>
              </a:xfrm>
              <a:custGeom>
                <a:rect b="b" l="l" r="r" t="t"/>
                <a:pathLst>
                  <a:path extrusionOk="0" h="375" w="2536">
                    <a:moveTo>
                      <a:pt x="2135" y="1"/>
                    </a:moveTo>
                    <a:cubicBezTo>
                      <a:pt x="1454" y="1"/>
                      <a:pt x="736" y="95"/>
                      <a:pt x="67" y="241"/>
                    </a:cubicBezTo>
                    <a:cubicBezTo>
                      <a:pt x="1" y="274"/>
                      <a:pt x="34" y="374"/>
                      <a:pt x="101" y="374"/>
                    </a:cubicBezTo>
                    <a:cubicBezTo>
                      <a:pt x="868" y="374"/>
                      <a:pt x="1702" y="307"/>
                      <a:pt x="2469" y="107"/>
                    </a:cubicBezTo>
                    <a:cubicBezTo>
                      <a:pt x="2536" y="107"/>
                      <a:pt x="2503" y="7"/>
                      <a:pt x="2436" y="7"/>
                    </a:cubicBezTo>
                    <a:cubicBezTo>
                      <a:pt x="2337" y="3"/>
                      <a:pt x="2237" y="1"/>
                      <a:pt x="2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4" name="Google Shape;12834;p39"/>
              <p:cNvSpPr/>
              <p:nvPr/>
            </p:nvSpPr>
            <p:spPr>
              <a:xfrm>
                <a:off x="6828725" y="3204325"/>
                <a:ext cx="31700" cy="5225"/>
              </a:xfrm>
              <a:custGeom>
                <a:rect b="b" l="l" r="r" t="t"/>
                <a:pathLst>
                  <a:path extrusionOk="0" h="209" w="1268">
                    <a:moveTo>
                      <a:pt x="1226" y="0"/>
                    </a:moveTo>
                    <a:cubicBezTo>
                      <a:pt x="1219" y="0"/>
                      <a:pt x="1211" y="2"/>
                      <a:pt x="1201" y="7"/>
                    </a:cubicBezTo>
                    <a:cubicBezTo>
                      <a:pt x="834" y="40"/>
                      <a:pt x="434" y="40"/>
                      <a:pt x="67" y="107"/>
                    </a:cubicBezTo>
                    <a:cubicBezTo>
                      <a:pt x="1" y="107"/>
                      <a:pt x="1" y="174"/>
                      <a:pt x="34" y="174"/>
                    </a:cubicBezTo>
                    <a:cubicBezTo>
                      <a:pt x="176" y="197"/>
                      <a:pt x="322" y="208"/>
                      <a:pt x="467" y="208"/>
                    </a:cubicBezTo>
                    <a:cubicBezTo>
                      <a:pt x="733" y="208"/>
                      <a:pt x="998" y="172"/>
                      <a:pt x="1235" y="107"/>
                    </a:cubicBezTo>
                    <a:cubicBezTo>
                      <a:pt x="1263" y="78"/>
                      <a:pt x="1267" y="0"/>
                      <a:pt x="12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5" name="Google Shape;12835;p39"/>
              <p:cNvSpPr/>
              <p:nvPr/>
            </p:nvSpPr>
            <p:spPr>
              <a:xfrm>
                <a:off x="6837900" y="3215000"/>
                <a:ext cx="15875" cy="4525"/>
              </a:xfrm>
              <a:custGeom>
                <a:rect b="b" l="l" r="r" t="t"/>
                <a:pathLst>
                  <a:path extrusionOk="0" h="181" w="635">
                    <a:moveTo>
                      <a:pt x="428" y="1"/>
                    </a:moveTo>
                    <a:cubicBezTo>
                      <a:pt x="296" y="1"/>
                      <a:pt x="156" y="32"/>
                      <a:pt x="34" y="80"/>
                    </a:cubicBezTo>
                    <a:cubicBezTo>
                      <a:pt x="0" y="114"/>
                      <a:pt x="0" y="180"/>
                      <a:pt x="67" y="180"/>
                    </a:cubicBezTo>
                    <a:cubicBezTo>
                      <a:pt x="234" y="114"/>
                      <a:pt x="401" y="114"/>
                      <a:pt x="568" y="114"/>
                    </a:cubicBezTo>
                    <a:cubicBezTo>
                      <a:pt x="601" y="114"/>
                      <a:pt x="634" y="47"/>
                      <a:pt x="568" y="14"/>
                    </a:cubicBezTo>
                    <a:cubicBezTo>
                      <a:pt x="523" y="5"/>
                      <a:pt x="476" y="1"/>
                      <a:pt x="4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6" name="Google Shape;12836;p39"/>
              <p:cNvSpPr/>
              <p:nvPr/>
            </p:nvSpPr>
            <p:spPr>
              <a:xfrm>
                <a:off x="6700300" y="3281200"/>
                <a:ext cx="111775" cy="11700"/>
              </a:xfrm>
              <a:custGeom>
                <a:rect b="b" l="l" r="r" t="t"/>
                <a:pathLst>
                  <a:path extrusionOk="0" h="468" w="4471">
                    <a:moveTo>
                      <a:pt x="4404" y="1"/>
                    </a:moveTo>
                    <a:cubicBezTo>
                      <a:pt x="2936" y="68"/>
                      <a:pt x="1502" y="268"/>
                      <a:pt x="34" y="401"/>
                    </a:cubicBezTo>
                    <a:cubicBezTo>
                      <a:pt x="1" y="401"/>
                      <a:pt x="1" y="468"/>
                      <a:pt x="34" y="468"/>
                    </a:cubicBezTo>
                    <a:cubicBezTo>
                      <a:pt x="1502" y="434"/>
                      <a:pt x="2969" y="334"/>
                      <a:pt x="4404" y="101"/>
                    </a:cubicBezTo>
                    <a:cubicBezTo>
                      <a:pt x="4470" y="101"/>
                      <a:pt x="4470" y="1"/>
                      <a:pt x="44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7" name="Google Shape;12837;p39"/>
              <p:cNvSpPr/>
              <p:nvPr/>
            </p:nvSpPr>
            <p:spPr>
              <a:xfrm>
                <a:off x="6330025" y="3397950"/>
                <a:ext cx="73425" cy="9725"/>
              </a:xfrm>
              <a:custGeom>
                <a:rect b="b" l="l" r="r" t="t"/>
                <a:pathLst>
                  <a:path extrusionOk="0" h="389" w="2937">
                    <a:moveTo>
                      <a:pt x="101" y="1"/>
                    </a:moveTo>
                    <a:cubicBezTo>
                      <a:pt x="34" y="1"/>
                      <a:pt x="1" y="101"/>
                      <a:pt x="68" y="101"/>
                    </a:cubicBezTo>
                    <a:cubicBezTo>
                      <a:pt x="784" y="287"/>
                      <a:pt x="1543" y="388"/>
                      <a:pt x="2277" y="388"/>
                    </a:cubicBezTo>
                    <a:cubicBezTo>
                      <a:pt x="2466" y="388"/>
                      <a:pt x="2652" y="381"/>
                      <a:pt x="2836" y="368"/>
                    </a:cubicBezTo>
                    <a:cubicBezTo>
                      <a:pt x="2936" y="368"/>
                      <a:pt x="2903" y="268"/>
                      <a:pt x="2836" y="268"/>
                    </a:cubicBezTo>
                    <a:cubicBezTo>
                      <a:pt x="1902" y="201"/>
                      <a:pt x="1002" y="134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8" name="Google Shape;12838;p39"/>
              <p:cNvSpPr/>
              <p:nvPr/>
            </p:nvSpPr>
            <p:spPr>
              <a:xfrm>
                <a:off x="6355900" y="3389625"/>
                <a:ext cx="35875" cy="6700"/>
              </a:xfrm>
              <a:custGeom>
                <a:rect b="b" l="l" r="r" t="t"/>
                <a:pathLst>
                  <a:path extrusionOk="0" h="268" w="1435">
                    <a:moveTo>
                      <a:pt x="67" y="0"/>
                    </a:moveTo>
                    <a:cubicBezTo>
                      <a:pt x="0" y="0"/>
                      <a:pt x="0" y="67"/>
                      <a:pt x="33" y="100"/>
                    </a:cubicBezTo>
                    <a:cubicBezTo>
                      <a:pt x="467" y="200"/>
                      <a:pt x="901" y="267"/>
                      <a:pt x="1368" y="267"/>
                    </a:cubicBezTo>
                    <a:cubicBezTo>
                      <a:pt x="1434" y="267"/>
                      <a:pt x="1401" y="200"/>
                      <a:pt x="1368" y="200"/>
                    </a:cubicBezTo>
                    <a:cubicBezTo>
                      <a:pt x="934" y="167"/>
                      <a:pt x="500" y="10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9" name="Google Shape;12839;p39"/>
              <p:cNvSpPr/>
              <p:nvPr/>
            </p:nvSpPr>
            <p:spPr>
              <a:xfrm>
                <a:off x="6793700" y="2989325"/>
                <a:ext cx="138450" cy="6075"/>
              </a:xfrm>
              <a:custGeom>
                <a:rect b="b" l="l" r="r" t="t"/>
                <a:pathLst>
                  <a:path extrusionOk="0" h="243" w="5538">
                    <a:moveTo>
                      <a:pt x="2736" y="1"/>
                    </a:moveTo>
                    <a:cubicBezTo>
                      <a:pt x="1869" y="1"/>
                      <a:pt x="968" y="1"/>
                      <a:pt x="67" y="34"/>
                    </a:cubicBezTo>
                    <a:cubicBezTo>
                      <a:pt x="1" y="68"/>
                      <a:pt x="1" y="134"/>
                      <a:pt x="67" y="134"/>
                    </a:cubicBezTo>
                    <a:cubicBezTo>
                      <a:pt x="968" y="201"/>
                      <a:pt x="1869" y="201"/>
                      <a:pt x="2769" y="234"/>
                    </a:cubicBezTo>
                    <a:cubicBezTo>
                      <a:pt x="3203" y="234"/>
                      <a:pt x="3645" y="243"/>
                      <a:pt x="4091" y="243"/>
                    </a:cubicBezTo>
                    <a:cubicBezTo>
                      <a:pt x="4537" y="243"/>
                      <a:pt x="4987" y="234"/>
                      <a:pt x="5438" y="201"/>
                    </a:cubicBezTo>
                    <a:cubicBezTo>
                      <a:pt x="5538" y="201"/>
                      <a:pt x="5504" y="68"/>
                      <a:pt x="5438" y="68"/>
                    </a:cubicBezTo>
                    <a:cubicBezTo>
                      <a:pt x="4537" y="1"/>
                      <a:pt x="3636" y="1"/>
                      <a:pt x="27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0" name="Google Shape;12840;p39"/>
              <p:cNvSpPr/>
              <p:nvPr/>
            </p:nvSpPr>
            <p:spPr>
              <a:xfrm>
                <a:off x="6863750" y="3008725"/>
                <a:ext cx="53400" cy="3500"/>
              </a:xfrm>
              <a:custGeom>
                <a:rect b="b" l="l" r="r" t="t"/>
                <a:pathLst>
                  <a:path extrusionOk="0" h="140" w="2136">
                    <a:moveTo>
                      <a:pt x="1068" y="0"/>
                    </a:moveTo>
                    <a:cubicBezTo>
                      <a:pt x="734" y="0"/>
                      <a:pt x="401" y="9"/>
                      <a:pt x="67" y="25"/>
                    </a:cubicBezTo>
                    <a:cubicBezTo>
                      <a:pt x="1" y="25"/>
                      <a:pt x="34" y="92"/>
                      <a:pt x="67" y="92"/>
                    </a:cubicBezTo>
                    <a:cubicBezTo>
                      <a:pt x="539" y="116"/>
                      <a:pt x="1011" y="139"/>
                      <a:pt x="1482" y="139"/>
                    </a:cubicBezTo>
                    <a:cubicBezTo>
                      <a:pt x="1678" y="139"/>
                      <a:pt x="1873" y="135"/>
                      <a:pt x="2069" y="125"/>
                    </a:cubicBezTo>
                    <a:cubicBezTo>
                      <a:pt x="2135" y="125"/>
                      <a:pt x="2135" y="59"/>
                      <a:pt x="2069" y="25"/>
                    </a:cubicBezTo>
                    <a:cubicBezTo>
                      <a:pt x="1735" y="9"/>
                      <a:pt x="1402" y="0"/>
                      <a:pt x="10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1" name="Google Shape;12841;p39"/>
              <p:cNvSpPr/>
              <p:nvPr/>
            </p:nvSpPr>
            <p:spPr>
              <a:xfrm>
                <a:off x="6882100" y="3021025"/>
                <a:ext cx="30875" cy="3350"/>
              </a:xfrm>
              <a:custGeom>
                <a:rect b="b" l="l" r="r" t="t"/>
                <a:pathLst>
                  <a:path extrusionOk="0" h="134" w="1235">
                    <a:moveTo>
                      <a:pt x="1168" y="0"/>
                    </a:moveTo>
                    <a:cubicBezTo>
                      <a:pt x="801" y="0"/>
                      <a:pt x="401" y="34"/>
                      <a:pt x="34" y="67"/>
                    </a:cubicBezTo>
                    <a:cubicBezTo>
                      <a:pt x="0" y="67"/>
                      <a:pt x="0" y="134"/>
                      <a:pt x="34" y="134"/>
                    </a:cubicBezTo>
                    <a:cubicBezTo>
                      <a:pt x="434" y="134"/>
                      <a:pt x="801" y="134"/>
                      <a:pt x="1168" y="100"/>
                    </a:cubicBezTo>
                    <a:cubicBezTo>
                      <a:pt x="1235" y="100"/>
                      <a:pt x="1235" y="34"/>
                      <a:pt x="11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2" name="Google Shape;12842;p39"/>
              <p:cNvSpPr/>
              <p:nvPr/>
            </p:nvSpPr>
            <p:spPr>
              <a:xfrm>
                <a:off x="6640250" y="3116100"/>
                <a:ext cx="82600" cy="9200"/>
              </a:xfrm>
              <a:custGeom>
                <a:rect b="b" l="l" r="r" t="t"/>
                <a:pathLst>
                  <a:path extrusionOk="0" h="368" w="3304">
                    <a:moveTo>
                      <a:pt x="3236" y="0"/>
                    </a:moveTo>
                    <a:cubicBezTo>
                      <a:pt x="2169" y="0"/>
                      <a:pt x="1102" y="167"/>
                      <a:pt x="34" y="267"/>
                    </a:cubicBezTo>
                    <a:cubicBezTo>
                      <a:pt x="1" y="267"/>
                      <a:pt x="1" y="367"/>
                      <a:pt x="68" y="367"/>
                    </a:cubicBezTo>
                    <a:cubicBezTo>
                      <a:pt x="1102" y="300"/>
                      <a:pt x="2202" y="267"/>
                      <a:pt x="3236" y="134"/>
                    </a:cubicBezTo>
                    <a:cubicBezTo>
                      <a:pt x="3303" y="100"/>
                      <a:pt x="3303" y="0"/>
                      <a:pt x="32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3" name="Google Shape;12843;p39"/>
              <p:cNvSpPr/>
              <p:nvPr/>
            </p:nvSpPr>
            <p:spPr>
              <a:xfrm>
                <a:off x="6669450" y="3101075"/>
                <a:ext cx="44225" cy="4200"/>
              </a:xfrm>
              <a:custGeom>
                <a:rect b="b" l="l" r="r" t="t"/>
                <a:pathLst>
                  <a:path extrusionOk="0" h="168" w="1769">
                    <a:moveTo>
                      <a:pt x="1702" y="1"/>
                    </a:moveTo>
                    <a:cubicBezTo>
                      <a:pt x="1134" y="1"/>
                      <a:pt x="601" y="67"/>
                      <a:pt x="67" y="101"/>
                    </a:cubicBezTo>
                    <a:cubicBezTo>
                      <a:pt x="0" y="101"/>
                      <a:pt x="0" y="167"/>
                      <a:pt x="67" y="167"/>
                    </a:cubicBezTo>
                    <a:cubicBezTo>
                      <a:pt x="601" y="134"/>
                      <a:pt x="1168" y="134"/>
                      <a:pt x="1702" y="101"/>
                    </a:cubicBezTo>
                    <a:cubicBezTo>
                      <a:pt x="1768" y="101"/>
                      <a:pt x="1768" y="1"/>
                      <a:pt x="17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4" name="Google Shape;12844;p39"/>
              <p:cNvSpPr/>
              <p:nvPr/>
            </p:nvSpPr>
            <p:spPr>
              <a:xfrm>
                <a:off x="6681950" y="3087725"/>
                <a:ext cx="33375" cy="3375"/>
              </a:xfrm>
              <a:custGeom>
                <a:rect b="b" l="l" r="r" t="t"/>
                <a:pathLst>
                  <a:path extrusionOk="0" h="135" w="1335">
                    <a:moveTo>
                      <a:pt x="34" y="1"/>
                    </a:moveTo>
                    <a:cubicBezTo>
                      <a:pt x="1" y="1"/>
                      <a:pt x="1" y="68"/>
                      <a:pt x="34" y="68"/>
                    </a:cubicBezTo>
                    <a:cubicBezTo>
                      <a:pt x="434" y="101"/>
                      <a:pt x="868" y="134"/>
                      <a:pt x="1268" y="134"/>
                    </a:cubicBezTo>
                    <a:cubicBezTo>
                      <a:pt x="1302" y="134"/>
                      <a:pt x="1335" y="34"/>
                      <a:pt x="1268" y="34"/>
                    </a:cubicBezTo>
                    <a:cubicBezTo>
                      <a:pt x="868" y="1"/>
                      <a:pt x="468" y="1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5" name="Google Shape;12845;p39"/>
              <p:cNvSpPr/>
              <p:nvPr/>
            </p:nvSpPr>
            <p:spPr>
              <a:xfrm>
                <a:off x="6694475" y="3076900"/>
                <a:ext cx="20025" cy="4200"/>
              </a:xfrm>
              <a:custGeom>
                <a:rect b="b" l="l" r="r" t="t"/>
                <a:pathLst>
                  <a:path extrusionOk="0" h="168" w="801">
                    <a:moveTo>
                      <a:pt x="67" y="0"/>
                    </a:moveTo>
                    <a:cubicBezTo>
                      <a:pt x="0" y="0"/>
                      <a:pt x="0" y="67"/>
                      <a:pt x="33" y="67"/>
                    </a:cubicBezTo>
                    <a:cubicBezTo>
                      <a:pt x="267" y="100"/>
                      <a:pt x="500" y="134"/>
                      <a:pt x="734" y="167"/>
                    </a:cubicBezTo>
                    <a:cubicBezTo>
                      <a:pt x="801" y="167"/>
                      <a:pt x="801" y="67"/>
                      <a:pt x="734" y="67"/>
                    </a:cubicBezTo>
                    <a:cubicBezTo>
                      <a:pt x="534" y="34"/>
                      <a:pt x="300" y="34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6" name="Google Shape;12846;p39"/>
              <p:cNvSpPr/>
              <p:nvPr/>
            </p:nvSpPr>
            <p:spPr>
              <a:xfrm>
                <a:off x="6606900" y="2695450"/>
                <a:ext cx="78425" cy="3900"/>
              </a:xfrm>
              <a:custGeom>
                <a:rect b="b" l="l" r="r" t="t"/>
                <a:pathLst>
                  <a:path extrusionOk="0" h="156" w="3137">
                    <a:moveTo>
                      <a:pt x="2183" y="0"/>
                    </a:moveTo>
                    <a:cubicBezTo>
                      <a:pt x="1466" y="0"/>
                      <a:pt x="741" y="24"/>
                      <a:pt x="34" y="47"/>
                    </a:cubicBezTo>
                    <a:cubicBezTo>
                      <a:pt x="1" y="47"/>
                      <a:pt x="1" y="148"/>
                      <a:pt x="34" y="148"/>
                    </a:cubicBezTo>
                    <a:cubicBezTo>
                      <a:pt x="534" y="148"/>
                      <a:pt x="1043" y="156"/>
                      <a:pt x="1552" y="156"/>
                    </a:cubicBezTo>
                    <a:cubicBezTo>
                      <a:pt x="2060" y="156"/>
                      <a:pt x="2569" y="148"/>
                      <a:pt x="3069" y="114"/>
                    </a:cubicBezTo>
                    <a:cubicBezTo>
                      <a:pt x="3136" y="114"/>
                      <a:pt x="3136" y="14"/>
                      <a:pt x="3069" y="14"/>
                    </a:cubicBezTo>
                    <a:cubicBezTo>
                      <a:pt x="2776" y="4"/>
                      <a:pt x="2480" y="0"/>
                      <a:pt x="2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7" name="Google Shape;12847;p39"/>
              <p:cNvSpPr/>
              <p:nvPr/>
            </p:nvSpPr>
            <p:spPr>
              <a:xfrm>
                <a:off x="6627750" y="2681625"/>
                <a:ext cx="37550" cy="4175"/>
              </a:xfrm>
              <a:custGeom>
                <a:rect b="b" l="l" r="r" t="t"/>
                <a:pathLst>
                  <a:path extrusionOk="0" h="167" w="1502">
                    <a:moveTo>
                      <a:pt x="1435" y="0"/>
                    </a:moveTo>
                    <a:cubicBezTo>
                      <a:pt x="968" y="0"/>
                      <a:pt x="501" y="33"/>
                      <a:pt x="34" y="67"/>
                    </a:cubicBezTo>
                    <a:cubicBezTo>
                      <a:pt x="0" y="67"/>
                      <a:pt x="0" y="167"/>
                      <a:pt x="67" y="167"/>
                    </a:cubicBezTo>
                    <a:cubicBezTo>
                      <a:pt x="501" y="133"/>
                      <a:pt x="968" y="133"/>
                      <a:pt x="1435" y="100"/>
                    </a:cubicBezTo>
                    <a:cubicBezTo>
                      <a:pt x="1502" y="100"/>
                      <a:pt x="1502" y="0"/>
                      <a:pt x="14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8" name="Google Shape;12848;p39"/>
              <p:cNvSpPr/>
              <p:nvPr/>
            </p:nvSpPr>
            <p:spPr>
              <a:xfrm>
                <a:off x="6637750" y="2670225"/>
                <a:ext cx="20050" cy="3900"/>
              </a:xfrm>
              <a:custGeom>
                <a:rect b="b" l="l" r="r" t="t"/>
                <a:pathLst>
                  <a:path extrusionOk="0" h="156" w="802">
                    <a:moveTo>
                      <a:pt x="358" y="0"/>
                    </a:moveTo>
                    <a:cubicBezTo>
                      <a:pt x="261" y="0"/>
                      <a:pt x="164" y="9"/>
                      <a:pt x="67" y="22"/>
                    </a:cubicBezTo>
                    <a:cubicBezTo>
                      <a:pt x="1" y="22"/>
                      <a:pt x="1" y="89"/>
                      <a:pt x="67" y="89"/>
                    </a:cubicBezTo>
                    <a:cubicBezTo>
                      <a:pt x="130" y="80"/>
                      <a:pt x="193" y="76"/>
                      <a:pt x="255" y="76"/>
                    </a:cubicBezTo>
                    <a:cubicBezTo>
                      <a:pt x="424" y="76"/>
                      <a:pt x="588" y="107"/>
                      <a:pt x="735" y="156"/>
                    </a:cubicBezTo>
                    <a:cubicBezTo>
                      <a:pt x="801" y="156"/>
                      <a:pt x="801" y="89"/>
                      <a:pt x="768" y="56"/>
                    </a:cubicBezTo>
                    <a:cubicBezTo>
                      <a:pt x="631" y="17"/>
                      <a:pt x="494" y="0"/>
                      <a:pt x="3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9" name="Google Shape;12849;p39"/>
              <p:cNvSpPr/>
              <p:nvPr/>
            </p:nvSpPr>
            <p:spPr>
              <a:xfrm>
                <a:off x="6561025" y="2696625"/>
                <a:ext cx="26725" cy="2525"/>
              </a:xfrm>
              <a:custGeom>
                <a:rect b="b" l="l" r="r" t="t"/>
                <a:pathLst>
                  <a:path extrusionOk="0" h="101" w="1069">
                    <a:moveTo>
                      <a:pt x="68" y="0"/>
                    </a:moveTo>
                    <a:cubicBezTo>
                      <a:pt x="1" y="0"/>
                      <a:pt x="34" y="67"/>
                      <a:pt x="68" y="67"/>
                    </a:cubicBezTo>
                    <a:cubicBezTo>
                      <a:pt x="401" y="101"/>
                      <a:pt x="701" y="101"/>
                      <a:pt x="1035" y="101"/>
                    </a:cubicBezTo>
                    <a:cubicBezTo>
                      <a:pt x="1068" y="101"/>
                      <a:pt x="1068" y="34"/>
                      <a:pt x="1002" y="34"/>
                    </a:cubicBezTo>
                    <a:cubicBezTo>
                      <a:pt x="701" y="0"/>
                      <a:pt x="368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0" name="Google Shape;12850;p39"/>
              <p:cNvSpPr/>
              <p:nvPr/>
            </p:nvSpPr>
            <p:spPr>
              <a:xfrm>
                <a:off x="6470125" y="2632400"/>
                <a:ext cx="65075" cy="5350"/>
              </a:xfrm>
              <a:custGeom>
                <a:rect b="b" l="l" r="r" t="t"/>
                <a:pathLst>
                  <a:path extrusionOk="0" h="214" w="2603">
                    <a:moveTo>
                      <a:pt x="2569" y="1"/>
                    </a:moveTo>
                    <a:cubicBezTo>
                      <a:pt x="1932" y="103"/>
                      <a:pt x="1295" y="146"/>
                      <a:pt x="658" y="146"/>
                    </a:cubicBezTo>
                    <a:cubicBezTo>
                      <a:pt x="461" y="146"/>
                      <a:pt x="265" y="142"/>
                      <a:pt x="68" y="134"/>
                    </a:cubicBezTo>
                    <a:cubicBezTo>
                      <a:pt x="1" y="134"/>
                      <a:pt x="1" y="201"/>
                      <a:pt x="68" y="201"/>
                    </a:cubicBezTo>
                    <a:cubicBezTo>
                      <a:pt x="276" y="209"/>
                      <a:pt x="485" y="214"/>
                      <a:pt x="693" y="214"/>
                    </a:cubicBezTo>
                    <a:cubicBezTo>
                      <a:pt x="1319" y="214"/>
                      <a:pt x="1944" y="176"/>
                      <a:pt x="2569" y="101"/>
                    </a:cubicBezTo>
                    <a:cubicBezTo>
                      <a:pt x="2603" y="101"/>
                      <a:pt x="2603" y="1"/>
                      <a:pt x="25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1" name="Google Shape;12851;p39"/>
              <p:cNvSpPr/>
              <p:nvPr/>
            </p:nvSpPr>
            <p:spPr>
              <a:xfrm>
                <a:off x="6742825" y="2852575"/>
                <a:ext cx="50075" cy="3275"/>
              </a:xfrm>
              <a:custGeom>
                <a:rect b="b" l="l" r="r" t="t"/>
                <a:pathLst>
                  <a:path extrusionOk="0" h="131" w="2003">
                    <a:moveTo>
                      <a:pt x="67" y="0"/>
                    </a:moveTo>
                    <a:cubicBezTo>
                      <a:pt x="1" y="0"/>
                      <a:pt x="1" y="67"/>
                      <a:pt x="34" y="67"/>
                    </a:cubicBezTo>
                    <a:cubicBezTo>
                      <a:pt x="400" y="104"/>
                      <a:pt x="756" y="130"/>
                      <a:pt x="1107" y="130"/>
                    </a:cubicBezTo>
                    <a:cubicBezTo>
                      <a:pt x="1397" y="130"/>
                      <a:pt x="1683" y="112"/>
                      <a:pt x="1969" y="67"/>
                    </a:cubicBezTo>
                    <a:cubicBezTo>
                      <a:pt x="2002" y="67"/>
                      <a:pt x="2002" y="0"/>
                      <a:pt x="1969" y="0"/>
                    </a:cubicBezTo>
                    <a:cubicBezTo>
                      <a:pt x="1652" y="34"/>
                      <a:pt x="1335" y="50"/>
                      <a:pt x="1018" y="50"/>
                    </a:cubicBezTo>
                    <a:cubicBezTo>
                      <a:pt x="701" y="50"/>
                      <a:pt x="384" y="34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2" name="Google Shape;12852;p39"/>
              <p:cNvSpPr/>
              <p:nvPr/>
            </p:nvSpPr>
            <p:spPr>
              <a:xfrm>
                <a:off x="6506825" y="2887600"/>
                <a:ext cx="74250" cy="3350"/>
              </a:xfrm>
              <a:custGeom>
                <a:rect b="b" l="l" r="r" t="t"/>
                <a:pathLst>
                  <a:path extrusionOk="0" h="134" w="2970">
                    <a:moveTo>
                      <a:pt x="67" y="0"/>
                    </a:moveTo>
                    <a:cubicBezTo>
                      <a:pt x="1" y="0"/>
                      <a:pt x="1" y="100"/>
                      <a:pt x="67" y="100"/>
                    </a:cubicBezTo>
                    <a:cubicBezTo>
                      <a:pt x="1001" y="100"/>
                      <a:pt x="1969" y="134"/>
                      <a:pt x="2903" y="134"/>
                    </a:cubicBezTo>
                    <a:cubicBezTo>
                      <a:pt x="2969" y="134"/>
                      <a:pt x="2969" y="67"/>
                      <a:pt x="2903" y="67"/>
                    </a:cubicBezTo>
                    <a:cubicBezTo>
                      <a:pt x="1969" y="34"/>
                      <a:pt x="1001" y="34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3" name="Google Shape;12853;p39"/>
              <p:cNvSpPr/>
              <p:nvPr/>
            </p:nvSpPr>
            <p:spPr>
              <a:xfrm>
                <a:off x="6604400" y="2891775"/>
                <a:ext cx="20050" cy="4175"/>
              </a:xfrm>
              <a:custGeom>
                <a:rect b="b" l="l" r="r" t="t"/>
                <a:pathLst>
                  <a:path extrusionOk="0" h="167" w="802">
                    <a:moveTo>
                      <a:pt x="67" y="0"/>
                    </a:moveTo>
                    <a:cubicBezTo>
                      <a:pt x="0" y="0"/>
                      <a:pt x="0" y="100"/>
                      <a:pt x="34" y="100"/>
                    </a:cubicBezTo>
                    <a:cubicBezTo>
                      <a:pt x="267" y="100"/>
                      <a:pt x="501" y="133"/>
                      <a:pt x="734" y="167"/>
                    </a:cubicBezTo>
                    <a:cubicBezTo>
                      <a:pt x="801" y="167"/>
                      <a:pt x="801" y="100"/>
                      <a:pt x="768" y="67"/>
                    </a:cubicBezTo>
                    <a:cubicBezTo>
                      <a:pt x="534" y="67"/>
                      <a:pt x="301" y="33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4" name="Google Shape;12854;p39"/>
              <p:cNvSpPr/>
              <p:nvPr/>
            </p:nvSpPr>
            <p:spPr>
              <a:xfrm>
                <a:off x="6480975" y="3045200"/>
                <a:ext cx="65900" cy="2325"/>
              </a:xfrm>
              <a:custGeom>
                <a:rect b="b" l="l" r="r" t="t"/>
                <a:pathLst>
                  <a:path extrusionOk="0" h="93" w="2636">
                    <a:moveTo>
                      <a:pt x="67" y="1"/>
                    </a:moveTo>
                    <a:cubicBezTo>
                      <a:pt x="1" y="1"/>
                      <a:pt x="1" y="67"/>
                      <a:pt x="67" y="67"/>
                    </a:cubicBezTo>
                    <a:cubicBezTo>
                      <a:pt x="484" y="84"/>
                      <a:pt x="901" y="92"/>
                      <a:pt x="1318" y="92"/>
                    </a:cubicBezTo>
                    <a:cubicBezTo>
                      <a:pt x="1735" y="92"/>
                      <a:pt x="2152" y="84"/>
                      <a:pt x="2569" y="67"/>
                    </a:cubicBezTo>
                    <a:cubicBezTo>
                      <a:pt x="2636" y="67"/>
                      <a:pt x="2636" y="1"/>
                      <a:pt x="25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5" name="Google Shape;12855;p39"/>
              <p:cNvSpPr/>
              <p:nvPr/>
            </p:nvSpPr>
            <p:spPr>
              <a:xfrm>
                <a:off x="6565450" y="3046700"/>
                <a:ext cx="11450" cy="3525"/>
              </a:xfrm>
              <a:custGeom>
                <a:rect b="b" l="l" r="r" t="t"/>
                <a:pathLst>
                  <a:path extrusionOk="0" h="141" w="458">
                    <a:moveTo>
                      <a:pt x="43" y="1"/>
                    </a:moveTo>
                    <a:cubicBezTo>
                      <a:pt x="17" y="1"/>
                      <a:pt x="0" y="74"/>
                      <a:pt x="57" y="74"/>
                    </a:cubicBezTo>
                    <a:lnTo>
                      <a:pt x="391" y="141"/>
                    </a:lnTo>
                    <a:cubicBezTo>
                      <a:pt x="458" y="141"/>
                      <a:pt x="458" y="74"/>
                      <a:pt x="424" y="74"/>
                    </a:cubicBezTo>
                    <a:cubicBezTo>
                      <a:pt x="291" y="41"/>
                      <a:pt x="191" y="7"/>
                      <a:pt x="57" y="7"/>
                    </a:cubicBezTo>
                    <a:cubicBezTo>
                      <a:pt x="53" y="3"/>
                      <a:pt x="48" y="1"/>
                      <a:pt x="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6" name="Google Shape;12856;p39"/>
              <p:cNvSpPr/>
              <p:nvPr/>
            </p:nvSpPr>
            <p:spPr>
              <a:xfrm>
                <a:off x="6504325" y="3066050"/>
                <a:ext cx="13375" cy="2525"/>
              </a:xfrm>
              <a:custGeom>
                <a:rect b="b" l="l" r="r" t="t"/>
                <a:pathLst>
                  <a:path extrusionOk="0" h="101" w="535">
                    <a:moveTo>
                      <a:pt x="34" y="1"/>
                    </a:moveTo>
                    <a:cubicBezTo>
                      <a:pt x="1" y="1"/>
                      <a:pt x="1" y="101"/>
                      <a:pt x="34" y="101"/>
                    </a:cubicBezTo>
                    <a:lnTo>
                      <a:pt x="468" y="67"/>
                    </a:lnTo>
                    <a:cubicBezTo>
                      <a:pt x="534" y="67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7" name="Google Shape;12857;p39"/>
              <p:cNvSpPr/>
              <p:nvPr/>
            </p:nvSpPr>
            <p:spPr>
              <a:xfrm>
                <a:off x="6420100" y="3279550"/>
                <a:ext cx="37550" cy="2525"/>
              </a:xfrm>
              <a:custGeom>
                <a:rect b="b" l="l" r="r" t="t"/>
                <a:pathLst>
                  <a:path extrusionOk="0" h="101" w="1502">
                    <a:moveTo>
                      <a:pt x="67" y="0"/>
                    </a:moveTo>
                    <a:cubicBezTo>
                      <a:pt x="1" y="0"/>
                      <a:pt x="1" y="67"/>
                      <a:pt x="67" y="67"/>
                    </a:cubicBezTo>
                    <a:cubicBezTo>
                      <a:pt x="534" y="100"/>
                      <a:pt x="968" y="100"/>
                      <a:pt x="1435" y="100"/>
                    </a:cubicBezTo>
                    <a:cubicBezTo>
                      <a:pt x="1502" y="100"/>
                      <a:pt x="1502" y="33"/>
                      <a:pt x="1435" y="33"/>
                    </a:cubicBezTo>
                    <a:cubicBezTo>
                      <a:pt x="968" y="33"/>
                      <a:pt x="534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8" name="Google Shape;12858;p39"/>
              <p:cNvSpPr/>
              <p:nvPr/>
            </p:nvSpPr>
            <p:spPr>
              <a:xfrm>
                <a:off x="6474300" y="3281200"/>
                <a:ext cx="11700" cy="2525"/>
              </a:xfrm>
              <a:custGeom>
                <a:rect b="b" l="l" r="r" t="t"/>
                <a:pathLst>
                  <a:path extrusionOk="0" h="101" w="468">
                    <a:moveTo>
                      <a:pt x="67" y="1"/>
                    </a:moveTo>
                    <a:cubicBezTo>
                      <a:pt x="1" y="1"/>
                      <a:pt x="1" y="101"/>
                      <a:pt x="67" y="101"/>
                    </a:cubicBezTo>
                    <a:lnTo>
                      <a:pt x="401" y="68"/>
                    </a:lnTo>
                    <a:cubicBezTo>
                      <a:pt x="468" y="68"/>
                      <a:pt x="434" y="1"/>
                      <a:pt x="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9" name="Google Shape;12859;p39"/>
              <p:cNvSpPr/>
              <p:nvPr/>
            </p:nvSpPr>
            <p:spPr>
              <a:xfrm>
                <a:off x="6469300" y="3367100"/>
                <a:ext cx="26725" cy="4500"/>
              </a:xfrm>
              <a:custGeom>
                <a:rect b="b" l="l" r="r" t="t"/>
                <a:pathLst>
                  <a:path extrusionOk="0" h="180" w="1069">
                    <a:moveTo>
                      <a:pt x="1001" y="1"/>
                    </a:moveTo>
                    <a:cubicBezTo>
                      <a:pt x="776" y="76"/>
                      <a:pt x="532" y="113"/>
                      <a:pt x="298" y="113"/>
                    </a:cubicBezTo>
                    <a:cubicBezTo>
                      <a:pt x="220" y="113"/>
                      <a:pt x="142" y="109"/>
                      <a:pt x="67" y="101"/>
                    </a:cubicBezTo>
                    <a:cubicBezTo>
                      <a:pt x="1" y="101"/>
                      <a:pt x="1" y="167"/>
                      <a:pt x="67" y="167"/>
                    </a:cubicBezTo>
                    <a:cubicBezTo>
                      <a:pt x="142" y="176"/>
                      <a:pt x="220" y="180"/>
                      <a:pt x="298" y="180"/>
                    </a:cubicBezTo>
                    <a:cubicBezTo>
                      <a:pt x="534" y="180"/>
                      <a:pt x="784" y="142"/>
                      <a:pt x="1035" y="67"/>
                    </a:cubicBezTo>
                    <a:cubicBezTo>
                      <a:pt x="1068" y="67"/>
                      <a:pt x="1035" y="1"/>
                      <a:pt x="10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0" name="Google Shape;12860;p39"/>
              <p:cNvSpPr/>
              <p:nvPr/>
            </p:nvSpPr>
            <p:spPr>
              <a:xfrm>
                <a:off x="6780350" y="2514000"/>
                <a:ext cx="45900" cy="5850"/>
              </a:xfrm>
              <a:custGeom>
                <a:rect b="b" l="l" r="r" t="t"/>
                <a:pathLst>
                  <a:path extrusionOk="0" h="234" w="1836">
                    <a:moveTo>
                      <a:pt x="34" y="0"/>
                    </a:moveTo>
                    <a:cubicBezTo>
                      <a:pt x="1" y="0"/>
                      <a:pt x="1" y="67"/>
                      <a:pt x="34" y="100"/>
                    </a:cubicBezTo>
                    <a:cubicBezTo>
                      <a:pt x="635" y="134"/>
                      <a:pt x="1202" y="200"/>
                      <a:pt x="1769" y="234"/>
                    </a:cubicBezTo>
                    <a:cubicBezTo>
                      <a:pt x="1835" y="234"/>
                      <a:pt x="1835" y="134"/>
                      <a:pt x="1802" y="134"/>
                    </a:cubicBezTo>
                    <a:cubicBezTo>
                      <a:pt x="1202" y="67"/>
                      <a:pt x="635" y="34"/>
                      <a:pt x="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1" name="Google Shape;12861;p39"/>
              <p:cNvSpPr/>
              <p:nvPr/>
            </p:nvSpPr>
            <p:spPr>
              <a:xfrm>
                <a:off x="6838725" y="2542350"/>
                <a:ext cx="20875" cy="3350"/>
              </a:xfrm>
              <a:custGeom>
                <a:rect b="b" l="l" r="r" t="t"/>
                <a:pathLst>
                  <a:path extrusionOk="0" h="134" w="835">
                    <a:moveTo>
                      <a:pt x="68" y="0"/>
                    </a:moveTo>
                    <a:cubicBezTo>
                      <a:pt x="34" y="0"/>
                      <a:pt x="1" y="67"/>
                      <a:pt x="68" y="67"/>
                    </a:cubicBezTo>
                    <a:cubicBezTo>
                      <a:pt x="268" y="100"/>
                      <a:pt x="501" y="134"/>
                      <a:pt x="735" y="134"/>
                    </a:cubicBezTo>
                    <a:cubicBezTo>
                      <a:pt x="801" y="134"/>
                      <a:pt x="835" y="67"/>
                      <a:pt x="768" y="67"/>
                    </a:cubicBezTo>
                    <a:cubicBezTo>
                      <a:pt x="535" y="34"/>
                      <a:pt x="301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2" name="Google Shape;12862;p39"/>
              <p:cNvSpPr/>
              <p:nvPr/>
            </p:nvSpPr>
            <p:spPr>
              <a:xfrm>
                <a:off x="6035325" y="2814825"/>
                <a:ext cx="95275" cy="119350"/>
              </a:xfrm>
              <a:custGeom>
                <a:rect b="b" l="l" r="r" t="t"/>
                <a:pathLst>
                  <a:path extrusionOk="0" h="4774" w="3811">
                    <a:moveTo>
                      <a:pt x="3708" y="0"/>
                    </a:moveTo>
                    <a:cubicBezTo>
                      <a:pt x="3698" y="0"/>
                      <a:pt x="3690" y="3"/>
                      <a:pt x="3683" y="9"/>
                    </a:cubicBezTo>
                    <a:cubicBezTo>
                      <a:pt x="3016" y="776"/>
                      <a:pt x="2416" y="1577"/>
                      <a:pt x="1782" y="2378"/>
                    </a:cubicBezTo>
                    <a:cubicBezTo>
                      <a:pt x="1181" y="3111"/>
                      <a:pt x="581" y="3879"/>
                      <a:pt x="47" y="4679"/>
                    </a:cubicBezTo>
                    <a:cubicBezTo>
                      <a:pt x="0" y="4726"/>
                      <a:pt x="53" y="4774"/>
                      <a:pt x="100" y="4774"/>
                    </a:cubicBezTo>
                    <a:cubicBezTo>
                      <a:pt x="119" y="4774"/>
                      <a:pt x="138" y="4765"/>
                      <a:pt x="147" y="4746"/>
                    </a:cubicBezTo>
                    <a:cubicBezTo>
                      <a:pt x="814" y="4012"/>
                      <a:pt x="1448" y="3211"/>
                      <a:pt x="2049" y="2411"/>
                    </a:cubicBezTo>
                    <a:cubicBezTo>
                      <a:pt x="2616" y="1644"/>
                      <a:pt x="3216" y="876"/>
                      <a:pt x="3783" y="76"/>
                    </a:cubicBezTo>
                    <a:cubicBezTo>
                      <a:pt x="3810" y="49"/>
                      <a:pt x="3750" y="0"/>
                      <a:pt x="37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3" name="Google Shape;12863;p39"/>
              <p:cNvSpPr/>
              <p:nvPr/>
            </p:nvSpPr>
            <p:spPr>
              <a:xfrm>
                <a:off x="6075150" y="2860200"/>
                <a:ext cx="42825" cy="51825"/>
              </a:xfrm>
              <a:custGeom>
                <a:rect b="b" l="l" r="r" t="t"/>
                <a:pathLst>
                  <a:path extrusionOk="0" h="2073" w="1713">
                    <a:moveTo>
                      <a:pt x="1634" y="0"/>
                    </a:moveTo>
                    <a:cubicBezTo>
                      <a:pt x="1617" y="0"/>
                      <a:pt x="1600" y="8"/>
                      <a:pt x="1590" y="29"/>
                    </a:cubicBezTo>
                    <a:cubicBezTo>
                      <a:pt x="1056" y="629"/>
                      <a:pt x="522" y="1296"/>
                      <a:pt x="55" y="1964"/>
                    </a:cubicBezTo>
                    <a:cubicBezTo>
                      <a:pt x="1" y="2018"/>
                      <a:pt x="80" y="2072"/>
                      <a:pt x="129" y="2072"/>
                    </a:cubicBezTo>
                    <a:cubicBezTo>
                      <a:pt x="140" y="2072"/>
                      <a:pt x="149" y="2070"/>
                      <a:pt x="155" y="2064"/>
                    </a:cubicBezTo>
                    <a:cubicBezTo>
                      <a:pt x="689" y="1430"/>
                      <a:pt x="1223" y="763"/>
                      <a:pt x="1690" y="62"/>
                    </a:cubicBezTo>
                    <a:cubicBezTo>
                      <a:pt x="1713" y="39"/>
                      <a:pt x="1672" y="0"/>
                      <a:pt x="16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4" name="Google Shape;12864;p39"/>
              <p:cNvSpPr/>
              <p:nvPr/>
            </p:nvSpPr>
            <p:spPr>
              <a:xfrm>
                <a:off x="6097025" y="2888200"/>
                <a:ext cx="16900" cy="16800"/>
              </a:xfrm>
              <a:custGeom>
                <a:rect b="b" l="l" r="r" t="t"/>
                <a:pathLst>
                  <a:path extrusionOk="0" h="672" w="676">
                    <a:moveTo>
                      <a:pt x="633" y="1"/>
                    </a:moveTo>
                    <a:cubicBezTo>
                      <a:pt x="627" y="1"/>
                      <a:pt x="621" y="3"/>
                      <a:pt x="615" y="10"/>
                    </a:cubicBezTo>
                    <a:cubicBezTo>
                      <a:pt x="415" y="210"/>
                      <a:pt x="214" y="377"/>
                      <a:pt x="48" y="577"/>
                    </a:cubicBezTo>
                    <a:cubicBezTo>
                      <a:pt x="0" y="624"/>
                      <a:pt x="37" y="671"/>
                      <a:pt x="74" y="671"/>
                    </a:cubicBezTo>
                    <a:cubicBezTo>
                      <a:pt x="89" y="671"/>
                      <a:pt x="105" y="663"/>
                      <a:pt x="114" y="643"/>
                    </a:cubicBezTo>
                    <a:cubicBezTo>
                      <a:pt x="315" y="477"/>
                      <a:pt x="481" y="276"/>
                      <a:pt x="648" y="76"/>
                    </a:cubicBezTo>
                    <a:cubicBezTo>
                      <a:pt x="675" y="49"/>
                      <a:pt x="658" y="1"/>
                      <a:pt x="6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5" name="Google Shape;12865;p39"/>
              <p:cNvSpPr/>
              <p:nvPr/>
            </p:nvSpPr>
            <p:spPr>
              <a:xfrm>
                <a:off x="6088425" y="3020700"/>
                <a:ext cx="16250" cy="18175"/>
              </a:xfrm>
              <a:custGeom>
                <a:rect b="b" l="l" r="r" t="t"/>
                <a:pathLst>
                  <a:path extrusionOk="0" h="727" w="650">
                    <a:moveTo>
                      <a:pt x="590" y="0"/>
                    </a:moveTo>
                    <a:cubicBezTo>
                      <a:pt x="579" y="0"/>
                      <a:pt x="567" y="4"/>
                      <a:pt x="558" y="13"/>
                    </a:cubicBezTo>
                    <a:cubicBezTo>
                      <a:pt x="358" y="214"/>
                      <a:pt x="192" y="414"/>
                      <a:pt x="25" y="647"/>
                    </a:cubicBezTo>
                    <a:cubicBezTo>
                      <a:pt x="0" y="696"/>
                      <a:pt x="47" y="727"/>
                      <a:pt x="87" y="727"/>
                    </a:cubicBezTo>
                    <a:cubicBezTo>
                      <a:pt x="102" y="727"/>
                      <a:pt x="116" y="723"/>
                      <a:pt x="125" y="714"/>
                    </a:cubicBezTo>
                    <a:cubicBezTo>
                      <a:pt x="325" y="514"/>
                      <a:pt x="492" y="280"/>
                      <a:pt x="625" y="80"/>
                    </a:cubicBezTo>
                    <a:cubicBezTo>
                      <a:pt x="650" y="31"/>
                      <a:pt x="620" y="0"/>
                      <a:pt x="5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6" name="Google Shape;12866;p39"/>
              <p:cNvSpPr/>
              <p:nvPr/>
            </p:nvSpPr>
            <p:spPr>
              <a:xfrm>
                <a:off x="6102600" y="3054975"/>
                <a:ext cx="34000" cy="37275"/>
              </a:xfrm>
              <a:custGeom>
                <a:rect b="b" l="l" r="r" t="t"/>
                <a:pathLst>
                  <a:path extrusionOk="0" h="1491" w="1360">
                    <a:moveTo>
                      <a:pt x="1311" y="1"/>
                    </a:moveTo>
                    <a:cubicBezTo>
                      <a:pt x="1305" y="1"/>
                      <a:pt x="1299" y="4"/>
                      <a:pt x="1292" y="10"/>
                    </a:cubicBezTo>
                    <a:cubicBezTo>
                      <a:pt x="792" y="377"/>
                      <a:pt x="358" y="911"/>
                      <a:pt x="25" y="1411"/>
                    </a:cubicBezTo>
                    <a:cubicBezTo>
                      <a:pt x="0" y="1460"/>
                      <a:pt x="30" y="1491"/>
                      <a:pt x="60" y="1491"/>
                    </a:cubicBezTo>
                    <a:cubicBezTo>
                      <a:pt x="71" y="1491"/>
                      <a:pt x="83" y="1487"/>
                      <a:pt x="92" y="1478"/>
                    </a:cubicBezTo>
                    <a:cubicBezTo>
                      <a:pt x="292" y="1244"/>
                      <a:pt x="492" y="1011"/>
                      <a:pt x="725" y="777"/>
                    </a:cubicBezTo>
                    <a:cubicBezTo>
                      <a:pt x="925" y="510"/>
                      <a:pt x="1159" y="310"/>
                      <a:pt x="1359" y="77"/>
                    </a:cubicBezTo>
                    <a:cubicBezTo>
                      <a:pt x="1359" y="50"/>
                      <a:pt x="1337" y="1"/>
                      <a:pt x="13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7" name="Google Shape;12867;p39"/>
              <p:cNvSpPr/>
              <p:nvPr/>
            </p:nvSpPr>
            <p:spPr>
              <a:xfrm>
                <a:off x="6116775" y="3074525"/>
                <a:ext cx="17075" cy="16900"/>
              </a:xfrm>
              <a:custGeom>
                <a:rect b="b" l="l" r="r" t="t"/>
                <a:pathLst>
                  <a:path extrusionOk="0" h="676" w="683">
                    <a:moveTo>
                      <a:pt x="626" y="1"/>
                    </a:moveTo>
                    <a:cubicBezTo>
                      <a:pt x="614" y="1"/>
                      <a:pt x="602" y="9"/>
                      <a:pt x="592" y="29"/>
                    </a:cubicBezTo>
                    <a:cubicBezTo>
                      <a:pt x="392" y="195"/>
                      <a:pt x="192" y="396"/>
                      <a:pt x="25" y="596"/>
                    </a:cubicBezTo>
                    <a:cubicBezTo>
                      <a:pt x="0" y="645"/>
                      <a:pt x="30" y="675"/>
                      <a:pt x="60" y="675"/>
                    </a:cubicBezTo>
                    <a:cubicBezTo>
                      <a:pt x="71" y="675"/>
                      <a:pt x="83" y="671"/>
                      <a:pt x="92" y="662"/>
                    </a:cubicBezTo>
                    <a:cubicBezTo>
                      <a:pt x="292" y="496"/>
                      <a:pt x="492" y="295"/>
                      <a:pt x="659" y="95"/>
                    </a:cubicBezTo>
                    <a:cubicBezTo>
                      <a:pt x="682" y="48"/>
                      <a:pt x="656" y="1"/>
                      <a:pt x="6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8" name="Google Shape;12868;p39"/>
              <p:cNvSpPr/>
              <p:nvPr/>
            </p:nvSpPr>
            <p:spPr>
              <a:xfrm>
                <a:off x="6120100" y="3091675"/>
                <a:ext cx="13000" cy="12250"/>
              </a:xfrm>
              <a:custGeom>
                <a:rect b="b" l="l" r="r" t="t"/>
                <a:pathLst>
                  <a:path extrusionOk="0" h="490" w="520">
                    <a:moveTo>
                      <a:pt x="447" y="1"/>
                    </a:moveTo>
                    <a:cubicBezTo>
                      <a:pt x="440" y="1"/>
                      <a:pt x="432" y="3"/>
                      <a:pt x="426" y="10"/>
                    </a:cubicBezTo>
                    <a:cubicBezTo>
                      <a:pt x="259" y="110"/>
                      <a:pt x="125" y="243"/>
                      <a:pt x="25" y="410"/>
                    </a:cubicBezTo>
                    <a:cubicBezTo>
                      <a:pt x="1" y="459"/>
                      <a:pt x="30" y="490"/>
                      <a:pt x="61" y="490"/>
                    </a:cubicBezTo>
                    <a:cubicBezTo>
                      <a:pt x="72" y="490"/>
                      <a:pt x="83" y="486"/>
                      <a:pt x="92" y="477"/>
                    </a:cubicBezTo>
                    <a:cubicBezTo>
                      <a:pt x="225" y="343"/>
                      <a:pt x="359" y="177"/>
                      <a:pt x="492" y="76"/>
                    </a:cubicBezTo>
                    <a:cubicBezTo>
                      <a:pt x="519" y="49"/>
                      <a:pt x="481" y="1"/>
                      <a:pt x="4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9" name="Google Shape;12869;p39"/>
              <p:cNvSpPr/>
              <p:nvPr/>
            </p:nvSpPr>
            <p:spPr>
              <a:xfrm>
                <a:off x="6040825" y="3146625"/>
                <a:ext cx="17150" cy="18075"/>
              </a:xfrm>
              <a:custGeom>
                <a:rect b="b" l="l" r="r" t="t"/>
                <a:pathLst>
                  <a:path extrusionOk="0" h="723" w="686">
                    <a:moveTo>
                      <a:pt x="626" y="0"/>
                    </a:moveTo>
                    <a:cubicBezTo>
                      <a:pt x="615" y="0"/>
                      <a:pt x="603" y="4"/>
                      <a:pt x="594" y="13"/>
                    </a:cubicBezTo>
                    <a:cubicBezTo>
                      <a:pt x="394" y="213"/>
                      <a:pt x="194" y="414"/>
                      <a:pt x="27" y="647"/>
                    </a:cubicBezTo>
                    <a:cubicBezTo>
                      <a:pt x="0" y="674"/>
                      <a:pt x="39" y="723"/>
                      <a:pt x="72" y="723"/>
                    </a:cubicBezTo>
                    <a:cubicBezTo>
                      <a:pt x="80" y="723"/>
                      <a:pt x="88" y="720"/>
                      <a:pt x="94" y="714"/>
                    </a:cubicBezTo>
                    <a:cubicBezTo>
                      <a:pt x="294" y="514"/>
                      <a:pt x="461" y="280"/>
                      <a:pt x="661" y="80"/>
                    </a:cubicBezTo>
                    <a:cubicBezTo>
                      <a:pt x="686" y="31"/>
                      <a:pt x="656" y="0"/>
                      <a:pt x="6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0" name="Google Shape;12870;p39"/>
              <p:cNvSpPr/>
              <p:nvPr/>
            </p:nvSpPr>
            <p:spPr>
              <a:xfrm>
                <a:off x="5988350" y="2842225"/>
                <a:ext cx="57350" cy="80750"/>
              </a:xfrm>
              <a:custGeom>
                <a:rect b="b" l="l" r="r" t="t"/>
                <a:pathLst>
                  <a:path extrusionOk="0" h="3230" w="2294">
                    <a:moveTo>
                      <a:pt x="2228" y="0"/>
                    </a:moveTo>
                    <a:cubicBezTo>
                      <a:pt x="2215" y="0"/>
                      <a:pt x="2203" y="4"/>
                      <a:pt x="2193" y="14"/>
                    </a:cubicBezTo>
                    <a:cubicBezTo>
                      <a:pt x="1526" y="1081"/>
                      <a:pt x="759" y="2082"/>
                      <a:pt x="25" y="3150"/>
                    </a:cubicBezTo>
                    <a:cubicBezTo>
                      <a:pt x="0" y="3198"/>
                      <a:pt x="48" y="3229"/>
                      <a:pt x="101" y="3229"/>
                    </a:cubicBezTo>
                    <a:cubicBezTo>
                      <a:pt x="120" y="3229"/>
                      <a:pt x="140" y="3225"/>
                      <a:pt x="158" y="3216"/>
                    </a:cubicBezTo>
                    <a:cubicBezTo>
                      <a:pt x="992" y="2282"/>
                      <a:pt x="1693" y="1148"/>
                      <a:pt x="2293" y="47"/>
                    </a:cubicBezTo>
                    <a:cubicBezTo>
                      <a:pt x="2293" y="24"/>
                      <a:pt x="2260" y="0"/>
                      <a:pt x="22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1" name="Google Shape;12871;p39"/>
              <p:cNvSpPr/>
              <p:nvPr/>
            </p:nvSpPr>
            <p:spPr>
              <a:xfrm>
                <a:off x="5992525" y="2860575"/>
                <a:ext cx="24575" cy="33200"/>
              </a:xfrm>
              <a:custGeom>
                <a:rect b="b" l="l" r="r" t="t"/>
                <a:pathLst>
                  <a:path extrusionOk="0" h="1328" w="983">
                    <a:moveTo>
                      <a:pt x="926" y="0"/>
                    </a:moveTo>
                    <a:cubicBezTo>
                      <a:pt x="914" y="0"/>
                      <a:pt x="902" y="4"/>
                      <a:pt x="892" y="14"/>
                    </a:cubicBezTo>
                    <a:cubicBezTo>
                      <a:pt x="592" y="414"/>
                      <a:pt x="292" y="848"/>
                      <a:pt x="25" y="1248"/>
                    </a:cubicBezTo>
                    <a:cubicBezTo>
                      <a:pt x="0" y="1297"/>
                      <a:pt x="29" y="1328"/>
                      <a:pt x="73" y="1328"/>
                    </a:cubicBezTo>
                    <a:cubicBezTo>
                      <a:pt x="89" y="1328"/>
                      <a:pt x="107" y="1324"/>
                      <a:pt x="125" y="1315"/>
                    </a:cubicBezTo>
                    <a:cubicBezTo>
                      <a:pt x="458" y="948"/>
                      <a:pt x="759" y="514"/>
                      <a:pt x="959" y="47"/>
                    </a:cubicBezTo>
                    <a:cubicBezTo>
                      <a:pt x="982" y="24"/>
                      <a:pt x="956" y="0"/>
                      <a:pt x="9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2" name="Google Shape;12872;p39"/>
              <p:cNvSpPr/>
              <p:nvPr/>
            </p:nvSpPr>
            <p:spPr>
              <a:xfrm>
                <a:off x="6048400" y="2620850"/>
                <a:ext cx="39825" cy="59450"/>
              </a:xfrm>
              <a:custGeom>
                <a:rect b="b" l="l" r="r" t="t"/>
                <a:pathLst>
                  <a:path extrusionOk="0" h="2378" w="1593">
                    <a:moveTo>
                      <a:pt x="1530" y="1"/>
                    </a:moveTo>
                    <a:cubicBezTo>
                      <a:pt x="1516" y="1"/>
                      <a:pt x="1503" y="9"/>
                      <a:pt x="1492" y="29"/>
                    </a:cubicBezTo>
                    <a:cubicBezTo>
                      <a:pt x="959" y="730"/>
                      <a:pt x="492" y="1530"/>
                      <a:pt x="25" y="2298"/>
                    </a:cubicBezTo>
                    <a:cubicBezTo>
                      <a:pt x="0" y="2346"/>
                      <a:pt x="29" y="2377"/>
                      <a:pt x="60" y="2377"/>
                    </a:cubicBezTo>
                    <a:cubicBezTo>
                      <a:pt x="71" y="2377"/>
                      <a:pt x="82" y="2373"/>
                      <a:pt x="91" y="2364"/>
                    </a:cubicBezTo>
                    <a:cubicBezTo>
                      <a:pt x="625" y="1630"/>
                      <a:pt x="1159" y="863"/>
                      <a:pt x="1592" y="63"/>
                    </a:cubicBezTo>
                    <a:cubicBezTo>
                      <a:pt x="1592" y="40"/>
                      <a:pt x="1561" y="1"/>
                      <a:pt x="15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3" name="Google Shape;12873;p39"/>
              <p:cNvSpPr/>
              <p:nvPr/>
            </p:nvSpPr>
            <p:spPr>
              <a:xfrm>
                <a:off x="6030900" y="2688400"/>
                <a:ext cx="14525" cy="17775"/>
              </a:xfrm>
              <a:custGeom>
                <a:rect b="b" l="l" r="r" t="t"/>
                <a:pathLst>
                  <a:path extrusionOk="0" h="711" w="581">
                    <a:moveTo>
                      <a:pt x="502" y="1"/>
                    </a:moveTo>
                    <a:cubicBezTo>
                      <a:pt x="485" y="1"/>
                      <a:pt x="468" y="9"/>
                      <a:pt x="458" y="29"/>
                    </a:cubicBezTo>
                    <a:cubicBezTo>
                      <a:pt x="324" y="229"/>
                      <a:pt x="158" y="430"/>
                      <a:pt x="24" y="663"/>
                    </a:cubicBezTo>
                    <a:cubicBezTo>
                      <a:pt x="1" y="687"/>
                      <a:pt x="27" y="710"/>
                      <a:pt x="56" y="710"/>
                    </a:cubicBezTo>
                    <a:cubicBezTo>
                      <a:pt x="68" y="710"/>
                      <a:pt x="81" y="706"/>
                      <a:pt x="91" y="696"/>
                    </a:cubicBezTo>
                    <a:cubicBezTo>
                      <a:pt x="258" y="496"/>
                      <a:pt x="424" y="296"/>
                      <a:pt x="558" y="63"/>
                    </a:cubicBezTo>
                    <a:cubicBezTo>
                      <a:pt x="581" y="40"/>
                      <a:pt x="540" y="1"/>
                      <a:pt x="5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4" name="Google Shape;12874;p39"/>
              <p:cNvSpPr/>
              <p:nvPr/>
            </p:nvSpPr>
            <p:spPr>
              <a:xfrm>
                <a:off x="6010875" y="2705925"/>
                <a:ext cx="50400" cy="64450"/>
              </a:xfrm>
              <a:custGeom>
                <a:rect b="b" l="l" r="r" t="t"/>
                <a:pathLst>
                  <a:path extrusionOk="0" h="2578" w="2016">
                    <a:moveTo>
                      <a:pt x="1963" y="0"/>
                    </a:moveTo>
                    <a:cubicBezTo>
                      <a:pt x="1950" y="0"/>
                      <a:pt x="1936" y="8"/>
                      <a:pt x="1926" y="29"/>
                    </a:cubicBezTo>
                    <a:cubicBezTo>
                      <a:pt x="1259" y="829"/>
                      <a:pt x="625" y="1663"/>
                      <a:pt x="25" y="2531"/>
                    </a:cubicBezTo>
                    <a:cubicBezTo>
                      <a:pt x="1" y="2554"/>
                      <a:pt x="44" y="2578"/>
                      <a:pt x="83" y="2578"/>
                    </a:cubicBezTo>
                    <a:cubicBezTo>
                      <a:pt x="99" y="2578"/>
                      <a:pt x="115" y="2574"/>
                      <a:pt x="125" y="2564"/>
                    </a:cubicBezTo>
                    <a:cubicBezTo>
                      <a:pt x="725" y="1697"/>
                      <a:pt x="1359" y="863"/>
                      <a:pt x="1993" y="62"/>
                    </a:cubicBezTo>
                    <a:cubicBezTo>
                      <a:pt x="2016" y="39"/>
                      <a:pt x="1991" y="0"/>
                      <a:pt x="19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5" name="Google Shape;12875;p39"/>
              <p:cNvSpPr/>
              <p:nvPr/>
            </p:nvSpPr>
            <p:spPr>
              <a:xfrm>
                <a:off x="6020050" y="2588825"/>
                <a:ext cx="31150" cy="38125"/>
              </a:xfrm>
              <a:custGeom>
                <a:rect b="b" l="l" r="r" t="t"/>
                <a:pathLst>
                  <a:path extrusionOk="0" h="1525" w="1246">
                    <a:moveTo>
                      <a:pt x="1163" y="0"/>
                    </a:moveTo>
                    <a:cubicBezTo>
                      <a:pt x="1151" y="0"/>
                      <a:pt x="1138" y="3"/>
                      <a:pt x="1125" y="9"/>
                    </a:cubicBezTo>
                    <a:cubicBezTo>
                      <a:pt x="692" y="443"/>
                      <a:pt x="325" y="943"/>
                      <a:pt x="24" y="1477"/>
                    </a:cubicBezTo>
                    <a:cubicBezTo>
                      <a:pt x="1" y="1501"/>
                      <a:pt x="44" y="1524"/>
                      <a:pt x="71" y="1524"/>
                    </a:cubicBezTo>
                    <a:cubicBezTo>
                      <a:pt x="83" y="1524"/>
                      <a:pt x="91" y="1520"/>
                      <a:pt x="91" y="1510"/>
                    </a:cubicBezTo>
                    <a:cubicBezTo>
                      <a:pt x="425" y="977"/>
                      <a:pt x="792" y="510"/>
                      <a:pt x="1192" y="76"/>
                    </a:cubicBezTo>
                    <a:cubicBezTo>
                      <a:pt x="1246" y="49"/>
                      <a:pt x="1213" y="0"/>
                      <a:pt x="11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6" name="Google Shape;12876;p39"/>
              <p:cNvSpPr/>
              <p:nvPr/>
            </p:nvSpPr>
            <p:spPr>
              <a:xfrm>
                <a:off x="6010800" y="3003175"/>
                <a:ext cx="24650" cy="27275"/>
              </a:xfrm>
              <a:custGeom>
                <a:rect b="b" l="l" r="r" t="t"/>
                <a:pathLst>
                  <a:path extrusionOk="0" h="1091" w="986">
                    <a:moveTo>
                      <a:pt x="926" y="1"/>
                    </a:moveTo>
                    <a:cubicBezTo>
                      <a:pt x="915" y="1"/>
                      <a:pt x="904" y="5"/>
                      <a:pt x="895" y="14"/>
                    </a:cubicBezTo>
                    <a:cubicBezTo>
                      <a:pt x="595" y="347"/>
                      <a:pt x="294" y="681"/>
                      <a:pt x="28" y="1015"/>
                    </a:cubicBezTo>
                    <a:cubicBezTo>
                      <a:pt x="1" y="1042"/>
                      <a:pt x="39" y="1090"/>
                      <a:pt x="72" y="1090"/>
                    </a:cubicBezTo>
                    <a:cubicBezTo>
                      <a:pt x="80" y="1090"/>
                      <a:pt x="88" y="1088"/>
                      <a:pt x="94" y="1081"/>
                    </a:cubicBezTo>
                    <a:cubicBezTo>
                      <a:pt x="394" y="748"/>
                      <a:pt x="661" y="414"/>
                      <a:pt x="962" y="81"/>
                    </a:cubicBezTo>
                    <a:cubicBezTo>
                      <a:pt x="986" y="32"/>
                      <a:pt x="957" y="1"/>
                      <a:pt x="9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7" name="Google Shape;12877;p39"/>
              <p:cNvSpPr/>
              <p:nvPr/>
            </p:nvSpPr>
            <p:spPr>
              <a:xfrm>
                <a:off x="5966675" y="2831875"/>
                <a:ext cx="18725" cy="22725"/>
              </a:xfrm>
              <a:custGeom>
                <a:rect b="b" l="l" r="r" t="t"/>
                <a:pathLst>
                  <a:path extrusionOk="0" h="909" w="749">
                    <a:moveTo>
                      <a:pt x="666" y="0"/>
                    </a:moveTo>
                    <a:cubicBezTo>
                      <a:pt x="650" y="0"/>
                      <a:pt x="635" y="8"/>
                      <a:pt x="625" y="28"/>
                    </a:cubicBezTo>
                    <a:cubicBezTo>
                      <a:pt x="425" y="295"/>
                      <a:pt x="191" y="561"/>
                      <a:pt x="25" y="828"/>
                    </a:cubicBezTo>
                    <a:cubicBezTo>
                      <a:pt x="0" y="877"/>
                      <a:pt x="29" y="908"/>
                      <a:pt x="73" y="908"/>
                    </a:cubicBezTo>
                    <a:cubicBezTo>
                      <a:pt x="89" y="908"/>
                      <a:pt x="107" y="904"/>
                      <a:pt x="125" y="895"/>
                    </a:cubicBezTo>
                    <a:cubicBezTo>
                      <a:pt x="325" y="628"/>
                      <a:pt x="525" y="361"/>
                      <a:pt x="725" y="94"/>
                    </a:cubicBezTo>
                    <a:cubicBezTo>
                      <a:pt x="749" y="47"/>
                      <a:pt x="706" y="0"/>
                      <a:pt x="6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8" name="Google Shape;12878;p39"/>
              <p:cNvSpPr/>
              <p:nvPr/>
            </p:nvSpPr>
            <p:spPr>
              <a:xfrm>
                <a:off x="5973350" y="2850550"/>
                <a:ext cx="9550" cy="10725"/>
              </a:xfrm>
              <a:custGeom>
                <a:rect b="b" l="l" r="r" t="t"/>
                <a:pathLst>
                  <a:path extrusionOk="0" h="429" w="382">
                    <a:moveTo>
                      <a:pt x="326" y="1"/>
                    </a:moveTo>
                    <a:cubicBezTo>
                      <a:pt x="314" y="1"/>
                      <a:pt x="301" y="5"/>
                      <a:pt x="291" y="15"/>
                    </a:cubicBezTo>
                    <a:cubicBezTo>
                      <a:pt x="191" y="115"/>
                      <a:pt x="91" y="248"/>
                      <a:pt x="24" y="381"/>
                    </a:cubicBezTo>
                    <a:cubicBezTo>
                      <a:pt x="1" y="405"/>
                      <a:pt x="27" y="429"/>
                      <a:pt x="57" y="429"/>
                    </a:cubicBezTo>
                    <a:cubicBezTo>
                      <a:pt x="69" y="429"/>
                      <a:pt x="81" y="425"/>
                      <a:pt x="91" y="415"/>
                    </a:cubicBezTo>
                    <a:cubicBezTo>
                      <a:pt x="191" y="315"/>
                      <a:pt x="291" y="181"/>
                      <a:pt x="358" y="48"/>
                    </a:cubicBezTo>
                    <a:cubicBezTo>
                      <a:pt x="382" y="24"/>
                      <a:pt x="355" y="1"/>
                      <a:pt x="3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9" name="Google Shape;12879;p39"/>
              <p:cNvSpPr/>
              <p:nvPr/>
            </p:nvSpPr>
            <p:spPr>
              <a:xfrm>
                <a:off x="6110875" y="2732250"/>
                <a:ext cx="19725" cy="21325"/>
              </a:xfrm>
              <a:custGeom>
                <a:rect b="b" l="l" r="r" t="t"/>
                <a:pathLst>
                  <a:path extrusionOk="0" h="853" w="789">
                    <a:moveTo>
                      <a:pt x="716" y="1"/>
                    </a:moveTo>
                    <a:cubicBezTo>
                      <a:pt x="708" y="1"/>
                      <a:pt x="701" y="3"/>
                      <a:pt x="695" y="10"/>
                    </a:cubicBezTo>
                    <a:cubicBezTo>
                      <a:pt x="461" y="243"/>
                      <a:pt x="228" y="510"/>
                      <a:pt x="27" y="777"/>
                    </a:cubicBezTo>
                    <a:cubicBezTo>
                      <a:pt x="0" y="804"/>
                      <a:pt x="39" y="853"/>
                      <a:pt x="72" y="853"/>
                    </a:cubicBezTo>
                    <a:cubicBezTo>
                      <a:pt x="80" y="853"/>
                      <a:pt x="88" y="850"/>
                      <a:pt x="94" y="844"/>
                    </a:cubicBezTo>
                    <a:cubicBezTo>
                      <a:pt x="328" y="610"/>
                      <a:pt x="561" y="343"/>
                      <a:pt x="761" y="77"/>
                    </a:cubicBezTo>
                    <a:cubicBezTo>
                      <a:pt x="788" y="50"/>
                      <a:pt x="750" y="1"/>
                      <a:pt x="7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0" name="Google Shape;12880;p39"/>
              <p:cNvSpPr/>
              <p:nvPr/>
            </p:nvSpPr>
            <p:spPr>
              <a:xfrm>
                <a:off x="6118450" y="2719750"/>
                <a:ext cx="11475" cy="13925"/>
              </a:xfrm>
              <a:custGeom>
                <a:rect b="b" l="l" r="r" t="t"/>
                <a:pathLst>
                  <a:path extrusionOk="0" h="557" w="459">
                    <a:moveTo>
                      <a:pt x="410" y="0"/>
                    </a:moveTo>
                    <a:cubicBezTo>
                      <a:pt x="404" y="0"/>
                      <a:pt x="398" y="3"/>
                      <a:pt x="392" y="9"/>
                    </a:cubicBezTo>
                    <a:cubicBezTo>
                      <a:pt x="258" y="176"/>
                      <a:pt x="125" y="310"/>
                      <a:pt x="25" y="476"/>
                    </a:cubicBezTo>
                    <a:cubicBezTo>
                      <a:pt x="0" y="525"/>
                      <a:pt x="47" y="556"/>
                      <a:pt x="87" y="556"/>
                    </a:cubicBezTo>
                    <a:cubicBezTo>
                      <a:pt x="102" y="556"/>
                      <a:pt x="116" y="552"/>
                      <a:pt x="125" y="543"/>
                    </a:cubicBezTo>
                    <a:cubicBezTo>
                      <a:pt x="225" y="410"/>
                      <a:pt x="358" y="243"/>
                      <a:pt x="458" y="76"/>
                    </a:cubicBezTo>
                    <a:cubicBezTo>
                      <a:pt x="458" y="49"/>
                      <a:pt x="436" y="0"/>
                      <a:pt x="4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1" name="Google Shape;12881;p39"/>
              <p:cNvSpPr/>
              <p:nvPr/>
            </p:nvSpPr>
            <p:spPr>
              <a:xfrm>
                <a:off x="5861375" y="2841725"/>
                <a:ext cx="77575" cy="6100"/>
              </a:xfrm>
              <a:custGeom>
                <a:rect b="b" l="l" r="r" t="t"/>
                <a:pathLst>
                  <a:path extrusionOk="0" h="244" w="3103">
                    <a:moveTo>
                      <a:pt x="1601" y="1"/>
                    </a:moveTo>
                    <a:cubicBezTo>
                      <a:pt x="1101" y="1"/>
                      <a:pt x="567" y="1"/>
                      <a:pt x="67" y="67"/>
                    </a:cubicBezTo>
                    <a:cubicBezTo>
                      <a:pt x="0" y="67"/>
                      <a:pt x="34" y="134"/>
                      <a:pt x="67" y="134"/>
                    </a:cubicBezTo>
                    <a:cubicBezTo>
                      <a:pt x="567" y="167"/>
                      <a:pt x="1068" y="167"/>
                      <a:pt x="1535" y="167"/>
                    </a:cubicBezTo>
                    <a:cubicBezTo>
                      <a:pt x="1939" y="194"/>
                      <a:pt x="2344" y="243"/>
                      <a:pt x="2731" y="243"/>
                    </a:cubicBezTo>
                    <a:cubicBezTo>
                      <a:pt x="2823" y="243"/>
                      <a:pt x="2913" y="240"/>
                      <a:pt x="3002" y="234"/>
                    </a:cubicBezTo>
                    <a:cubicBezTo>
                      <a:pt x="3102" y="234"/>
                      <a:pt x="3102" y="101"/>
                      <a:pt x="3036" y="101"/>
                    </a:cubicBezTo>
                    <a:cubicBezTo>
                      <a:pt x="2569" y="1"/>
                      <a:pt x="2068" y="1"/>
                      <a:pt x="16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2" name="Google Shape;12882;p39"/>
              <p:cNvSpPr/>
              <p:nvPr/>
            </p:nvSpPr>
            <p:spPr>
              <a:xfrm>
                <a:off x="5902225" y="2858875"/>
                <a:ext cx="28375" cy="3950"/>
              </a:xfrm>
              <a:custGeom>
                <a:rect b="b" l="l" r="r" t="t"/>
                <a:pathLst>
                  <a:path extrusionOk="0" h="158" w="1135">
                    <a:moveTo>
                      <a:pt x="735" y="0"/>
                    </a:moveTo>
                    <a:cubicBezTo>
                      <a:pt x="512" y="0"/>
                      <a:pt x="290" y="15"/>
                      <a:pt x="67" y="15"/>
                    </a:cubicBezTo>
                    <a:cubicBezTo>
                      <a:pt x="1" y="15"/>
                      <a:pt x="34" y="115"/>
                      <a:pt x="67" y="115"/>
                    </a:cubicBezTo>
                    <a:cubicBezTo>
                      <a:pt x="334" y="115"/>
                      <a:pt x="601" y="158"/>
                      <a:pt x="868" y="158"/>
                    </a:cubicBezTo>
                    <a:cubicBezTo>
                      <a:pt x="935" y="158"/>
                      <a:pt x="1001" y="155"/>
                      <a:pt x="1068" y="149"/>
                    </a:cubicBezTo>
                    <a:cubicBezTo>
                      <a:pt x="1135" y="149"/>
                      <a:pt x="1135" y="48"/>
                      <a:pt x="1068" y="15"/>
                    </a:cubicBezTo>
                    <a:cubicBezTo>
                      <a:pt x="957" y="4"/>
                      <a:pt x="846" y="0"/>
                      <a:pt x="7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3" name="Google Shape;12883;p39"/>
              <p:cNvSpPr/>
              <p:nvPr/>
            </p:nvSpPr>
            <p:spPr>
              <a:xfrm>
                <a:off x="5874700" y="2684750"/>
                <a:ext cx="73425" cy="5425"/>
              </a:xfrm>
              <a:custGeom>
                <a:rect b="b" l="l" r="r" t="t"/>
                <a:pathLst>
                  <a:path extrusionOk="0" h="217" w="2937">
                    <a:moveTo>
                      <a:pt x="2203" y="0"/>
                    </a:moveTo>
                    <a:cubicBezTo>
                      <a:pt x="1977" y="0"/>
                      <a:pt x="1752" y="8"/>
                      <a:pt x="1535" y="8"/>
                    </a:cubicBezTo>
                    <a:cubicBezTo>
                      <a:pt x="1035" y="8"/>
                      <a:pt x="535" y="8"/>
                      <a:pt x="68" y="42"/>
                    </a:cubicBezTo>
                    <a:cubicBezTo>
                      <a:pt x="34" y="75"/>
                      <a:pt x="1" y="142"/>
                      <a:pt x="68" y="142"/>
                    </a:cubicBezTo>
                    <a:cubicBezTo>
                      <a:pt x="535" y="209"/>
                      <a:pt x="1002" y="209"/>
                      <a:pt x="1469" y="209"/>
                    </a:cubicBezTo>
                    <a:cubicBezTo>
                      <a:pt x="1702" y="209"/>
                      <a:pt x="1936" y="217"/>
                      <a:pt x="2169" y="217"/>
                    </a:cubicBezTo>
                    <a:cubicBezTo>
                      <a:pt x="2403" y="217"/>
                      <a:pt x="2636" y="209"/>
                      <a:pt x="2870" y="175"/>
                    </a:cubicBezTo>
                    <a:cubicBezTo>
                      <a:pt x="2936" y="142"/>
                      <a:pt x="2903" y="42"/>
                      <a:pt x="2870" y="42"/>
                    </a:cubicBezTo>
                    <a:cubicBezTo>
                      <a:pt x="2653" y="8"/>
                      <a:pt x="2428" y="0"/>
                      <a:pt x="22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4" name="Google Shape;12884;p39"/>
              <p:cNvSpPr/>
              <p:nvPr/>
            </p:nvSpPr>
            <p:spPr>
              <a:xfrm>
                <a:off x="5901400" y="2697325"/>
                <a:ext cx="50050" cy="5225"/>
              </a:xfrm>
              <a:custGeom>
                <a:rect b="b" l="l" r="r" t="t"/>
                <a:pathLst>
                  <a:path extrusionOk="0" h="209" w="2002">
                    <a:moveTo>
                      <a:pt x="1148" y="1"/>
                    </a:moveTo>
                    <a:cubicBezTo>
                      <a:pt x="783" y="1"/>
                      <a:pt x="414" y="20"/>
                      <a:pt x="67" y="39"/>
                    </a:cubicBezTo>
                    <a:cubicBezTo>
                      <a:pt x="34" y="39"/>
                      <a:pt x="0" y="106"/>
                      <a:pt x="67" y="139"/>
                    </a:cubicBezTo>
                    <a:cubicBezTo>
                      <a:pt x="438" y="180"/>
                      <a:pt x="822" y="209"/>
                      <a:pt x="1203" y="209"/>
                    </a:cubicBezTo>
                    <a:cubicBezTo>
                      <a:pt x="1438" y="209"/>
                      <a:pt x="1672" y="198"/>
                      <a:pt x="1902" y="173"/>
                    </a:cubicBezTo>
                    <a:cubicBezTo>
                      <a:pt x="2002" y="173"/>
                      <a:pt x="2002" y="73"/>
                      <a:pt x="1935" y="39"/>
                    </a:cubicBezTo>
                    <a:cubicBezTo>
                      <a:pt x="1681" y="11"/>
                      <a:pt x="1416" y="1"/>
                      <a:pt x="11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5" name="Google Shape;12885;p39"/>
              <p:cNvSpPr/>
              <p:nvPr/>
            </p:nvSpPr>
            <p:spPr>
              <a:xfrm>
                <a:off x="5918075" y="2711025"/>
                <a:ext cx="23125" cy="4800"/>
              </a:xfrm>
              <a:custGeom>
                <a:rect b="b" l="l" r="r" t="t"/>
                <a:pathLst>
                  <a:path extrusionOk="0" h="192" w="925">
                    <a:moveTo>
                      <a:pt x="541" y="0"/>
                    </a:moveTo>
                    <a:cubicBezTo>
                      <a:pt x="369" y="0"/>
                      <a:pt x="195" y="44"/>
                      <a:pt x="34" y="125"/>
                    </a:cubicBezTo>
                    <a:cubicBezTo>
                      <a:pt x="1" y="125"/>
                      <a:pt x="34" y="192"/>
                      <a:pt x="67" y="192"/>
                    </a:cubicBezTo>
                    <a:cubicBezTo>
                      <a:pt x="334" y="125"/>
                      <a:pt x="568" y="125"/>
                      <a:pt x="834" y="125"/>
                    </a:cubicBezTo>
                    <a:cubicBezTo>
                      <a:pt x="844" y="130"/>
                      <a:pt x="853" y="132"/>
                      <a:pt x="861" y="132"/>
                    </a:cubicBezTo>
                    <a:cubicBezTo>
                      <a:pt x="909" y="132"/>
                      <a:pt x="925" y="58"/>
                      <a:pt x="868" y="58"/>
                    </a:cubicBezTo>
                    <a:cubicBezTo>
                      <a:pt x="763" y="19"/>
                      <a:pt x="652" y="0"/>
                      <a:pt x="5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6" name="Google Shape;12886;p39"/>
              <p:cNvSpPr/>
              <p:nvPr/>
            </p:nvSpPr>
            <p:spPr>
              <a:xfrm>
                <a:off x="5882225" y="2788775"/>
                <a:ext cx="62550" cy="4600"/>
              </a:xfrm>
              <a:custGeom>
                <a:rect b="b" l="l" r="r" t="t"/>
                <a:pathLst>
                  <a:path extrusionOk="0" h="184" w="2502">
                    <a:moveTo>
                      <a:pt x="1614" y="1"/>
                    </a:moveTo>
                    <a:cubicBezTo>
                      <a:pt x="1095" y="1"/>
                      <a:pt x="567" y="52"/>
                      <a:pt x="67" y="117"/>
                    </a:cubicBezTo>
                    <a:cubicBezTo>
                      <a:pt x="0" y="117"/>
                      <a:pt x="0" y="184"/>
                      <a:pt x="67" y="184"/>
                    </a:cubicBezTo>
                    <a:cubicBezTo>
                      <a:pt x="867" y="117"/>
                      <a:pt x="1635" y="151"/>
                      <a:pt x="2435" y="117"/>
                    </a:cubicBezTo>
                    <a:cubicBezTo>
                      <a:pt x="2469" y="117"/>
                      <a:pt x="2502" y="50"/>
                      <a:pt x="2435" y="50"/>
                    </a:cubicBezTo>
                    <a:cubicBezTo>
                      <a:pt x="2168" y="16"/>
                      <a:pt x="1892" y="1"/>
                      <a:pt x="16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7" name="Google Shape;12887;p39"/>
              <p:cNvSpPr/>
              <p:nvPr/>
            </p:nvSpPr>
            <p:spPr>
              <a:xfrm>
                <a:off x="5921400" y="2559525"/>
                <a:ext cx="80925" cy="4250"/>
              </a:xfrm>
              <a:custGeom>
                <a:rect b="b" l="l" r="r" t="t"/>
                <a:pathLst>
                  <a:path extrusionOk="0" h="170" w="3237">
                    <a:moveTo>
                      <a:pt x="2261" y="0"/>
                    </a:moveTo>
                    <a:cubicBezTo>
                      <a:pt x="1530" y="0"/>
                      <a:pt x="799" y="24"/>
                      <a:pt x="68" y="47"/>
                    </a:cubicBezTo>
                    <a:cubicBezTo>
                      <a:pt x="1" y="47"/>
                      <a:pt x="1" y="114"/>
                      <a:pt x="68" y="114"/>
                    </a:cubicBezTo>
                    <a:cubicBezTo>
                      <a:pt x="673" y="153"/>
                      <a:pt x="1279" y="169"/>
                      <a:pt x="1885" y="169"/>
                    </a:cubicBezTo>
                    <a:cubicBezTo>
                      <a:pt x="2313" y="169"/>
                      <a:pt x="2742" y="161"/>
                      <a:pt x="3170" y="147"/>
                    </a:cubicBezTo>
                    <a:cubicBezTo>
                      <a:pt x="3237" y="147"/>
                      <a:pt x="3237" y="47"/>
                      <a:pt x="3170" y="14"/>
                    </a:cubicBezTo>
                    <a:cubicBezTo>
                      <a:pt x="2867" y="4"/>
                      <a:pt x="2564" y="0"/>
                      <a:pt x="22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8" name="Google Shape;12888;p39"/>
              <p:cNvSpPr/>
              <p:nvPr/>
            </p:nvSpPr>
            <p:spPr>
              <a:xfrm>
                <a:off x="5960600" y="2571975"/>
                <a:ext cx="35050" cy="5425"/>
              </a:xfrm>
              <a:custGeom>
                <a:rect b="b" l="l" r="r" t="t"/>
                <a:pathLst>
                  <a:path extrusionOk="0" h="217" w="1402">
                    <a:moveTo>
                      <a:pt x="898" y="0"/>
                    </a:moveTo>
                    <a:cubicBezTo>
                      <a:pt x="617" y="0"/>
                      <a:pt x="328" y="51"/>
                      <a:pt x="67" y="116"/>
                    </a:cubicBezTo>
                    <a:cubicBezTo>
                      <a:pt x="1" y="116"/>
                      <a:pt x="34" y="216"/>
                      <a:pt x="101" y="216"/>
                    </a:cubicBezTo>
                    <a:cubicBezTo>
                      <a:pt x="501" y="150"/>
                      <a:pt x="901" y="150"/>
                      <a:pt x="1335" y="150"/>
                    </a:cubicBezTo>
                    <a:cubicBezTo>
                      <a:pt x="1402" y="150"/>
                      <a:pt x="1402" y="50"/>
                      <a:pt x="1335" y="50"/>
                    </a:cubicBezTo>
                    <a:cubicBezTo>
                      <a:pt x="1195" y="15"/>
                      <a:pt x="1048" y="0"/>
                      <a:pt x="8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9" name="Google Shape;12889;p39"/>
              <p:cNvSpPr/>
              <p:nvPr/>
            </p:nvSpPr>
            <p:spPr>
              <a:xfrm>
                <a:off x="5973125" y="2518450"/>
                <a:ext cx="56725" cy="4625"/>
              </a:xfrm>
              <a:custGeom>
                <a:rect b="b" l="l" r="r" t="t"/>
                <a:pathLst>
                  <a:path extrusionOk="0" h="185" w="2269">
                    <a:moveTo>
                      <a:pt x="1275" y="1"/>
                    </a:moveTo>
                    <a:cubicBezTo>
                      <a:pt x="856" y="1"/>
                      <a:pt x="434" y="22"/>
                      <a:pt x="33" y="22"/>
                    </a:cubicBezTo>
                    <a:cubicBezTo>
                      <a:pt x="0" y="22"/>
                      <a:pt x="0" y="122"/>
                      <a:pt x="67" y="122"/>
                    </a:cubicBezTo>
                    <a:cubicBezTo>
                      <a:pt x="527" y="145"/>
                      <a:pt x="1035" y="184"/>
                      <a:pt x="1525" y="184"/>
                    </a:cubicBezTo>
                    <a:cubicBezTo>
                      <a:pt x="1745" y="184"/>
                      <a:pt x="1961" y="176"/>
                      <a:pt x="2168" y="156"/>
                    </a:cubicBezTo>
                    <a:cubicBezTo>
                      <a:pt x="2235" y="156"/>
                      <a:pt x="2268" y="56"/>
                      <a:pt x="2202" y="56"/>
                    </a:cubicBezTo>
                    <a:cubicBezTo>
                      <a:pt x="1901" y="13"/>
                      <a:pt x="1589" y="1"/>
                      <a:pt x="12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0" name="Google Shape;12890;p39"/>
              <p:cNvSpPr/>
              <p:nvPr/>
            </p:nvSpPr>
            <p:spPr>
              <a:xfrm>
                <a:off x="5989800" y="2509825"/>
                <a:ext cx="23375" cy="4200"/>
              </a:xfrm>
              <a:custGeom>
                <a:rect b="b" l="l" r="r" t="t"/>
                <a:pathLst>
                  <a:path extrusionOk="0" h="168" w="935">
                    <a:moveTo>
                      <a:pt x="67" y="0"/>
                    </a:moveTo>
                    <a:cubicBezTo>
                      <a:pt x="0" y="0"/>
                      <a:pt x="0" y="101"/>
                      <a:pt x="67" y="101"/>
                    </a:cubicBezTo>
                    <a:cubicBezTo>
                      <a:pt x="334" y="134"/>
                      <a:pt x="601" y="167"/>
                      <a:pt x="868" y="167"/>
                    </a:cubicBezTo>
                    <a:cubicBezTo>
                      <a:pt x="934" y="167"/>
                      <a:pt x="934" y="101"/>
                      <a:pt x="868" y="101"/>
                    </a:cubicBezTo>
                    <a:cubicBezTo>
                      <a:pt x="601" y="34"/>
                      <a:pt x="334" y="34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1" name="Google Shape;12891;p39"/>
              <p:cNvSpPr/>
              <p:nvPr/>
            </p:nvSpPr>
            <p:spPr>
              <a:xfrm>
                <a:off x="5959775" y="3237725"/>
                <a:ext cx="79250" cy="9325"/>
              </a:xfrm>
              <a:custGeom>
                <a:rect b="b" l="l" r="r" t="t"/>
                <a:pathLst>
                  <a:path extrusionOk="0" h="373" w="3170">
                    <a:moveTo>
                      <a:pt x="2787" y="0"/>
                    </a:moveTo>
                    <a:cubicBezTo>
                      <a:pt x="1880" y="0"/>
                      <a:pt x="930" y="123"/>
                      <a:pt x="34" y="272"/>
                    </a:cubicBezTo>
                    <a:cubicBezTo>
                      <a:pt x="0" y="305"/>
                      <a:pt x="0" y="372"/>
                      <a:pt x="67" y="372"/>
                    </a:cubicBezTo>
                    <a:cubicBezTo>
                      <a:pt x="1068" y="305"/>
                      <a:pt x="2102" y="239"/>
                      <a:pt x="3103" y="105"/>
                    </a:cubicBezTo>
                    <a:cubicBezTo>
                      <a:pt x="3169" y="105"/>
                      <a:pt x="3169" y="5"/>
                      <a:pt x="3103" y="5"/>
                    </a:cubicBezTo>
                    <a:cubicBezTo>
                      <a:pt x="2998" y="2"/>
                      <a:pt x="2893" y="0"/>
                      <a:pt x="2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2" name="Google Shape;12892;p39"/>
              <p:cNvSpPr/>
              <p:nvPr/>
            </p:nvSpPr>
            <p:spPr>
              <a:xfrm>
                <a:off x="5971450" y="3252025"/>
                <a:ext cx="30050" cy="5850"/>
              </a:xfrm>
              <a:custGeom>
                <a:rect b="b" l="l" r="r" t="t"/>
                <a:pathLst>
                  <a:path extrusionOk="0" h="234" w="1202">
                    <a:moveTo>
                      <a:pt x="1135" y="0"/>
                    </a:moveTo>
                    <a:cubicBezTo>
                      <a:pt x="801" y="34"/>
                      <a:pt x="434" y="100"/>
                      <a:pt x="67" y="134"/>
                    </a:cubicBezTo>
                    <a:cubicBezTo>
                      <a:pt x="0" y="167"/>
                      <a:pt x="0" y="234"/>
                      <a:pt x="67" y="234"/>
                    </a:cubicBezTo>
                    <a:cubicBezTo>
                      <a:pt x="434" y="200"/>
                      <a:pt x="801" y="167"/>
                      <a:pt x="1168" y="100"/>
                    </a:cubicBezTo>
                    <a:cubicBezTo>
                      <a:pt x="1201" y="67"/>
                      <a:pt x="1201" y="0"/>
                      <a:pt x="11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3" name="Google Shape;12893;p39"/>
              <p:cNvSpPr/>
              <p:nvPr/>
            </p:nvSpPr>
            <p:spPr>
              <a:xfrm>
                <a:off x="5980650" y="3261200"/>
                <a:ext cx="17500" cy="5250"/>
              </a:xfrm>
              <a:custGeom>
                <a:rect b="b" l="l" r="r" t="t"/>
                <a:pathLst>
                  <a:path extrusionOk="0" h="210" w="700">
                    <a:moveTo>
                      <a:pt x="633" y="0"/>
                    </a:moveTo>
                    <a:cubicBezTo>
                      <a:pt x="433" y="34"/>
                      <a:pt x="233" y="67"/>
                      <a:pt x="33" y="134"/>
                    </a:cubicBezTo>
                    <a:cubicBezTo>
                      <a:pt x="6" y="161"/>
                      <a:pt x="1" y="210"/>
                      <a:pt x="35" y="210"/>
                    </a:cubicBezTo>
                    <a:cubicBezTo>
                      <a:pt x="43" y="210"/>
                      <a:pt x="53" y="207"/>
                      <a:pt x="66" y="200"/>
                    </a:cubicBezTo>
                    <a:cubicBezTo>
                      <a:pt x="266" y="200"/>
                      <a:pt x="466" y="134"/>
                      <a:pt x="633" y="100"/>
                    </a:cubicBezTo>
                    <a:cubicBezTo>
                      <a:pt x="700" y="67"/>
                      <a:pt x="666" y="0"/>
                      <a:pt x="6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4" name="Google Shape;12894;p39"/>
              <p:cNvSpPr/>
              <p:nvPr/>
            </p:nvSpPr>
            <p:spPr>
              <a:xfrm>
                <a:off x="6087375" y="3356275"/>
                <a:ext cx="70075" cy="23350"/>
              </a:xfrm>
              <a:custGeom>
                <a:rect b="b" l="l" r="r" t="t"/>
                <a:pathLst>
                  <a:path extrusionOk="0" h="934" w="2803">
                    <a:moveTo>
                      <a:pt x="100" y="0"/>
                    </a:moveTo>
                    <a:cubicBezTo>
                      <a:pt x="33" y="0"/>
                      <a:pt x="0" y="67"/>
                      <a:pt x="67" y="100"/>
                    </a:cubicBezTo>
                    <a:cubicBezTo>
                      <a:pt x="767" y="567"/>
                      <a:pt x="1835" y="934"/>
                      <a:pt x="2702" y="934"/>
                    </a:cubicBezTo>
                    <a:cubicBezTo>
                      <a:pt x="2802" y="934"/>
                      <a:pt x="2802" y="801"/>
                      <a:pt x="2702" y="801"/>
                    </a:cubicBezTo>
                    <a:cubicBezTo>
                      <a:pt x="2268" y="634"/>
                      <a:pt x="1835" y="567"/>
                      <a:pt x="1401" y="434"/>
                    </a:cubicBezTo>
                    <a:cubicBezTo>
                      <a:pt x="934" y="300"/>
                      <a:pt x="534" y="133"/>
                      <a:pt x="1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5" name="Google Shape;12895;p39"/>
              <p:cNvSpPr/>
              <p:nvPr/>
            </p:nvSpPr>
            <p:spPr>
              <a:xfrm>
                <a:off x="6122400" y="3356275"/>
                <a:ext cx="38150" cy="13525"/>
              </a:xfrm>
              <a:custGeom>
                <a:rect b="b" l="l" r="r" t="t"/>
                <a:pathLst>
                  <a:path extrusionOk="0" h="541" w="1526">
                    <a:moveTo>
                      <a:pt x="100" y="0"/>
                    </a:moveTo>
                    <a:cubicBezTo>
                      <a:pt x="33" y="0"/>
                      <a:pt x="0" y="67"/>
                      <a:pt x="67" y="67"/>
                    </a:cubicBezTo>
                    <a:cubicBezTo>
                      <a:pt x="467" y="267"/>
                      <a:pt x="967" y="467"/>
                      <a:pt x="1401" y="534"/>
                    </a:cubicBezTo>
                    <a:cubicBezTo>
                      <a:pt x="1410" y="538"/>
                      <a:pt x="1420" y="540"/>
                      <a:pt x="1429" y="540"/>
                    </a:cubicBezTo>
                    <a:cubicBezTo>
                      <a:pt x="1484" y="540"/>
                      <a:pt x="1525" y="462"/>
                      <a:pt x="1468" y="434"/>
                    </a:cubicBezTo>
                    <a:cubicBezTo>
                      <a:pt x="1034" y="234"/>
                      <a:pt x="534" y="100"/>
                      <a:pt x="1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6" name="Google Shape;12896;p39"/>
              <p:cNvSpPr/>
              <p:nvPr/>
            </p:nvSpPr>
            <p:spPr>
              <a:xfrm>
                <a:off x="6146800" y="3354425"/>
                <a:ext cx="16350" cy="6200"/>
              </a:xfrm>
              <a:custGeom>
                <a:rect b="b" l="l" r="r" t="t"/>
                <a:pathLst>
                  <a:path extrusionOk="0" h="248" w="654">
                    <a:moveTo>
                      <a:pt x="44" y="0"/>
                    </a:moveTo>
                    <a:cubicBezTo>
                      <a:pt x="17" y="0"/>
                      <a:pt x="1" y="74"/>
                      <a:pt x="58" y="74"/>
                    </a:cubicBezTo>
                    <a:cubicBezTo>
                      <a:pt x="225" y="141"/>
                      <a:pt x="392" y="207"/>
                      <a:pt x="592" y="241"/>
                    </a:cubicBezTo>
                    <a:cubicBezTo>
                      <a:pt x="597" y="246"/>
                      <a:pt x="601" y="248"/>
                      <a:pt x="606" y="248"/>
                    </a:cubicBezTo>
                    <a:cubicBezTo>
                      <a:pt x="633" y="248"/>
                      <a:pt x="654" y="174"/>
                      <a:pt x="625" y="174"/>
                    </a:cubicBezTo>
                    <a:cubicBezTo>
                      <a:pt x="425" y="107"/>
                      <a:pt x="258" y="41"/>
                      <a:pt x="58" y="7"/>
                    </a:cubicBezTo>
                    <a:cubicBezTo>
                      <a:pt x="53" y="3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7" name="Google Shape;12897;p39"/>
              <p:cNvSpPr/>
              <p:nvPr/>
            </p:nvSpPr>
            <p:spPr>
              <a:xfrm>
                <a:off x="6174100" y="3257850"/>
                <a:ext cx="61725" cy="13375"/>
              </a:xfrm>
              <a:custGeom>
                <a:rect b="b" l="l" r="r" t="t"/>
                <a:pathLst>
                  <a:path extrusionOk="0" h="535" w="2469">
                    <a:moveTo>
                      <a:pt x="67" y="1"/>
                    </a:moveTo>
                    <a:cubicBezTo>
                      <a:pt x="34" y="1"/>
                      <a:pt x="0" y="68"/>
                      <a:pt x="67" y="68"/>
                    </a:cubicBezTo>
                    <a:cubicBezTo>
                      <a:pt x="801" y="268"/>
                      <a:pt x="1635" y="468"/>
                      <a:pt x="2402" y="535"/>
                    </a:cubicBezTo>
                    <a:cubicBezTo>
                      <a:pt x="2469" y="535"/>
                      <a:pt x="2469" y="434"/>
                      <a:pt x="2435" y="401"/>
                    </a:cubicBezTo>
                    <a:cubicBezTo>
                      <a:pt x="1701" y="168"/>
                      <a:pt x="834" y="68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8" name="Google Shape;12898;p39"/>
              <p:cNvSpPr/>
              <p:nvPr/>
            </p:nvSpPr>
            <p:spPr>
              <a:xfrm>
                <a:off x="6209125" y="3252850"/>
                <a:ext cx="24200" cy="7525"/>
              </a:xfrm>
              <a:custGeom>
                <a:rect b="b" l="l" r="r" t="t"/>
                <a:pathLst>
                  <a:path extrusionOk="0" h="301" w="968">
                    <a:moveTo>
                      <a:pt x="67" y="1"/>
                    </a:moveTo>
                    <a:cubicBezTo>
                      <a:pt x="34" y="1"/>
                      <a:pt x="0" y="67"/>
                      <a:pt x="67" y="67"/>
                    </a:cubicBezTo>
                    <a:cubicBezTo>
                      <a:pt x="334" y="167"/>
                      <a:pt x="634" y="234"/>
                      <a:pt x="901" y="301"/>
                    </a:cubicBezTo>
                    <a:cubicBezTo>
                      <a:pt x="968" y="301"/>
                      <a:pt x="968" y="234"/>
                      <a:pt x="934" y="201"/>
                    </a:cubicBezTo>
                    <a:cubicBezTo>
                      <a:pt x="634" y="134"/>
                      <a:pt x="367" y="67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9" name="Google Shape;12899;p39"/>
              <p:cNvSpPr/>
              <p:nvPr/>
            </p:nvSpPr>
            <p:spPr>
              <a:xfrm>
                <a:off x="6219950" y="3146950"/>
                <a:ext cx="42575" cy="8350"/>
              </a:xfrm>
              <a:custGeom>
                <a:rect b="b" l="l" r="r" t="t"/>
                <a:pathLst>
                  <a:path extrusionOk="0" h="334" w="1703">
                    <a:moveTo>
                      <a:pt x="68" y="0"/>
                    </a:moveTo>
                    <a:cubicBezTo>
                      <a:pt x="1" y="0"/>
                      <a:pt x="1" y="67"/>
                      <a:pt x="68" y="100"/>
                    </a:cubicBezTo>
                    <a:cubicBezTo>
                      <a:pt x="568" y="234"/>
                      <a:pt x="1102" y="301"/>
                      <a:pt x="1602" y="334"/>
                    </a:cubicBezTo>
                    <a:cubicBezTo>
                      <a:pt x="1702" y="334"/>
                      <a:pt x="1702" y="200"/>
                      <a:pt x="1635" y="200"/>
                    </a:cubicBezTo>
                    <a:cubicBezTo>
                      <a:pt x="1102" y="100"/>
                      <a:pt x="601" y="34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0" name="Google Shape;12900;p39"/>
              <p:cNvSpPr/>
              <p:nvPr/>
            </p:nvSpPr>
            <p:spPr>
              <a:xfrm>
                <a:off x="6238300" y="2974525"/>
                <a:ext cx="58400" cy="6925"/>
              </a:xfrm>
              <a:custGeom>
                <a:rect b="b" l="l" r="r" t="t"/>
                <a:pathLst>
                  <a:path extrusionOk="0" h="277" w="2336">
                    <a:moveTo>
                      <a:pt x="1151" y="1"/>
                    </a:moveTo>
                    <a:cubicBezTo>
                      <a:pt x="785" y="1"/>
                      <a:pt x="418" y="26"/>
                      <a:pt x="67" y="59"/>
                    </a:cubicBezTo>
                    <a:cubicBezTo>
                      <a:pt x="1" y="92"/>
                      <a:pt x="1" y="159"/>
                      <a:pt x="67" y="193"/>
                    </a:cubicBezTo>
                    <a:cubicBezTo>
                      <a:pt x="510" y="235"/>
                      <a:pt x="980" y="277"/>
                      <a:pt x="1443" y="277"/>
                    </a:cubicBezTo>
                    <a:cubicBezTo>
                      <a:pt x="1712" y="277"/>
                      <a:pt x="1978" y="263"/>
                      <a:pt x="2236" y="226"/>
                    </a:cubicBezTo>
                    <a:cubicBezTo>
                      <a:pt x="2302" y="193"/>
                      <a:pt x="2336" y="92"/>
                      <a:pt x="2236" y="92"/>
                    </a:cubicBezTo>
                    <a:cubicBezTo>
                      <a:pt x="1885" y="26"/>
                      <a:pt x="1518" y="1"/>
                      <a:pt x="11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1" name="Google Shape;12901;p39"/>
              <p:cNvSpPr/>
              <p:nvPr/>
            </p:nvSpPr>
            <p:spPr>
              <a:xfrm>
                <a:off x="6264150" y="2987675"/>
                <a:ext cx="26725" cy="4175"/>
              </a:xfrm>
              <a:custGeom>
                <a:rect b="b" l="l" r="r" t="t"/>
                <a:pathLst>
                  <a:path extrusionOk="0" h="167" w="1069">
                    <a:moveTo>
                      <a:pt x="67" y="0"/>
                    </a:moveTo>
                    <a:cubicBezTo>
                      <a:pt x="1" y="0"/>
                      <a:pt x="1" y="67"/>
                      <a:pt x="34" y="100"/>
                    </a:cubicBezTo>
                    <a:cubicBezTo>
                      <a:pt x="334" y="134"/>
                      <a:pt x="668" y="167"/>
                      <a:pt x="1001" y="167"/>
                    </a:cubicBezTo>
                    <a:cubicBezTo>
                      <a:pt x="1035" y="134"/>
                      <a:pt x="1068" y="67"/>
                      <a:pt x="1001" y="67"/>
                    </a:cubicBezTo>
                    <a:cubicBezTo>
                      <a:pt x="701" y="0"/>
                      <a:pt x="368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2" name="Google Shape;12902;p39"/>
              <p:cNvSpPr/>
              <p:nvPr/>
            </p:nvSpPr>
            <p:spPr>
              <a:xfrm>
                <a:off x="6227475" y="3078575"/>
                <a:ext cx="21700" cy="5025"/>
              </a:xfrm>
              <a:custGeom>
                <a:rect b="b" l="l" r="r" t="t"/>
                <a:pathLst>
                  <a:path extrusionOk="0" h="201" w="868">
                    <a:moveTo>
                      <a:pt x="67" y="0"/>
                    </a:moveTo>
                    <a:cubicBezTo>
                      <a:pt x="0" y="0"/>
                      <a:pt x="0" y="67"/>
                      <a:pt x="67" y="100"/>
                    </a:cubicBezTo>
                    <a:cubicBezTo>
                      <a:pt x="300" y="167"/>
                      <a:pt x="567" y="200"/>
                      <a:pt x="801" y="200"/>
                    </a:cubicBezTo>
                    <a:cubicBezTo>
                      <a:pt x="867" y="200"/>
                      <a:pt x="867" y="100"/>
                      <a:pt x="801" y="100"/>
                    </a:cubicBezTo>
                    <a:cubicBezTo>
                      <a:pt x="567" y="33"/>
                      <a:pt x="3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3" name="Google Shape;12903;p39"/>
              <p:cNvSpPr/>
              <p:nvPr/>
            </p:nvSpPr>
            <p:spPr>
              <a:xfrm>
                <a:off x="6229125" y="3086900"/>
                <a:ext cx="15875" cy="3375"/>
              </a:xfrm>
              <a:custGeom>
                <a:rect b="b" l="l" r="r" t="t"/>
                <a:pathLst>
                  <a:path extrusionOk="0" h="135" w="635">
                    <a:moveTo>
                      <a:pt x="67" y="1"/>
                    </a:moveTo>
                    <a:cubicBezTo>
                      <a:pt x="1" y="1"/>
                      <a:pt x="1" y="67"/>
                      <a:pt x="34" y="101"/>
                    </a:cubicBezTo>
                    <a:cubicBezTo>
                      <a:pt x="234" y="134"/>
                      <a:pt x="401" y="134"/>
                      <a:pt x="568" y="134"/>
                    </a:cubicBezTo>
                    <a:cubicBezTo>
                      <a:pt x="601" y="134"/>
                      <a:pt x="635" y="67"/>
                      <a:pt x="568" y="67"/>
                    </a:cubicBezTo>
                    <a:cubicBezTo>
                      <a:pt x="401" y="34"/>
                      <a:pt x="234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4" name="Google Shape;12904;p39"/>
              <p:cNvSpPr/>
              <p:nvPr/>
            </p:nvSpPr>
            <p:spPr>
              <a:xfrm>
                <a:off x="6247475" y="3103575"/>
                <a:ext cx="32550" cy="5025"/>
              </a:xfrm>
              <a:custGeom>
                <a:rect b="b" l="l" r="r" t="t"/>
                <a:pathLst>
                  <a:path extrusionOk="0" h="201" w="1302">
                    <a:moveTo>
                      <a:pt x="34" y="1"/>
                    </a:moveTo>
                    <a:cubicBezTo>
                      <a:pt x="1" y="1"/>
                      <a:pt x="1" y="101"/>
                      <a:pt x="34" y="101"/>
                    </a:cubicBezTo>
                    <a:cubicBezTo>
                      <a:pt x="434" y="134"/>
                      <a:pt x="835" y="201"/>
                      <a:pt x="1235" y="201"/>
                    </a:cubicBezTo>
                    <a:cubicBezTo>
                      <a:pt x="1302" y="201"/>
                      <a:pt x="1302" y="101"/>
                      <a:pt x="1235" y="101"/>
                    </a:cubicBezTo>
                    <a:cubicBezTo>
                      <a:pt x="835" y="34"/>
                      <a:pt x="434" y="34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5" name="Google Shape;12905;p39"/>
              <p:cNvSpPr/>
              <p:nvPr/>
            </p:nvSpPr>
            <p:spPr>
              <a:xfrm>
                <a:off x="6234975" y="2804200"/>
                <a:ext cx="55050" cy="6075"/>
              </a:xfrm>
              <a:custGeom>
                <a:rect b="b" l="l" r="r" t="t"/>
                <a:pathLst>
                  <a:path extrusionOk="0" h="243" w="2202">
                    <a:moveTo>
                      <a:pt x="2102" y="1"/>
                    </a:moveTo>
                    <a:cubicBezTo>
                      <a:pt x="1735" y="1"/>
                      <a:pt x="1368" y="34"/>
                      <a:pt x="1001" y="67"/>
                    </a:cubicBezTo>
                    <a:cubicBezTo>
                      <a:pt x="701" y="67"/>
                      <a:pt x="367" y="67"/>
                      <a:pt x="67" y="134"/>
                    </a:cubicBezTo>
                    <a:cubicBezTo>
                      <a:pt x="0" y="134"/>
                      <a:pt x="34" y="201"/>
                      <a:pt x="67" y="201"/>
                    </a:cubicBezTo>
                    <a:cubicBezTo>
                      <a:pt x="234" y="234"/>
                      <a:pt x="409" y="242"/>
                      <a:pt x="584" y="242"/>
                    </a:cubicBezTo>
                    <a:cubicBezTo>
                      <a:pt x="759" y="242"/>
                      <a:pt x="934" y="234"/>
                      <a:pt x="1101" y="234"/>
                    </a:cubicBezTo>
                    <a:cubicBezTo>
                      <a:pt x="1435" y="234"/>
                      <a:pt x="1768" y="201"/>
                      <a:pt x="2135" y="134"/>
                    </a:cubicBezTo>
                    <a:cubicBezTo>
                      <a:pt x="2202" y="101"/>
                      <a:pt x="2168" y="1"/>
                      <a:pt x="21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6" name="Google Shape;12906;p39"/>
              <p:cNvSpPr/>
              <p:nvPr/>
            </p:nvSpPr>
            <p:spPr>
              <a:xfrm>
                <a:off x="6259150" y="2813900"/>
                <a:ext cx="28375" cy="4500"/>
              </a:xfrm>
              <a:custGeom>
                <a:rect b="b" l="l" r="r" t="t"/>
                <a:pathLst>
                  <a:path extrusionOk="0" h="180" w="1135">
                    <a:moveTo>
                      <a:pt x="846" y="0"/>
                    </a:moveTo>
                    <a:cubicBezTo>
                      <a:pt x="586" y="0"/>
                      <a:pt x="317" y="38"/>
                      <a:pt x="67" y="113"/>
                    </a:cubicBezTo>
                    <a:cubicBezTo>
                      <a:pt x="1" y="113"/>
                      <a:pt x="34" y="180"/>
                      <a:pt x="67" y="180"/>
                    </a:cubicBezTo>
                    <a:cubicBezTo>
                      <a:pt x="401" y="180"/>
                      <a:pt x="734" y="146"/>
                      <a:pt x="1068" y="113"/>
                    </a:cubicBezTo>
                    <a:cubicBezTo>
                      <a:pt x="1135" y="113"/>
                      <a:pt x="1135" y="46"/>
                      <a:pt x="1101" y="13"/>
                    </a:cubicBezTo>
                    <a:cubicBezTo>
                      <a:pt x="1018" y="4"/>
                      <a:pt x="933" y="0"/>
                      <a:pt x="8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7" name="Google Shape;12907;p39"/>
              <p:cNvSpPr/>
              <p:nvPr/>
            </p:nvSpPr>
            <p:spPr>
              <a:xfrm>
                <a:off x="6273325" y="2823375"/>
                <a:ext cx="11700" cy="1700"/>
              </a:xfrm>
              <a:custGeom>
                <a:rect b="b" l="l" r="r" t="t"/>
                <a:pathLst>
                  <a:path extrusionOk="0" h="68" w="468">
                    <a:moveTo>
                      <a:pt x="67" y="1"/>
                    </a:moveTo>
                    <a:cubicBezTo>
                      <a:pt x="1" y="1"/>
                      <a:pt x="1" y="67"/>
                      <a:pt x="67" y="67"/>
                    </a:cubicBezTo>
                    <a:lnTo>
                      <a:pt x="401" y="67"/>
                    </a:lnTo>
                    <a:cubicBezTo>
                      <a:pt x="468" y="67"/>
                      <a:pt x="468" y="1"/>
                      <a:pt x="4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8" name="Google Shape;12908;p39"/>
              <p:cNvSpPr/>
              <p:nvPr/>
            </p:nvSpPr>
            <p:spPr>
              <a:xfrm>
                <a:off x="6241650" y="2910775"/>
                <a:ext cx="31675" cy="3525"/>
              </a:xfrm>
              <a:custGeom>
                <a:rect b="b" l="l" r="r" t="t"/>
                <a:pathLst>
                  <a:path extrusionOk="0" h="141" w="1267">
                    <a:moveTo>
                      <a:pt x="1225" y="0"/>
                    </a:moveTo>
                    <a:cubicBezTo>
                      <a:pt x="1219" y="0"/>
                      <a:pt x="1210" y="2"/>
                      <a:pt x="1201" y="7"/>
                    </a:cubicBezTo>
                    <a:cubicBezTo>
                      <a:pt x="834" y="7"/>
                      <a:pt x="434" y="41"/>
                      <a:pt x="67" y="74"/>
                    </a:cubicBezTo>
                    <a:cubicBezTo>
                      <a:pt x="0" y="74"/>
                      <a:pt x="0" y="141"/>
                      <a:pt x="67" y="141"/>
                    </a:cubicBezTo>
                    <a:cubicBezTo>
                      <a:pt x="434" y="141"/>
                      <a:pt x="834" y="141"/>
                      <a:pt x="1201" y="74"/>
                    </a:cubicBezTo>
                    <a:cubicBezTo>
                      <a:pt x="1258" y="74"/>
                      <a:pt x="1266" y="0"/>
                      <a:pt x="12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9" name="Google Shape;12909;p39"/>
              <p:cNvSpPr/>
              <p:nvPr/>
            </p:nvSpPr>
            <p:spPr>
              <a:xfrm>
                <a:off x="6261650" y="2880925"/>
                <a:ext cx="35900" cy="5850"/>
              </a:xfrm>
              <a:custGeom>
                <a:rect b="b" l="l" r="r" t="t"/>
                <a:pathLst>
                  <a:path extrusionOk="0" h="234" w="1436">
                    <a:moveTo>
                      <a:pt x="1368" y="0"/>
                    </a:moveTo>
                    <a:cubicBezTo>
                      <a:pt x="935" y="100"/>
                      <a:pt x="501" y="134"/>
                      <a:pt x="67" y="134"/>
                    </a:cubicBezTo>
                    <a:cubicBezTo>
                      <a:pt x="1" y="134"/>
                      <a:pt x="1" y="234"/>
                      <a:pt x="67" y="234"/>
                    </a:cubicBezTo>
                    <a:cubicBezTo>
                      <a:pt x="501" y="234"/>
                      <a:pt x="935" y="201"/>
                      <a:pt x="1368" y="100"/>
                    </a:cubicBezTo>
                    <a:cubicBezTo>
                      <a:pt x="1435" y="100"/>
                      <a:pt x="1402" y="0"/>
                      <a:pt x="1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0" name="Google Shape;12910;p39"/>
              <p:cNvSpPr/>
              <p:nvPr/>
            </p:nvSpPr>
            <p:spPr>
              <a:xfrm>
                <a:off x="6200800" y="2639075"/>
                <a:ext cx="60050" cy="14375"/>
              </a:xfrm>
              <a:custGeom>
                <a:rect b="b" l="l" r="r" t="t"/>
                <a:pathLst>
                  <a:path extrusionOk="0" h="575" w="2402">
                    <a:moveTo>
                      <a:pt x="2301" y="1"/>
                    </a:moveTo>
                    <a:cubicBezTo>
                      <a:pt x="1534" y="34"/>
                      <a:pt x="733" y="168"/>
                      <a:pt x="33" y="468"/>
                    </a:cubicBezTo>
                    <a:cubicBezTo>
                      <a:pt x="4" y="497"/>
                      <a:pt x="0" y="575"/>
                      <a:pt x="42" y="575"/>
                    </a:cubicBezTo>
                    <a:cubicBezTo>
                      <a:pt x="49" y="575"/>
                      <a:pt x="57" y="573"/>
                      <a:pt x="66" y="568"/>
                    </a:cubicBezTo>
                    <a:cubicBezTo>
                      <a:pt x="800" y="434"/>
                      <a:pt x="1567" y="268"/>
                      <a:pt x="2335" y="134"/>
                    </a:cubicBezTo>
                    <a:cubicBezTo>
                      <a:pt x="2401" y="101"/>
                      <a:pt x="2368" y="1"/>
                      <a:pt x="23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1" name="Google Shape;12911;p39"/>
              <p:cNvSpPr/>
              <p:nvPr/>
            </p:nvSpPr>
            <p:spPr>
              <a:xfrm>
                <a:off x="6227700" y="2651600"/>
                <a:ext cx="27300" cy="8525"/>
              </a:xfrm>
              <a:custGeom>
                <a:rect b="b" l="l" r="r" t="t"/>
                <a:pathLst>
                  <a:path extrusionOk="0" h="341" w="1092">
                    <a:moveTo>
                      <a:pt x="1025" y="0"/>
                    </a:moveTo>
                    <a:cubicBezTo>
                      <a:pt x="692" y="0"/>
                      <a:pt x="358" y="100"/>
                      <a:pt x="58" y="234"/>
                    </a:cubicBezTo>
                    <a:cubicBezTo>
                      <a:pt x="0" y="262"/>
                      <a:pt x="17" y="340"/>
                      <a:pt x="65" y="340"/>
                    </a:cubicBezTo>
                    <a:cubicBezTo>
                      <a:pt x="73" y="340"/>
                      <a:pt x="82" y="338"/>
                      <a:pt x="91" y="334"/>
                    </a:cubicBezTo>
                    <a:cubicBezTo>
                      <a:pt x="391" y="234"/>
                      <a:pt x="692" y="167"/>
                      <a:pt x="1025" y="100"/>
                    </a:cubicBezTo>
                    <a:cubicBezTo>
                      <a:pt x="1092" y="100"/>
                      <a:pt x="1058" y="0"/>
                      <a:pt x="10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2" name="Google Shape;12912;p39"/>
              <p:cNvSpPr/>
              <p:nvPr/>
            </p:nvSpPr>
            <p:spPr>
              <a:xfrm>
                <a:off x="6186000" y="2595725"/>
                <a:ext cx="38150" cy="13525"/>
              </a:xfrm>
              <a:custGeom>
                <a:rect b="b" l="l" r="r" t="t"/>
                <a:pathLst>
                  <a:path extrusionOk="0" h="541" w="1526">
                    <a:moveTo>
                      <a:pt x="1426" y="0"/>
                    </a:moveTo>
                    <a:cubicBezTo>
                      <a:pt x="959" y="134"/>
                      <a:pt x="492" y="267"/>
                      <a:pt x="58" y="467"/>
                    </a:cubicBezTo>
                    <a:cubicBezTo>
                      <a:pt x="1" y="467"/>
                      <a:pt x="17" y="541"/>
                      <a:pt x="65" y="541"/>
                    </a:cubicBezTo>
                    <a:cubicBezTo>
                      <a:pt x="73" y="541"/>
                      <a:pt x="82" y="539"/>
                      <a:pt x="91" y="534"/>
                    </a:cubicBezTo>
                    <a:cubicBezTo>
                      <a:pt x="558" y="434"/>
                      <a:pt x="992" y="300"/>
                      <a:pt x="1459" y="100"/>
                    </a:cubicBezTo>
                    <a:cubicBezTo>
                      <a:pt x="1526" y="100"/>
                      <a:pt x="1492" y="0"/>
                      <a:pt x="14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3" name="Google Shape;12913;p39"/>
              <p:cNvSpPr/>
              <p:nvPr/>
            </p:nvSpPr>
            <p:spPr>
              <a:xfrm>
                <a:off x="7067225" y="3140275"/>
                <a:ext cx="45900" cy="8375"/>
              </a:xfrm>
              <a:custGeom>
                <a:rect b="b" l="l" r="r" t="t"/>
                <a:pathLst>
                  <a:path extrusionOk="0" h="335" w="1836">
                    <a:moveTo>
                      <a:pt x="1735" y="0"/>
                    </a:moveTo>
                    <a:cubicBezTo>
                      <a:pt x="1202" y="0"/>
                      <a:pt x="568" y="134"/>
                      <a:pt x="34" y="234"/>
                    </a:cubicBezTo>
                    <a:cubicBezTo>
                      <a:pt x="1" y="267"/>
                      <a:pt x="1" y="334"/>
                      <a:pt x="67" y="334"/>
                    </a:cubicBezTo>
                    <a:cubicBezTo>
                      <a:pt x="601" y="301"/>
                      <a:pt x="1235" y="267"/>
                      <a:pt x="1769" y="101"/>
                    </a:cubicBezTo>
                    <a:cubicBezTo>
                      <a:pt x="1835" y="101"/>
                      <a:pt x="1802" y="0"/>
                      <a:pt x="17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4" name="Google Shape;12914;p39"/>
              <p:cNvSpPr/>
              <p:nvPr/>
            </p:nvSpPr>
            <p:spPr>
              <a:xfrm>
                <a:off x="7078075" y="3155275"/>
                <a:ext cx="25875" cy="5875"/>
              </a:xfrm>
              <a:custGeom>
                <a:rect b="b" l="l" r="r" t="t"/>
                <a:pathLst>
                  <a:path extrusionOk="0" h="235" w="1035">
                    <a:moveTo>
                      <a:pt x="934" y="1"/>
                    </a:moveTo>
                    <a:cubicBezTo>
                      <a:pt x="634" y="1"/>
                      <a:pt x="334" y="68"/>
                      <a:pt x="67" y="134"/>
                    </a:cubicBezTo>
                    <a:cubicBezTo>
                      <a:pt x="0" y="168"/>
                      <a:pt x="34" y="234"/>
                      <a:pt x="67" y="234"/>
                    </a:cubicBezTo>
                    <a:cubicBezTo>
                      <a:pt x="367" y="201"/>
                      <a:pt x="667" y="168"/>
                      <a:pt x="968" y="101"/>
                    </a:cubicBezTo>
                    <a:cubicBezTo>
                      <a:pt x="1034" y="68"/>
                      <a:pt x="1001" y="1"/>
                      <a:pt x="9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5" name="Google Shape;12915;p39"/>
              <p:cNvSpPr/>
              <p:nvPr/>
            </p:nvSpPr>
            <p:spPr>
              <a:xfrm>
                <a:off x="7082250" y="3167425"/>
                <a:ext cx="12525" cy="2900"/>
              </a:xfrm>
              <a:custGeom>
                <a:rect b="b" l="l" r="r" t="t"/>
                <a:pathLst>
                  <a:path extrusionOk="0" h="116" w="501">
                    <a:moveTo>
                      <a:pt x="334" y="0"/>
                    </a:moveTo>
                    <a:cubicBezTo>
                      <a:pt x="245" y="0"/>
                      <a:pt x="156" y="15"/>
                      <a:pt x="67" y="15"/>
                    </a:cubicBezTo>
                    <a:cubicBezTo>
                      <a:pt x="0" y="15"/>
                      <a:pt x="0" y="115"/>
                      <a:pt x="67" y="115"/>
                    </a:cubicBezTo>
                    <a:cubicBezTo>
                      <a:pt x="200" y="115"/>
                      <a:pt x="334" y="115"/>
                      <a:pt x="467" y="82"/>
                    </a:cubicBezTo>
                    <a:cubicBezTo>
                      <a:pt x="500" y="82"/>
                      <a:pt x="500" y="15"/>
                      <a:pt x="467" y="15"/>
                    </a:cubicBezTo>
                    <a:cubicBezTo>
                      <a:pt x="423" y="4"/>
                      <a:pt x="378" y="0"/>
                      <a:pt x="3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6" name="Google Shape;12916;p39"/>
              <p:cNvSpPr/>
              <p:nvPr/>
            </p:nvSpPr>
            <p:spPr>
              <a:xfrm>
                <a:off x="7028875" y="3241175"/>
                <a:ext cx="34200" cy="7525"/>
              </a:xfrm>
              <a:custGeom>
                <a:rect b="b" l="l" r="r" t="t"/>
                <a:pathLst>
                  <a:path extrusionOk="0" h="301" w="1368">
                    <a:moveTo>
                      <a:pt x="1301" y="1"/>
                    </a:moveTo>
                    <a:cubicBezTo>
                      <a:pt x="868" y="34"/>
                      <a:pt x="467" y="101"/>
                      <a:pt x="67" y="234"/>
                    </a:cubicBezTo>
                    <a:cubicBezTo>
                      <a:pt x="0" y="234"/>
                      <a:pt x="34" y="301"/>
                      <a:pt x="100" y="301"/>
                    </a:cubicBezTo>
                    <a:cubicBezTo>
                      <a:pt x="501" y="234"/>
                      <a:pt x="901" y="167"/>
                      <a:pt x="1301" y="101"/>
                    </a:cubicBezTo>
                    <a:cubicBezTo>
                      <a:pt x="1368" y="101"/>
                      <a:pt x="1368" y="1"/>
                      <a:pt x="13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7" name="Google Shape;12917;p39"/>
              <p:cNvSpPr/>
              <p:nvPr/>
            </p:nvSpPr>
            <p:spPr>
              <a:xfrm>
                <a:off x="7101425" y="2957650"/>
                <a:ext cx="48400" cy="6700"/>
              </a:xfrm>
              <a:custGeom>
                <a:rect b="b" l="l" r="r" t="t"/>
                <a:pathLst>
                  <a:path extrusionOk="0" h="268" w="1936">
                    <a:moveTo>
                      <a:pt x="1868" y="0"/>
                    </a:moveTo>
                    <a:cubicBezTo>
                      <a:pt x="1268" y="34"/>
                      <a:pt x="667" y="167"/>
                      <a:pt x="67" y="167"/>
                    </a:cubicBezTo>
                    <a:cubicBezTo>
                      <a:pt x="0" y="167"/>
                      <a:pt x="0" y="267"/>
                      <a:pt x="67" y="267"/>
                    </a:cubicBezTo>
                    <a:cubicBezTo>
                      <a:pt x="667" y="267"/>
                      <a:pt x="1301" y="267"/>
                      <a:pt x="1868" y="100"/>
                    </a:cubicBezTo>
                    <a:cubicBezTo>
                      <a:pt x="1935" y="100"/>
                      <a:pt x="1902" y="0"/>
                      <a:pt x="18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8" name="Google Shape;12918;p39"/>
              <p:cNvSpPr/>
              <p:nvPr/>
            </p:nvSpPr>
            <p:spPr>
              <a:xfrm>
                <a:off x="7121425" y="2970150"/>
                <a:ext cx="23375" cy="4200"/>
              </a:xfrm>
              <a:custGeom>
                <a:rect b="b" l="l" r="r" t="t"/>
                <a:pathLst>
                  <a:path extrusionOk="0" h="168" w="935">
                    <a:moveTo>
                      <a:pt x="902" y="1"/>
                    </a:moveTo>
                    <a:cubicBezTo>
                      <a:pt x="601" y="1"/>
                      <a:pt x="334" y="67"/>
                      <a:pt x="34" y="101"/>
                    </a:cubicBezTo>
                    <a:cubicBezTo>
                      <a:pt x="1" y="101"/>
                      <a:pt x="1" y="167"/>
                      <a:pt x="34" y="167"/>
                    </a:cubicBezTo>
                    <a:cubicBezTo>
                      <a:pt x="334" y="134"/>
                      <a:pt x="601" y="134"/>
                      <a:pt x="902" y="67"/>
                    </a:cubicBezTo>
                    <a:cubicBezTo>
                      <a:pt x="935" y="67"/>
                      <a:pt x="935" y="1"/>
                      <a:pt x="9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9" name="Google Shape;12919;p39"/>
              <p:cNvSpPr/>
              <p:nvPr/>
            </p:nvSpPr>
            <p:spPr>
              <a:xfrm>
                <a:off x="7109750" y="2775025"/>
                <a:ext cx="41725" cy="9175"/>
              </a:xfrm>
              <a:custGeom>
                <a:rect b="b" l="l" r="r" t="t"/>
                <a:pathLst>
                  <a:path extrusionOk="0" h="367" w="1669">
                    <a:moveTo>
                      <a:pt x="68" y="0"/>
                    </a:moveTo>
                    <a:cubicBezTo>
                      <a:pt x="1" y="0"/>
                      <a:pt x="1" y="67"/>
                      <a:pt x="34" y="100"/>
                    </a:cubicBezTo>
                    <a:cubicBezTo>
                      <a:pt x="535" y="200"/>
                      <a:pt x="1068" y="300"/>
                      <a:pt x="1569" y="367"/>
                    </a:cubicBezTo>
                    <a:cubicBezTo>
                      <a:pt x="1635" y="367"/>
                      <a:pt x="1669" y="267"/>
                      <a:pt x="1569" y="267"/>
                    </a:cubicBezTo>
                    <a:cubicBezTo>
                      <a:pt x="1102" y="133"/>
                      <a:pt x="568" y="67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0" name="Google Shape;12920;p39"/>
              <p:cNvSpPr/>
              <p:nvPr/>
            </p:nvSpPr>
            <p:spPr>
              <a:xfrm>
                <a:off x="7129800" y="2791525"/>
                <a:ext cx="20025" cy="4350"/>
              </a:xfrm>
              <a:custGeom>
                <a:rect b="b" l="l" r="r" t="t"/>
                <a:pathLst>
                  <a:path extrusionOk="0" h="174" w="801">
                    <a:moveTo>
                      <a:pt x="42" y="0"/>
                    </a:moveTo>
                    <a:cubicBezTo>
                      <a:pt x="0" y="0"/>
                      <a:pt x="4" y="74"/>
                      <a:pt x="33" y="74"/>
                    </a:cubicBezTo>
                    <a:cubicBezTo>
                      <a:pt x="266" y="107"/>
                      <a:pt x="500" y="174"/>
                      <a:pt x="733" y="174"/>
                    </a:cubicBezTo>
                    <a:cubicBezTo>
                      <a:pt x="800" y="174"/>
                      <a:pt x="800" y="107"/>
                      <a:pt x="767" y="107"/>
                    </a:cubicBezTo>
                    <a:cubicBezTo>
                      <a:pt x="533" y="41"/>
                      <a:pt x="300" y="7"/>
                      <a:pt x="66" y="7"/>
                    </a:cubicBezTo>
                    <a:cubicBezTo>
                      <a:pt x="57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1" name="Google Shape;12921;p39"/>
              <p:cNvSpPr/>
              <p:nvPr/>
            </p:nvSpPr>
            <p:spPr>
              <a:xfrm>
                <a:off x="7122300" y="2883425"/>
                <a:ext cx="26675" cy="4375"/>
              </a:xfrm>
              <a:custGeom>
                <a:rect b="b" l="l" r="r" t="t"/>
                <a:pathLst>
                  <a:path extrusionOk="0" h="175" w="1067">
                    <a:moveTo>
                      <a:pt x="1000" y="0"/>
                    </a:moveTo>
                    <a:cubicBezTo>
                      <a:pt x="700" y="34"/>
                      <a:pt x="366" y="67"/>
                      <a:pt x="66" y="101"/>
                    </a:cubicBezTo>
                    <a:cubicBezTo>
                      <a:pt x="9" y="101"/>
                      <a:pt x="1" y="174"/>
                      <a:pt x="41" y="174"/>
                    </a:cubicBezTo>
                    <a:cubicBezTo>
                      <a:pt x="48" y="174"/>
                      <a:pt x="56" y="172"/>
                      <a:pt x="66" y="167"/>
                    </a:cubicBezTo>
                    <a:cubicBezTo>
                      <a:pt x="366" y="167"/>
                      <a:pt x="700" y="134"/>
                      <a:pt x="1000" y="101"/>
                    </a:cubicBezTo>
                    <a:cubicBezTo>
                      <a:pt x="1067" y="101"/>
                      <a:pt x="1067" y="0"/>
                      <a:pt x="10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2" name="Google Shape;12922;p39"/>
              <p:cNvSpPr/>
              <p:nvPr/>
            </p:nvSpPr>
            <p:spPr>
              <a:xfrm>
                <a:off x="7073900" y="2628700"/>
                <a:ext cx="48400" cy="12075"/>
              </a:xfrm>
              <a:custGeom>
                <a:rect b="b" l="l" r="r" t="t"/>
                <a:pathLst>
                  <a:path extrusionOk="0" h="483" w="1936">
                    <a:moveTo>
                      <a:pt x="308" y="1"/>
                    </a:moveTo>
                    <a:cubicBezTo>
                      <a:pt x="215" y="1"/>
                      <a:pt x="123" y="6"/>
                      <a:pt x="34" y="16"/>
                    </a:cubicBezTo>
                    <a:cubicBezTo>
                      <a:pt x="1" y="16"/>
                      <a:pt x="1" y="82"/>
                      <a:pt x="34" y="82"/>
                    </a:cubicBezTo>
                    <a:cubicBezTo>
                      <a:pt x="334" y="182"/>
                      <a:pt x="634" y="216"/>
                      <a:pt x="935" y="282"/>
                    </a:cubicBezTo>
                    <a:cubicBezTo>
                      <a:pt x="1235" y="349"/>
                      <a:pt x="1535" y="449"/>
                      <a:pt x="1835" y="483"/>
                    </a:cubicBezTo>
                    <a:cubicBezTo>
                      <a:pt x="1902" y="483"/>
                      <a:pt x="1935" y="416"/>
                      <a:pt x="1869" y="382"/>
                    </a:cubicBezTo>
                    <a:cubicBezTo>
                      <a:pt x="1414" y="155"/>
                      <a:pt x="840" y="1"/>
                      <a:pt x="3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3" name="Google Shape;12923;p39"/>
              <p:cNvSpPr/>
              <p:nvPr/>
            </p:nvSpPr>
            <p:spPr>
              <a:xfrm>
                <a:off x="7100575" y="2645750"/>
                <a:ext cx="18375" cy="5025"/>
              </a:xfrm>
              <a:custGeom>
                <a:rect b="b" l="l" r="r" t="t"/>
                <a:pathLst>
                  <a:path extrusionOk="0" h="201" w="735">
                    <a:moveTo>
                      <a:pt x="34" y="1"/>
                    </a:moveTo>
                    <a:cubicBezTo>
                      <a:pt x="1" y="1"/>
                      <a:pt x="1" y="67"/>
                      <a:pt x="34" y="101"/>
                    </a:cubicBezTo>
                    <a:cubicBezTo>
                      <a:pt x="234" y="134"/>
                      <a:pt x="468" y="167"/>
                      <a:pt x="668" y="201"/>
                    </a:cubicBezTo>
                    <a:cubicBezTo>
                      <a:pt x="735" y="201"/>
                      <a:pt x="735" y="101"/>
                      <a:pt x="668" y="101"/>
                    </a:cubicBezTo>
                    <a:cubicBezTo>
                      <a:pt x="468" y="34"/>
                      <a:pt x="268" y="34"/>
                      <a:pt x="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4" name="Google Shape;12924;p39"/>
              <p:cNvSpPr/>
              <p:nvPr/>
            </p:nvSpPr>
            <p:spPr>
              <a:xfrm>
                <a:off x="7108100" y="2656600"/>
                <a:ext cx="10850" cy="2700"/>
              </a:xfrm>
              <a:custGeom>
                <a:rect b="b" l="l" r="r" t="t"/>
                <a:pathLst>
                  <a:path extrusionOk="0" h="108" w="434">
                    <a:moveTo>
                      <a:pt x="67" y="0"/>
                    </a:moveTo>
                    <a:cubicBezTo>
                      <a:pt x="34" y="0"/>
                      <a:pt x="0" y="67"/>
                      <a:pt x="67" y="67"/>
                    </a:cubicBezTo>
                    <a:cubicBezTo>
                      <a:pt x="167" y="100"/>
                      <a:pt x="267" y="100"/>
                      <a:pt x="367" y="100"/>
                    </a:cubicBezTo>
                    <a:cubicBezTo>
                      <a:pt x="377" y="105"/>
                      <a:pt x="385" y="107"/>
                      <a:pt x="392" y="107"/>
                    </a:cubicBezTo>
                    <a:cubicBezTo>
                      <a:pt x="433" y="107"/>
                      <a:pt x="429" y="34"/>
                      <a:pt x="400" y="34"/>
                    </a:cubicBezTo>
                    <a:cubicBezTo>
                      <a:pt x="300" y="0"/>
                      <a:pt x="200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5" name="Google Shape;12925;p39"/>
              <p:cNvSpPr/>
              <p:nvPr/>
            </p:nvSpPr>
            <p:spPr>
              <a:xfrm>
                <a:off x="7098075" y="2723300"/>
                <a:ext cx="34225" cy="5875"/>
              </a:xfrm>
              <a:custGeom>
                <a:rect b="b" l="l" r="r" t="t"/>
                <a:pathLst>
                  <a:path extrusionOk="0" h="235" w="1369">
                    <a:moveTo>
                      <a:pt x="68" y="1"/>
                    </a:moveTo>
                    <a:cubicBezTo>
                      <a:pt x="1" y="1"/>
                      <a:pt x="1" y="68"/>
                      <a:pt x="34" y="68"/>
                    </a:cubicBezTo>
                    <a:cubicBezTo>
                      <a:pt x="468" y="134"/>
                      <a:pt x="868" y="201"/>
                      <a:pt x="1302" y="234"/>
                    </a:cubicBezTo>
                    <a:cubicBezTo>
                      <a:pt x="1335" y="234"/>
                      <a:pt x="1369" y="134"/>
                      <a:pt x="1302" y="134"/>
                    </a:cubicBezTo>
                    <a:cubicBezTo>
                      <a:pt x="902" y="68"/>
                      <a:pt x="468" y="34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6" name="Google Shape;12926;p39"/>
              <p:cNvSpPr/>
              <p:nvPr/>
            </p:nvSpPr>
            <p:spPr>
              <a:xfrm>
                <a:off x="7026675" y="2499600"/>
                <a:ext cx="46425" cy="12750"/>
              </a:xfrm>
              <a:custGeom>
                <a:rect b="b" l="l" r="r" t="t"/>
                <a:pathLst>
                  <a:path extrusionOk="0" h="510" w="1857">
                    <a:moveTo>
                      <a:pt x="36" y="0"/>
                    </a:moveTo>
                    <a:cubicBezTo>
                      <a:pt x="12" y="0"/>
                      <a:pt x="1" y="49"/>
                      <a:pt x="55" y="76"/>
                    </a:cubicBezTo>
                    <a:cubicBezTo>
                      <a:pt x="589" y="276"/>
                      <a:pt x="1189" y="443"/>
                      <a:pt x="1756" y="510"/>
                    </a:cubicBezTo>
                    <a:cubicBezTo>
                      <a:pt x="1823" y="510"/>
                      <a:pt x="1856" y="443"/>
                      <a:pt x="1789" y="409"/>
                    </a:cubicBezTo>
                    <a:cubicBezTo>
                      <a:pt x="1222" y="243"/>
                      <a:pt x="655" y="109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7" name="Google Shape;12927;p39"/>
              <p:cNvSpPr/>
              <p:nvPr/>
            </p:nvSpPr>
            <p:spPr>
              <a:xfrm>
                <a:off x="7033050" y="2512325"/>
                <a:ext cx="18350" cy="5025"/>
              </a:xfrm>
              <a:custGeom>
                <a:rect b="b" l="l" r="r" t="t"/>
                <a:pathLst>
                  <a:path extrusionOk="0" h="201" w="734">
                    <a:moveTo>
                      <a:pt x="67" y="1"/>
                    </a:moveTo>
                    <a:cubicBezTo>
                      <a:pt x="0" y="1"/>
                      <a:pt x="0" y="67"/>
                      <a:pt x="67" y="67"/>
                    </a:cubicBezTo>
                    <a:cubicBezTo>
                      <a:pt x="267" y="134"/>
                      <a:pt x="467" y="201"/>
                      <a:pt x="667" y="201"/>
                    </a:cubicBezTo>
                    <a:cubicBezTo>
                      <a:pt x="734" y="201"/>
                      <a:pt x="734" y="134"/>
                      <a:pt x="701" y="134"/>
                    </a:cubicBezTo>
                    <a:cubicBezTo>
                      <a:pt x="500" y="67"/>
                      <a:pt x="267" y="34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8" name="Google Shape;12928;p39"/>
              <p:cNvSpPr/>
              <p:nvPr/>
            </p:nvSpPr>
            <p:spPr>
              <a:xfrm>
                <a:off x="7036500" y="2520500"/>
                <a:ext cx="13250" cy="3525"/>
              </a:xfrm>
              <a:custGeom>
                <a:rect b="b" l="l" r="r" t="t"/>
                <a:pathLst>
                  <a:path extrusionOk="0" h="141" w="530">
                    <a:moveTo>
                      <a:pt x="48" y="0"/>
                    </a:moveTo>
                    <a:cubicBezTo>
                      <a:pt x="21" y="0"/>
                      <a:pt x="0" y="74"/>
                      <a:pt x="29" y="74"/>
                    </a:cubicBezTo>
                    <a:cubicBezTo>
                      <a:pt x="196" y="107"/>
                      <a:pt x="329" y="141"/>
                      <a:pt x="496" y="141"/>
                    </a:cubicBezTo>
                    <a:cubicBezTo>
                      <a:pt x="529" y="141"/>
                      <a:pt x="529" y="74"/>
                      <a:pt x="496" y="40"/>
                    </a:cubicBezTo>
                    <a:cubicBezTo>
                      <a:pt x="362" y="7"/>
                      <a:pt x="196" y="7"/>
                      <a:pt x="62" y="7"/>
                    </a:cubicBezTo>
                    <a:cubicBezTo>
                      <a:pt x="57" y="2"/>
                      <a:pt x="53" y="0"/>
                      <a:pt x="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9" name="Google Shape;12929;p39"/>
              <p:cNvSpPr/>
              <p:nvPr/>
            </p:nvSpPr>
            <p:spPr>
              <a:xfrm>
                <a:off x="6397575" y="3452100"/>
                <a:ext cx="14200" cy="101900"/>
              </a:xfrm>
              <a:custGeom>
                <a:rect b="b" l="l" r="r" t="t"/>
                <a:pathLst>
                  <a:path extrusionOk="0" h="4076" w="568">
                    <a:moveTo>
                      <a:pt x="68" y="0"/>
                    </a:moveTo>
                    <a:cubicBezTo>
                      <a:pt x="39" y="0"/>
                      <a:pt x="1" y="29"/>
                      <a:pt x="1" y="70"/>
                    </a:cubicBezTo>
                    <a:cubicBezTo>
                      <a:pt x="34" y="737"/>
                      <a:pt x="134" y="1437"/>
                      <a:pt x="201" y="2105"/>
                    </a:cubicBezTo>
                    <a:cubicBezTo>
                      <a:pt x="268" y="2738"/>
                      <a:pt x="268" y="3406"/>
                      <a:pt x="401" y="4039"/>
                    </a:cubicBezTo>
                    <a:cubicBezTo>
                      <a:pt x="414" y="4065"/>
                      <a:pt x="436" y="4076"/>
                      <a:pt x="459" y="4076"/>
                    </a:cubicBezTo>
                    <a:cubicBezTo>
                      <a:pt x="496" y="4076"/>
                      <a:pt x="535" y="4047"/>
                      <a:pt x="535" y="4006"/>
                    </a:cubicBezTo>
                    <a:cubicBezTo>
                      <a:pt x="568" y="3339"/>
                      <a:pt x="435" y="2638"/>
                      <a:pt x="368" y="1971"/>
                    </a:cubicBezTo>
                    <a:cubicBezTo>
                      <a:pt x="301" y="1304"/>
                      <a:pt x="234" y="670"/>
                      <a:pt x="101" y="36"/>
                    </a:cubicBezTo>
                    <a:cubicBezTo>
                      <a:pt x="101" y="11"/>
                      <a:pt x="86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0" name="Google Shape;12930;p39"/>
              <p:cNvSpPr/>
              <p:nvPr/>
            </p:nvSpPr>
            <p:spPr>
              <a:xfrm>
                <a:off x="6385075" y="3450075"/>
                <a:ext cx="8375" cy="63950"/>
              </a:xfrm>
              <a:custGeom>
                <a:rect b="b" l="l" r="r" t="t"/>
                <a:pathLst>
                  <a:path extrusionOk="0" h="2558" w="335">
                    <a:moveTo>
                      <a:pt x="51" y="1"/>
                    </a:moveTo>
                    <a:cubicBezTo>
                      <a:pt x="26" y="1"/>
                      <a:pt x="1" y="17"/>
                      <a:pt x="1" y="51"/>
                    </a:cubicBezTo>
                    <a:cubicBezTo>
                      <a:pt x="1" y="851"/>
                      <a:pt x="67" y="1719"/>
                      <a:pt x="201" y="2519"/>
                    </a:cubicBezTo>
                    <a:cubicBezTo>
                      <a:pt x="215" y="2547"/>
                      <a:pt x="235" y="2558"/>
                      <a:pt x="256" y="2558"/>
                    </a:cubicBezTo>
                    <a:cubicBezTo>
                      <a:pt x="284" y="2558"/>
                      <a:pt x="315" y="2538"/>
                      <a:pt x="334" y="2519"/>
                    </a:cubicBezTo>
                    <a:cubicBezTo>
                      <a:pt x="334" y="1685"/>
                      <a:pt x="234" y="818"/>
                      <a:pt x="101" y="51"/>
                    </a:cubicBezTo>
                    <a:cubicBezTo>
                      <a:pt x="101" y="17"/>
                      <a:pt x="76" y="1"/>
                      <a:pt x="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1" name="Google Shape;12931;p39"/>
              <p:cNvSpPr/>
              <p:nvPr/>
            </p:nvSpPr>
            <p:spPr>
              <a:xfrm>
                <a:off x="6372575" y="3454600"/>
                <a:ext cx="8350" cy="42200"/>
              </a:xfrm>
              <a:custGeom>
                <a:rect b="b" l="l" r="r" t="t"/>
                <a:pathLst>
                  <a:path extrusionOk="0" h="1688" w="334">
                    <a:moveTo>
                      <a:pt x="68" y="0"/>
                    </a:moveTo>
                    <a:cubicBezTo>
                      <a:pt x="38" y="0"/>
                      <a:pt x="0" y="29"/>
                      <a:pt x="0" y="70"/>
                    </a:cubicBezTo>
                    <a:cubicBezTo>
                      <a:pt x="67" y="570"/>
                      <a:pt x="100" y="1104"/>
                      <a:pt x="134" y="1638"/>
                    </a:cubicBezTo>
                    <a:cubicBezTo>
                      <a:pt x="150" y="1671"/>
                      <a:pt x="175" y="1688"/>
                      <a:pt x="200" y="1688"/>
                    </a:cubicBezTo>
                    <a:cubicBezTo>
                      <a:pt x="225" y="1688"/>
                      <a:pt x="250" y="1671"/>
                      <a:pt x="267" y="1638"/>
                    </a:cubicBezTo>
                    <a:cubicBezTo>
                      <a:pt x="334" y="1104"/>
                      <a:pt x="234" y="537"/>
                      <a:pt x="100" y="37"/>
                    </a:cubicBezTo>
                    <a:cubicBezTo>
                      <a:pt x="100" y="11"/>
                      <a:pt x="86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2" name="Google Shape;12932;p39"/>
              <p:cNvSpPr/>
              <p:nvPr/>
            </p:nvSpPr>
            <p:spPr>
              <a:xfrm>
                <a:off x="7023875" y="3397050"/>
                <a:ext cx="14200" cy="75225"/>
              </a:xfrm>
              <a:custGeom>
                <a:rect b="b" l="l" r="r" t="t"/>
                <a:pathLst>
                  <a:path extrusionOk="0" h="3009" w="568">
                    <a:moveTo>
                      <a:pt x="68" y="0"/>
                    </a:moveTo>
                    <a:cubicBezTo>
                      <a:pt x="38" y="0"/>
                      <a:pt x="0" y="29"/>
                      <a:pt x="0" y="70"/>
                    </a:cubicBezTo>
                    <a:cubicBezTo>
                      <a:pt x="33" y="537"/>
                      <a:pt x="134" y="971"/>
                      <a:pt x="200" y="1438"/>
                    </a:cubicBezTo>
                    <a:cubicBezTo>
                      <a:pt x="267" y="1938"/>
                      <a:pt x="267" y="2472"/>
                      <a:pt x="400" y="2972"/>
                    </a:cubicBezTo>
                    <a:cubicBezTo>
                      <a:pt x="413" y="2998"/>
                      <a:pt x="436" y="3009"/>
                      <a:pt x="459" y="3009"/>
                    </a:cubicBezTo>
                    <a:cubicBezTo>
                      <a:pt x="496" y="3009"/>
                      <a:pt x="534" y="2980"/>
                      <a:pt x="534" y="2939"/>
                    </a:cubicBezTo>
                    <a:cubicBezTo>
                      <a:pt x="567" y="2505"/>
                      <a:pt x="467" y="2005"/>
                      <a:pt x="400" y="1538"/>
                    </a:cubicBezTo>
                    <a:cubicBezTo>
                      <a:pt x="334" y="1038"/>
                      <a:pt x="267" y="537"/>
                      <a:pt x="100" y="37"/>
                    </a:cubicBezTo>
                    <a:cubicBezTo>
                      <a:pt x="100" y="11"/>
                      <a:pt x="86" y="0"/>
                      <a:pt x="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3" name="Google Shape;12933;p39"/>
              <p:cNvSpPr/>
              <p:nvPr/>
            </p:nvSpPr>
            <p:spPr>
              <a:xfrm>
                <a:off x="7019275" y="3431725"/>
                <a:ext cx="7125" cy="39550"/>
              </a:xfrm>
              <a:custGeom>
                <a:rect b="b" l="l" r="r" t="t"/>
                <a:pathLst>
                  <a:path extrusionOk="0" h="1582" w="285">
                    <a:moveTo>
                      <a:pt x="55" y="1"/>
                    </a:moveTo>
                    <a:cubicBezTo>
                      <a:pt x="26" y="1"/>
                      <a:pt x="1" y="18"/>
                      <a:pt x="17" y="51"/>
                    </a:cubicBezTo>
                    <a:cubicBezTo>
                      <a:pt x="51" y="551"/>
                      <a:pt x="51" y="1052"/>
                      <a:pt x="151" y="1519"/>
                    </a:cubicBezTo>
                    <a:cubicBezTo>
                      <a:pt x="166" y="1564"/>
                      <a:pt x="194" y="1582"/>
                      <a:pt x="221" y="1582"/>
                    </a:cubicBezTo>
                    <a:cubicBezTo>
                      <a:pt x="254" y="1582"/>
                      <a:pt x="284" y="1555"/>
                      <a:pt x="284" y="1519"/>
                    </a:cubicBezTo>
                    <a:cubicBezTo>
                      <a:pt x="284" y="1018"/>
                      <a:pt x="184" y="518"/>
                      <a:pt x="117" y="51"/>
                    </a:cubicBezTo>
                    <a:cubicBezTo>
                      <a:pt x="117" y="18"/>
                      <a:pt x="84" y="1"/>
                      <a:pt x="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4" name="Google Shape;12934;p39"/>
              <p:cNvSpPr/>
              <p:nvPr/>
            </p:nvSpPr>
            <p:spPr>
              <a:xfrm>
                <a:off x="6958825" y="3357025"/>
                <a:ext cx="12525" cy="61725"/>
              </a:xfrm>
              <a:custGeom>
                <a:rect b="b" l="l" r="r" t="t"/>
                <a:pathLst>
                  <a:path extrusionOk="0" h="2469" w="501">
                    <a:moveTo>
                      <a:pt x="76" y="0"/>
                    </a:moveTo>
                    <a:cubicBezTo>
                      <a:pt x="38" y="0"/>
                      <a:pt x="0" y="29"/>
                      <a:pt x="0" y="70"/>
                    </a:cubicBezTo>
                    <a:cubicBezTo>
                      <a:pt x="67" y="837"/>
                      <a:pt x="200" y="1638"/>
                      <a:pt x="367" y="2405"/>
                    </a:cubicBezTo>
                    <a:cubicBezTo>
                      <a:pt x="367" y="2450"/>
                      <a:pt x="394" y="2468"/>
                      <a:pt x="424" y="2468"/>
                    </a:cubicBezTo>
                    <a:cubicBezTo>
                      <a:pt x="460" y="2468"/>
                      <a:pt x="501" y="2442"/>
                      <a:pt x="501" y="2405"/>
                    </a:cubicBezTo>
                    <a:cubicBezTo>
                      <a:pt x="467" y="1605"/>
                      <a:pt x="334" y="804"/>
                      <a:pt x="134" y="37"/>
                    </a:cubicBezTo>
                    <a:cubicBezTo>
                      <a:pt x="121" y="11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5" name="Google Shape;12935;p39"/>
              <p:cNvSpPr/>
              <p:nvPr/>
            </p:nvSpPr>
            <p:spPr>
              <a:xfrm>
                <a:off x="6978000" y="3373100"/>
                <a:ext cx="7525" cy="31475"/>
              </a:xfrm>
              <a:custGeom>
                <a:rect b="b" l="l" r="r" t="t"/>
                <a:pathLst>
                  <a:path extrusionOk="0" h="1259" w="301">
                    <a:moveTo>
                      <a:pt x="83" y="0"/>
                    </a:moveTo>
                    <a:cubicBezTo>
                      <a:pt x="46" y="0"/>
                      <a:pt x="0" y="36"/>
                      <a:pt x="0" y="94"/>
                    </a:cubicBezTo>
                    <a:cubicBezTo>
                      <a:pt x="67" y="461"/>
                      <a:pt x="101" y="828"/>
                      <a:pt x="167" y="1195"/>
                    </a:cubicBezTo>
                    <a:cubicBezTo>
                      <a:pt x="182" y="1240"/>
                      <a:pt x="211" y="1258"/>
                      <a:pt x="238" y="1258"/>
                    </a:cubicBezTo>
                    <a:cubicBezTo>
                      <a:pt x="271" y="1258"/>
                      <a:pt x="301" y="1232"/>
                      <a:pt x="301" y="1195"/>
                    </a:cubicBezTo>
                    <a:cubicBezTo>
                      <a:pt x="267" y="795"/>
                      <a:pt x="201" y="428"/>
                      <a:pt x="134" y="61"/>
                    </a:cubicBezTo>
                    <a:cubicBezTo>
                      <a:pt x="134" y="19"/>
                      <a:pt x="110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6" name="Google Shape;12936;p39"/>
              <p:cNvSpPr/>
              <p:nvPr/>
            </p:nvSpPr>
            <p:spPr>
              <a:xfrm>
                <a:off x="6987525" y="3383225"/>
                <a:ext cx="5500" cy="16850"/>
              </a:xfrm>
              <a:custGeom>
                <a:rect b="b" l="l" r="r" t="t"/>
                <a:pathLst>
                  <a:path extrusionOk="0" h="674" w="220">
                    <a:moveTo>
                      <a:pt x="58" y="1"/>
                    </a:moveTo>
                    <a:cubicBezTo>
                      <a:pt x="26" y="1"/>
                      <a:pt x="0" y="17"/>
                      <a:pt x="20" y="56"/>
                    </a:cubicBezTo>
                    <a:cubicBezTo>
                      <a:pt x="86" y="256"/>
                      <a:pt x="86" y="423"/>
                      <a:pt x="86" y="623"/>
                    </a:cubicBezTo>
                    <a:cubicBezTo>
                      <a:pt x="86" y="657"/>
                      <a:pt x="111" y="673"/>
                      <a:pt x="141" y="673"/>
                    </a:cubicBezTo>
                    <a:cubicBezTo>
                      <a:pt x="170" y="673"/>
                      <a:pt x="203" y="657"/>
                      <a:pt x="220" y="623"/>
                    </a:cubicBezTo>
                    <a:cubicBezTo>
                      <a:pt x="220" y="423"/>
                      <a:pt x="187" y="223"/>
                      <a:pt x="120" y="23"/>
                    </a:cubicBezTo>
                    <a:cubicBezTo>
                      <a:pt x="106" y="9"/>
                      <a:pt x="81" y="1"/>
                      <a:pt x="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7" name="Google Shape;12937;p39"/>
              <p:cNvSpPr/>
              <p:nvPr/>
            </p:nvSpPr>
            <p:spPr>
              <a:xfrm>
                <a:off x="5910050" y="3318650"/>
                <a:ext cx="27750" cy="91925"/>
              </a:xfrm>
              <a:custGeom>
                <a:rect b="b" l="l" r="r" t="t"/>
                <a:pathLst>
                  <a:path extrusionOk="0" h="3677" w="1110">
                    <a:moveTo>
                      <a:pt x="1045" y="1"/>
                    </a:moveTo>
                    <a:cubicBezTo>
                      <a:pt x="1024" y="1"/>
                      <a:pt x="1001" y="12"/>
                      <a:pt x="989" y="37"/>
                    </a:cubicBezTo>
                    <a:cubicBezTo>
                      <a:pt x="688" y="1238"/>
                      <a:pt x="322" y="2406"/>
                      <a:pt x="21" y="3607"/>
                    </a:cubicBezTo>
                    <a:cubicBezTo>
                      <a:pt x="1" y="3648"/>
                      <a:pt x="31" y="3676"/>
                      <a:pt x="65" y="3676"/>
                    </a:cubicBezTo>
                    <a:cubicBezTo>
                      <a:pt x="86" y="3676"/>
                      <a:pt x="109" y="3665"/>
                      <a:pt x="121" y="3640"/>
                    </a:cubicBezTo>
                    <a:cubicBezTo>
                      <a:pt x="555" y="2506"/>
                      <a:pt x="889" y="1272"/>
                      <a:pt x="1089" y="71"/>
                    </a:cubicBezTo>
                    <a:cubicBezTo>
                      <a:pt x="1109" y="29"/>
                      <a:pt x="1079" y="1"/>
                      <a:pt x="10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8" name="Google Shape;12938;p39"/>
              <p:cNvSpPr/>
              <p:nvPr/>
            </p:nvSpPr>
            <p:spPr>
              <a:xfrm>
                <a:off x="5938925" y="3336125"/>
                <a:ext cx="9200" cy="26075"/>
              </a:xfrm>
              <a:custGeom>
                <a:rect b="b" l="l" r="r" t="t"/>
                <a:pathLst>
                  <a:path extrusionOk="0" h="1043" w="368">
                    <a:moveTo>
                      <a:pt x="306" y="0"/>
                    </a:moveTo>
                    <a:cubicBezTo>
                      <a:pt x="285" y="0"/>
                      <a:pt x="267" y="11"/>
                      <a:pt x="267" y="39"/>
                    </a:cubicBezTo>
                    <a:cubicBezTo>
                      <a:pt x="167" y="339"/>
                      <a:pt x="67" y="673"/>
                      <a:pt x="0" y="973"/>
                    </a:cubicBezTo>
                    <a:cubicBezTo>
                      <a:pt x="0" y="1014"/>
                      <a:pt x="39" y="1043"/>
                      <a:pt x="68" y="1043"/>
                    </a:cubicBezTo>
                    <a:cubicBezTo>
                      <a:pt x="86" y="1043"/>
                      <a:pt x="101" y="1032"/>
                      <a:pt x="101" y="1006"/>
                    </a:cubicBezTo>
                    <a:cubicBezTo>
                      <a:pt x="167" y="673"/>
                      <a:pt x="267" y="372"/>
                      <a:pt x="367" y="39"/>
                    </a:cubicBezTo>
                    <a:cubicBezTo>
                      <a:pt x="367" y="20"/>
                      <a:pt x="334" y="0"/>
                      <a:pt x="3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9" name="Google Shape;12939;p39"/>
              <p:cNvSpPr/>
              <p:nvPr/>
            </p:nvSpPr>
            <p:spPr>
              <a:xfrm>
                <a:off x="5949775" y="3346750"/>
                <a:ext cx="7300" cy="15175"/>
              </a:xfrm>
              <a:custGeom>
                <a:rect b="b" l="l" r="r" t="t"/>
                <a:pathLst>
                  <a:path extrusionOk="0" h="607" w="292">
                    <a:moveTo>
                      <a:pt x="204" y="1"/>
                    </a:moveTo>
                    <a:cubicBezTo>
                      <a:pt x="190" y="1"/>
                      <a:pt x="176" y="5"/>
                      <a:pt x="167" y="14"/>
                    </a:cubicBezTo>
                    <a:cubicBezTo>
                      <a:pt x="100" y="181"/>
                      <a:pt x="33" y="381"/>
                      <a:pt x="0" y="581"/>
                    </a:cubicBezTo>
                    <a:cubicBezTo>
                      <a:pt x="0" y="598"/>
                      <a:pt x="25" y="606"/>
                      <a:pt x="50" y="606"/>
                    </a:cubicBezTo>
                    <a:cubicBezTo>
                      <a:pt x="75" y="606"/>
                      <a:pt x="100" y="598"/>
                      <a:pt x="100" y="581"/>
                    </a:cubicBezTo>
                    <a:cubicBezTo>
                      <a:pt x="134" y="414"/>
                      <a:pt x="167" y="248"/>
                      <a:pt x="267" y="81"/>
                    </a:cubicBezTo>
                    <a:cubicBezTo>
                      <a:pt x="291" y="32"/>
                      <a:pt x="244" y="1"/>
                      <a:pt x="20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0" name="Google Shape;12940;p39"/>
              <p:cNvSpPr/>
              <p:nvPr/>
            </p:nvSpPr>
            <p:spPr>
              <a:xfrm>
                <a:off x="6239975" y="3516375"/>
                <a:ext cx="77550" cy="30225"/>
              </a:xfrm>
              <a:custGeom>
                <a:rect b="b" l="l" r="r" t="t"/>
                <a:pathLst>
                  <a:path extrusionOk="0" h="1209" w="3102">
                    <a:moveTo>
                      <a:pt x="100" y="1"/>
                    </a:moveTo>
                    <a:cubicBezTo>
                      <a:pt x="34" y="1"/>
                      <a:pt x="0" y="101"/>
                      <a:pt x="67" y="101"/>
                    </a:cubicBezTo>
                    <a:cubicBezTo>
                      <a:pt x="1034" y="501"/>
                      <a:pt x="2035" y="868"/>
                      <a:pt x="3036" y="1201"/>
                    </a:cubicBezTo>
                    <a:cubicBezTo>
                      <a:pt x="3045" y="1206"/>
                      <a:pt x="3054" y="1208"/>
                      <a:pt x="3060" y="1208"/>
                    </a:cubicBezTo>
                    <a:cubicBezTo>
                      <a:pt x="3102" y="1208"/>
                      <a:pt x="3098" y="1135"/>
                      <a:pt x="3069" y="1135"/>
                    </a:cubicBezTo>
                    <a:cubicBezTo>
                      <a:pt x="2069" y="734"/>
                      <a:pt x="1068" y="368"/>
                      <a:pt x="1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1" name="Google Shape;12941;p39"/>
              <p:cNvSpPr/>
              <p:nvPr/>
            </p:nvSpPr>
            <p:spPr>
              <a:xfrm>
                <a:off x="6299175" y="3526375"/>
                <a:ext cx="17500" cy="7700"/>
              </a:xfrm>
              <a:custGeom>
                <a:rect b="b" l="l" r="r" t="t"/>
                <a:pathLst>
                  <a:path extrusionOk="0" h="308" w="700">
                    <a:moveTo>
                      <a:pt x="101" y="1"/>
                    </a:moveTo>
                    <a:cubicBezTo>
                      <a:pt x="34" y="1"/>
                      <a:pt x="1" y="101"/>
                      <a:pt x="67" y="101"/>
                    </a:cubicBezTo>
                    <a:cubicBezTo>
                      <a:pt x="234" y="168"/>
                      <a:pt x="434" y="234"/>
                      <a:pt x="635" y="301"/>
                    </a:cubicBezTo>
                    <a:cubicBezTo>
                      <a:pt x="644" y="306"/>
                      <a:pt x="652" y="308"/>
                      <a:pt x="659" y="308"/>
                    </a:cubicBezTo>
                    <a:cubicBezTo>
                      <a:pt x="700" y="308"/>
                      <a:pt x="692" y="230"/>
                      <a:pt x="635" y="201"/>
                    </a:cubicBezTo>
                    <a:cubicBezTo>
                      <a:pt x="468" y="134"/>
                      <a:pt x="268" y="68"/>
                      <a:pt x="1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2" name="Google Shape;12942;p39"/>
              <p:cNvSpPr/>
              <p:nvPr/>
            </p:nvSpPr>
            <p:spPr>
              <a:xfrm>
                <a:off x="6167075" y="3422275"/>
                <a:ext cx="34550" cy="77875"/>
              </a:xfrm>
              <a:custGeom>
                <a:rect b="b" l="l" r="r" t="t"/>
                <a:pathLst>
                  <a:path extrusionOk="0" h="3115" w="1382">
                    <a:moveTo>
                      <a:pt x="74" y="1"/>
                    </a:moveTo>
                    <a:cubicBezTo>
                      <a:pt x="37" y="1"/>
                      <a:pt x="0" y="48"/>
                      <a:pt x="48" y="95"/>
                    </a:cubicBezTo>
                    <a:cubicBezTo>
                      <a:pt x="848" y="929"/>
                      <a:pt x="1115" y="1963"/>
                      <a:pt x="1282" y="3064"/>
                    </a:cubicBezTo>
                    <a:cubicBezTo>
                      <a:pt x="1299" y="3097"/>
                      <a:pt x="1324" y="3114"/>
                      <a:pt x="1344" y="3114"/>
                    </a:cubicBezTo>
                    <a:cubicBezTo>
                      <a:pt x="1365" y="3114"/>
                      <a:pt x="1382" y="3097"/>
                      <a:pt x="1382" y="3064"/>
                    </a:cubicBezTo>
                    <a:cubicBezTo>
                      <a:pt x="1315" y="1963"/>
                      <a:pt x="982" y="762"/>
                      <a:pt x="114" y="29"/>
                    </a:cubicBezTo>
                    <a:cubicBezTo>
                      <a:pt x="105" y="9"/>
                      <a:pt x="89" y="1"/>
                      <a:pt x="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3" name="Google Shape;12943;p39"/>
              <p:cNvSpPr/>
              <p:nvPr/>
            </p:nvSpPr>
            <p:spPr>
              <a:xfrm>
                <a:off x="6196000" y="3440150"/>
                <a:ext cx="15650" cy="33025"/>
              </a:xfrm>
              <a:custGeom>
                <a:rect b="b" l="l" r="r" t="t"/>
                <a:pathLst>
                  <a:path extrusionOk="0" h="1321" w="626">
                    <a:moveTo>
                      <a:pt x="88" y="1"/>
                    </a:moveTo>
                    <a:cubicBezTo>
                      <a:pt x="47" y="1"/>
                      <a:pt x="0" y="32"/>
                      <a:pt x="25" y="81"/>
                    </a:cubicBezTo>
                    <a:cubicBezTo>
                      <a:pt x="292" y="448"/>
                      <a:pt x="458" y="848"/>
                      <a:pt x="525" y="1282"/>
                    </a:cubicBezTo>
                    <a:cubicBezTo>
                      <a:pt x="525" y="1310"/>
                      <a:pt x="543" y="1320"/>
                      <a:pt x="564" y="1320"/>
                    </a:cubicBezTo>
                    <a:cubicBezTo>
                      <a:pt x="592" y="1320"/>
                      <a:pt x="625" y="1301"/>
                      <a:pt x="625" y="1282"/>
                    </a:cubicBezTo>
                    <a:cubicBezTo>
                      <a:pt x="559" y="815"/>
                      <a:pt x="392" y="381"/>
                      <a:pt x="125" y="14"/>
                    </a:cubicBezTo>
                    <a:cubicBezTo>
                      <a:pt x="116" y="5"/>
                      <a:pt x="102" y="1"/>
                      <a:pt x="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4" name="Google Shape;12944;p39"/>
              <p:cNvSpPr/>
              <p:nvPr/>
            </p:nvSpPr>
            <p:spPr>
              <a:xfrm>
                <a:off x="6210175" y="3446000"/>
                <a:ext cx="7300" cy="12100"/>
              </a:xfrm>
              <a:custGeom>
                <a:rect b="b" l="l" r="r" t="t"/>
                <a:pathLst>
                  <a:path extrusionOk="0" h="484" w="292">
                    <a:moveTo>
                      <a:pt x="60" y="0"/>
                    </a:moveTo>
                    <a:cubicBezTo>
                      <a:pt x="30" y="0"/>
                      <a:pt x="0" y="31"/>
                      <a:pt x="25" y="80"/>
                    </a:cubicBezTo>
                    <a:cubicBezTo>
                      <a:pt x="92" y="180"/>
                      <a:pt x="158" y="314"/>
                      <a:pt x="192" y="447"/>
                    </a:cubicBezTo>
                    <a:cubicBezTo>
                      <a:pt x="192" y="473"/>
                      <a:pt x="206" y="484"/>
                      <a:pt x="224" y="484"/>
                    </a:cubicBezTo>
                    <a:cubicBezTo>
                      <a:pt x="254" y="484"/>
                      <a:pt x="292" y="455"/>
                      <a:pt x="292" y="414"/>
                    </a:cubicBezTo>
                    <a:cubicBezTo>
                      <a:pt x="258" y="280"/>
                      <a:pt x="192" y="147"/>
                      <a:pt x="92" y="14"/>
                    </a:cubicBezTo>
                    <a:cubicBezTo>
                      <a:pt x="83" y="5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5" name="Google Shape;12945;p39"/>
              <p:cNvSpPr/>
              <p:nvPr/>
            </p:nvSpPr>
            <p:spPr>
              <a:xfrm>
                <a:off x="5972275" y="3389625"/>
                <a:ext cx="33400" cy="31775"/>
              </a:xfrm>
              <a:custGeom>
                <a:rect b="b" l="l" r="r" t="t"/>
                <a:pathLst>
                  <a:path extrusionOk="0" h="1271" w="1336">
                    <a:moveTo>
                      <a:pt x="1235" y="0"/>
                    </a:moveTo>
                    <a:cubicBezTo>
                      <a:pt x="668" y="167"/>
                      <a:pt x="168" y="634"/>
                      <a:pt x="1" y="1201"/>
                    </a:cubicBezTo>
                    <a:cubicBezTo>
                      <a:pt x="1" y="1242"/>
                      <a:pt x="39" y="1271"/>
                      <a:pt x="68" y="1271"/>
                    </a:cubicBezTo>
                    <a:cubicBezTo>
                      <a:pt x="86" y="1271"/>
                      <a:pt x="101" y="1260"/>
                      <a:pt x="101" y="1235"/>
                    </a:cubicBezTo>
                    <a:cubicBezTo>
                      <a:pt x="301" y="701"/>
                      <a:pt x="735" y="301"/>
                      <a:pt x="1268" y="100"/>
                    </a:cubicBezTo>
                    <a:cubicBezTo>
                      <a:pt x="1335" y="100"/>
                      <a:pt x="1302" y="0"/>
                      <a:pt x="12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6" name="Google Shape;12946;p39"/>
              <p:cNvSpPr/>
              <p:nvPr/>
            </p:nvSpPr>
            <p:spPr>
              <a:xfrm>
                <a:off x="6816450" y="3403475"/>
                <a:ext cx="13125" cy="37450"/>
              </a:xfrm>
              <a:custGeom>
                <a:rect b="b" l="l" r="r" t="t"/>
                <a:pathLst>
                  <a:path extrusionOk="0" h="1498" w="525">
                    <a:moveTo>
                      <a:pt x="87" y="0"/>
                    </a:moveTo>
                    <a:cubicBezTo>
                      <a:pt x="47" y="0"/>
                      <a:pt x="0" y="31"/>
                      <a:pt x="25" y="80"/>
                    </a:cubicBezTo>
                    <a:cubicBezTo>
                      <a:pt x="258" y="514"/>
                      <a:pt x="325" y="947"/>
                      <a:pt x="358" y="1448"/>
                    </a:cubicBezTo>
                    <a:cubicBezTo>
                      <a:pt x="358" y="1481"/>
                      <a:pt x="375" y="1498"/>
                      <a:pt x="396" y="1498"/>
                    </a:cubicBezTo>
                    <a:cubicBezTo>
                      <a:pt x="416" y="1498"/>
                      <a:pt x="441" y="1481"/>
                      <a:pt x="458" y="1448"/>
                    </a:cubicBezTo>
                    <a:cubicBezTo>
                      <a:pt x="525" y="947"/>
                      <a:pt x="391" y="447"/>
                      <a:pt x="125" y="13"/>
                    </a:cubicBezTo>
                    <a:cubicBezTo>
                      <a:pt x="116" y="4"/>
                      <a:pt x="102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7" name="Google Shape;12947;p39"/>
              <p:cNvSpPr/>
              <p:nvPr/>
            </p:nvSpPr>
            <p:spPr>
              <a:xfrm>
                <a:off x="6831475" y="3412275"/>
                <a:ext cx="7275" cy="19975"/>
              </a:xfrm>
              <a:custGeom>
                <a:rect b="b" l="l" r="r" t="t"/>
                <a:pathLst>
                  <a:path extrusionOk="0" h="799" w="291">
                    <a:moveTo>
                      <a:pt x="68" y="1"/>
                    </a:moveTo>
                    <a:cubicBezTo>
                      <a:pt x="27" y="1"/>
                      <a:pt x="0" y="48"/>
                      <a:pt x="24" y="95"/>
                    </a:cubicBezTo>
                    <a:cubicBezTo>
                      <a:pt x="124" y="295"/>
                      <a:pt x="157" y="529"/>
                      <a:pt x="124" y="729"/>
                    </a:cubicBezTo>
                    <a:cubicBezTo>
                      <a:pt x="124" y="770"/>
                      <a:pt x="162" y="799"/>
                      <a:pt x="191" y="799"/>
                    </a:cubicBezTo>
                    <a:cubicBezTo>
                      <a:pt x="210" y="799"/>
                      <a:pt x="224" y="788"/>
                      <a:pt x="224" y="762"/>
                    </a:cubicBezTo>
                    <a:cubicBezTo>
                      <a:pt x="291" y="495"/>
                      <a:pt x="224" y="262"/>
                      <a:pt x="124" y="28"/>
                    </a:cubicBezTo>
                    <a:cubicBezTo>
                      <a:pt x="104" y="9"/>
                      <a:pt x="85" y="1"/>
                      <a:pt x="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8" name="Google Shape;12948;p39"/>
              <p:cNvSpPr/>
              <p:nvPr/>
            </p:nvSpPr>
            <p:spPr>
              <a:xfrm>
                <a:off x="6889600" y="3459675"/>
                <a:ext cx="64000" cy="21875"/>
              </a:xfrm>
              <a:custGeom>
                <a:rect b="b" l="l" r="r" t="t"/>
                <a:pathLst>
                  <a:path extrusionOk="0" h="875" w="2560">
                    <a:moveTo>
                      <a:pt x="101" y="0"/>
                    </a:moveTo>
                    <a:cubicBezTo>
                      <a:pt x="34" y="0"/>
                      <a:pt x="1" y="100"/>
                      <a:pt x="101" y="134"/>
                    </a:cubicBezTo>
                    <a:cubicBezTo>
                      <a:pt x="868" y="434"/>
                      <a:pt x="1668" y="701"/>
                      <a:pt x="2469" y="868"/>
                    </a:cubicBezTo>
                    <a:cubicBezTo>
                      <a:pt x="2478" y="872"/>
                      <a:pt x="2487" y="874"/>
                      <a:pt x="2495" y="874"/>
                    </a:cubicBezTo>
                    <a:cubicBezTo>
                      <a:pt x="2543" y="874"/>
                      <a:pt x="2560" y="796"/>
                      <a:pt x="2502" y="768"/>
                    </a:cubicBezTo>
                    <a:cubicBezTo>
                      <a:pt x="1735" y="467"/>
                      <a:pt x="901" y="234"/>
                      <a:pt x="1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9" name="Google Shape;12949;p39"/>
              <p:cNvSpPr/>
              <p:nvPr/>
            </p:nvSpPr>
            <p:spPr>
              <a:xfrm>
                <a:off x="6919850" y="3457825"/>
                <a:ext cx="23750" cy="9550"/>
              </a:xfrm>
              <a:custGeom>
                <a:rect b="b" l="l" r="r" t="t"/>
                <a:pathLst>
                  <a:path extrusionOk="0" h="382" w="950">
                    <a:moveTo>
                      <a:pt x="97" y="1"/>
                    </a:moveTo>
                    <a:cubicBezTo>
                      <a:pt x="42" y="1"/>
                      <a:pt x="1" y="79"/>
                      <a:pt x="58" y="108"/>
                    </a:cubicBezTo>
                    <a:cubicBezTo>
                      <a:pt x="325" y="208"/>
                      <a:pt x="592" y="341"/>
                      <a:pt x="859" y="375"/>
                    </a:cubicBezTo>
                    <a:cubicBezTo>
                      <a:pt x="868" y="379"/>
                      <a:pt x="877" y="381"/>
                      <a:pt x="885" y="381"/>
                    </a:cubicBezTo>
                    <a:cubicBezTo>
                      <a:pt x="933" y="381"/>
                      <a:pt x="950" y="303"/>
                      <a:pt x="892" y="274"/>
                    </a:cubicBezTo>
                    <a:cubicBezTo>
                      <a:pt x="692" y="141"/>
                      <a:pt x="358" y="74"/>
                      <a:pt x="125" y="8"/>
                    </a:cubicBezTo>
                    <a:cubicBezTo>
                      <a:pt x="116" y="3"/>
                      <a:pt x="106" y="1"/>
                      <a:pt x="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0" name="Google Shape;12950;p39"/>
              <p:cNvSpPr/>
              <p:nvPr/>
            </p:nvSpPr>
            <p:spPr>
              <a:xfrm>
                <a:off x="6928075" y="3450325"/>
                <a:ext cx="15750" cy="6875"/>
              </a:xfrm>
              <a:custGeom>
                <a:rect b="b" l="l" r="r" t="t"/>
                <a:pathLst>
                  <a:path extrusionOk="0" h="275" w="630">
                    <a:moveTo>
                      <a:pt x="70" y="1"/>
                    </a:moveTo>
                    <a:cubicBezTo>
                      <a:pt x="21" y="1"/>
                      <a:pt x="1" y="79"/>
                      <a:pt x="29" y="107"/>
                    </a:cubicBezTo>
                    <a:cubicBezTo>
                      <a:pt x="196" y="208"/>
                      <a:pt x="363" y="241"/>
                      <a:pt x="530" y="274"/>
                    </a:cubicBezTo>
                    <a:cubicBezTo>
                      <a:pt x="630" y="274"/>
                      <a:pt x="630" y="174"/>
                      <a:pt x="563" y="141"/>
                    </a:cubicBezTo>
                    <a:cubicBezTo>
                      <a:pt x="396" y="141"/>
                      <a:pt x="230" y="74"/>
                      <a:pt x="96" y="7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1" name="Google Shape;12951;p39"/>
              <p:cNvSpPr/>
              <p:nvPr/>
            </p:nvSpPr>
            <p:spPr>
              <a:xfrm>
                <a:off x="5870550" y="3062425"/>
                <a:ext cx="49825" cy="66625"/>
              </a:xfrm>
              <a:custGeom>
                <a:rect b="b" l="l" r="r" t="t"/>
                <a:pathLst>
                  <a:path extrusionOk="0" h="2665" w="1993">
                    <a:moveTo>
                      <a:pt x="1393" y="1"/>
                    </a:moveTo>
                    <a:cubicBezTo>
                      <a:pt x="1013" y="1"/>
                      <a:pt x="661" y="171"/>
                      <a:pt x="434" y="513"/>
                    </a:cubicBezTo>
                    <a:cubicBezTo>
                      <a:pt x="0" y="1146"/>
                      <a:pt x="100" y="1947"/>
                      <a:pt x="367" y="2614"/>
                    </a:cubicBezTo>
                    <a:cubicBezTo>
                      <a:pt x="367" y="2647"/>
                      <a:pt x="400" y="2664"/>
                      <a:pt x="434" y="2664"/>
                    </a:cubicBezTo>
                    <a:cubicBezTo>
                      <a:pt x="467" y="2664"/>
                      <a:pt x="501" y="2647"/>
                      <a:pt x="501" y="2614"/>
                    </a:cubicBezTo>
                    <a:cubicBezTo>
                      <a:pt x="467" y="2080"/>
                      <a:pt x="300" y="1547"/>
                      <a:pt x="467" y="1013"/>
                    </a:cubicBezTo>
                    <a:cubicBezTo>
                      <a:pt x="634" y="457"/>
                      <a:pt x="1056" y="179"/>
                      <a:pt x="1558" y="179"/>
                    </a:cubicBezTo>
                    <a:cubicBezTo>
                      <a:pt x="1659" y="179"/>
                      <a:pt x="1763" y="190"/>
                      <a:pt x="1868" y="212"/>
                    </a:cubicBezTo>
                    <a:cubicBezTo>
                      <a:pt x="1877" y="217"/>
                      <a:pt x="1887" y="219"/>
                      <a:pt x="1896" y="219"/>
                    </a:cubicBezTo>
                    <a:cubicBezTo>
                      <a:pt x="1951" y="219"/>
                      <a:pt x="1992" y="141"/>
                      <a:pt x="1935" y="112"/>
                    </a:cubicBezTo>
                    <a:cubicBezTo>
                      <a:pt x="1754" y="38"/>
                      <a:pt x="1571" y="1"/>
                      <a:pt x="13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2" name="Google Shape;12952;p39"/>
              <p:cNvSpPr/>
              <p:nvPr/>
            </p:nvSpPr>
            <p:spPr>
              <a:xfrm>
                <a:off x="5882225" y="3136525"/>
                <a:ext cx="6375" cy="13025"/>
              </a:xfrm>
              <a:custGeom>
                <a:rect b="b" l="l" r="r" t="t"/>
                <a:pathLst>
                  <a:path extrusionOk="0" h="521" w="255">
                    <a:moveTo>
                      <a:pt x="38" y="0"/>
                    </a:moveTo>
                    <a:cubicBezTo>
                      <a:pt x="17" y="0"/>
                      <a:pt x="0" y="17"/>
                      <a:pt x="0" y="50"/>
                    </a:cubicBezTo>
                    <a:cubicBezTo>
                      <a:pt x="0" y="217"/>
                      <a:pt x="67" y="351"/>
                      <a:pt x="134" y="484"/>
                    </a:cubicBezTo>
                    <a:cubicBezTo>
                      <a:pt x="146" y="510"/>
                      <a:pt x="169" y="520"/>
                      <a:pt x="190" y="520"/>
                    </a:cubicBezTo>
                    <a:cubicBezTo>
                      <a:pt x="224" y="520"/>
                      <a:pt x="254" y="492"/>
                      <a:pt x="234" y="451"/>
                    </a:cubicBezTo>
                    <a:cubicBezTo>
                      <a:pt x="167" y="317"/>
                      <a:pt x="134" y="184"/>
                      <a:pt x="100" y="50"/>
                    </a:cubicBezTo>
                    <a:cubicBezTo>
                      <a:pt x="84" y="17"/>
                      <a:pt x="59" y="0"/>
                      <a:pt x="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3" name="Google Shape;12953;p39"/>
              <p:cNvSpPr/>
              <p:nvPr/>
            </p:nvSpPr>
            <p:spPr>
              <a:xfrm>
                <a:off x="5955600" y="3068150"/>
                <a:ext cx="5875" cy="42200"/>
              </a:xfrm>
              <a:custGeom>
                <a:rect b="b" l="l" r="r" t="t"/>
                <a:pathLst>
                  <a:path extrusionOk="0" h="1688" w="235">
                    <a:moveTo>
                      <a:pt x="151" y="0"/>
                    </a:moveTo>
                    <a:cubicBezTo>
                      <a:pt x="126" y="0"/>
                      <a:pt x="101" y="17"/>
                      <a:pt x="101" y="50"/>
                    </a:cubicBezTo>
                    <a:cubicBezTo>
                      <a:pt x="34" y="550"/>
                      <a:pt x="1" y="1118"/>
                      <a:pt x="34" y="1618"/>
                    </a:cubicBezTo>
                    <a:cubicBezTo>
                      <a:pt x="34" y="1659"/>
                      <a:pt x="85" y="1688"/>
                      <a:pt x="124" y="1688"/>
                    </a:cubicBezTo>
                    <a:cubicBezTo>
                      <a:pt x="148" y="1688"/>
                      <a:pt x="167" y="1677"/>
                      <a:pt x="167" y="1651"/>
                    </a:cubicBezTo>
                    <a:cubicBezTo>
                      <a:pt x="234" y="1118"/>
                      <a:pt x="201" y="550"/>
                      <a:pt x="201" y="50"/>
                    </a:cubicBezTo>
                    <a:cubicBezTo>
                      <a:pt x="201" y="17"/>
                      <a:pt x="176" y="0"/>
                      <a:pt x="1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4" name="Google Shape;12954;p39"/>
              <p:cNvSpPr/>
              <p:nvPr/>
            </p:nvSpPr>
            <p:spPr>
              <a:xfrm>
                <a:off x="5947275" y="3077325"/>
                <a:ext cx="4175" cy="24700"/>
              </a:xfrm>
              <a:custGeom>
                <a:rect b="b" l="l" r="r" t="t"/>
                <a:pathLst>
                  <a:path extrusionOk="0" h="988" w="167">
                    <a:moveTo>
                      <a:pt x="83" y="0"/>
                    </a:moveTo>
                    <a:cubicBezTo>
                      <a:pt x="58" y="0"/>
                      <a:pt x="33" y="17"/>
                      <a:pt x="33" y="50"/>
                    </a:cubicBezTo>
                    <a:cubicBezTo>
                      <a:pt x="33" y="350"/>
                      <a:pt x="33" y="650"/>
                      <a:pt x="0" y="917"/>
                    </a:cubicBezTo>
                    <a:cubicBezTo>
                      <a:pt x="0" y="959"/>
                      <a:pt x="38" y="987"/>
                      <a:pt x="67" y="987"/>
                    </a:cubicBezTo>
                    <a:cubicBezTo>
                      <a:pt x="85" y="987"/>
                      <a:pt x="100" y="976"/>
                      <a:pt x="100" y="951"/>
                    </a:cubicBezTo>
                    <a:cubicBezTo>
                      <a:pt x="167" y="650"/>
                      <a:pt x="167" y="350"/>
                      <a:pt x="133" y="50"/>
                    </a:cubicBezTo>
                    <a:cubicBezTo>
                      <a:pt x="133" y="17"/>
                      <a:pt x="108" y="0"/>
                      <a:pt x="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5" name="Google Shape;12955;p39"/>
              <p:cNvSpPr/>
              <p:nvPr/>
            </p:nvSpPr>
            <p:spPr>
              <a:xfrm>
                <a:off x="5940600" y="3082325"/>
                <a:ext cx="3350" cy="11400"/>
              </a:xfrm>
              <a:custGeom>
                <a:rect b="b" l="l" r="r" t="t"/>
                <a:pathLst>
                  <a:path extrusionOk="0" h="456" w="134">
                    <a:moveTo>
                      <a:pt x="84" y="0"/>
                    </a:moveTo>
                    <a:cubicBezTo>
                      <a:pt x="59" y="0"/>
                      <a:pt x="34" y="17"/>
                      <a:pt x="34" y="50"/>
                    </a:cubicBezTo>
                    <a:cubicBezTo>
                      <a:pt x="0" y="184"/>
                      <a:pt x="0" y="284"/>
                      <a:pt x="0" y="417"/>
                    </a:cubicBezTo>
                    <a:cubicBezTo>
                      <a:pt x="0" y="436"/>
                      <a:pt x="22" y="456"/>
                      <a:pt x="41" y="456"/>
                    </a:cubicBezTo>
                    <a:cubicBezTo>
                      <a:pt x="55" y="456"/>
                      <a:pt x="67" y="445"/>
                      <a:pt x="67" y="417"/>
                    </a:cubicBezTo>
                    <a:cubicBezTo>
                      <a:pt x="100" y="284"/>
                      <a:pt x="100" y="184"/>
                      <a:pt x="134" y="50"/>
                    </a:cubicBezTo>
                    <a:cubicBezTo>
                      <a:pt x="134" y="17"/>
                      <a:pt x="109" y="0"/>
                      <a:pt x="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6" name="Google Shape;12956;p39"/>
              <p:cNvSpPr/>
              <p:nvPr/>
            </p:nvSpPr>
            <p:spPr>
              <a:xfrm>
                <a:off x="6023975" y="3077350"/>
                <a:ext cx="36725" cy="4700"/>
              </a:xfrm>
              <a:custGeom>
                <a:rect b="b" l="l" r="r" t="t"/>
                <a:pathLst>
                  <a:path extrusionOk="0" h="188" w="1469">
                    <a:moveTo>
                      <a:pt x="960" y="1"/>
                    </a:moveTo>
                    <a:cubicBezTo>
                      <a:pt x="661" y="1"/>
                      <a:pt x="357" y="16"/>
                      <a:pt x="68" y="16"/>
                    </a:cubicBezTo>
                    <a:cubicBezTo>
                      <a:pt x="1" y="16"/>
                      <a:pt x="1" y="149"/>
                      <a:pt x="68" y="149"/>
                    </a:cubicBezTo>
                    <a:cubicBezTo>
                      <a:pt x="318" y="168"/>
                      <a:pt x="579" y="188"/>
                      <a:pt x="839" y="188"/>
                    </a:cubicBezTo>
                    <a:cubicBezTo>
                      <a:pt x="1029" y="188"/>
                      <a:pt x="1219" y="177"/>
                      <a:pt x="1402" y="149"/>
                    </a:cubicBezTo>
                    <a:cubicBezTo>
                      <a:pt x="1469" y="116"/>
                      <a:pt x="1469" y="16"/>
                      <a:pt x="1402" y="16"/>
                    </a:cubicBezTo>
                    <a:cubicBezTo>
                      <a:pt x="1257" y="5"/>
                      <a:pt x="1109" y="1"/>
                      <a:pt x="9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7" name="Google Shape;12957;p39"/>
              <p:cNvSpPr/>
              <p:nvPr/>
            </p:nvSpPr>
            <p:spPr>
              <a:xfrm>
                <a:off x="6042325" y="3085700"/>
                <a:ext cx="15050" cy="3725"/>
              </a:xfrm>
              <a:custGeom>
                <a:rect b="b" l="l" r="r" t="t"/>
                <a:pathLst>
                  <a:path extrusionOk="0" h="149" w="602">
                    <a:moveTo>
                      <a:pt x="459" y="0"/>
                    </a:moveTo>
                    <a:cubicBezTo>
                      <a:pt x="405" y="0"/>
                      <a:pt x="345" y="15"/>
                      <a:pt x="301" y="15"/>
                    </a:cubicBezTo>
                    <a:lnTo>
                      <a:pt x="67" y="15"/>
                    </a:lnTo>
                    <a:cubicBezTo>
                      <a:pt x="1" y="15"/>
                      <a:pt x="1" y="115"/>
                      <a:pt x="67" y="149"/>
                    </a:cubicBezTo>
                    <a:lnTo>
                      <a:pt x="534" y="149"/>
                    </a:lnTo>
                    <a:cubicBezTo>
                      <a:pt x="601" y="115"/>
                      <a:pt x="601" y="49"/>
                      <a:pt x="534" y="15"/>
                    </a:cubicBezTo>
                    <a:cubicBezTo>
                      <a:pt x="512" y="4"/>
                      <a:pt x="486" y="0"/>
                      <a:pt x="4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8" name="Google Shape;12958;p39"/>
              <p:cNvSpPr/>
              <p:nvPr/>
            </p:nvSpPr>
            <p:spPr>
              <a:xfrm>
                <a:off x="6041500" y="3093225"/>
                <a:ext cx="13375" cy="3700"/>
              </a:xfrm>
              <a:custGeom>
                <a:rect b="b" l="l" r="r" t="t"/>
                <a:pathLst>
                  <a:path extrusionOk="0" h="148" w="535">
                    <a:moveTo>
                      <a:pt x="183" y="1"/>
                    </a:moveTo>
                    <a:cubicBezTo>
                      <a:pt x="145" y="1"/>
                      <a:pt x="106" y="5"/>
                      <a:pt x="67" y="14"/>
                    </a:cubicBezTo>
                    <a:cubicBezTo>
                      <a:pt x="0" y="48"/>
                      <a:pt x="34" y="115"/>
                      <a:pt x="67" y="115"/>
                    </a:cubicBezTo>
                    <a:cubicBezTo>
                      <a:pt x="201" y="115"/>
                      <a:pt x="301" y="115"/>
                      <a:pt x="434" y="148"/>
                    </a:cubicBezTo>
                    <a:cubicBezTo>
                      <a:pt x="501" y="148"/>
                      <a:pt x="534" y="48"/>
                      <a:pt x="434" y="48"/>
                    </a:cubicBezTo>
                    <a:cubicBezTo>
                      <a:pt x="363" y="24"/>
                      <a:pt x="276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9" name="Google Shape;12959;p39"/>
              <p:cNvSpPr/>
              <p:nvPr/>
            </p:nvSpPr>
            <p:spPr>
              <a:xfrm>
                <a:off x="5915575" y="3183225"/>
                <a:ext cx="5850" cy="47675"/>
              </a:xfrm>
              <a:custGeom>
                <a:rect b="b" l="l" r="r" t="t"/>
                <a:pathLst>
                  <a:path extrusionOk="0" h="1907" w="234">
                    <a:moveTo>
                      <a:pt x="151" y="0"/>
                    </a:moveTo>
                    <a:cubicBezTo>
                      <a:pt x="126" y="0"/>
                      <a:pt x="101" y="17"/>
                      <a:pt x="101" y="50"/>
                    </a:cubicBezTo>
                    <a:cubicBezTo>
                      <a:pt x="67" y="651"/>
                      <a:pt x="34" y="1251"/>
                      <a:pt x="0" y="1852"/>
                    </a:cubicBezTo>
                    <a:cubicBezTo>
                      <a:pt x="0" y="1891"/>
                      <a:pt x="35" y="1907"/>
                      <a:pt x="63" y="1907"/>
                    </a:cubicBezTo>
                    <a:cubicBezTo>
                      <a:pt x="83" y="1907"/>
                      <a:pt x="101" y="1899"/>
                      <a:pt x="101" y="1885"/>
                    </a:cubicBezTo>
                    <a:cubicBezTo>
                      <a:pt x="201" y="1285"/>
                      <a:pt x="234" y="651"/>
                      <a:pt x="201" y="50"/>
                    </a:cubicBezTo>
                    <a:cubicBezTo>
                      <a:pt x="201" y="17"/>
                      <a:pt x="176" y="0"/>
                      <a:pt x="1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0" name="Google Shape;12960;p39"/>
              <p:cNvSpPr/>
              <p:nvPr/>
            </p:nvSpPr>
            <p:spPr>
              <a:xfrm>
                <a:off x="5909725" y="3198450"/>
                <a:ext cx="4200" cy="16475"/>
              </a:xfrm>
              <a:custGeom>
                <a:rect b="b" l="l" r="r" t="t"/>
                <a:pathLst>
                  <a:path extrusionOk="0" h="659" w="168">
                    <a:moveTo>
                      <a:pt x="72" y="0"/>
                    </a:moveTo>
                    <a:cubicBezTo>
                      <a:pt x="43" y="0"/>
                      <a:pt x="18" y="25"/>
                      <a:pt x="34" y="75"/>
                    </a:cubicBezTo>
                    <a:cubicBezTo>
                      <a:pt x="34" y="242"/>
                      <a:pt x="1" y="409"/>
                      <a:pt x="1" y="609"/>
                    </a:cubicBezTo>
                    <a:cubicBezTo>
                      <a:pt x="1" y="642"/>
                      <a:pt x="26" y="659"/>
                      <a:pt x="51" y="659"/>
                    </a:cubicBezTo>
                    <a:cubicBezTo>
                      <a:pt x="76" y="659"/>
                      <a:pt x="101" y="642"/>
                      <a:pt x="101" y="609"/>
                    </a:cubicBezTo>
                    <a:cubicBezTo>
                      <a:pt x="134" y="442"/>
                      <a:pt x="168" y="242"/>
                      <a:pt x="134" y="75"/>
                    </a:cubicBezTo>
                    <a:cubicBezTo>
                      <a:pt x="134" y="25"/>
                      <a:pt x="101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1" name="Google Shape;12961;p39"/>
              <p:cNvSpPr/>
              <p:nvPr/>
            </p:nvSpPr>
            <p:spPr>
              <a:xfrm>
                <a:off x="5955000" y="2937175"/>
                <a:ext cx="35650" cy="22575"/>
              </a:xfrm>
              <a:custGeom>
                <a:rect b="b" l="l" r="r" t="t"/>
                <a:pathLst>
                  <a:path extrusionOk="0" h="903" w="1426">
                    <a:moveTo>
                      <a:pt x="537" y="1"/>
                    </a:moveTo>
                    <a:cubicBezTo>
                      <a:pt x="360" y="1"/>
                      <a:pt x="184" y="59"/>
                      <a:pt x="58" y="185"/>
                    </a:cubicBezTo>
                    <a:cubicBezTo>
                      <a:pt x="0" y="243"/>
                      <a:pt x="42" y="326"/>
                      <a:pt x="98" y="326"/>
                    </a:cubicBezTo>
                    <a:cubicBezTo>
                      <a:pt x="106" y="326"/>
                      <a:pt x="116" y="323"/>
                      <a:pt x="125" y="319"/>
                    </a:cubicBezTo>
                    <a:cubicBezTo>
                      <a:pt x="293" y="277"/>
                      <a:pt x="449" y="235"/>
                      <a:pt x="608" y="235"/>
                    </a:cubicBezTo>
                    <a:cubicBezTo>
                      <a:pt x="700" y="235"/>
                      <a:pt x="794" y="249"/>
                      <a:pt x="892" y="286"/>
                    </a:cubicBezTo>
                    <a:cubicBezTo>
                      <a:pt x="1125" y="386"/>
                      <a:pt x="1292" y="619"/>
                      <a:pt x="1359" y="853"/>
                    </a:cubicBezTo>
                    <a:cubicBezTo>
                      <a:pt x="1359" y="886"/>
                      <a:pt x="1376" y="903"/>
                      <a:pt x="1392" y="903"/>
                    </a:cubicBezTo>
                    <a:cubicBezTo>
                      <a:pt x="1409" y="903"/>
                      <a:pt x="1426" y="886"/>
                      <a:pt x="1426" y="853"/>
                    </a:cubicBezTo>
                    <a:cubicBezTo>
                      <a:pt x="1426" y="519"/>
                      <a:pt x="1259" y="252"/>
                      <a:pt x="959" y="119"/>
                    </a:cubicBezTo>
                    <a:cubicBezTo>
                      <a:pt x="836" y="42"/>
                      <a:pt x="686" y="1"/>
                      <a:pt x="5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2" name="Google Shape;12962;p39"/>
              <p:cNvSpPr/>
              <p:nvPr/>
            </p:nvSpPr>
            <p:spPr>
              <a:xfrm>
                <a:off x="5972275" y="2950150"/>
                <a:ext cx="13375" cy="12875"/>
              </a:xfrm>
              <a:custGeom>
                <a:rect b="b" l="l" r="r" t="t"/>
                <a:pathLst>
                  <a:path extrusionOk="0" h="515" w="535">
                    <a:moveTo>
                      <a:pt x="101" y="0"/>
                    </a:moveTo>
                    <a:cubicBezTo>
                      <a:pt x="34" y="0"/>
                      <a:pt x="1" y="100"/>
                      <a:pt x="67" y="133"/>
                    </a:cubicBezTo>
                    <a:cubicBezTo>
                      <a:pt x="134" y="200"/>
                      <a:pt x="201" y="234"/>
                      <a:pt x="268" y="267"/>
                    </a:cubicBezTo>
                    <a:cubicBezTo>
                      <a:pt x="334" y="334"/>
                      <a:pt x="401" y="400"/>
                      <a:pt x="434" y="500"/>
                    </a:cubicBezTo>
                    <a:cubicBezTo>
                      <a:pt x="444" y="510"/>
                      <a:pt x="457" y="514"/>
                      <a:pt x="470" y="514"/>
                    </a:cubicBezTo>
                    <a:cubicBezTo>
                      <a:pt x="501" y="514"/>
                      <a:pt x="534" y="491"/>
                      <a:pt x="534" y="467"/>
                    </a:cubicBezTo>
                    <a:cubicBezTo>
                      <a:pt x="501" y="234"/>
                      <a:pt x="334" y="0"/>
                      <a:pt x="1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3" name="Google Shape;12963;p39"/>
              <p:cNvSpPr/>
              <p:nvPr/>
            </p:nvSpPr>
            <p:spPr>
              <a:xfrm>
                <a:off x="5846350" y="2937750"/>
                <a:ext cx="35050" cy="32350"/>
              </a:xfrm>
              <a:custGeom>
                <a:rect b="b" l="l" r="r" t="t"/>
                <a:pathLst>
                  <a:path extrusionOk="0" h="1294" w="1402">
                    <a:moveTo>
                      <a:pt x="987" y="1"/>
                    </a:moveTo>
                    <a:cubicBezTo>
                      <a:pt x="786" y="1"/>
                      <a:pt x="567" y="82"/>
                      <a:pt x="434" y="196"/>
                    </a:cubicBezTo>
                    <a:cubicBezTo>
                      <a:pt x="134" y="429"/>
                      <a:pt x="1" y="863"/>
                      <a:pt x="134" y="1230"/>
                    </a:cubicBezTo>
                    <a:cubicBezTo>
                      <a:pt x="149" y="1275"/>
                      <a:pt x="178" y="1293"/>
                      <a:pt x="205" y="1293"/>
                    </a:cubicBezTo>
                    <a:cubicBezTo>
                      <a:pt x="238" y="1293"/>
                      <a:pt x="268" y="1266"/>
                      <a:pt x="268" y="1230"/>
                    </a:cubicBezTo>
                    <a:cubicBezTo>
                      <a:pt x="334" y="930"/>
                      <a:pt x="368" y="596"/>
                      <a:pt x="601" y="396"/>
                    </a:cubicBezTo>
                    <a:cubicBezTo>
                      <a:pt x="726" y="271"/>
                      <a:pt x="876" y="237"/>
                      <a:pt x="1036" y="237"/>
                    </a:cubicBezTo>
                    <a:cubicBezTo>
                      <a:pt x="1133" y="237"/>
                      <a:pt x="1234" y="250"/>
                      <a:pt x="1335" y="263"/>
                    </a:cubicBezTo>
                    <a:cubicBezTo>
                      <a:pt x="1402" y="263"/>
                      <a:pt x="1402" y="196"/>
                      <a:pt x="1368" y="162"/>
                    </a:cubicBezTo>
                    <a:cubicBezTo>
                      <a:pt x="1282" y="47"/>
                      <a:pt x="1140" y="1"/>
                      <a:pt x="9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4" name="Google Shape;12964;p39"/>
              <p:cNvSpPr/>
              <p:nvPr/>
            </p:nvSpPr>
            <p:spPr>
              <a:xfrm>
                <a:off x="5860525" y="2950800"/>
                <a:ext cx="14200" cy="15625"/>
              </a:xfrm>
              <a:custGeom>
                <a:rect b="b" l="l" r="r" t="t"/>
                <a:pathLst>
                  <a:path extrusionOk="0" h="625" w="568">
                    <a:moveTo>
                      <a:pt x="448" y="1"/>
                    </a:moveTo>
                    <a:cubicBezTo>
                      <a:pt x="333" y="1"/>
                      <a:pt x="221" y="88"/>
                      <a:pt x="134" y="174"/>
                    </a:cubicBezTo>
                    <a:cubicBezTo>
                      <a:pt x="34" y="274"/>
                      <a:pt x="1" y="408"/>
                      <a:pt x="1" y="574"/>
                    </a:cubicBezTo>
                    <a:cubicBezTo>
                      <a:pt x="18" y="608"/>
                      <a:pt x="51" y="625"/>
                      <a:pt x="80" y="625"/>
                    </a:cubicBezTo>
                    <a:cubicBezTo>
                      <a:pt x="109" y="625"/>
                      <a:pt x="134" y="608"/>
                      <a:pt x="134" y="574"/>
                    </a:cubicBezTo>
                    <a:cubicBezTo>
                      <a:pt x="168" y="474"/>
                      <a:pt x="201" y="374"/>
                      <a:pt x="268" y="308"/>
                    </a:cubicBezTo>
                    <a:cubicBezTo>
                      <a:pt x="334" y="208"/>
                      <a:pt x="435" y="174"/>
                      <a:pt x="535" y="107"/>
                    </a:cubicBezTo>
                    <a:cubicBezTo>
                      <a:pt x="568" y="107"/>
                      <a:pt x="568" y="41"/>
                      <a:pt x="501" y="7"/>
                    </a:cubicBezTo>
                    <a:cubicBezTo>
                      <a:pt x="483" y="3"/>
                      <a:pt x="465" y="1"/>
                      <a:pt x="4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5" name="Google Shape;12965;p39"/>
              <p:cNvSpPr/>
              <p:nvPr/>
            </p:nvSpPr>
            <p:spPr>
              <a:xfrm>
                <a:off x="5868050" y="2959300"/>
                <a:ext cx="9200" cy="9750"/>
              </a:xfrm>
              <a:custGeom>
                <a:rect b="b" l="l" r="r" t="t"/>
                <a:pathLst>
                  <a:path extrusionOk="0" h="390" w="368">
                    <a:moveTo>
                      <a:pt x="267" y="1"/>
                    </a:moveTo>
                    <a:cubicBezTo>
                      <a:pt x="200" y="34"/>
                      <a:pt x="134" y="68"/>
                      <a:pt x="67" y="134"/>
                    </a:cubicBezTo>
                    <a:cubicBezTo>
                      <a:pt x="33" y="201"/>
                      <a:pt x="0" y="268"/>
                      <a:pt x="33" y="335"/>
                    </a:cubicBezTo>
                    <a:cubicBezTo>
                      <a:pt x="33" y="374"/>
                      <a:pt x="68" y="390"/>
                      <a:pt x="96" y="390"/>
                    </a:cubicBezTo>
                    <a:cubicBezTo>
                      <a:pt x="116" y="390"/>
                      <a:pt x="134" y="382"/>
                      <a:pt x="134" y="368"/>
                    </a:cubicBezTo>
                    <a:cubicBezTo>
                      <a:pt x="167" y="301"/>
                      <a:pt x="167" y="268"/>
                      <a:pt x="200" y="234"/>
                    </a:cubicBezTo>
                    <a:cubicBezTo>
                      <a:pt x="234" y="168"/>
                      <a:pt x="267" y="134"/>
                      <a:pt x="300" y="134"/>
                    </a:cubicBezTo>
                    <a:cubicBezTo>
                      <a:pt x="367" y="101"/>
                      <a:pt x="300" y="1"/>
                      <a:pt x="2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66" name="Google Shape;12966;p39"/>
            <p:cNvGrpSpPr/>
            <p:nvPr/>
          </p:nvGrpSpPr>
          <p:grpSpPr>
            <a:xfrm>
              <a:off x="5875025" y="2372775"/>
              <a:ext cx="1381000" cy="1292175"/>
              <a:chOff x="5798825" y="2296575"/>
              <a:chExt cx="1381000" cy="1292175"/>
            </a:xfrm>
          </p:grpSpPr>
          <p:sp>
            <p:nvSpPr>
              <p:cNvPr id="12967" name="Google Shape;12967;p39"/>
              <p:cNvSpPr/>
              <p:nvPr/>
            </p:nvSpPr>
            <p:spPr>
              <a:xfrm>
                <a:off x="5814675" y="2647875"/>
                <a:ext cx="47550" cy="171350"/>
              </a:xfrm>
              <a:custGeom>
                <a:rect b="b" l="l" r="r" t="t"/>
                <a:pathLst>
                  <a:path extrusionOk="0" h="6854" w="1902">
                    <a:moveTo>
                      <a:pt x="976" y="1"/>
                    </a:moveTo>
                    <a:cubicBezTo>
                      <a:pt x="971" y="1"/>
                      <a:pt x="968" y="5"/>
                      <a:pt x="968" y="16"/>
                    </a:cubicBezTo>
                    <a:lnTo>
                      <a:pt x="934" y="16"/>
                    </a:lnTo>
                    <a:cubicBezTo>
                      <a:pt x="434" y="2017"/>
                      <a:pt x="100" y="4219"/>
                      <a:pt x="0" y="6554"/>
                    </a:cubicBezTo>
                    <a:cubicBezTo>
                      <a:pt x="0" y="6554"/>
                      <a:pt x="0" y="6587"/>
                      <a:pt x="34" y="6587"/>
                    </a:cubicBezTo>
                    <a:cubicBezTo>
                      <a:pt x="134" y="6587"/>
                      <a:pt x="267" y="6620"/>
                      <a:pt x="367" y="6687"/>
                    </a:cubicBezTo>
                    <a:cubicBezTo>
                      <a:pt x="434" y="6687"/>
                      <a:pt x="501" y="6721"/>
                      <a:pt x="534" y="6721"/>
                    </a:cubicBezTo>
                    <a:cubicBezTo>
                      <a:pt x="634" y="6754"/>
                      <a:pt x="701" y="6754"/>
                      <a:pt x="767" y="6787"/>
                    </a:cubicBezTo>
                    <a:cubicBezTo>
                      <a:pt x="868" y="6787"/>
                      <a:pt x="1001" y="6821"/>
                      <a:pt x="1068" y="6854"/>
                    </a:cubicBezTo>
                    <a:lnTo>
                      <a:pt x="1134" y="6854"/>
                    </a:lnTo>
                    <a:cubicBezTo>
                      <a:pt x="1134" y="6854"/>
                      <a:pt x="1134" y="6821"/>
                      <a:pt x="1134" y="6821"/>
                    </a:cubicBezTo>
                    <a:cubicBezTo>
                      <a:pt x="1201" y="4619"/>
                      <a:pt x="1468" y="2584"/>
                      <a:pt x="1902" y="750"/>
                    </a:cubicBezTo>
                    <a:cubicBezTo>
                      <a:pt x="1902" y="750"/>
                      <a:pt x="1868" y="750"/>
                      <a:pt x="1868" y="716"/>
                    </a:cubicBezTo>
                    <a:lnTo>
                      <a:pt x="1735" y="616"/>
                    </a:lnTo>
                    <a:cubicBezTo>
                      <a:pt x="1601" y="516"/>
                      <a:pt x="1468" y="383"/>
                      <a:pt x="1335" y="283"/>
                    </a:cubicBezTo>
                    <a:cubicBezTo>
                      <a:pt x="1301" y="216"/>
                      <a:pt x="1234" y="183"/>
                      <a:pt x="1201" y="149"/>
                    </a:cubicBezTo>
                    <a:cubicBezTo>
                      <a:pt x="1134" y="116"/>
                      <a:pt x="1068" y="49"/>
                      <a:pt x="1001" y="16"/>
                    </a:cubicBezTo>
                    <a:cubicBezTo>
                      <a:pt x="1001" y="16"/>
                      <a:pt x="986" y="1"/>
                      <a:pt x="976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8" name="Google Shape;12968;p39"/>
              <p:cNvSpPr/>
              <p:nvPr/>
            </p:nvSpPr>
            <p:spPr>
              <a:xfrm>
                <a:off x="5957275" y="2575700"/>
                <a:ext cx="185975" cy="362800"/>
              </a:xfrm>
              <a:custGeom>
                <a:rect b="b" l="l" r="r" t="t"/>
                <a:pathLst>
                  <a:path extrusionOk="0" h="14512" w="7439">
                    <a:moveTo>
                      <a:pt x="5271" y="1"/>
                    </a:moveTo>
                    <a:cubicBezTo>
                      <a:pt x="5237" y="1"/>
                      <a:pt x="5237" y="34"/>
                      <a:pt x="5237" y="34"/>
                    </a:cubicBezTo>
                    <a:cubicBezTo>
                      <a:pt x="5004" y="534"/>
                      <a:pt x="4737" y="1035"/>
                      <a:pt x="4437" y="1502"/>
                    </a:cubicBezTo>
                    <a:cubicBezTo>
                      <a:pt x="4370" y="1635"/>
                      <a:pt x="4270" y="1802"/>
                      <a:pt x="4170" y="1969"/>
                    </a:cubicBezTo>
                    <a:cubicBezTo>
                      <a:pt x="3703" y="2803"/>
                      <a:pt x="3269" y="3570"/>
                      <a:pt x="2836" y="4270"/>
                    </a:cubicBezTo>
                    <a:cubicBezTo>
                      <a:pt x="2369" y="5038"/>
                      <a:pt x="1902" y="5805"/>
                      <a:pt x="1468" y="6505"/>
                    </a:cubicBezTo>
                    <a:cubicBezTo>
                      <a:pt x="1235" y="6906"/>
                      <a:pt x="1001" y="7273"/>
                      <a:pt x="768" y="7639"/>
                    </a:cubicBezTo>
                    <a:cubicBezTo>
                      <a:pt x="634" y="7840"/>
                      <a:pt x="534" y="8006"/>
                      <a:pt x="401" y="8207"/>
                    </a:cubicBezTo>
                    <a:cubicBezTo>
                      <a:pt x="334" y="8307"/>
                      <a:pt x="301" y="8373"/>
                      <a:pt x="234" y="8440"/>
                    </a:cubicBezTo>
                    <a:cubicBezTo>
                      <a:pt x="234" y="8440"/>
                      <a:pt x="200" y="8473"/>
                      <a:pt x="200" y="8473"/>
                    </a:cubicBezTo>
                    <a:cubicBezTo>
                      <a:pt x="200" y="8607"/>
                      <a:pt x="200" y="8707"/>
                      <a:pt x="200" y="8807"/>
                    </a:cubicBezTo>
                    <a:cubicBezTo>
                      <a:pt x="34" y="10475"/>
                      <a:pt x="0" y="12143"/>
                      <a:pt x="100" y="13710"/>
                    </a:cubicBezTo>
                    <a:cubicBezTo>
                      <a:pt x="100" y="13710"/>
                      <a:pt x="100" y="13744"/>
                      <a:pt x="100" y="13744"/>
                    </a:cubicBezTo>
                    <a:lnTo>
                      <a:pt x="234" y="13744"/>
                    </a:lnTo>
                    <a:cubicBezTo>
                      <a:pt x="266" y="13742"/>
                      <a:pt x="297" y="13741"/>
                      <a:pt x="329" y="13741"/>
                    </a:cubicBezTo>
                    <a:cubicBezTo>
                      <a:pt x="860" y="13741"/>
                      <a:pt x="1353" y="14005"/>
                      <a:pt x="1668" y="14478"/>
                    </a:cubicBezTo>
                    <a:cubicBezTo>
                      <a:pt x="1668" y="14478"/>
                      <a:pt x="1668" y="14511"/>
                      <a:pt x="1702" y="14511"/>
                    </a:cubicBezTo>
                    <a:cubicBezTo>
                      <a:pt x="1702" y="14511"/>
                      <a:pt x="1735" y="14478"/>
                      <a:pt x="1735" y="14478"/>
                    </a:cubicBezTo>
                    <a:lnTo>
                      <a:pt x="1768" y="14444"/>
                    </a:lnTo>
                    <a:cubicBezTo>
                      <a:pt x="1868" y="14311"/>
                      <a:pt x="1968" y="14177"/>
                      <a:pt x="2035" y="14011"/>
                    </a:cubicBezTo>
                    <a:lnTo>
                      <a:pt x="2102" y="13944"/>
                    </a:lnTo>
                    <a:cubicBezTo>
                      <a:pt x="2702" y="13110"/>
                      <a:pt x="3303" y="12276"/>
                      <a:pt x="3903" y="11442"/>
                    </a:cubicBezTo>
                    <a:cubicBezTo>
                      <a:pt x="4504" y="10575"/>
                      <a:pt x="5104" y="9741"/>
                      <a:pt x="5704" y="8907"/>
                    </a:cubicBezTo>
                    <a:cubicBezTo>
                      <a:pt x="6005" y="8473"/>
                      <a:pt x="6305" y="8040"/>
                      <a:pt x="6605" y="7639"/>
                    </a:cubicBezTo>
                    <a:cubicBezTo>
                      <a:pt x="6672" y="7506"/>
                      <a:pt x="6772" y="7406"/>
                      <a:pt x="6839" y="7306"/>
                    </a:cubicBezTo>
                    <a:cubicBezTo>
                      <a:pt x="7039" y="7039"/>
                      <a:pt x="7205" y="6739"/>
                      <a:pt x="7439" y="6505"/>
                    </a:cubicBezTo>
                    <a:cubicBezTo>
                      <a:pt x="7439" y="6472"/>
                      <a:pt x="7439" y="6472"/>
                      <a:pt x="7439" y="6472"/>
                    </a:cubicBezTo>
                    <a:cubicBezTo>
                      <a:pt x="7039" y="4437"/>
                      <a:pt x="6505" y="2636"/>
                      <a:pt x="5804" y="1101"/>
                    </a:cubicBezTo>
                    <a:cubicBezTo>
                      <a:pt x="5638" y="735"/>
                      <a:pt x="5471" y="368"/>
                      <a:pt x="5304" y="34"/>
                    </a:cubicBezTo>
                    <a:cubicBezTo>
                      <a:pt x="5304" y="34"/>
                      <a:pt x="5271" y="1"/>
                      <a:pt x="5271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9" name="Google Shape;12969;p39"/>
              <p:cNvSpPr/>
              <p:nvPr/>
            </p:nvSpPr>
            <p:spPr>
              <a:xfrm>
                <a:off x="5813000" y="2818850"/>
                <a:ext cx="32550" cy="149650"/>
              </a:xfrm>
              <a:custGeom>
                <a:rect b="b" l="l" r="r" t="t"/>
                <a:pathLst>
                  <a:path extrusionOk="0" h="5986" w="1302">
                    <a:moveTo>
                      <a:pt x="92" y="0"/>
                    </a:moveTo>
                    <a:cubicBezTo>
                      <a:pt x="82" y="0"/>
                      <a:pt x="67" y="15"/>
                      <a:pt x="67" y="15"/>
                    </a:cubicBezTo>
                    <a:cubicBezTo>
                      <a:pt x="34" y="15"/>
                      <a:pt x="34" y="15"/>
                      <a:pt x="34" y="48"/>
                    </a:cubicBezTo>
                    <a:cubicBezTo>
                      <a:pt x="1" y="1149"/>
                      <a:pt x="1" y="2250"/>
                      <a:pt x="34" y="3384"/>
                    </a:cubicBezTo>
                    <a:cubicBezTo>
                      <a:pt x="101" y="4218"/>
                      <a:pt x="134" y="5085"/>
                      <a:pt x="234" y="5919"/>
                    </a:cubicBezTo>
                    <a:cubicBezTo>
                      <a:pt x="234" y="5953"/>
                      <a:pt x="234" y="5953"/>
                      <a:pt x="267" y="5953"/>
                    </a:cubicBezTo>
                    <a:cubicBezTo>
                      <a:pt x="267" y="5953"/>
                      <a:pt x="267" y="5986"/>
                      <a:pt x="267" y="5986"/>
                    </a:cubicBezTo>
                    <a:cubicBezTo>
                      <a:pt x="301" y="5986"/>
                      <a:pt x="301" y="5953"/>
                      <a:pt x="301" y="5953"/>
                    </a:cubicBezTo>
                    <a:cubicBezTo>
                      <a:pt x="334" y="5953"/>
                      <a:pt x="401" y="5919"/>
                      <a:pt x="434" y="5919"/>
                    </a:cubicBezTo>
                    <a:cubicBezTo>
                      <a:pt x="501" y="5886"/>
                      <a:pt x="534" y="5886"/>
                      <a:pt x="568" y="5886"/>
                    </a:cubicBezTo>
                    <a:cubicBezTo>
                      <a:pt x="634" y="5819"/>
                      <a:pt x="734" y="5786"/>
                      <a:pt x="868" y="5752"/>
                    </a:cubicBezTo>
                    <a:cubicBezTo>
                      <a:pt x="901" y="5752"/>
                      <a:pt x="901" y="5752"/>
                      <a:pt x="901" y="5719"/>
                    </a:cubicBezTo>
                    <a:cubicBezTo>
                      <a:pt x="901" y="5519"/>
                      <a:pt x="935" y="5319"/>
                      <a:pt x="1035" y="5119"/>
                    </a:cubicBezTo>
                    <a:cubicBezTo>
                      <a:pt x="1068" y="4952"/>
                      <a:pt x="1168" y="4785"/>
                      <a:pt x="1301" y="4652"/>
                    </a:cubicBezTo>
                    <a:cubicBezTo>
                      <a:pt x="1301" y="4618"/>
                      <a:pt x="1301" y="4618"/>
                      <a:pt x="1301" y="4618"/>
                    </a:cubicBezTo>
                    <a:cubicBezTo>
                      <a:pt x="1268" y="4151"/>
                      <a:pt x="1235" y="3718"/>
                      <a:pt x="1201" y="3251"/>
                    </a:cubicBezTo>
                    <a:cubicBezTo>
                      <a:pt x="1168" y="2283"/>
                      <a:pt x="1168" y="1316"/>
                      <a:pt x="1201" y="349"/>
                    </a:cubicBezTo>
                    <a:cubicBezTo>
                      <a:pt x="1201" y="315"/>
                      <a:pt x="1168" y="315"/>
                      <a:pt x="1168" y="315"/>
                    </a:cubicBezTo>
                    <a:cubicBezTo>
                      <a:pt x="968" y="282"/>
                      <a:pt x="768" y="215"/>
                      <a:pt x="601" y="182"/>
                    </a:cubicBezTo>
                    <a:cubicBezTo>
                      <a:pt x="534" y="148"/>
                      <a:pt x="501" y="148"/>
                      <a:pt x="434" y="115"/>
                    </a:cubicBezTo>
                    <a:cubicBezTo>
                      <a:pt x="434" y="115"/>
                      <a:pt x="401" y="115"/>
                      <a:pt x="367" y="82"/>
                    </a:cubicBezTo>
                    <a:cubicBezTo>
                      <a:pt x="267" y="82"/>
                      <a:pt x="167" y="48"/>
                      <a:pt x="101" y="15"/>
                    </a:cubicBezTo>
                    <a:cubicBezTo>
                      <a:pt x="101" y="4"/>
                      <a:pt x="97" y="0"/>
                      <a:pt x="92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0" name="Google Shape;12970;p39"/>
              <p:cNvSpPr/>
              <p:nvPr/>
            </p:nvSpPr>
            <p:spPr>
              <a:xfrm>
                <a:off x="5868875" y="3041025"/>
                <a:ext cx="8375" cy="11700"/>
              </a:xfrm>
              <a:custGeom>
                <a:rect b="b" l="l" r="r" t="t"/>
                <a:pathLst>
                  <a:path extrusionOk="0" h="468" w="335">
                    <a:moveTo>
                      <a:pt x="0" y="1"/>
                    </a:moveTo>
                    <a:cubicBezTo>
                      <a:pt x="0" y="1"/>
                      <a:pt x="0" y="34"/>
                      <a:pt x="0" y="34"/>
                    </a:cubicBezTo>
                    <a:cubicBezTo>
                      <a:pt x="0" y="168"/>
                      <a:pt x="34" y="301"/>
                      <a:pt x="67" y="435"/>
                    </a:cubicBezTo>
                    <a:cubicBezTo>
                      <a:pt x="67" y="468"/>
                      <a:pt x="67" y="468"/>
                      <a:pt x="101" y="468"/>
                    </a:cubicBezTo>
                    <a:lnTo>
                      <a:pt x="167" y="468"/>
                    </a:lnTo>
                    <a:cubicBezTo>
                      <a:pt x="201" y="401"/>
                      <a:pt x="267" y="368"/>
                      <a:pt x="334" y="335"/>
                    </a:cubicBezTo>
                    <a:cubicBezTo>
                      <a:pt x="334" y="335"/>
                      <a:pt x="334" y="301"/>
                      <a:pt x="334" y="301"/>
                    </a:cubicBezTo>
                    <a:cubicBezTo>
                      <a:pt x="334" y="301"/>
                      <a:pt x="334" y="268"/>
                      <a:pt x="334" y="268"/>
                    </a:cubicBezTo>
                    <a:cubicBezTo>
                      <a:pt x="234" y="201"/>
                      <a:pt x="167" y="101"/>
                      <a:pt x="67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1" name="Google Shape;12971;p39"/>
              <p:cNvSpPr/>
              <p:nvPr/>
            </p:nvSpPr>
            <p:spPr>
              <a:xfrm>
                <a:off x="5849700" y="3119425"/>
                <a:ext cx="39225" cy="99275"/>
              </a:xfrm>
              <a:custGeom>
                <a:rect b="b" l="l" r="r" t="t"/>
                <a:pathLst>
                  <a:path extrusionOk="0" h="3971" w="1569">
                    <a:moveTo>
                      <a:pt x="267" y="1"/>
                    </a:moveTo>
                    <a:cubicBezTo>
                      <a:pt x="167" y="67"/>
                      <a:pt x="100" y="101"/>
                      <a:pt x="34" y="101"/>
                    </a:cubicBezTo>
                    <a:cubicBezTo>
                      <a:pt x="0" y="134"/>
                      <a:pt x="0" y="134"/>
                      <a:pt x="0" y="167"/>
                    </a:cubicBezTo>
                    <a:cubicBezTo>
                      <a:pt x="401" y="1535"/>
                      <a:pt x="901" y="2836"/>
                      <a:pt x="1468" y="3970"/>
                    </a:cubicBezTo>
                    <a:lnTo>
                      <a:pt x="1535" y="3970"/>
                    </a:lnTo>
                    <a:cubicBezTo>
                      <a:pt x="1535" y="3970"/>
                      <a:pt x="1568" y="3970"/>
                      <a:pt x="1568" y="3937"/>
                    </a:cubicBezTo>
                    <a:cubicBezTo>
                      <a:pt x="1568" y="3636"/>
                      <a:pt x="1568" y="3303"/>
                      <a:pt x="1568" y="2969"/>
                    </a:cubicBezTo>
                    <a:cubicBezTo>
                      <a:pt x="1568" y="2702"/>
                      <a:pt x="1568" y="2436"/>
                      <a:pt x="1568" y="2169"/>
                    </a:cubicBezTo>
                    <a:cubicBezTo>
                      <a:pt x="1568" y="2169"/>
                      <a:pt x="1535" y="2135"/>
                      <a:pt x="1535" y="2135"/>
                    </a:cubicBezTo>
                    <a:cubicBezTo>
                      <a:pt x="968" y="2002"/>
                      <a:pt x="701" y="1435"/>
                      <a:pt x="534" y="868"/>
                    </a:cubicBezTo>
                    <a:cubicBezTo>
                      <a:pt x="434" y="634"/>
                      <a:pt x="367" y="334"/>
                      <a:pt x="334" y="34"/>
                    </a:cubicBezTo>
                    <a:cubicBezTo>
                      <a:pt x="334" y="34"/>
                      <a:pt x="334" y="1"/>
                      <a:pt x="300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2" name="Google Shape;12972;p39"/>
              <p:cNvSpPr/>
              <p:nvPr/>
            </p:nvSpPr>
            <p:spPr>
              <a:xfrm>
                <a:off x="6056500" y="3054375"/>
                <a:ext cx="34225" cy="74250"/>
              </a:xfrm>
              <a:custGeom>
                <a:rect b="b" l="l" r="r" t="t"/>
                <a:pathLst>
                  <a:path extrusionOk="0" h="2970" w="1369">
                    <a:moveTo>
                      <a:pt x="368" y="1"/>
                    </a:moveTo>
                    <a:cubicBezTo>
                      <a:pt x="201" y="34"/>
                      <a:pt x="68" y="101"/>
                      <a:pt x="1" y="268"/>
                    </a:cubicBezTo>
                    <a:cubicBezTo>
                      <a:pt x="1" y="268"/>
                      <a:pt x="1" y="301"/>
                      <a:pt x="1" y="301"/>
                    </a:cubicBezTo>
                    <a:lnTo>
                      <a:pt x="34" y="301"/>
                    </a:lnTo>
                    <a:cubicBezTo>
                      <a:pt x="234" y="334"/>
                      <a:pt x="434" y="334"/>
                      <a:pt x="568" y="468"/>
                    </a:cubicBezTo>
                    <a:cubicBezTo>
                      <a:pt x="868" y="668"/>
                      <a:pt x="901" y="1168"/>
                      <a:pt x="901" y="1435"/>
                    </a:cubicBezTo>
                    <a:cubicBezTo>
                      <a:pt x="901" y="1669"/>
                      <a:pt x="868" y="2069"/>
                      <a:pt x="635" y="2302"/>
                    </a:cubicBezTo>
                    <a:cubicBezTo>
                      <a:pt x="501" y="2436"/>
                      <a:pt x="334" y="2536"/>
                      <a:pt x="101" y="2536"/>
                    </a:cubicBezTo>
                    <a:lnTo>
                      <a:pt x="68" y="2536"/>
                    </a:lnTo>
                    <a:cubicBezTo>
                      <a:pt x="68" y="2569"/>
                      <a:pt x="34" y="2569"/>
                      <a:pt x="68" y="2603"/>
                    </a:cubicBezTo>
                    <a:cubicBezTo>
                      <a:pt x="134" y="2769"/>
                      <a:pt x="234" y="2969"/>
                      <a:pt x="434" y="2969"/>
                    </a:cubicBezTo>
                    <a:cubicBezTo>
                      <a:pt x="501" y="2969"/>
                      <a:pt x="535" y="2936"/>
                      <a:pt x="568" y="2936"/>
                    </a:cubicBezTo>
                    <a:cubicBezTo>
                      <a:pt x="1002" y="2803"/>
                      <a:pt x="1168" y="2269"/>
                      <a:pt x="1235" y="1835"/>
                    </a:cubicBezTo>
                    <a:cubicBezTo>
                      <a:pt x="1302" y="1568"/>
                      <a:pt x="1368" y="868"/>
                      <a:pt x="1035" y="368"/>
                    </a:cubicBezTo>
                    <a:cubicBezTo>
                      <a:pt x="868" y="1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rgbClr val="C7AA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3" name="Google Shape;12973;p39"/>
              <p:cNvSpPr/>
              <p:nvPr/>
            </p:nvSpPr>
            <p:spPr>
              <a:xfrm>
                <a:off x="5964775" y="2526500"/>
                <a:ext cx="120950" cy="239375"/>
              </a:xfrm>
              <a:custGeom>
                <a:rect b="b" l="l" r="r" t="t"/>
                <a:pathLst>
                  <a:path extrusionOk="0" h="9575" w="4838">
                    <a:moveTo>
                      <a:pt x="3570" y="1"/>
                    </a:moveTo>
                    <a:cubicBezTo>
                      <a:pt x="3436" y="234"/>
                      <a:pt x="3303" y="434"/>
                      <a:pt x="3136" y="668"/>
                    </a:cubicBezTo>
                    <a:cubicBezTo>
                      <a:pt x="2803" y="1135"/>
                      <a:pt x="2436" y="1635"/>
                      <a:pt x="2169" y="2169"/>
                    </a:cubicBezTo>
                    <a:cubicBezTo>
                      <a:pt x="1702" y="3036"/>
                      <a:pt x="1301" y="3970"/>
                      <a:pt x="1001" y="4971"/>
                    </a:cubicBezTo>
                    <a:cubicBezTo>
                      <a:pt x="534" y="6372"/>
                      <a:pt x="234" y="7840"/>
                      <a:pt x="1" y="9541"/>
                    </a:cubicBezTo>
                    <a:cubicBezTo>
                      <a:pt x="1" y="9541"/>
                      <a:pt x="34" y="9574"/>
                      <a:pt x="34" y="9574"/>
                    </a:cubicBezTo>
                    <a:lnTo>
                      <a:pt x="67" y="9574"/>
                    </a:lnTo>
                    <a:cubicBezTo>
                      <a:pt x="67" y="9574"/>
                      <a:pt x="67" y="9574"/>
                      <a:pt x="101" y="9541"/>
                    </a:cubicBezTo>
                    <a:cubicBezTo>
                      <a:pt x="101" y="9541"/>
                      <a:pt x="101" y="9507"/>
                      <a:pt x="134" y="9507"/>
                    </a:cubicBezTo>
                    <a:cubicBezTo>
                      <a:pt x="334" y="9140"/>
                      <a:pt x="568" y="8774"/>
                      <a:pt x="801" y="8407"/>
                    </a:cubicBezTo>
                    <a:cubicBezTo>
                      <a:pt x="1301" y="7639"/>
                      <a:pt x="1768" y="6872"/>
                      <a:pt x="2202" y="6105"/>
                    </a:cubicBezTo>
                    <a:cubicBezTo>
                      <a:pt x="2669" y="5338"/>
                      <a:pt x="3136" y="4571"/>
                      <a:pt x="3536" y="3837"/>
                    </a:cubicBezTo>
                    <a:cubicBezTo>
                      <a:pt x="3670" y="3637"/>
                      <a:pt x="3770" y="3436"/>
                      <a:pt x="3903" y="3236"/>
                    </a:cubicBezTo>
                    <a:cubicBezTo>
                      <a:pt x="4170" y="2703"/>
                      <a:pt x="4470" y="2202"/>
                      <a:pt x="4804" y="1735"/>
                    </a:cubicBezTo>
                    <a:cubicBezTo>
                      <a:pt x="4837" y="1702"/>
                      <a:pt x="4837" y="1702"/>
                      <a:pt x="4837" y="1668"/>
                    </a:cubicBezTo>
                    <a:cubicBezTo>
                      <a:pt x="4437" y="1035"/>
                      <a:pt x="4070" y="468"/>
                      <a:pt x="3636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4" name="Google Shape;12974;p39"/>
              <p:cNvSpPr/>
              <p:nvPr/>
            </p:nvSpPr>
            <p:spPr>
              <a:xfrm>
                <a:off x="5819675" y="2970350"/>
                <a:ext cx="44225" cy="146600"/>
              </a:xfrm>
              <a:custGeom>
                <a:rect b="b" l="l" r="r" t="t"/>
                <a:pathLst>
                  <a:path extrusionOk="0" h="5864" w="1769">
                    <a:moveTo>
                      <a:pt x="601" y="1"/>
                    </a:moveTo>
                    <a:cubicBezTo>
                      <a:pt x="592" y="1"/>
                      <a:pt x="584" y="9"/>
                      <a:pt x="567" y="26"/>
                    </a:cubicBezTo>
                    <a:cubicBezTo>
                      <a:pt x="534" y="26"/>
                      <a:pt x="467" y="59"/>
                      <a:pt x="434" y="59"/>
                    </a:cubicBezTo>
                    <a:cubicBezTo>
                      <a:pt x="367" y="93"/>
                      <a:pt x="301" y="93"/>
                      <a:pt x="267" y="126"/>
                    </a:cubicBezTo>
                    <a:lnTo>
                      <a:pt x="234" y="126"/>
                    </a:lnTo>
                    <a:cubicBezTo>
                      <a:pt x="201" y="126"/>
                      <a:pt x="134" y="159"/>
                      <a:pt x="34" y="193"/>
                    </a:cubicBezTo>
                    <a:cubicBezTo>
                      <a:pt x="34" y="193"/>
                      <a:pt x="0" y="193"/>
                      <a:pt x="0" y="226"/>
                    </a:cubicBezTo>
                    <a:cubicBezTo>
                      <a:pt x="234" y="2194"/>
                      <a:pt x="601" y="4096"/>
                      <a:pt x="1101" y="5830"/>
                    </a:cubicBezTo>
                    <a:cubicBezTo>
                      <a:pt x="1135" y="5830"/>
                      <a:pt x="1135" y="5863"/>
                      <a:pt x="1135" y="5863"/>
                    </a:cubicBezTo>
                    <a:lnTo>
                      <a:pt x="1168" y="5863"/>
                    </a:lnTo>
                    <a:cubicBezTo>
                      <a:pt x="1268" y="5797"/>
                      <a:pt x="1368" y="5730"/>
                      <a:pt x="1468" y="5663"/>
                    </a:cubicBezTo>
                    <a:lnTo>
                      <a:pt x="1468" y="5630"/>
                    </a:lnTo>
                    <a:cubicBezTo>
                      <a:pt x="1501" y="5630"/>
                      <a:pt x="1501" y="5630"/>
                      <a:pt x="1501" y="5597"/>
                    </a:cubicBezTo>
                    <a:cubicBezTo>
                      <a:pt x="1501" y="5330"/>
                      <a:pt x="1501" y="5063"/>
                      <a:pt x="1535" y="4796"/>
                    </a:cubicBezTo>
                    <a:cubicBezTo>
                      <a:pt x="1568" y="4396"/>
                      <a:pt x="1635" y="4062"/>
                      <a:pt x="1768" y="3795"/>
                    </a:cubicBezTo>
                    <a:cubicBezTo>
                      <a:pt x="1768" y="3762"/>
                      <a:pt x="1768" y="3762"/>
                      <a:pt x="1768" y="3762"/>
                    </a:cubicBezTo>
                    <a:cubicBezTo>
                      <a:pt x="1668" y="3228"/>
                      <a:pt x="1568" y="2695"/>
                      <a:pt x="1468" y="2127"/>
                    </a:cubicBezTo>
                    <a:cubicBezTo>
                      <a:pt x="1468" y="2127"/>
                      <a:pt x="1468" y="2094"/>
                      <a:pt x="1468" y="2094"/>
                    </a:cubicBezTo>
                    <a:cubicBezTo>
                      <a:pt x="1368" y="1961"/>
                      <a:pt x="1268" y="1794"/>
                      <a:pt x="1168" y="1627"/>
                    </a:cubicBezTo>
                    <a:cubicBezTo>
                      <a:pt x="968" y="1260"/>
                      <a:pt x="701" y="660"/>
                      <a:pt x="634" y="59"/>
                    </a:cubicBezTo>
                    <a:cubicBezTo>
                      <a:pt x="634" y="26"/>
                      <a:pt x="634" y="26"/>
                      <a:pt x="634" y="26"/>
                    </a:cubicBezTo>
                    <a:cubicBezTo>
                      <a:pt x="617" y="9"/>
                      <a:pt x="609" y="1"/>
                      <a:pt x="601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5" name="Google Shape;12975;p39"/>
              <p:cNvSpPr/>
              <p:nvPr/>
            </p:nvSpPr>
            <p:spPr>
              <a:xfrm>
                <a:off x="5839675" y="2521500"/>
                <a:ext cx="70075" cy="135950"/>
              </a:xfrm>
              <a:custGeom>
                <a:rect b="b" l="l" r="r" t="t"/>
                <a:pathLst>
                  <a:path extrusionOk="0" h="5438" w="2803">
                    <a:moveTo>
                      <a:pt x="1969" y="0"/>
                    </a:moveTo>
                    <a:cubicBezTo>
                      <a:pt x="1569" y="701"/>
                      <a:pt x="1168" y="1468"/>
                      <a:pt x="835" y="2302"/>
                    </a:cubicBezTo>
                    <a:cubicBezTo>
                      <a:pt x="535" y="3069"/>
                      <a:pt x="268" y="3903"/>
                      <a:pt x="34" y="4771"/>
                    </a:cubicBezTo>
                    <a:cubicBezTo>
                      <a:pt x="1" y="4771"/>
                      <a:pt x="34" y="4804"/>
                      <a:pt x="34" y="4804"/>
                    </a:cubicBezTo>
                    <a:cubicBezTo>
                      <a:pt x="201" y="4871"/>
                      <a:pt x="335" y="5004"/>
                      <a:pt x="468" y="5104"/>
                    </a:cubicBezTo>
                    <a:lnTo>
                      <a:pt x="501" y="5104"/>
                    </a:lnTo>
                    <a:cubicBezTo>
                      <a:pt x="635" y="5204"/>
                      <a:pt x="802" y="5338"/>
                      <a:pt x="902" y="5438"/>
                    </a:cubicBezTo>
                    <a:lnTo>
                      <a:pt x="968" y="5438"/>
                    </a:lnTo>
                    <a:cubicBezTo>
                      <a:pt x="968" y="5438"/>
                      <a:pt x="968" y="5438"/>
                      <a:pt x="968" y="5404"/>
                    </a:cubicBezTo>
                    <a:cubicBezTo>
                      <a:pt x="1135" y="4771"/>
                      <a:pt x="1335" y="4137"/>
                      <a:pt x="1535" y="3536"/>
                    </a:cubicBezTo>
                    <a:cubicBezTo>
                      <a:pt x="1902" y="2469"/>
                      <a:pt x="2336" y="1535"/>
                      <a:pt x="2803" y="768"/>
                    </a:cubicBezTo>
                    <a:cubicBezTo>
                      <a:pt x="2803" y="768"/>
                      <a:pt x="2803" y="768"/>
                      <a:pt x="2803" y="734"/>
                    </a:cubicBezTo>
                    <a:cubicBezTo>
                      <a:pt x="2803" y="701"/>
                      <a:pt x="2803" y="701"/>
                      <a:pt x="2803" y="668"/>
                    </a:cubicBezTo>
                    <a:cubicBezTo>
                      <a:pt x="2703" y="634"/>
                      <a:pt x="2636" y="568"/>
                      <a:pt x="2569" y="501"/>
                    </a:cubicBezTo>
                    <a:cubicBezTo>
                      <a:pt x="2536" y="467"/>
                      <a:pt x="2503" y="401"/>
                      <a:pt x="2469" y="367"/>
                    </a:cubicBezTo>
                    <a:cubicBezTo>
                      <a:pt x="2403" y="334"/>
                      <a:pt x="2369" y="301"/>
                      <a:pt x="2336" y="267"/>
                    </a:cubicBezTo>
                    <a:cubicBezTo>
                      <a:pt x="2236" y="201"/>
                      <a:pt x="2136" y="101"/>
                      <a:pt x="2036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6" name="Google Shape;12976;p39"/>
              <p:cNvSpPr/>
              <p:nvPr/>
            </p:nvSpPr>
            <p:spPr>
              <a:xfrm>
                <a:off x="5893050" y="2447275"/>
                <a:ext cx="85100" cy="85100"/>
              </a:xfrm>
              <a:custGeom>
                <a:rect b="b" l="l" r="r" t="t"/>
                <a:pathLst>
                  <a:path extrusionOk="0" h="3404" w="3404">
                    <a:moveTo>
                      <a:pt x="3070" y="1"/>
                    </a:moveTo>
                    <a:cubicBezTo>
                      <a:pt x="1936" y="401"/>
                      <a:pt x="935" y="1302"/>
                      <a:pt x="1" y="2703"/>
                    </a:cubicBezTo>
                    <a:cubicBezTo>
                      <a:pt x="1" y="2703"/>
                      <a:pt x="1" y="2736"/>
                      <a:pt x="1" y="2736"/>
                    </a:cubicBezTo>
                    <a:cubicBezTo>
                      <a:pt x="1" y="2736"/>
                      <a:pt x="34" y="2769"/>
                      <a:pt x="34" y="2769"/>
                    </a:cubicBezTo>
                    <a:cubicBezTo>
                      <a:pt x="168" y="2836"/>
                      <a:pt x="334" y="2969"/>
                      <a:pt x="468" y="3070"/>
                    </a:cubicBezTo>
                    <a:lnTo>
                      <a:pt x="535" y="3136"/>
                    </a:lnTo>
                    <a:cubicBezTo>
                      <a:pt x="568" y="3170"/>
                      <a:pt x="601" y="3203"/>
                      <a:pt x="635" y="3236"/>
                    </a:cubicBezTo>
                    <a:cubicBezTo>
                      <a:pt x="701" y="3270"/>
                      <a:pt x="768" y="3336"/>
                      <a:pt x="835" y="3403"/>
                    </a:cubicBezTo>
                    <a:lnTo>
                      <a:pt x="901" y="3403"/>
                    </a:lnTo>
                    <a:cubicBezTo>
                      <a:pt x="1635" y="2336"/>
                      <a:pt x="2469" y="1702"/>
                      <a:pt x="3370" y="1502"/>
                    </a:cubicBezTo>
                    <a:cubicBezTo>
                      <a:pt x="3370" y="1502"/>
                      <a:pt x="3403" y="1502"/>
                      <a:pt x="3403" y="1468"/>
                    </a:cubicBezTo>
                    <a:cubicBezTo>
                      <a:pt x="3403" y="1468"/>
                      <a:pt x="3403" y="1468"/>
                      <a:pt x="3403" y="1435"/>
                    </a:cubicBezTo>
                    <a:cubicBezTo>
                      <a:pt x="3303" y="1235"/>
                      <a:pt x="3270" y="1001"/>
                      <a:pt x="3236" y="734"/>
                    </a:cubicBezTo>
                    <a:cubicBezTo>
                      <a:pt x="3203" y="634"/>
                      <a:pt x="3203" y="568"/>
                      <a:pt x="3203" y="468"/>
                    </a:cubicBezTo>
                    <a:cubicBezTo>
                      <a:pt x="3170" y="434"/>
                      <a:pt x="3170" y="368"/>
                      <a:pt x="3170" y="334"/>
                    </a:cubicBezTo>
                    <a:cubicBezTo>
                      <a:pt x="3136" y="234"/>
                      <a:pt x="3103" y="134"/>
                      <a:pt x="3103" y="34"/>
                    </a:cubicBezTo>
                    <a:cubicBezTo>
                      <a:pt x="3103" y="34"/>
                      <a:pt x="3103" y="34"/>
                      <a:pt x="3103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7" name="Google Shape;12977;p39"/>
              <p:cNvSpPr/>
              <p:nvPr/>
            </p:nvSpPr>
            <p:spPr>
              <a:xfrm>
                <a:off x="5923925" y="2491425"/>
                <a:ext cx="125100" cy="48450"/>
              </a:xfrm>
              <a:custGeom>
                <a:rect b="b" l="l" r="r" t="t"/>
                <a:pathLst>
                  <a:path extrusionOk="0" h="1938" w="5004">
                    <a:moveTo>
                      <a:pt x="2706" y="0"/>
                    </a:moveTo>
                    <a:cubicBezTo>
                      <a:pt x="2671" y="0"/>
                      <a:pt x="2637" y="1"/>
                      <a:pt x="2602" y="3"/>
                    </a:cubicBezTo>
                    <a:cubicBezTo>
                      <a:pt x="1668" y="69"/>
                      <a:pt x="801" y="636"/>
                      <a:pt x="0" y="1737"/>
                    </a:cubicBezTo>
                    <a:cubicBezTo>
                      <a:pt x="0" y="1771"/>
                      <a:pt x="0" y="1771"/>
                      <a:pt x="0" y="1804"/>
                    </a:cubicBezTo>
                    <a:lnTo>
                      <a:pt x="33" y="1804"/>
                    </a:lnTo>
                    <a:cubicBezTo>
                      <a:pt x="200" y="1804"/>
                      <a:pt x="334" y="1837"/>
                      <a:pt x="500" y="1837"/>
                    </a:cubicBezTo>
                    <a:lnTo>
                      <a:pt x="1101" y="1837"/>
                    </a:lnTo>
                    <a:cubicBezTo>
                      <a:pt x="1401" y="1871"/>
                      <a:pt x="1735" y="1871"/>
                      <a:pt x="2035" y="1871"/>
                    </a:cubicBezTo>
                    <a:lnTo>
                      <a:pt x="2869" y="1871"/>
                    </a:lnTo>
                    <a:cubicBezTo>
                      <a:pt x="3336" y="1871"/>
                      <a:pt x="3869" y="1871"/>
                      <a:pt x="4370" y="1904"/>
                    </a:cubicBezTo>
                    <a:cubicBezTo>
                      <a:pt x="4370" y="1937"/>
                      <a:pt x="4370" y="1937"/>
                      <a:pt x="4370" y="1937"/>
                    </a:cubicBezTo>
                    <a:cubicBezTo>
                      <a:pt x="4370" y="1937"/>
                      <a:pt x="4370" y="1904"/>
                      <a:pt x="4403" y="1904"/>
                    </a:cubicBezTo>
                    <a:cubicBezTo>
                      <a:pt x="4603" y="1637"/>
                      <a:pt x="4803" y="1370"/>
                      <a:pt x="5004" y="1170"/>
                    </a:cubicBezTo>
                    <a:cubicBezTo>
                      <a:pt x="5004" y="1170"/>
                      <a:pt x="5004" y="1170"/>
                      <a:pt x="5004" y="1137"/>
                    </a:cubicBezTo>
                    <a:cubicBezTo>
                      <a:pt x="5004" y="1137"/>
                      <a:pt x="5004" y="1137"/>
                      <a:pt x="5004" y="1103"/>
                    </a:cubicBezTo>
                    <a:cubicBezTo>
                      <a:pt x="4268" y="368"/>
                      <a:pt x="3502" y="0"/>
                      <a:pt x="2706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8" name="Google Shape;12978;p39"/>
              <p:cNvSpPr/>
              <p:nvPr/>
            </p:nvSpPr>
            <p:spPr>
              <a:xfrm>
                <a:off x="5871375" y="2544025"/>
                <a:ext cx="155125" cy="121775"/>
              </a:xfrm>
              <a:custGeom>
                <a:rect b="b" l="l" r="r" t="t"/>
                <a:pathLst>
                  <a:path extrusionOk="0" h="4871" w="6205">
                    <a:moveTo>
                      <a:pt x="1869" y="0"/>
                    </a:moveTo>
                    <a:cubicBezTo>
                      <a:pt x="1869" y="0"/>
                      <a:pt x="1835" y="0"/>
                      <a:pt x="1835" y="33"/>
                    </a:cubicBezTo>
                    <a:cubicBezTo>
                      <a:pt x="1368" y="767"/>
                      <a:pt x="968" y="1668"/>
                      <a:pt x="601" y="2735"/>
                    </a:cubicBezTo>
                    <a:cubicBezTo>
                      <a:pt x="367" y="3369"/>
                      <a:pt x="167" y="4070"/>
                      <a:pt x="1" y="4804"/>
                    </a:cubicBezTo>
                    <a:cubicBezTo>
                      <a:pt x="1" y="4804"/>
                      <a:pt x="1" y="4837"/>
                      <a:pt x="1" y="4837"/>
                    </a:cubicBezTo>
                    <a:cubicBezTo>
                      <a:pt x="34" y="4837"/>
                      <a:pt x="34" y="4870"/>
                      <a:pt x="34" y="4870"/>
                    </a:cubicBezTo>
                    <a:cubicBezTo>
                      <a:pt x="167" y="4837"/>
                      <a:pt x="267" y="4837"/>
                      <a:pt x="401" y="4837"/>
                    </a:cubicBezTo>
                    <a:lnTo>
                      <a:pt x="1802" y="4837"/>
                    </a:lnTo>
                    <a:cubicBezTo>
                      <a:pt x="2135" y="4837"/>
                      <a:pt x="2436" y="4804"/>
                      <a:pt x="2736" y="4804"/>
                    </a:cubicBezTo>
                    <a:cubicBezTo>
                      <a:pt x="3203" y="4770"/>
                      <a:pt x="3703" y="4737"/>
                      <a:pt x="4170" y="4737"/>
                    </a:cubicBezTo>
                    <a:lnTo>
                      <a:pt x="4204" y="4737"/>
                    </a:lnTo>
                    <a:cubicBezTo>
                      <a:pt x="4537" y="3636"/>
                      <a:pt x="4904" y="2635"/>
                      <a:pt x="5371" y="1735"/>
                    </a:cubicBezTo>
                    <a:cubicBezTo>
                      <a:pt x="5605" y="1268"/>
                      <a:pt x="5871" y="734"/>
                      <a:pt x="6205" y="234"/>
                    </a:cubicBezTo>
                    <a:cubicBezTo>
                      <a:pt x="6205" y="234"/>
                      <a:pt x="6205" y="200"/>
                      <a:pt x="6205" y="200"/>
                    </a:cubicBezTo>
                    <a:cubicBezTo>
                      <a:pt x="6205" y="167"/>
                      <a:pt x="6172" y="167"/>
                      <a:pt x="6172" y="167"/>
                    </a:cubicBezTo>
                    <a:lnTo>
                      <a:pt x="5705" y="167"/>
                    </a:lnTo>
                    <a:cubicBezTo>
                      <a:pt x="5605" y="134"/>
                      <a:pt x="5471" y="134"/>
                      <a:pt x="5371" y="134"/>
                    </a:cubicBezTo>
                    <a:cubicBezTo>
                      <a:pt x="4971" y="134"/>
                      <a:pt x="4537" y="134"/>
                      <a:pt x="4070" y="100"/>
                    </a:cubicBezTo>
                    <a:cubicBezTo>
                      <a:pt x="3670" y="100"/>
                      <a:pt x="3270" y="100"/>
                      <a:pt x="2869" y="67"/>
                    </a:cubicBezTo>
                    <a:lnTo>
                      <a:pt x="2636" y="67"/>
                    </a:lnTo>
                    <a:cubicBezTo>
                      <a:pt x="2369" y="67"/>
                      <a:pt x="2135" y="67"/>
                      <a:pt x="1869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9" name="Google Shape;12979;p39"/>
              <p:cNvSpPr/>
              <p:nvPr/>
            </p:nvSpPr>
            <p:spPr>
              <a:xfrm>
                <a:off x="5852200" y="2670775"/>
                <a:ext cx="121775" cy="150125"/>
              </a:xfrm>
              <a:custGeom>
                <a:rect b="b" l="l" r="r" t="t"/>
                <a:pathLst>
                  <a:path extrusionOk="0" h="6005" w="4871">
                    <a:moveTo>
                      <a:pt x="4804" y="0"/>
                    </a:moveTo>
                    <a:cubicBezTo>
                      <a:pt x="4270" y="67"/>
                      <a:pt x="3703" y="67"/>
                      <a:pt x="3169" y="67"/>
                    </a:cubicBezTo>
                    <a:lnTo>
                      <a:pt x="2669" y="67"/>
                    </a:lnTo>
                    <a:cubicBezTo>
                      <a:pt x="2202" y="100"/>
                      <a:pt x="1835" y="100"/>
                      <a:pt x="1468" y="100"/>
                    </a:cubicBezTo>
                    <a:lnTo>
                      <a:pt x="1235" y="100"/>
                    </a:lnTo>
                    <a:cubicBezTo>
                      <a:pt x="1068" y="100"/>
                      <a:pt x="901" y="100"/>
                      <a:pt x="734" y="67"/>
                    </a:cubicBezTo>
                    <a:cubicBezTo>
                      <a:pt x="701" y="67"/>
                      <a:pt x="701" y="67"/>
                      <a:pt x="701" y="100"/>
                    </a:cubicBezTo>
                    <a:cubicBezTo>
                      <a:pt x="301" y="1868"/>
                      <a:pt x="67" y="3836"/>
                      <a:pt x="0" y="5938"/>
                    </a:cubicBezTo>
                    <a:cubicBezTo>
                      <a:pt x="0" y="5971"/>
                      <a:pt x="0" y="5971"/>
                      <a:pt x="0" y="5971"/>
                    </a:cubicBezTo>
                    <a:cubicBezTo>
                      <a:pt x="0" y="5971"/>
                      <a:pt x="34" y="6005"/>
                      <a:pt x="34" y="6005"/>
                    </a:cubicBezTo>
                    <a:cubicBezTo>
                      <a:pt x="100" y="5988"/>
                      <a:pt x="167" y="5980"/>
                      <a:pt x="234" y="5980"/>
                    </a:cubicBezTo>
                    <a:cubicBezTo>
                      <a:pt x="301" y="5980"/>
                      <a:pt x="367" y="5988"/>
                      <a:pt x="434" y="6005"/>
                    </a:cubicBezTo>
                    <a:lnTo>
                      <a:pt x="3069" y="6005"/>
                    </a:lnTo>
                    <a:cubicBezTo>
                      <a:pt x="3136" y="6005"/>
                      <a:pt x="3236" y="5971"/>
                      <a:pt x="3336" y="5971"/>
                    </a:cubicBezTo>
                    <a:cubicBezTo>
                      <a:pt x="3469" y="5971"/>
                      <a:pt x="3603" y="5956"/>
                      <a:pt x="3726" y="5956"/>
                    </a:cubicBezTo>
                    <a:cubicBezTo>
                      <a:pt x="3788" y="5956"/>
                      <a:pt x="3847" y="5960"/>
                      <a:pt x="3903" y="5971"/>
                    </a:cubicBezTo>
                    <a:lnTo>
                      <a:pt x="3936" y="5971"/>
                    </a:lnTo>
                    <a:cubicBezTo>
                      <a:pt x="3970" y="5971"/>
                      <a:pt x="3970" y="5938"/>
                      <a:pt x="3970" y="5938"/>
                    </a:cubicBezTo>
                    <a:cubicBezTo>
                      <a:pt x="4103" y="3703"/>
                      <a:pt x="4403" y="1768"/>
                      <a:pt x="4870" y="67"/>
                    </a:cubicBezTo>
                    <a:cubicBezTo>
                      <a:pt x="4870" y="34"/>
                      <a:pt x="4870" y="34"/>
                      <a:pt x="4870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0" name="Google Shape;12980;p39"/>
              <p:cNvSpPr/>
              <p:nvPr/>
            </p:nvSpPr>
            <p:spPr>
              <a:xfrm>
                <a:off x="5851350" y="2827550"/>
                <a:ext cx="99275" cy="114275"/>
              </a:xfrm>
              <a:custGeom>
                <a:rect b="b" l="l" r="r" t="t"/>
                <a:pathLst>
                  <a:path extrusionOk="0" h="4571" w="3971">
                    <a:moveTo>
                      <a:pt x="34" y="1"/>
                    </a:moveTo>
                    <a:cubicBezTo>
                      <a:pt x="1" y="1"/>
                      <a:pt x="1" y="1"/>
                      <a:pt x="1" y="34"/>
                    </a:cubicBezTo>
                    <a:cubicBezTo>
                      <a:pt x="1" y="1001"/>
                      <a:pt x="1" y="1935"/>
                      <a:pt x="34" y="2903"/>
                    </a:cubicBezTo>
                    <a:cubicBezTo>
                      <a:pt x="34" y="3203"/>
                      <a:pt x="68" y="3536"/>
                      <a:pt x="101" y="3903"/>
                    </a:cubicBezTo>
                    <a:cubicBezTo>
                      <a:pt x="101" y="3903"/>
                      <a:pt x="101" y="3903"/>
                      <a:pt x="101" y="3937"/>
                    </a:cubicBezTo>
                    <a:cubicBezTo>
                      <a:pt x="134" y="3937"/>
                      <a:pt x="134" y="3937"/>
                      <a:pt x="168" y="3903"/>
                    </a:cubicBezTo>
                    <a:cubicBezTo>
                      <a:pt x="400" y="3758"/>
                      <a:pt x="683" y="3663"/>
                      <a:pt x="951" y="3663"/>
                    </a:cubicBezTo>
                    <a:cubicBezTo>
                      <a:pt x="990" y="3663"/>
                      <a:pt x="1030" y="3666"/>
                      <a:pt x="1068" y="3670"/>
                    </a:cubicBezTo>
                    <a:cubicBezTo>
                      <a:pt x="1435" y="3670"/>
                      <a:pt x="1769" y="3803"/>
                      <a:pt x="2036" y="4037"/>
                    </a:cubicBezTo>
                    <a:cubicBezTo>
                      <a:pt x="2102" y="4103"/>
                      <a:pt x="2136" y="4170"/>
                      <a:pt x="2203" y="4237"/>
                    </a:cubicBezTo>
                    <a:cubicBezTo>
                      <a:pt x="2336" y="4337"/>
                      <a:pt x="2436" y="4470"/>
                      <a:pt x="2569" y="4537"/>
                    </a:cubicBezTo>
                    <a:cubicBezTo>
                      <a:pt x="2636" y="4537"/>
                      <a:pt x="2670" y="4570"/>
                      <a:pt x="2703" y="4570"/>
                    </a:cubicBezTo>
                    <a:lnTo>
                      <a:pt x="2836" y="4570"/>
                    </a:lnTo>
                    <a:cubicBezTo>
                      <a:pt x="2903" y="4570"/>
                      <a:pt x="2936" y="4537"/>
                      <a:pt x="2970" y="4537"/>
                    </a:cubicBezTo>
                    <a:cubicBezTo>
                      <a:pt x="3137" y="4470"/>
                      <a:pt x="3237" y="4337"/>
                      <a:pt x="3370" y="4237"/>
                    </a:cubicBezTo>
                    <a:cubicBezTo>
                      <a:pt x="3403" y="4170"/>
                      <a:pt x="3470" y="4103"/>
                      <a:pt x="3537" y="4037"/>
                    </a:cubicBezTo>
                    <a:cubicBezTo>
                      <a:pt x="3670" y="3937"/>
                      <a:pt x="3804" y="3870"/>
                      <a:pt x="3937" y="3803"/>
                    </a:cubicBezTo>
                    <a:cubicBezTo>
                      <a:pt x="3970" y="3770"/>
                      <a:pt x="3970" y="3770"/>
                      <a:pt x="3970" y="3737"/>
                    </a:cubicBezTo>
                    <a:cubicBezTo>
                      <a:pt x="3904" y="2536"/>
                      <a:pt x="3904" y="1301"/>
                      <a:pt x="3970" y="34"/>
                    </a:cubicBezTo>
                    <a:cubicBezTo>
                      <a:pt x="3970" y="34"/>
                      <a:pt x="3970" y="34"/>
                      <a:pt x="3970" y="1"/>
                    </a:cubicBezTo>
                    <a:lnTo>
                      <a:pt x="3937" y="1"/>
                    </a:lnTo>
                    <a:cubicBezTo>
                      <a:pt x="3770" y="34"/>
                      <a:pt x="3570" y="34"/>
                      <a:pt x="3403" y="34"/>
                    </a:cubicBezTo>
                    <a:lnTo>
                      <a:pt x="3170" y="34"/>
                    </a:lnTo>
                    <a:cubicBezTo>
                      <a:pt x="2947" y="34"/>
                      <a:pt x="2666" y="49"/>
                      <a:pt x="2374" y="49"/>
                    </a:cubicBezTo>
                    <a:cubicBezTo>
                      <a:pt x="2228" y="49"/>
                      <a:pt x="2080" y="45"/>
                      <a:pt x="1936" y="34"/>
                    </a:cubicBezTo>
                    <a:lnTo>
                      <a:pt x="535" y="34"/>
                    </a:lnTo>
                    <a:cubicBezTo>
                      <a:pt x="368" y="1"/>
                      <a:pt x="201" y="1"/>
                      <a:pt x="68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1" name="Google Shape;12981;p39"/>
              <p:cNvSpPr/>
              <p:nvPr/>
            </p:nvSpPr>
            <p:spPr>
              <a:xfrm>
                <a:off x="5833850" y="2927525"/>
                <a:ext cx="174325" cy="119375"/>
              </a:xfrm>
              <a:custGeom>
                <a:rect b="b" l="l" r="r" t="t"/>
                <a:pathLst>
                  <a:path extrusionOk="0" h="4775" w="6973">
                    <a:moveTo>
                      <a:pt x="1670" y="0"/>
                    </a:moveTo>
                    <a:cubicBezTo>
                      <a:pt x="1635" y="0"/>
                      <a:pt x="1602" y="2"/>
                      <a:pt x="1568" y="4"/>
                    </a:cubicBezTo>
                    <a:cubicBezTo>
                      <a:pt x="1201" y="4"/>
                      <a:pt x="868" y="205"/>
                      <a:pt x="634" y="538"/>
                    </a:cubicBezTo>
                    <a:cubicBezTo>
                      <a:pt x="0" y="1372"/>
                      <a:pt x="501" y="2606"/>
                      <a:pt x="868" y="3240"/>
                    </a:cubicBezTo>
                    <a:cubicBezTo>
                      <a:pt x="1101" y="3707"/>
                      <a:pt x="1435" y="4107"/>
                      <a:pt x="1768" y="4441"/>
                    </a:cubicBezTo>
                    <a:cubicBezTo>
                      <a:pt x="1835" y="4541"/>
                      <a:pt x="1935" y="4641"/>
                      <a:pt x="2002" y="4708"/>
                    </a:cubicBezTo>
                    <a:cubicBezTo>
                      <a:pt x="2002" y="4741"/>
                      <a:pt x="2035" y="4741"/>
                      <a:pt x="2035" y="4741"/>
                    </a:cubicBezTo>
                    <a:cubicBezTo>
                      <a:pt x="2235" y="4674"/>
                      <a:pt x="2436" y="4674"/>
                      <a:pt x="2702" y="4674"/>
                    </a:cubicBezTo>
                    <a:cubicBezTo>
                      <a:pt x="2702" y="4674"/>
                      <a:pt x="2736" y="4641"/>
                      <a:pt x="2736" y="4641"/>
                    </a:cubicBezTo>
                    <a:cubicBezTo>
                      <a:pt x="2736" y="4641"/>
                      <a:pt x="2736" y="4608"/>
                      <a:pt x="2736" y="4608"/>
                    </a:cubicBezTo>
                    <a:cubicBezTo>
                      <a:pt x="2636" y="4374"/>
                      <a:pt x="2569" y="4141"/>
                      <a:pt x="2502" y="3907"/>
                    </a:cubicBezTo>
                    <a:cubicBezTo>
                      <a:pt x="2369" y="3574"/>
                      <a:pt x="2235" y="3140"/>
                      <a:pt x="2269" y="2773"/>
                    </a:cubicBezTo>
                    <a:cubicBezTo>
                      <a:pt x="2269" y="2606"/>
                      <a:pt x="2302" y="2473"/>
                      <a:pt x="2402" y="2373"/>
                    </a:cubicBezTo>
                    <a:cubicBezTo>
                      <a:pt x="2596" y="2203"/>
                      <a:pt x="2948" y="2157"/>
                      <a:pt x="3241" y="2157"/>
                    </a:cubicBezTo>
                    <a:cubicBezTo>
                      <a:pt x="3352" y="2157"/>
                      <a:pt x="3454" y="2163"/>
                      <a:pt x="3536" y="2173"/>
                    </a:cubicBezTo>
                    <a:lnTo>
                      <a:pt x="3570" y="2173"/>
                    </a:lnTo>
                    <a:cubicBezTo>
                      <a:pt x="4070" y="2173"/>
                      <a:pt x="4737" y="2306"/>
                      <a:pt x="4737" y="3040"/>
                    </a:cubicBezTo>
                    <a:cubicBezTo>
                      <a:pt x="4737" y="3540"/>
                      <a:pt x="4537" y="4107"/>
                      <a:pt x="4137" y="4641"/>
                    </a:cubicBezTo>
                    <a:cubicBezTo>
                      <a:pt x="4137" y="4674"/>
                      <a:pt x="4137" y="4674"/>
                      <a:pt x="4137" y="4708"/>
                    </a:cubicBezTo>
                    <a:lnTo>
                      <a:pt x="4170" y="4708"/>
                    </a:lnTo>
                    <a:cubicBezTo>
                      <a:pt x="4304" y="4741"/>
                      <a:pt x="4404" y="4741"/>
                      <a:pt x="4504" y="4741"/>
                    </a:cubicBezTo>
                    <a:cubicBezTo>
                      <a:pt x="4604" y="4741"/>
                      <a:pt x="4670" y="4774"/>
                      <a:pt x="4771" y="4774"/>
                    </a:cubicBezTo>
                    <a:lnTo>
                      <a:pt x="4904" y="4774"/>
                    </a:lnTo>
                    <a:cubicBezTo>
                      <a:pt x="5004" y="4641"/>
                      <a:pt x="5104" y="4541"/>
                      <a:pt x="5204" y="4441"/>
                    </a:cubicBezTo>
                    <a:cubicBezTo>
                      <a:pt x="5504" y="4074"/>
                      <a:pt x="5838" y="3707"/>
                      <a:pt x="6105" y="3240"/>
                    </a:cubicBezTo>
                    <a:cubicBezTo>
                      <a:pt x="6472" y="2606"/>
                      <a:pt x="6972" y="1372"/>
                      <a:pt x="6338" y="538"/>
                    </a:cubicBezTo>
                    <a:cubicBezTo>
                      <a:pt x="6071" y="205"/>
                      <a:pt x="5771" y="4"/>
                      <a:pt x="5404" y="4"/>
                    </a:cubicBezTo>
                    <a:cubicBezTo>
                      <a:pt x="5368" y="2"/>
                      <a:pt x="5332" y="0"/>
                      <a:pt x="5296" y="0"/>
                    </a:cubicBezTo>
                    <a:cubicBezTo>
                      <a:pt x="4899" y="0"/>
                      <a:pt x="4506" y="168"/>
                      <a:pt x="4170" y="505"/>
                    </a:cubicBezTo>
                    <a:cubicBezTo>
                      <a:pt x="4037" y="638"/>
                      <a:pt x="3903" y="738"/>
                      <a:pt x="3770" y="805"/>
                    </a:cubicBezTo>
                    <a:cubicBezTo>
                      <a:pt x="3670" y="838"/>
                      <a:pt x="3603" y="872"/>
                      <a:pt x="3503" y="872"/>
                    </a:cubicBezTo>
                    <a:lnTo>
                      <a:pt x="3436" y="872"/>
                    </a:lnTo>
                    <a:cubicBezTo>
                      <a:pt x="3370" y="872"/>
                      <a:pt x="3303" y="838"/>
                      <a:pt x="3203" y="805"/>
                    </a:cubicBezTo>
                    <a:cubicBezTo>
                      <a:pt x="3169" y="805"/>
                      <a:pt x="3136" y="772"/>
                      <a:pt x="3069" y="738"/>
                    </a:cubicBezTo>
                    <a:cubicBezTo>
                      <a:pt x="3003" y="705"/>
                      <a:pt x="2903" y="638"/>
                      <a:pt x="2836" y="571"/>
                    </a:cubicBezTo>
                    <a:lnTo>
                      <a:pt x="2802" y="538"/>
                    </a:lnTo>
                    <a:cubicBezTo>
                      <a:pt x="2802" y="538"/>
                      <a:pt x="2802" y="505"/>
                      <a:pt x="2769" y="505"/>
                    </a:cubicBezTo>
                    <a:cubicBezTo>
                      <a:pt x="2463" y="168"/>
                      <a:pt x="2045" y="0"/>
                      <a:pt x="1670" y="0"/>
                    </a:cubicBezTo>
                    <a:close/>
                  </a:path>
                </a:pathLst>
              </a:custGeom>
              <a:solidFill>
                <a:srgbClr val="C7AA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2" name="Google Shape;12982;p39"/>
              <p:cNvSpPr/>
              <p:nvPr/>
            </p:nvSpPr>
            <p:spPr>
              <a:xfrm>
                <a:off x="5985625" y="3396225"/>
                <a:ext cx="105925" cy="57625"/>
              </a:xfrm>
              <a:custGeom>
                <a:rect b="b" l="l" r="r" t="t"/>
                <a:pathLst>
                  <a:path extrusionOk="0" h="2305" w="4237">
                    <a:moveTo>
                      <a:pt x="3321" y="0"/>
                    </a:moveTo>
                    <a:cubicBezTo>
                      <a:pt x="2626" y="0"/>
                      <a:pt x="1956" y="194"/>
                      <a:pt x="1368" y="570"/>
                    </a:cubicBezTo>
                    <a:cubicBezTo>
                      <a:pt x="1001" y="837"/>
                      <a:pt x="668" y="1137"/>
                      <a:pt x="401" y="1538"/>
                    </a:cubicBezTo>
                    <a:cubicBezTo>
                      <a:pt x="234" y="1738"/>
                      <a:pt x="134" y="1971"/>
                      <a:pt x="0" y="2205"/>
                    </a:cubicBezTo>
                    <a:lnTo>
                      <a:pt x="0" y="2271"/>
                    </a:lnTo>
                    <a:cubicBezTo>
                      <a:pt x="0" y="2271"/>
                      <a:pt x="0" y="2271"/>
                      <a:pt x="0" y="2305"/>
                    </a:cubicBezTo>
                    <a:lnTo>
                      <a:pt x="668" y="2305"/>
                    </a:lnTo>
                    <a:cubicBezTo>
                      <a:pt x="868" y="2305"/>
                      <a:pt x="1068" y="2305"/>
                      <a:pt x="1268" y="2271"/>
                    </a:cubicBezTo>
                    <a:lnTo>
                      <a:pt x="2202" y="2271"/>
                    </a:lnTo>
                    <a:cubicBezTo>
                      <a:pt x="2235" y="2271"/>
                      <a:pt x="2302" y="2238"/>
                      <a:pt x="2335" y="2238"/>
                    </a:cubicBezTo>
                    <a:lnTo>
                      <a:pt x="2569" y="2238"/>
                    </a:lnTo>
                    <a:cubicBezTo>
                      <a:pt x="2569" y="2238"/>
                      <a:pt x="2602" y="2238"/>
                      <a:pt x="2602" y="2205"/>
                    </a:cubicBezTo>
                    <a:cubicBezTo>
                      <a:pt x="2636" y="2005"/>
                      <a:pt x="2769" y="1738"/>
                      <a:pt x="2836" y="1571"/>
                    </a:cubicBezTo>
                    <a:lnTo>
                      <a:pt x="2869" y="1504"/>
                    </a:lnTo>
                    <a:cubicBezTo>
                      <a:pt x="3003" y="1171"/>
                      <a:pt x="3203" y="870"/>
                      <a:pt x="3436" y="637"/>
                    </a:cubicBezTo>
                    <a:cubicBezTo>
                      <a:pt x="3670" y="437"/>
                      <a:pt x="3937" y="270"/>
                      <a:pt x="4203" y="170"/>
                    </a:cubicBezTo>
                    <a:cubicBezTo>
                      <a:pt x="4237" y="170"/>
                      <a:pt x="4237" y="137"/>
                      <a:pt x="4237" y="137"/>
                    </a:cubicBezTo>
                    <a:cubicBezTo>
                      <a:pt x="4237" y="103"/>
                      <a:pt x="4203" y="103"/>
                      <a:pt x="4203" y="103"/>
                    </a:cubicBezTo>
                    <a:cubicBezTo>
                      <a:pt x="3908" y="34"/>
                      <a:pt x="3612" y="0"/>
                      <a:pt x="3321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3" name="Google Shape;12983;p39"/>
              <p:cNvSpPr/>
              <p:nvPr/>
            </p:nvSpPr>
            <p:spPr>
              <a:xfrm>
                <a:off x="5932250" y="3114425"/>
                <a:ext cx="107600" cy="105925"/>
              </a:xfrm>
              <a:custGeom>
                <a:rect b="b" l="l" r="r" t="t"/>
                <a:pathLst>
                  <a:path extrusionOk="0" h="4237" w="4304">
                    <a:moveTo>
                      <a:pt x="1835" y="0"/>
                    </a:moveTo>
                    <a:cubicBezTo>
                      <a:pt x="1835" y="0"/>
                      <a:pt x="1835" y="34"/>
                      <a:pt x="1835" y="34"/>
                    </a:cubicBezTo>
                    <a:cubicBezTo>
                      <a:pt x="1802" y="267"/>
                      <a:pt x="1769" y="401"/>
                      <a:pt x="1668" y="534"/>
                    </a:cubicBezTo>
                    <a:cubicBezTo>
                      <a:pt x="1602" y="567"/>
                      <a:pt x="1568" y="601"/>
                      <a:pt x="1502" y="634"/>
                    </a:cubicBezTo>
                    <a:cubicBezTo>
                      <a:pt x="1468" y="668"/>
                      <a:pt x="1402" y="701"/>
                      <a:pt x="1335" y="768"/>
                    </a:cubicBezTo>
                    <a:cubicBezTo>
                      <a:pt x="1235" y="901"/>
                      <a:pt x="1168" y="1068"/>
                      <a:pt x="1101" y="1235"/>
                    </a:cubicBezTo>
                    <a:lnTo>
                      <a:pt x="1068" y="1268"/>
                    </a:lnTo>
                    <a:cubicBezTo>
                      <a:pt x="868" y="1802"/>
                      <a:pt x="534" y="2135"/>
                      <a:pt x="101" y="2302"/>
                    </a:cubicBezTo>
                    <a:cubicBezTo>
                      <a:pt x="67" y="2302"/>
                      <a:pt x="67" y="2335"/>
                      <a:pt x="67" y="2335"/>
                    </a:cubicBezTo>
                    <a:cubicBezTo>
                      <a:pt x="67" y="2569"/>
                      <a:pt x="67" y="2769"/>
                      <a:pt x="34" y="3003"/>
                    </a:cubicBezTo>
                    <a:cubicBezTo>
                      <a:pt x="34" y="3069"/>
                      <a:pt x="34" y="3136"/>
                      <a:pt x="34" y="3203"/>
                    </a:cubicBezTo>
                    <a:cubicBezTo>
                      <a:pt x="34" y="3536"/>
                      <a:pt x="1" y="3870"/>
                      <a:pt x="1" y="4203"/>
                    </a:cubicBezTo>
                    <a:cubicBezTo>
                      <a:pt x="1" y="4203"/>
                      <a:pt x="1" y="4203"/>
                      <a:pt x="1" y="4237"/>
                    </a:cubicBezTo>
                    <a:lnTo>
                      <a:pt x="34" y="4237"/>
                    </a:lnTo>
                    <a:cubicBezTo>
                      <a:pt x="201" y="4203"/>
                      <a:pt x="368" y="4203"/>
                      <a:pt x="501" y="4203"/>
                    </a:cubicBezTo>
                    <a:lnTo>
                      <a:pt x="734" y="4203"/>
                    </a:lnTo>
                    <a:cubicBezTo>
                      <a:pt x="1235" y="4203"/>
                      <a:pt x="1702" y="4170"/>
                      <a:pt x="2102" y="4137"/>
                    </a:cubicBezTo>
                    <a:cubicBezTo>
                      <a:pt x="2569" y="4137"/>
                      <a:pt x="2969" y="4103"/>
                      <a:pt x="3370" y="4070"/>
                    </a:cubicBezTo>
                    <a:cubicBezTo>
                      <a:pt x="3503" y="4070"/>
                      <a:pt x="3603" y="4037"/>
                      <a:pt x="3737" y="4037"/>
                    </a:cubicBezTo>
                    <a:cubicBezTo>
                      <a:pt x="3903" y="4003"/>
                      <a:pt x="4104" y="3970"/>
                      <a:pt x="4270" y="3970"/>
                    </a:cubicBezTo>
                    <a:cubicBezTo>
                      <a:pt x="4270" y="3970"/>
                      <a:pt x="4304" y="3970"/>
                      <a:pt x="4304" y="3937"/>
                    </a:cubicBezTo>
                    <a:cubicBezTo>
                      <a:pt x="4304" y="3937"/>
                      <a:pt x="4304" y="3937"/>
                      <a:pt x="4304" y="3903"/>
                    </a:cubicBezTo>
                    <a:cubicBezTo>
                      <a:pt x="3770" y="3203"/>
                      <a:pt x="3270" y="2369"/>
                      <a:pt x="2836" y="1368"/>
                    </a:cubicBezTo>
                    <a:cubicBezTo>
                      <a:pt x="2636" y="968"/>
                      <a:pt x="2469" y="501"/>
                      <a:pt x="2302" y="34"/>
                    </a:cubicBezTo>
                    <a:lnTo>
                      <a:pt x="2202" y="34"/>
                    </a:lnTo>
                    <a:cubicBezTo>
                      <a:pt x="2102" y="34"/>
                      <a:pt x="1969" y="34"/>
                      <a:pt x="1869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4" name="Google Shape;12984;p39"/>
              <p:cNvSpPr/>
              <p:nvPr/>
            </p:nvSpPr>
            <p:spPr>
              <a:xfrm>
                <a:off x="5933925" y="3221175"/>
                <a:ext cx="150950" cy="73400"/>
              </a:xfrm>
              <a:custGeom>
                <a:rect b="b" l="l" r="r" t="t"/>
                <a:pathLst>
                  <a:path extrusionOk="0" h="2936" w="6038">
                    <a:moveTo>
                      <a:pt x="4470" y="0"/>
                    </a:moveTo>
                    <a:cubicBezTo>
                      <a:pt x="4237" y="100"/>
                      <a:pt x="3970" y="100"/>
                      <a:pt x="3670" y="100"/>
                    </a:cubicBezTo>
                    <a:cubicBezTo>
                      <a:pt x="3570" y="100"/>
                      <a:pt x="3503" y="100"/>
                      <a:pt x="3403" y="134"/>
                    </a:cubicBezTo>
                    <a:cubicBezTo>
                      <a:pt x="2969" y="167"/>
                      <a:pt x="2502" y="167"/>
                      <a:pt x="2035" y="200"/>
                    </a:cubicBezTo>
                    <a:cubicBezTo>
                      <a:pt x="1601" y="234"/>
                      <a:pt x="1168" y="234"/>
                      <a:pt x="701" y="234"/>
                    </a:cubicBezTo>
                    <a:lnTo>
                      <a:pt x="501" y="234"/>
                    </a:lnTo>
                    <a:cubicBezTo>
                      <a:pt x="367" y="234"/>
                      <a:pt x="200" y="234"/>
                      <a:pt x="34" y="200"/>
                    </a:cubicBezTo>
                    <a:cubicBezTo>
                      <a:pt x="34" y="200"/>
                      <a:pt x="0" y="234"/>
                      <a:pt x="0" y="234"/>
                    </a:cubicBezTo>
                    <a:cubicBezTo>
                      <a:pt x="0" y="234"/>
                      <a:pt x="0" y="267"/>
                      <a:pt x="0" y="267"/>
                    </a:cubicBezTo>
                    <a:cubicBezTo>
                      <a:pt x="1101" y="2035"/>
                      <a:pt x="2302" y="2936"/>
                      <a:pt x="3503" y="2936"/>
                    </a:cubicBezTo>
                    <a:lnTo>
                      <a:pt x="3603" y="2936"/>
                    </a:lnTo>
                    <a:cubicBezTo>
                      <a:pt x="4470" y="2902"/>
                      <a:pt x="5304" y="2402"/>
                      <a:pt x="6038" y="1434"/>
                    </a:cubicBezTo>
                    <a:cubicBezTo>
                      <a:pt x="6038" y="1434"/>
                      <a:pt x="6038" y="1434"/>
                      <a:pt x="6038" y="1401"/>
                    </a:cubicBezTo>
                    <a:cubicBezTo>
                      <a:pt x="5504" y="1001"/>
                      <a:pt x="4971" y="534"/>
                      <a:pt x="4537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5" name="Google Shape;12985;p39"/>
              <p:cNvSpPr/>
              <p:nvPr/>
            </p:nvSpPr>
            <p:spPr>
              <a:xfrm>
                <a:off x="5906400" y="3240350"/>
                <a:ext cx="112600" cy="105100"/>
              </a:xfrm>
              <a:custGeom>
                <a:rect b="b" l="l" r="r" t="t"/>
                <a:pathLst>
                  <a:path extrusionOk="0" h="4204" w="4504">
                    <a:moveTo>
                      <a:pt x="935" y="0"/>
                    </a:moveTo>
                    <a:cubicBezTo>
                      <a:pt x="834" y="334"/>
                      <a:pt x="568" y="501"/>
                      <a:pt x="267" y="534"/>
                    </a:cubicBezTo>
                    <a:lnTo>
                      <a:pt x="1" y="534"/>
                    </a:lnTo>
                    <a:cubicBezTo>
                      <a:pt x="1" y="567"/>
                      <a:pt x="1" y="567"/>
                      <a:pt x="34" y="601"/>
                    </a:cubicBezTo>
                    <a:cubicBezTo>
                      <a:pt x="67" y="634"/>
                      <a:pt x="101" y="734"/>
                      <a:pt x="134" y="768"/>
                    </a:cubicBezTo>
                    <a:cubicBezTo>
                      <a:pt x="167" y="868"/>
                      <a:pt x="201" y="901"/>
                      <a:pt x="234" y="934"/>
                    </a:cubicBezTo>
                    <a:cubicBezTo>
                      <a:pt x="868" y="1802"/>
                      <a:pt x="1435" y="2535"/>
                      <a:pt x="2202" y="3169"/>
                    </a:cubicBezTo>
                    <a:cubicBezTo>
                      <a:pt x="2569" y="3436"/>
                      <a:pt x="2903" y="3670"/>
                      <a:pt x="3270" y="3836"/>
                    </a:cubicBezTo>
                    <a:cubicBezTo>
                      <a:pt x="3270" y="3836"/>
                      <a:pt x="4204" y="4203"/>
                      <a:pt x="4370" y="4203"/>
                    </a:cubicBezTo>
                    <a:cubicBezTo>
                      <a:pt x="4404" y="4203"/>
                      <a:pt x="4404" y="4203"/>
                      <a:pt x="4404" y="4170"/>
                    </a:cubicBezTo>
                    <a:cubicBezTo>
                      <a:pt x="4404" y="4170"/>
                      <a:pt x="4404" y="4137"/>
                      <a:pt x="4404" y="4103"/>
                    </a:cubicBezTo>
                    <a:lnTo>
                      <a:pt x="4470" y="3369"/>
                    </a:lnTo>
                    <a:cubicBezTo>
                      <a:pt x="4470" y="3303"/>
                      <a:pt x="4470" y="3236"/>
                      <a:pt x="4470" y="3136"/>
                    </a:cubicBezTo>
                    <a:cubicBezTo>
                      <a:pt x="4470" y="2969"/>
                      <a:pt x="4470" y="2736"/>
                      <a:pt x="4504" y="2569"/>
                    </a:cubicBezTo>
                    <a:cubicBezTo>
                      <a:pt x="4504" y="2535"/>
                      <a:pt x="4504" y="2535"/>
                      <a:pt x="4504" y="2535"/>
                    </a:cubicBezTo>
                    <a:cubicBezTo>
                      <a:pt x="4504" y="2502"/>
                      <a:pt x="4504" y="2502"/>
                      <a:pt x="4470" y="2502"/>
                    </a:cubicBezTo>
                    <a:cubicBezTo>
                      <a:pt x="3270" y="2469"/>
                      <a:pt x="2069" y="1601"/>
                      <a:pt x="1001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6" name="Google Shape;12986;p39"/>
              <p:cNvSpPr/>
              <p:nvPr/>
            </p:nvSpPr>
            <p:spPr>
              <a:xfrm>
                <a:off x="6024825" y="3230350"/>
                <a:ext cx="114275" cy="116775"/>
              </a:xfrm>
              <a:custGeom>
                <a:rect b="b" l="l" r="r" t="t"/>
                <a:pathLst>
                  <a:path extrusionOk="0" h="4671" w="4571">
                    <a:moveTo>
                      <a:pt x="3536" y="0"/>
                    </a:moveTo>
                    <a:cubicBezTo>
                      <a:pt x="2602" y="1835"/>
                      <a:pt x="1435" y="2802"/>
                      <a:pt x="100" y="2902"/>
                    </a:cubicBezTo>
                    <a:cubicBezTo>
                      <a:pt x="100" y="2902"/>
                      <a:pt x="67" y="2935"/>
                      <a:pt x="67" y="2935"/>
                    </a:cubicBezTo>
                    <a:cubicBezTo>
                      <a:pt x="67" y="2969"/>
                      <a:pt x="67" y="3036"/>
                      <a:pt x="67" y="3069"/>
                    </a:cubicBezTo>
                    <a:lnTo>
                      <a:pt x="67" y="3136"/>
                    </a:lnTo>
                    <a:cubicBezTo>
                      <a:pt x="67" y="3302"/>
                      <a:pt x="67" y="3503"/>
                      <a:pt x="34" y="3669"/>
                    </a:cubicBezTo>
                    <a:cubicBezTo>
                      <a:pt x="34" y="3736"/>
                      <a:pt x="34" y="3803"/>
                      <a:pt x="34" y="3869"/>
                    </a:cubicBezTo>
                    <a:lnTo>
                      <a:pt x="34" y="4103"/>
                    </a:lnTo>
                    <a:cubicBezTo>
                      <a:pt x="34" y="4270"/>
                      <a:pt x="0" y="4437"/>
                      <a:pt x="0" y="4603"/>
                    </a:cubicBezTo>
                    <a:cubicBezTo>
                      <a:pt x="0" y="4637"/>
                      <a:pt x="34" y="4670"/>
                      <a:pt x="34" y="4670"/>
                    </a:cubicBezTo>
                    <a:lnTo>
                      <a:pt x="467" y="4670"/>
                    </a:lnTo>
                    <a:cubicBezTo>
                      <a:pt x="1935" y="4603"/>
                      <a:pt x="3369" y="3636"/>
                      <a:pt x="4570" y="1835"/>
                    </a:cubicBezTo>
                    <a:cubicBezTo>
                      <a:pt x="4570" y="1801"/>
                      <a:pt x="4570" y="1801"/>
                      <a:pt x="4537" y="1768"/>
                    </a:cubicBezTo>
                    <a:cubicBezTo>
                      <a:pt x="4370" y="1568"/>
                      <a:pt x="4237" y="1234"/>
                      <a:pt x="4103" y="967"/>
                    </a:cubicBezTo>
                    <a:cubicBezTo>
                      <a:pt x="4036" y="867"/>
                      <a:pt x="4003" y="767"/>
                      <a:pt x="3936" y="667"/>
                    </a:cubicBezTo>
                    <a:cubicBezTo>
                      <a:pt x="3903" y="600"/>
                      <a:pt x="3870" y="534"/>
                      <a:pt x="3836" y="434"/>
                    </a:cubicBezTo>
                    <a:cubicBezTo>
                      <a:pt x="3736" y="300"/>
                      <a:pt x="3670" y="167"/>
                      <a:pt x="3603" y="33"/>
                    </a:cubicBezTo>
                    <a:cubicBezTo>
                      <a:pt x="3603" y="0"/>
                      <a:pt x="3569" y="0"/>
                      <a:pt x="3569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7" name="Google Shape;12987;p39"/>
              <p:cNvSpPr/>
              <p:nvPr/>
            </p:nvSpPr>
            <p:spPr>
              <a:xfrm>
                <a:off x="6118225" y="3072725"/>
                <a:ext cx="83400" cy="194325"/>
              </a:xfrm>
              <a:custGeom>
                <a:rect b="b" l="l" r="r" t="t"/>
                <a:pathLst>
                  <a:path extrusionOk="0" h="7773" w="3336">
                    <a:moveTo>
                      <a:pt x="1701" y="1"/>
                    </a:moveTo>
                    <a:cubicBezTo>
                      <a:pt x="1701" y="1"/>
                      <a:pt x="1701" y="1"/>
                      <a:pt x="1701" y="34"/>
                    </a:cubicBezTo>
                    <a:cubicBezTo>
                      <a:pt x="1435" y="1535"/>
                      <a:pt x="1101" y="2936"/>
                      <a:pt x="701" y="4137"/>
                    </a:cubicBezTo>
                    <a:cubicBezTo>
                      <a:pt x="467" y="4837"/>
                      <a:pt x="234" y="5404"/>
                      <a:pt x="0" y="5905"/>
                    </a:cubicBezTo>
                    <a:cubicBezTo>
                      <a:pt x="0" y="5938"/>
                      <a:pt x="0" y="5938"/>
                      <a:pt x="0" y="5938"/>
                    </a:cubicBezTo>
                    <a:cubicBezTo>
                      <a:pt x="167" y="6138"/>
                      <a:pt x="300" y="6405"/>
                      <a:pt x="401" y="6639"/>
                    </a:cubicBezTo>
                    <a:cubicBezTo>
                      <a:pt x="434" y="6739"/>
                      <a:pt x="501" y="6839"/>
                      <a:pt x="534" y="6905"/>
                    </a:cubicBezTo>
                    <a:cubicBezTo>
                      <a:pt x="601" y="7039"/>
                      <a:pt x="667" y="7139"/>
                      <a:pt x="734" y="7272"/>
                    </a:cubicBezTo>
                    <a:cubicBezTo>
                      <a:pt x="834" y="7406"/>
                      <a:pt x="934" y="7573"/>
                      <a:pt x="1001" y="7739"/>
                    </a:cubicBezTo>
                    <a:cubicBezTo>
                      <a:pt x="1001" y="7739"/>
                      <a:pt x="1034" y="7773"/>
                      <a:pt x="1034" y="7773"/>
                    </a:cubicBezTo>
                    <a:cubicBezTo>
                      <a:pt x="1034" y="7773"/>
                      <a:pt x="1068" y="7739"/>
                      <a:pt x="1068" y="7739"/>
                    </a:cubicBezTo>
                    <a:cubicBezTo>
                      <a:pt x="1468" y="7072"/>
                      <a:pt x="1868" y="6305"/>
                      <a:pt x="2202" y="5471"/>
                    </a:cubicBezTo>
                    <a:cubicBezTo>
                      <a:pt x="2635" y="4337"/>
                      <a:pt x="3036" y="3036"/>
                      <a:pt x="3336" y="1635"/>
                    </a:cubicBezTo>
                    <a:cubicBezTo>
                      <a:pt x="3336" y="1635"/>
                      <a:pt x="3336" y="1602"/>
                      <a:pt x="3336" y="1602"/>
                    </a:cubicBezTo>
                    <a:cubicBezTo>
                      <a:pt x="3269" y="1535"/>
                      <a:pt x="3203" y="1468"/>
                      <a:pt x="3136" y="1402"/>
                    </a:cubicBezTo>
                    <a:cubicBezTo>
                      <a:pt x="3102" y="1335"/>
                      <a:pt x="3036" y="1268"/>
                      <a:pt x="2969" y="1235"/>
                    </a:cubicBezTo>
                    <a:cubicBezTo>
                      <a:pt x="2836" y="1068"/>
                      <a:pt x="2635" y="901"/>
                      <a:pt x="2469" y="734"/>
                    </a:cubicBezTo>
                    <a:lnTo>
                      <a:pt x="2335" y="601"/>
                    </a:lnTo>
                    <a:cubicBezTo>
                      <a:pt x="2302" y="568"/>
                      <a:pt x="2269" y="534"/>
                      <a:pt x="2235" y="501"/>
                    </a:cubicBezTo>
                    <a:cubicBezTo>
                      <a:pt x="2068" y="367"/>
                      <a:pt x="1902" y="201"/>
                      <a:pt x="1768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8" name="Google Shape;12988;p39"/>
              <p:cNvSpPr/>
              <p:nvPr/>
            </p:nvSpPr>
            <p:spPr>
              <a:xfrm>
                <a:off x="6161575" y="2949300"/>
                <a:ext cx="58400" cy="152650"/>
              </a:xfrm>
              <a:custGeom>
                <a:rect b="b" l="l" r="r" t="t"/>
                <a:pathLst>
                  <a:path extrusionOk="0" h="6106" w="2336">
                    <a:moveTo>
                      <a:pt x="368" y="1"/>
                    </a:moveTo>
                    <a:cubicBezTo>
                      <a:pt x="368" y="1"/>
                      <a:pt x="368" y="34"/>
                      <a:pt x="368" y="34"/>
                    </a:cubicBezTo>
                    <a:cubicBezTo>
                      <a:pt x="334" y="1602"/>
                      <a:pt x="234" y="3103"/>
                      <a:pt x="1" y="4537"/>
                    </a:cubicBezTo>
                    <a:cubicBezTo>
                      <a:pt x="1" y="4537"/>
                      <a:pt x="34" y="4571"/>
                      <a:pt x="34" y="4571"/>
                    </a:cubicBezTo>
                    <a:cubicBezTo>
                      <a:pt x="101" y="4637"/>
                      <a:pt x="201" y="4704"/>
                      <a:pt x="268" y="4804"/>
                    </a:cubicBezTo>
                    <a:cubicBezTo>
                      <a:pt x="301" y="4837"/>
                      <a:pt x="334" y="4871"/>
                      <a:pt x="334" y="4871"/>
                    </a:cubicBezTo>
                    <a:cubicBezTo>
                      <a:pt x="501" y="5038"/>
                      <a:pt x="668" y="5204"/>
                      <a:pt x="835" y="5338"/>
                    </a:cubicBezTo>
                    <a:lnTo>
                      <a:pt x="935" y="5438"/>
                    </a:lnTo>
                    <a:cubicBezTo>
                      <a:pt x="1002" y="5505"/>
                      <a:pt x="1068" y="5571"/>
                      <a:pt x="1168" y="5638"/>
                    </a:cubicBezTo>
                    <a:cubicBezTo>
                      <a:pt x="1335" y="5805"/>
                      <a:pt x="1502" y="5938"/>
                      <a:pt x="1635" y="6105"/>
                    </a:cubicBezTo>
                    <a:lnTo>
                      <a:pt x="1669" y="6105"/>
                    </a:lnTo>
                    <a:cubicBezTo>
                      <a:pt x="1702" y="6105"/>
                      <a:pt x="1702" y="6105"/>
                      <a:pt x="1702" y="6072"/>
                    </a:cubicBezTo>
                    <a:cubicBezTo>
                      <a:pt x="2069" y="4304"/>
                      <a:pt x="2269" y="2369"/>
                      <a:pt x="2336" y="368"/>
                    </a:cubicBezTo>
                    <a:cubicBezTo>
                      <a:pt x="2336" y="334"/>
                      <a:pt x="2302" y="334"/>
                      <a:pt x="2302" y="301"/>
                    </a:cubicBezTo>
                    <a:cubicBezTo>
                      <a:pt x="1869" y="268"/>
                      <a:pt x="1469" y="201"/>
                      <a:pt x="1102" y="101"/>
                    </a:cubicBezTo>
                    <a:cubicBezTo>
                      <a:pt x="1002" y="101"/>
                      <a:pt x="935" y="101"/>
                      <a:pt x="868" y="67"/>
                    </a:cubicBezTo>
                    <a:cubicBezTo>
                      <a:pt x="735" y="67"/>
                      <a:pt x="568" y="34"/>
                      <a:pt x="434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9" name="Google Shape;12989;p39"/>
              <p:cNvSpPr/>
              <p:nvPr/>
            </p:nvSpPr>
            <p:spPr>
              <a:xfrm>
                <a:off x="6164925" y="2797525"/>
                <a:ext cx="55900" cy="152650"/>
              </a:xfrm>
              <a:custGeom>
                <a:rect b="b" l="l" r="r" t="t"/>
                <a:pathLst>
                  <a:path extrusionOk="0" h="6106" w="2236">
                    <a:moveTo>
                      <a:pt x="1802" y="1"/>
                    </a:moveTo>
                    <a:cubicBezTo>
                      <a:pt x="1668" y="67"/>
                      <a:pt x="1535" y="134"/>
                      <a:pt x="1401" y="167"/>
                    </a:cubicBezTo>
                    <a:cubicBezTo>
                      <a:pt x="1335" y="201"/>
                      <a:pt x="1234" y="234"/>
                      <a:pt x="1168" y="268"/>
                    </a:cubicBezTo>
                    <a:lnTo>
                      <a:pt x="968" y="368"/>
                    </a:lnTo>
                    <a:cubicBezTo>
                      <a:pt x="667" y="501"/>
                      <a:pt x="334" y="634"/>
                      <a:pt x="34" y="768"/>
                    </a:cubicBezTo>
                    <a:cubicBezTo>
                      <a:pt x="0" y="768"/>
                      <a:pt x="0" y="801"/>
                      <a:pt x="0" y="801"/>
                    </a:cubicBezTo>
                    <a:cubicBezTo>
                      <a:pt x="100" y="1702"/>
                      <a:pt x="167" y="2636"/>
                      <a:pt x="200" y="3537"/>
                    </a:cubicBezTo>
                    <a:cubicBezTo>
                      <a:pt x="234" y="4270"/>
                      <a:pt x="234" y="5004"/>
                      <a:pt x="234" y="5738"/>
                    </a:cubicBezTo>
                    <a:cubicBezTo>
                      <a:pt x="234" y="5771"/>
                      <a:pt x="267" y="5771"/>
                      <a:pt x="267" y="5771"/>
                    </a:cubicBezTo>
                    <a:cubicBezTo>
                      <a:pt x="434" y="5771"/>
                      <a:pt x="601" y="5838"/>
                      <a:pt x="767" y="5872"/>
                    </a:cubicBezTo>
                    <a:cubicBezTo>
                      <a:pt x="868" y="5872"/>
                      <a:pt x="934" y="5905"/>
                      <a:pt x="1034" y="5905"/>
                    </a:cubicBezTo>
                    <a:cubicBezTo>
                      <a:pt x="1401" y="5972"/>
                      <a:pt x="1768" y="6038"/>
                      <a:pt x="2168" y="6105"/>
                    </a:cubicBezTo>
                    <a:lnTo>
                      <a:pt x="2202" y="6105"/>
                    </a:lnTo>
                    <a:cubicBezTo>
                      <a:pt x="2202" y="6072"/>
                      <a:pt x="2202" y="6072"/>
                      <a:pt x="2202" y="6072"/>
                    </a:cubicBezTo>
                    <a:cubicBezTo>
                      <a:pt x="2235" y="5204"/>
                      <a:pt x="2202" y="4370"/>
                      <a:pt x="2168" y="3537"/>
                    </a:cubicBezTo>
                    <a:cubicBezTo>
                      <a:pt x="2135" y="2336"/>
                      <a:pt x="2035" y="1168"/>
                      <a:pt x="1868" y="34"/>
                    </a:cubicBezTo>
                    <a:cubicBezTo>
                      <a:pt x="1868" y="34"/>
                      <a:pt x="1868" y="1"/>
                      <a:pt x="1835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0" name="Google Shape;12990;p39"/>
              <p:cNvSpPr/>
              <p:nvPr/>
            </p:nvSpPr>
            <p:spPr>
              <a:xfrm>
                <a:off x="6142400" y="2650750"/>
                <a:ext cx="67575" cy="156800"/>
              </a:xfrm>
              <a:custGeom>
                <a:rect b="b" l="l" r="r" t="t"/>
                <a:pathLst>
                  <a:path extrusionOk="0" h="6272" w="2703">
                    <a:moveTo>
                      <a:pt x="1402" y="1"/>
                    </a:moveTo>
                    <a:cubicBezTo>
                      <a:pt x="1335" y="101"/>
                      <a:pt x="1268" y="168"/>
                      <a:pt x="1201" y="234"/>
                    </a:cubicBezTo>
                    <a:cubicBezTo>
                      <a:pt x="1168" y="301"/>
                      <a:pt x="1101" y="368"/>
                      <a:pt x="1068" y="434"/>
                    </a:cubicBezTo>
                    <a:cubicBezTo>
                      <a:pt x="1001" y="501"/>
                      <a:pt x="901" y="601"/>
                      <a:pt x="835" y="701"/>
                    </a:cubicBezTo>
                    <a:cubicBezTo>
                      <a:pt x="601" y="1035"/>
                      <a:pt x="368" y="1368"/>
                      <a:pt x="67" y="1669"/>
                    </a:cubicBezTo>
                    <a:cubicBezTo>
                      <a:pt x="67" y="1669"/>
                      <a:pt x="34" y="1669"/>
                      <a:pt x="34" y="1702"/>
                    </a:cubicBezTo>
                    <a:cubicBezTo>
                      <a:pt x="1" y="1702"/>
                      <a:pt x="1" y="1735"/>
                      <a:pt x="1" y="1735"/>
                    </a:cubicBezTo>
                    <a:cubicBezTo>
                      <a:pt x="368" y="3136"/>
                      <a:pt x="668" y="4671"/>
                      <a:pt x="835" y="6239"/>
                    </a:cubicBezTo>
                    <a:cubicBezTo>
                      <a:pt x="835" y="6239"/>
                      <a:pt x="868" y="6272"/>
                      <a:pt x="868" y="6272"/>
                    </a:cubicBezTo>
                    <a:lnTo>
                      <a:pt x="901" y="6272"/>
                    </a:lnTo>
                    <a:cubicBezTo>
                      <a:pt x="1135" y="6172"/>
                      <a:pt x="1368" y="6072"/>
                      <a:pt x="1602" y="5972"/>
                    </a:cubicBezTo>
                    <a:cubicBezTo>
                      <a:pt x="1702" y="5938"/>
                      <a:pt x="1802" y="5905"/>
                      <a:pt x="1902" y="5838"/>
                    </a:cubicBezTo>
                    <a:cubicBezTo>
                      <a:pt x="2002" y="5805"/>
                      <a:pt x="2135" y="5738"/>
                      <a:pt x="2236" y="5705"/>
                    </a:cubicBezTo>
                    <a:cubicBezTo>
                      <a:pt x="2369" y="5638"/>
                      <a:pt x="2536" y="5571"/>
                      <a:pt x="2669" y="5505"/>
                    </a:cubicBezTo>
                    <a:cubicBezTo>
                      <a:pt x="2703" y="5505"/>
                      <a:pt x="2703" y="5471"/>
                      <a:pt x="2703" y="5471"/>
                    </a:cubicBezTo>
                    <a:cubicBezTo>
                      <a:pt x="2436" y="3537"/>
                      <a:pt x="2002" y="1702"/>
                      <a:pt x="1468" y="34"/>
                    </a:cubicBezTo>
                    <a:cubicBezTo>
                      <a:pt x="1468" y="1"/>
                      <a:pt x="1468" y="1"/>
                      <a:pt x="1435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1" name="Google Shape;12991;p39"/>
              <p:cNvSpPr/>
              <p:nvPr/>
            </p:nvSpPr>
            <p:spPr>
              <a:xfrm>
                <a:off x="6079025" y="2496475"/>
                <a:ext cx="95925" cy="186000"/>
              </a:xfrm>
              <a:custGeom>
                <a:rect b="b" l="l" r="r" t="t"/>
                <a:pathLst>
                  <a:path extrusionOk="0" h="7440" w="3837">
                    <a:moveTo>
                      <a:pt x="734" y="1"/>
                    </a:moveTo>
                    <a:cubicBezTo>
                      <a:pt x="701" y="168"/>
                      <a:pt x="634" y="334"/>
                      <a:pt x="568" y="468"/>
                    </a:cubicBezTo>
                    <a:cubicBezTo>
                      <a:pt x="568" y="534"/>
                      <a:pt x="534" y="568"/>
                      <a:pt x="501" y="635"/>
                    </a:cubicBezTo>
                    <a:cubicBezTo>
                      <a:pt x="434" y="868"/>
                      <a:pt x="334" y="1135"/>
                      <a:pt x="234" y="1368"/>
                    </a:cubicBezTo>
                    <a:cubicBezTo>
                      <a:pt x="234" y="1402"/>
                      <a:pt x="201" y="1468"/>
                      <a:pt x="201" y="1502"/>
                    </a:cubicBezTo>
                    <a:cubicBezTo>
                      <a:pt x="134" y="1635"/>
                      <a:pt x="101" y="1735"/>
                      <a:pt x="34" y="1802"/>
                    </a:cubicBezTo>
                    <a:cubicBezTo>
                      <a:pt x="0" y="1835"/>
                      <a:pt x="0" y="1835"/>
                      <a:pt x="34" y="1869"/>
                    </a:cubicBezTo>
                    <a:cubicBezTo>
                      <a:pt x="467" y="2503"/>
                      <a:pt x="868" y="3270"/>
                      <a:pt x="1268" y="4137"/>
                    </a:cubicBezTo>
                    <a:cubicBezTo>
                      <a:pt x="1702" y="5138"/>
                      <a:pt x="2102" y="6239"/>
                      <a:pt x="2402" y="7406"/>
                    </a:cubicBezTo>
                    <a:cubicBezTo>
                      <a:pt x="2436" y="7439"/>
                      <a:pt x="2436" y="7439"/>
                      <a:pt x="2436" y="7439"/>
                    </a:cubicBezTo>
                    <a:lnTo>
                      <a:pt x="2469" y="7439"/>
                    </a:lnTo>
                    <a:cubicBezTo>
                      <a:pt x="2502" y="7406"/>
                      <a:pt x="2502" y="7406"/>
                      <a:pt x="2536" y="7373"/>
                    </a:cubicBezTo>
                    <a:cubicBezTo>
                      <a:pt x="2636" y="7273"/>
                      <a:pt x="2702" y="7139"/>
                      <a:pt x="2802" y="7039"/>
                    </a:cubicBezTo>
                    <a:lnTo>
                      <a:pt x="2903" y="6939"/>
                    </a:lnTo>
                    <a:cubicBezTo>
                      <a:pt x="3036" y="6739"/>
                      <a:pt x="3203" y="6539"/>
                      <a:pt x="3370" y="6339"/>
                    </a:cubicBezTo>
                    <a:lnTo>
                      <a:pt x="3536" y="6105"/>
                    </a:lnTo>
                    <a:cubicBezTo>
                      <a:pt x="3570" y="6038"/>
                      <a:pt x="3603" y="6005"/>
                      <a:pt x="3636" y="5938"/>
                    </a:cubicBezTo>
                    <a:cubicBezTo>
                      <a:pt x="3703" y="5872"/>
                      <a:pt x="3770" y="5772"/>
                      <a:pt x="3837" y="5705"/>
                    </a:cubicBezTo>
                    <a:cubicBezTo>
                      <a:pt x="3837" y="5705"/>
                      <a:pt x="3837" y="5671"/>
                      <a:pt x="3837" y="5671"/>
                    </a:cubicBezTo>
                    <a:cubicBezTo>
                      <a:pt x="3470" y="4637"/>
                      <a:pt x="3069" y="3670"/>
                      <a:pt x="2636" y="2836"/>
                    </a:cubicBezTo>
                    <a:cubicBezTo>
                      <a:pt x="2069" y="1702"/>
                      <a:pt x="1468" y="768"/>
                      <a:pt x="801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2" name="Google Shape;12992;p39"/>
              <p:cNvSpPr/>
              <p:nvPr/>
            </p:nvSpPr>
            <p:spPr>
              <a:xfrm>
                <a:off x="5978125" y="2442150"/>
                <a:ext cx="113425" cy="91875"/>
              </a:xfrm>
              <a:custGeom>
                <a:rect b="b" l="l" r="r" t="t"/>
                <a:pathLst>
                  <a:path extrusionOk="0" h="3675" w="4537">
                    <a:moveTo>
                      <a:pt x="962" y="0"/>
                    </a:moveTo>
                    <a:cubicBezTo>
                      <a:pt x="897" y="0"/>
                      <a:pt x="832" y="2"/>
                      <a:pt x="767" y="5"/>
                    </a:cubicBezTo>
                    <a:cubicBezTo>
                      <a:pt x="501" y="5"/>
                      <a:pt x="267" y="39"/>
                      <a:pt x="0" y="106"/>
                    </a:cubicBezTo>
                    <a:cubicBezTo>
                      <a:pt x="0" y="106"/>
                      <a:pt x="0" y="106"/>
                      <a:pt x="0" y="139"/>
                    </a:cubicBezTo>
                    <a:cubicBezTo>
                      <a:pt x="0" y="139"/>
                      <a:pt x="0" y="139"/>
                      <a:pt x="0" y="172"/>
                    </a:cubicBezTo>
                    <a:cubicBezTo>
                      <a:pt x="34" y="272"/>
                      <a:pt x="67" y="406"/>
                      <a:pt x="67" y="539"/>
                    </a:cubicBezTo>
                    <a:cubicBezTo>
                      <a:pt x="100" y="606"/>
                      <a:pt x="100" y="639"/>
                      <a:pt x="100" y="706"/>
                    </a:cubicBezTo>
                    <a:cubicBezTo>
                      <a:pt x="134" y="773"/>
                      <a:pt x="134" y="873"/>
                      <a:pt x="167" y="939"/>
                    </a:cubicBezTo>
                    <a:cubicBezTo>
                      <a:pt x="234" y="1173"/>
                      <a:pt x="300" y="1407"/>
                      <a:pt x="267" y="1607"/>
                    </a:cubicBezTo>
                    <a:cubicBezTo>
                      <a:pt x="267" y="1640"/>
                      <a:pt x="300" y="1640"/>
                      <a:pt x="300" y="1640"/>
                    </a:cubicBezTo>
                    <a:lnTo>
                      <a:pt x="434" y="1640"/>
                    </a:lnTo>
                    <a:cubicBezTo>
                      <a:pt x="462" y="1639"/>
                      <a:pt x="489" y="1639"/>
                      <a:pt x="517" y="1639"/>
                    </a:cubicBezTo>
                    <a:cubicBezTo>
                      <a:pt x="1655" y="1639"/>
                      <a:pt x="2760" y="2306"/>
                      <a:pt x="3770" y="3641"/>
                    </a:cubicBezTo>
                    <a:cubicBezTo>
                      <a:pt x="3770" y="3641"/>
                      <a:pt x="3803" y="3675"/>
                      <a:pt x="3803" y="3675"/>
                    </a:cubicBezTo>
                    <a:cubicBezTo>
                      <a:pt x="3803" y="3675"/>
                      <a:pt x="3803" y="3675"/>
                      <a:pt x="3803" y="3641"/>
                    </a:cubicBezTo>
                    <a:lnTo>
                      <a:pt x="3836" y="3641"/>
                    </a:lnTo>
                    <a:cubicBezTo>
                      <a:pt x="3870" y="3575"/>
                      <a:pt x="3903" y="3541"/>
                      <a:pt x="3903" y="3475"/>
                    </a:cubicBezTo>
                    <a:cubicBezTo>
                      <a:pt x="3936" y="3441"/>
                      <a:pt x="3970" y="3375"/>
                      <a:pt x="3970" y="3308"/>
                    </a:cubicBezTo>
                    <a:cubicBezTo>
                      <a:pt x="4036" y="3208"/>
                      <a:pt x="4070" y="3074"/>
                      <a:pt x="4103" y="2941"/>
                    </a:cubicBezTo>
                    <a:cubicBezTo>
                      <a:pt x="4170" y="2808"/>
                      <a:pt x="4237" y="2641"/>
                      <a:pt x="4303" y="2507"/>
                    </a:cubicBezTo>
                    <a:cubicBezTo>
                      <a:pt x="4303" y="2474"/>
                      <a:pt x="4303" y="2474"/>
                      <a:pt x="4303" y="2441"/>
                    </a:cubicBezTo>
                    <a:cubicBezTo>
                      <a:pt x="4337" y="2341"/>
                      <a:pt x="4437" y="2074"/>
                      <a:pt x="4537" y="1874"/>
                    </a:cubicBezTo>
                    <a:cubicBezTo>
                      <a:pt x="4537" y="1874"/>
                      <a:pt x="4537" y="1840"/>
                      <a:pt x="4537" y="1840"/>
                    </a:cubicBezTo>
                    <a:cubicBezTo>
                      <a:pt x="3396" y="604"/>
                      <a:pt x="2195" y="0"/>
                      <a:pt x="962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3" name="Google Shape;12993;p39"/>
              <p:cNvSpPr/>
              <p:nvPr/>
            </p:nvSpPr>
            <p:spPr>
              <a:xfrm>
                <a:off x="5948925" y="2385575"/>
                <a:ext cx="223525" cy="96750"/>
              </a:xfrm>
              <a:custGeom>
                <a:rect b="b" l="l" r="r" t="t"/>
                <a:pathLst>
                  <a:path extrusionOk="0" h="3870" w="8941">
                    <a:moveTo>
                      <a:pt x="4571" y="0"/>
                    </a:moveTo>
                    <a:cubicBezTo>
                      <a:pt x="4404" y="100"/>
                      <a:pt x="4237" y="134"/>
                      <a:pt x="4037" y="200"/>
                    </a:cubicBezTo>
                    <a:cubicBezTo>
                      <a:pt x="3937" y="234"/>
                      <a:pt x="3870" y="234"/>
                      <a:pt x="3770" y="267"/>
                    </a:cubicBezTo>
                    <a:cubicBezTo>
                      <a:pt x="3403" y="400"/>
                      <a:pt x="3070" y="534"/>
                      <a:pt x="2736" y="667"/>
                    </a:cubicBezTo>
                    <a:cubicBezTo>
                      <a:pt x="2036" y="968"/>
                      <a:pt x="1335" y="1368"/>
                      <a:pt x="668" y="1868"/>
                    </a:cubicBezTo>
                    <a:cubicBezTo>
                      <a:pt x="468" y="2002"/>
                      <a:pt x="268" y="2168"/>
                      <a:pt x="34" y="2369"/>
                    </a:cubicBezTo>
                    <a:cubicBezTo>
                      <a:pt x="34" y="2369"/>
                      <a:pt x="1" y="2402"/>
                      <a:pt x="34" y="2435"/>
                    </a:cubicBezTo>
                    <a:lnTo>
                      <a:pt x="67" y="2435"/>
                    </a:lnTo>
                    <a:cubicBezTo>
                      <a:pt x="668" y="2102"/>
                      <a:pt x="1302" y="1935"/>
                      <a:pt x="1902" y="1902"/>
                    </a:cubicBezTo>
                    <a:cubicBezTo>
                      <a:pt x="1935" y="1901"/>
                      <a:pt x="1969" y="1900"/>
                      <a:pt x="2002" y="1900"/>
                    </a:cubicBezTo>
                    <a:cubicBezTo>
                      <a:pt x="3370" y="1900"/>
                      <a:pt x="4734" y="2567"/>
                      <a:pt x="5972" y="3870"/>
                    </a:cubicBezTo>
                    <a:lnTo>
                      <a:pt x="6005" y="3870"/>
                    </a:lnTo>
                    <a:cubicBezTo>
                      <a:pt x="6105" y="3836"/>
                      <a:pt x="6205" y="3770"/>
                      <a:pt x="6305" y="3736"/>
                    </a:cubicBezTo>
                    <a:lnTo>
                      <a:pt x="6339" y="3736"/>
                    </a:lnTo>
                    <a:cubicBezTo>
                      <a:pt x="6672" y="3603"/>
                      <a:pt x="7006" y="3536"/>
                      <a:pt x="7306" y="3436"/>
                    </a:cubicBezTo>
                    <a:lnTo>
                      <a:pt x="7339" y="3436"/>
                    </a:lnTo>
                    <a:cubicBezTo>
                      <a:pt x="7439" y="3403"/>
                      <a:pt x="7506" y="3369"/>
                      <a:pt x="7606" y="3336"/>
                    </a:cubicBezTo>
                    <a:cubicBezTo>
                      <a:pt x="8040" y="3236"/>
                      <a:pt x="8473" y="3102"/>
                      <a:pt x="8907" y="3036"/>
                    </a:cubicBezTo>
                    <a:cubicBezTo>
                      <a:pt x="8907" y="3036"/>
                      <a:pt x="8907" y="3002"/>
                      <a:pt x="8940" y="3002"/>
                    </a:cubicBezTo>
                    <a:cubicBezTo>
                      <a:pt x="8940" y="2969"/>
                      <a:pt x="8940" y="2969"/>
                      <a:pt x="8907" y="2969"/>
                    </a:cubicBezTo>
                    <a:cubicBezTo>
                      <a:pt x="7773" y="1601"/>
                      <a:pt x="6505" y="634"/>
                      <a:pt x="5204" y="67"/>
                    </a:cubicBezTo>
                    <a:cubicBezTo>
                      <a:pt x="4971" y="34"/>
                      <a:pt x="4804" y="34"/>
                      <a:pt x="4604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4" name="Google Shape;12994;p39"/>
              <p:cNvSpPr/>
              <p:nvPr/>
            </p:nvSpPr>
            <p:spPr>
              <a:xfrm>
                <a:off x="6104050" y="2468125"/>
                <a:ext cx="154300" cy="165150"/>
              </a:xfrm>
              <a:custGeom>
                <a:rect b="b" l="l" r="r" t="t"/>
                <a:pathLst>
                  <a:path extrusionOk="0" h="6606" w="6172">
                    <a:moveTo>
                      <a:pt x="2969" y="1"/>
                    </a:moveTo>
                    <a:cubicBezTo>
                      <a:pt x="2635" y="101"/>
                      <a:pt x="2268" y="201"/>
                      <a:pt x="1935" y="267"/>
                    </a:cubicBezTo>
                    <a:cubicBezTo>
                      <a:pt x="1701" y="334"/>
                      <a:pt x="1435" y="401"/>
                      <a:pt x="1168" y="468"/>
                    </a:cubicBezTo>
                    <a:cubicBezTo>
                      <a:pt x="1068" y="501"/>
                      <a:pt x="934" y="534"/>
                      <a:pt x="801" y="568"/>
                    </a:cubicBezTo>
                    <a:cubicBezTo>
                      <a:pt x="634" y="601"/>
                      <a:pt x="434" y="668"/>
                      <a:pt x="234" y="734"/>
                    </a:cubicBezTo>
                    <a:lnTo>
                      <a:pt x="200" y="734"/>
                    </a:lnTo>
                    <a:cubicBezTo>
                      <a:pt x="167" y="734"/>
                      <a:pt x="100" y="768"/>
                      <a:pt x="34" y="768"/>
                    </a:cubicBezTo>
                    <a:cubicBezTo>
                      <a:pt x="34" y="768"/>
                      <a:pt x="0" y="768"/>
                      <a:pt x="0" y="801"/>
                    </a:cubicBezTo>
                    <a:cubicBezTo>
                      <a:pt x="0" y="801"/>
                      <a:pt x="0" y="835"/>
                      <a:pt x="0" y="835"/>
                    </a:cubicBezTo>
                    <a:cubicBezTo>
                      <a:pt x="701" y="1635"/>
                      <a:pt x="1368" y="2636"/>
                      <a:pt x="1968" y="3803"/>
                    </a:cubicBezTo>
                    <a:cubicBezTo>
                      <a:pt x="2402" y="4671"/>
                      <a:pt x="2769" y="5605"/>
                      <a:pt x="3136" y="6572"/>
                    </a:cubicBezTo>
                    <a:cubicBezTo>
                      <a:pt x="3136" y="6605"/>
                      <a:pt x="3136" y="6605"/>
                      <a:pt x="3169" y="6605"/>
                    </a:cubicBezTo>
                    <a:lnTo>
                      <a:pt x="3202" y="6605"/>
                    </a:lnTo>
                    <a:cubicBezTo>
                      <a:pt x="3269" y="6572"/>
                      <a:pt x="3369" y="6539"/>
                      <a:pt x="3469" y="6505"/>
                    </a:cubicBezTo>
                    <a:cubicBezTo>
                      <a:pt x="3503" y="6505"/>
                      <a:pt x="3503" y="6505"/>
                      <a:pt x="3536" y="6472"/>
                    </a:cubicBezTo>
                    <a:cubicBezTo>
                      <a:pt x="3803" y="6405"/>
                      <a:pt x="4036" y="6338"/>
                      <a:pt x="4303" y="6272"/>
                    </a:cubicBezTo>
                    <a:lnTo>
                      <a:pt x="4503" y="6205"/>
                    </a:lnTo>
                    <a:cubicBezTo>
                      <a:pt x="4670" y="6172"/>
                      <a:pt x="4837" y="6105"/>
                      <a:pt x="5004" y="6072"/>
                    </a:cubicBezTo>
                    <a:cubicBezTo>
                      <a:pt x="5371" y="5972"/>
                      <a:pt x="5771" y="5838"/>
                      <a:pt x="6138" y="5771"/>
                    </a:cubicBezTo>
                    <a:cubicBezTo>
                      <a:pt x="6138" y="5771"/>
                      <a:pt x="6138" y="5771"/>
                      <a:pt x="6138" y="5738"/>
                    </a:cubicBezTo>
                    <a:cubicBezTo>
                      <a:pt x="6171" y="5738"/>
                      <a:pt x="6171" y="5738"/>
                      <a:pt x="6138" y="5705"/>
                    </a:cubicBezTo>
                    <a:cubicBezTo>
                      <a:pt x="5304" y="3470"/>
                      <a:pt x="4237" y="1568"/>
                      <a:pt x="3002" y="34"/>
                    </a:cubicBezTo>
                    <a:cubicBezTo>
                      <a:pt x="3002" y="1"/>
                      <a:pt x="3002" y="1"/>
                      <a:pt x="2969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5" name="Google Shape;12995;p39"/>
              <p:cNvSpPr/>
              <p:nvPr/>
            </p:nvSpPr>
            <p:spPr>
              <a:xfrm>
                <a:off x="6184925" y="2620375"/>
                <a:ext cx="115950" cy="166350"/>
              </a:xfrm>
              <a:custGeom>
                <a:rect b="b" l="l" r="r" t="t"/>
                <a:pathLst>
                  <a:path extrusionOk="0" h="6654" w="4638">
                    <a:moveTo>
                      <a:pt x="3035" y="0"/>
                    </a:moveTo>
                    <a:cubicBezTo>
                      <a:pt x="3025" y="0"/>
                      <a:pt x="3014" y="4"/>
                      <a:pt x="3003" y="15"/>
                    </a:cubicBezTo>
                    <a:cubicBezTo>
                      <a:pt x="2636" y="148"/>
                      <a:pt x="2236" y="248"/>
                      <a:pt x="1835" y="315"/>
                    </a:cubicBezTo>
                    <a:cubicBezTo>
                      <a:pt x="1669" y="382"/>
                      <a:pt x="1502" y="415"/>
                      <a:pt x="1302" y="449"/>
                    </a:cubicBezTo>
                    <a:lnTo>
                      <a:pt x="1102" y="515"/>
                    </a:lnTo>
                    <a:cubicBezTo>
                      <a:pt x="868" y="582"/>
                      <a:pt x="635" y="649"/>
                      <a:pt x="401" y="682"/>
                    </a:cubicBezTo>
                    <a:cubicBezTo>
                      <a:pt x="368" y="715"/>
                      <a:pt x="334" y="715"/>
                      <a:pt x="301" y="715"/>
                    </a:cubicBezTo>
                    <a:cubicBezTo>
                      <a:pt x="201" y="749"/>
                      <a:pt x="134" y="749"/>
                      <a:pt x="34" y="749"/>
                    </a:cubicBezTo>
                    <a:cubicBezTo>
                      <a:pt x="34" y="749"/>
                      <a:pt x="34" y="782"/>
                      <a:pt x="1" y="782"/>
                    </a:cubicBezTo>
                    <a:cubicBezTo>
                      <a:pt x="1" y="782"/>
                      <a:pt x="1" y="816"/>
                      <a:pt x="1" y="816"/>
                    </a:cubicBezTo>
                    <a:cubicBezTo>
                      <a:pt x="601" y="2583"/>
                      <a:pt x="1068" y="4518"/>
                      <a:pt x="1368" y="6620"/>
                    </a:cubicBezTo>
                    <a:cubicBezTo>
                      <a:pt x="1368" y="6653"/>
                      <a:pt x="1402" y="6653"/>
                      <a:pt x="1402" y="6653"/>
                    </a:cubicBezTo>
                    <a:cubicBezTo>
                      <a:pt x="1502" y="6620"/>
                      <a:pt x="1602" y="6586"/>
                      <a:pt x="1702" y="6586"/>
                    </a:cubicBezTo>
                    <a:cubicBezTo>
                      <a:pt x="1735" y="6553"/>
                      <a:pt x="1802" y="6553"/>
                      <a:pt x="1835" y="6553"/>
                    </a:cubicBezTo>
                    <a:cubicBezTo>
                      <a:pt x="2136" y="6486"/>
                      <a:pt x="2436" y="6453"/>
                      <a:pt x="2736" y="6386"/>
                    </a:cubicBezTo>
                    <a:lnTo>
                      <a:pt x="2769" y="6386"/>
                    </a:lnTo>
                    <a:cubicBezTo>
                      <a:pt x="3136" y="6319"/>
                      <a:pt x="3470" y="6253"/>
                      <a:pt x="3804" y="6219"/>
                    </a:cubicBezTo>
                    <a:cubicBezTo>
                      <a:pt x="3870" y="6186"/>
                      <a:pt x="3970" y="6186"/>
                      <a:pt x="4037" y="6153"/>
                    </a:cubicBezTo>
                    <a:cubicBezTo>
                      <a:pt x="4237" y="6119"/>
                      <a:pt x="4404" y="6086"/>
                      <a:pt x="4604" y="6086"/>
                    </a:cubicBezTo>
                    <a:cubicBezTo>
                      <a:pt x="4637" y="6053"/>
                      <a:pt x="4637" y="6053"/>
                      <a:pt x="4637" y="6053"/>
                    </a:cubicBezTo>
                    <a:cubicBezTo>
                      <a:pt x="4271" y="3918"/>
                      <a:pt x="3737" y="1883"/>
                      <a:pt x="3070" y="15"/>
                    </a:cubicBezTo>
                    <a:cubicBezTo>
                      <a:pt x="3070" y="15"/>
                      <a:pt x="3055" y="0"/>
                      <a:pt x="3035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6" name="Google Shape;12996;p39"/>
              <p:cNvSpPr/>
              <p:nvPr/>
            </p:nvSpPr>
            <p:spPr>
              <a:xfrm>
                <a:off x="6219950" y="2780025"/>
                <a:ext cx="94275" cy="170975"/>
              </a:xfrm>
              <a:custGeom>
                <a:rect b="b" l="l" r="r" t="t"/>
                <a:pathLst>
                  <a:path extrusionOk="0" h="6839" w="3771">
                    <a:moveTo>
                      <a:pt x="3236" y="0"/>
                    </a:moveTo>
                    <a:cubicBezTo>
                      <a:pt x="3103" y="67"/>
                      <a:pt x="2936" y="67"/>
                      <a:pt x="2769" y="100"/>
                    </a:cubicBezTo>
                    <a:cubicBezTo>
                      <a:pt x="2703" y="100"/>
                      <a:pt x="2636" y="100"/>
                      <a:pt x="2536" y="134"/>
                    </a:cubicBezTo>
                    <a:cubicBezTo>
                      <a:pt x="2436" y="134"/>
                      <a:pt x="2302" y="167"/>
                      <a:pt x="2169" y="200"/>
                    </a:cubicBezTo>
                    <a:cubicBezTo>
                      <a:pt x="1936" y="234"/>
                      <a:pt x="1735" y="267"/>
                      <a:pt x="1502" y="300"/>
                    </a:cubicBezTo>
                    <a:cubicBezTo>
                      <a:pt x="1368" y="300"/>
                      <a:pt x="1235" y="334"/>
                      <a:pt x="1102" y="367"/>
                    </a:cubicBezTo>
                    <a:cubicBezTo>
                      <a:pt x="901" y="400"/>
                      <a:pt x="701" y="434"/>
                      <a:pt x="501" y="434"/>
                    </a:cubicBezTo>
                    <a:cubicBezTo>
                      <a:pt x="434" y="467"/>
                      <a:pt x="401" y="467"/>
                      <a:pt x="368" y="467"/>
                    </a:cubicBezTo>
                    <a:cubicBezTo>
                      <a:pt x="268" y="501"/>
                      <a:pt x="134" y="501"/>
                      <a:pt x="34" y="501"/>
                    </a:cubicBezTo>
                    <a:cubicBezTo>
                      <a:pt x="34" y="501"/>
                      <a:pt x="34" y="501"/>
                      <a:pt x="1" y="534"/>
                    </a:cubicBezTo>
                    <a:cubicBezTo>
                      <a:pt x="1" y="534"/>
                      <a:pt x="1" y="534"/>
                      <a:pt x="1" y="567"/>
                    </a:cubicBezTo>
                    <a:cubicBezTo>
                      <a:pt x="168" y="1768"/>
                      <a:pt x="268" y="2969"/>
                      <a:pt x="334" y="4203"/>
                    </a:cubicBezTo>
                    <a:cubicBezTo>
                      <a:pt x="368" y="5070"/>
                      <a:pt x="368" y="5938"/>
                      <a:pt x="368" y="6772"/>
                    </a:cubicBezTo>
                    <a:cubicBezTo>
                      <a:pt x="368" y="6805"/>
                      <a:pt x="368" y="6805"/>
                      <a:pt x="368" y="6805"/>
                    </a:cubicBezTo>
                    <a:lnTo>
                      <a:pt x="401" y="6805"/>
                    </a:lnTo>
                    <a:cubicBezTo>
                      <a:pt x="501" y="6805"/>
                      <a:pt x="601" y="6838"/>
                      <a:pt x="701" y="6838"/>
                    </a:cubicBezTo>
                    <a:lnTo>
                      <a:pt x="1969" y="6838"/>
                    </a:lnTo>
                    <a:cubicBezTo>
                      <a:pt x="2136" y="6838"/>
                      <a:pt x="2302" y="6805"/>
                      <a:pt x="2503" y="6805"/>
                    </a:cubicBezTo>
                    <a:cubicBezTo>
                      <a:pt x="2769" y="6805"/>
                      <a:pt x="3036" y="6790"/>
                      <a:pt x="3303" y="6790"/>
                    </a:cubicBezTo>
                    <a:cubicBezTo>
                      <a:pt x="3437" y="6790"/>
                      <a:pt x="3570" y="6794"/>
                      <a:pt x="3703" y="6805"/>
                    </a:cubicBezTo>
                    <a:lnTo>
                      <a:pt x="3737" y="6805"/>
                    </a:lnTo>
                    <a:cubicBezTo>
                      <a:pt x="3737" y="6805"/>
                      <a:pt x="3770" y="6772"/>
                      <a:pt x="3770" y="6772"/>
                    </a:cubicBezTo>
                    <a:cubicBezTo>
                      <a:pt x="3770" y="6138"/>
                      <a:pt x="3770" y="5471"/>
                      <a:pt x="3737" y="4837"/>
                    </a:cubicBezTo>
                    <a:cubicBezTo>
                      <a:pt x="3670" y="3202"/>
                      <a:pt x="3537" y="1601"/>
                      <a:pt x="3303" y="34"/>
                    </a:cubicBezTo>
                    <a:cubicBezTo>
                      <a:pt x="3303" y="34"/>
                      <a:pt x="3270" y="34"/>
                      <a:pt x="32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7" name="Google Shape;12997;p39"/>
              <p:cNvSpPr/>
              <p:nvPr/>
            </p:nvSpPr>
            <p:spPr>
              <a:xfrm>
                <a:off x="6210775" y="2957650"/>
                <a:ext cx="102600" cy="168475"/>
              </a:xfrm>
              <a:custGeom>
                <a:rect b="b" l="l" r="r" t="t"/>
                <a:pathLst>
                  <a:path extrusionOk="0" h="6739" w="4104">
                    <a:moveTo>
                      <a:pt x="735" y="0"/>
                    </a:moveTo>
                    <a:cubicBezTo>
                      <a:pt x="735" y="0"/>
                      <a:pt x="701" y="34"/>
                      <a:pt x="701" y="34"/>
                    </a:cubicBezTo>
                    <a:cubicBezTo>
                      <a:pt x="668" y="2202"/>
                      <a:pt x="401" y="4237"/>
                      <a:pt x="1" y="6171"/>
                    </a:cubicBezTo>
                    <a:cubicBezTo>
                      <a:pt x="1" y="6171"/>
                      <a:pt x="1" y="6171"/>
                      <a:pt x="34" y="6205"/>
                    </a:cubicBezTo>
                    <a:lnTo>
                      <a:pt x="68" y="6205"/>
                    </a:lnTo>
                    <a:cubicBezTo>
                      <a:pt x="401" y="6205"/>
                      <a:pt x="735" y="6271"/>
                      <a:pt x="1068" y="6338"/>
                    </a:cubicBezTo>
                    <a:cubicBezTo>
                      <a:pt x="1235" y="6371"/>
                      <a:pt x="1369" y="6405"/>
                      <a:pt x="1502" y="6438"/>
                    </a:cubicBezTo>
                    <a:cubicBezTo>
                      <a:pt x="1702" y="6472"/>
                      <a:pt x="1902" y="6472"/>
                      <a:pt x="2069" y="6505"/>
                    </a:cubicBezTo>
                    <a:cubicBezTo>
                      <a:pt x="2503" y="6572"/>
                      <a:pt x="2903" y="6638"/>
                      <a:pt x="3303" y="6738"/>
                    </a:cubicBezTo>
                    <a:lnTo>
                      <a:pt x="3337" y="6738"/>
                    </a:lnTo>
                    <a:cubicBezTo>
                      <a:pt x="3370" y="6705"/>
                      <a:pt x="3370" y="6705"/>
                      <a:pt x="3370" y="6705"/>
                    </a:cubicBezTo>
                    <a:cubicBezTo>
                      <a:pt x="3804" y="4604"/>
                      <a:pt x="4070" y="2369"/>
                      <a:pt x="4104" y="67"/>
                    </a:cubicBezTo>
                    <a:cubicBezTo>
                      <a:pt x="4104" y="67"/>
                      <a:pt x="4104" y="67"/>
                      <a:pt x="4104" y="34"/>
                    </a:cubicBezTo>
                    <a:lnTo>
                      <a:pt x="4070" y="34"/>
                    </a:lnTo>
                    <a:cubicBezTo>
                      <a:pt x="3637" y="67"/>
                      <a:pt x="3170" y="67"/>
                      <a:pt x="2736" y="67"/>
                    </a:cubicBezTo>
                    <a:cubicBezTo>
                      <a:pt x="2536" y="67"/>
                      <a:pt x="2336" y="34"/>
                      <a:pt x="2136" y="34"/>
                    </a:cubicBezTo>
                    <a:cubicBezTo>
                      <a:pt x="2036" y="34"/>
                      <a:pt x="1936" y="67"/>
                      <a:pt x="1802" y="67"/>
                    </a:cubicBezTo>
                    <a:cubicBezTo>
                      <a:pt x="1669" y="67"/>
                      <a:pt x="1525" y="72"/>
                      <a:pt x="1381" y="72"/>
                    </a:cubicBezTo>
                    <a:cubicBezTo>
                      <a:pt x="1164" y="72"/>
                      <a:pt x="948" y="60"/>
                      <a:pt x="7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8" name="Google Shape;12998;p39"/>
              <p:cNvSpPr/>
              <p:nvPr/>
            </p:nvSpPr>
            <p:spPr>
              <a:xfrm>
                <a:off x="6149075" y="3119425"/>
                <a:ext cx="144300" cy="178475"/>
              </a:xfrm>
              <a:custGeom>
                <a:rect b="b" l="l" r="r" t="t"/>
                <a:pathLst>
                  <a:path extrusionOk="0" h="7139" w="5772">
                    <a:moveTo>
                      <a:pt x="2436" y="1"/>
                    </a:moveTo>
                    <a:cubicBezTo>
                      <a:pt x="2436" y="1"/>
                      <a:pt x="2402" y="1"/>
                      <a:pt x="2402" y="34"/>
                    </a:cubicBezTo>
                    <a:cubicBezTo>
                      <a:pt x="2102" y="1368"/>
                      <a:pt x="1735" y="2602"/>
                      <a:pt x="1268" y="3737"/>
                    </a:cubicBezTo>
                    <a:cubicBezTo>
                      <a:pt x="901" y="4671"/>
                      <a:pt x="501" y="5504"/>
                      <a:pt x="34" y="6238"/>
                    </a:cubicBezTo>
                    <a:cubicBezTo>
                      <a:pt x="34" y="6238"/>
                      <a:pt x="0" y="6272"/>
                      <a:pt x="34" y="6272"/>
                    </a:cubicBezTo>
                    <a:cubicBezTo>
                      <a:pt x="34" y="6272"/>
                      <a:pt x="34" y="6305"/>
                      <a:pt x="67" y="6305"/>
                    </a:cubicBezTo>
                    <a:cubicBezTo>
                      <a:pt x="134" y="6305"/>
                      <a:pt x="201" y="6338"/>
                      <a:pt x="267" y="6338"/>
                    </a:cubicBezTo>
                    <a:cubicBezTo>
                      <a:pt x="301" y="6372"/>
                      <a:pt x="367" y="6372"/>
                      <a:pt x="401" y="6372"/>
                    </a:cubicBezTo>
                    <a:cubicBezTo>
                      <a:pt x="701" y="6472"/>
                      <a:pt x="1035" y="6539"/>
                      <a:pt x="1335" y="6639"/>
                    </a:cubicBezTo>
                    <a:cubicBezTo>
                      <a:pt x="1568" y="6672"/>
                      <a:pt x="1802" y="6739"/>
                      <a:pt x="2035" y="6805"/>
                    </a:cubicBezTo>
                    <a:cubicBezTo>
                      <a:pt x="2469" y="6905"/>
                      <a:pt x="2903" y="7006"/>
                      <a:pt x="3336" y="7139"/>
                    </a:cubicBezTo>
                    <a:lnTo>
                      <a:pt x="3436" y="7139"/>
                    </a:lnTo>
                    <a:cubicBezTo>
                      <a:pt x="4437" y="5271"/>
                      <a:pt x="5204" y="3069"/>
                      <a:pt x="5738" y="601"/>
                    </a:cubicBezTo>
                    <a:cubicBezTo>
                      <a:pt x="5771" y="601"/>
                      <a:pt x="5738" y="601"/>
                      <a:pt x="5738" y="568"/>
                    </a:cubicBezTo>
                    <a:lnTo>
                      <a:pt x="5705" y="568"/>
                    </a:lnTo>
                    <a:cubicBezTo>
                      <a:pt x="5338" y="534"/>
                      <a:pt x="4971" y="468"/>
                      <a:pt x="4570" y="367"/>
                    </a:cubicBezTo>
                    <a:cubicBezTo>
                      <a:pt x="4404" y="334"/>
                      <a:pt x="4237" y="301"/>
                      <a:pt x="4037" y="301"/>
                    </a:cubicBezTo>
                    <a:cubicBezTo>
                      <a:pt x="3703" y="234"/>
                      <a:pt x="3370" y="167"/>
                      <a:pt x="3069" y="101"/>
                    </a:cubicBezTo>
                    <a:lnTo>
                      <a:pt x="2936" y="101"/>
                    </a:lnTo>
                    <a:cubicBezTo>
                      <a:pt x="2769" y="67"/>
                      <a:pt x="2602" y="34"/>
                      <a:pt x="24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9" name="Google Shape;12999;p39"/>
              <p:cNvSpPr/>
              <p:nvPr/>
            </p:nvSpPr>
            <p:spPr>
              <a:xfrm>
                <a:off x="6029000" y="3282500"/>
                <a:ext cx="201000" cy="112975"/>
              </a:xfrm>
              <a:custGeom>
                <a:rect b="b" l="l" r="r" t="t"/>
                <a:pathLst>
                  <a:path extrusionOk="0" h="4519" w="8040">
                    <a:moveTo>
                      <a:pt x="4661" y="1"/>
                    </a:moveTo>
                    <a:cubicBezTo>
                      <a:pt x="4651" y="1"/>
                      <a:pt x="4637" y="16"/>
                      <a:pt x="4637" y="16"/>
                    </a:cubicBezTo>
                    <a:cubicBezTo>
                      <a:pt x="3369" y="1850"/>
                      <a:pt x="1868" y="2851"/>
                      <a:pt x="300" y="2918"/>
                    </a:cubicBezTo>
                    <a:lnTo>
                      <a:pt x="33" y="2918"/>
                    </a:lnTo>
                    <a:cubicBezTo>
                      <a:pt x="33" y="2918"/>
                      <a:pt x="0" y="2951"/>
                      <a:pt x="0" y="2951"/>
                    </a:cubicBezTo>
                    <a:cubicBezTo>
                      <a:pt x="0" y="2984"/>
                      <a:pt x="0" y="2984"/>
                      <a:pt x="33" y="3018"/>
                    </a:cubicBezTo>
                    <a:cubicBezTo>
                      <a:pt x="467" y="3185"/>
                      <a:pt x="867" y="3318"/>
                      <a:pt x="1234" y="3451"/>
                    </a:cubicBezTo>
                    <a:cubicBezTo>
                      <a:pt x="1901" y="3685"/>
                      <a:pt x="2569" y="3918"/>
                      <a:pt x="3236" y="4085"/>
                    </a:cubicBezTo>
                    <a:cubicBezTo>
                      <a:pt x="3536" y="4152"/>
                      <a:pt x="3869" y="4252"/>
                      <a:pt x="4270" y="4352"/>
                    </a:cubicBezTo>
                    <a:cubicBezTo>
                      <a:pt x="4303" y="4352"/>
                      <a:pt x="4370" y="4352"/>
                      <a:pt x="4403" y="4385"/>
                    </a:cubicBezTo>
                    <a:cubicBezTo>
                      <a:pt x="4603" y="4419"/>
                      <a:pt x="4770" y="4452"/>
                      <a:pt x="4904" y="4519"/>
                    </a:cubicBezTo>
                    <a:lnTo>
                      <a:pt x="4970" y="4519"/>
                    </a:lnTo>
                    <a:cubicBezTo>
                      <a:pt x="5204" y="4452"/>
                      <a:pt x="5471" y="4319"/>
                      <a:pt x="5704" y="4152"/>
                    </a:cubicBezTo>
                    <a:cubicBezTo>
                      <a:pt x="6538" y="3285"/>
                      <a:pt x="7339" y="2217"/>
                      <a:pt x="8039" y="983"/>
                    </a:cubicBezTo>
                    <a:cubicBezTo>
                      <a:pt x="8039" y="950"/>
                      <a:pt x="8039" y="950"/>
                      <a:pt x="8039" y="950"/>
                    </a:cubicBezTo>
                    <a:cubicBezTo>
                      <a:pt x="8039" y="916"/>
                      <a:pt x="8006" y="916"/>
                      <a:pt x="8006" y="916"/>
                    </a:cubicBezTo>
                    <a:cubicBezTo>
                      <a:pt x="7505" y="816"/>
                      <a:pt x="7005" y="683"/>
                      <a:pt x="6538" y="549"/>
                    </a:cubicBezTo>
                    <a:cubicBezTo>
                      <a:pt x="6371" y="516"/>
                      <a:pt x="6238" y="449"/>
                      <a:pt x="6071" y="416"/>
                    </a:cubicBezTo>
                    <a:cubicBezTo>
                      <a:pt x="5704" y="316"/>
                      <a:pt x="5404" y="249"/>
                      <a:pt x="5137" y="149"/>
                    </a:cubicBezTo>
                    <a:cubicBezTo>
                      <a:pt x="5104" y="149"/>
                      <a:pt x="5037" y="149"/>
                      <a:pt x="5004" y="116"/>
                    </a:cubicBezTo>
                    <a:cubicBezTo>
                      <a:pt x="4904" y="82"/>
                      <a:pt x="4770" y="49"/>
                      <a:pt x="4670" y="16"/>
                    </a:cubicBezTo>
                    <a:cubicBezTo>
                      <a:pt x="4670" y="4"/>
                      <a:pt x="4666" y="1"/>
                      <a:pt x="4661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0" name="Google Shape;13000;p39"/>
              <p:cNvSpPr/>
              <p:nvPr/>
            </p:nvSpPr>
            <p:spPr>
              <a:xfrm>
                <a:off x="6208275" y="2305925"/>
                <a:ext cx="641325" cy="140550"/>
              </a:xfrm>
              <a:custGeom>
                <a:rect b="b" l="l" r="r" t="t"/>
                <a:pathLst>
                  <a:path extrusionOk="0" h="5622" w="25653">
                    <a:moveTo>
                      <a:pt x="11135" y="1"/>
                    </a:moveTo>
                    <a:cubicBezTo>
                      <a:pt x="8927" y="1"/>
                      <a:pt x="6723" y="181"/>
                      <a:pt x="4537" y="518"/>
                    </a:cubicBezTo>
                    <a:cubicBezTo>
                      <a:pt x="3036" y="751"/>
                      <a:pt x="1535" y="1085"/>
                      <a:pt x="34" y="1518"/>
                    </a:cubicBezTo>
                    <a:cubicBezTo>
                      <a:pt x="1" y="1518"/>
                      <a:pt x="1" y="1518"/>
                      <a:pt x="1" y="1552"/>
                    </a:cubicBezTo>
                    <a:cubicBezTo>
                      <a:pt x="1" y="1552"/>
                      <a:pt x="1" y="1585"/>
                      <a:pt x="34" y="1585"/>
                    </a:cubicBezTo>
                    <a:cubicBezTo>
                      <a:pt x="1402" y="2286"/>
                      <a:pt x="2669" y="3453"/>
                      <a:pt x="3870" y="5054"/>
                    </a:cubicBezTo>
                    <a:lnTo>
                      <a:pt x="3904" y="5054"/>
                    </a:lnTo>
                    <a:cubicBezTo>
                      <a:pt x="4371" y="4887"/>
                      <a:pt x="4904" y="4821"/>
                      <a:pt x="5405" y="4754"/>
                    </a:cubicBezTo>
                    <a:cubicBezTo>
                      <a:pt x="5538" y="4754"/>
                      <a:pt x="5672" y="4754"/>
                      <a:pt x="5772" y="4721"/>
                    </a:cubicBezTo>
                    <a:cubicBezTo>
                      <a:pt x="6572" y="4621"/>
                      <a:pt x="7273" y="4554"/>
                      <a:pt x="7973" y="4487"/>
                    </a:cubicBezTo>
                    <a:cubicBezTo>
                      <a:pt x="9441" y="4354"/>
                      <a:pt x="10942" y="4287"/>
                      <a:pt x="12443" y="4254"/>
                    </a:cubicBezTo>
                    <a:cubicBezTo>
                      <a:pt x="15312" y="4254"/>
                      <a:pt x="18247" y="4420"/>
                      <a:pt x="21116" y="4821"/>
                    </a:cubicBezTo>
                    <a:cubicBezTo>
                      <a:pt x="22617" y="5021"/>
                      <a:pt x="24118" y="5288"/>
                      <a:pt x="25619" y="5621"/>
                    </a:cubicBezTo>
                    <a:lnTo>
                      <a:pt x="25652" y="5621"/>
                    </a:lnTo>
                    <a:cubicBezTo>
                      <a:pt x="25652" y="5588"/>
                      <a:pt x="25652" y="5588"/>
                      <a:pt x="25652" y="5555"/>
                    </a:cubicBezTo>
                    <a:cubicBezTo>
                      <a:pt x="24852" y="4120"/>
                      <a:pt x="23951" y="2853"/>
                      <a:pt x="23017" y="1885"/>
                    </a:cubicBezTo>
                    <a:cubicBezTo>
                      <a:pt x="22784" y="1652"/>
                      <a:pt x="22550" y="1518"/>
                      <a:pt x="22217" y="1418"/>
                    </a:cubicBezTo>
                    <a:cubicBezTo>
                      <a:pt x="21916" y="1352"/>
                      <a:pt x="21616" y="1285"/>
                      <a:pt x="21316" y="1251"/>
                    </a:cubicBezTo>
                    <a:cubicBezTo>
                      <a:pt x="21083" y="1218"/>
                      <a:pt x="20849" y="1151"/>
                      <a:pt x="20616" y="1118"/>
                    </a:cubicBezTo>
                    <a:cubicBezTo>
                      <a:pt x="19882" y="918"/>
                      <a:pt x="19114" y="784"/>
                      <a:pt x="18381" y="651"/>
                    </a:cubicBezTo>
                    <a:cubicBezTo>
                      <a:pt x="16846" y="384"/>
                      <a:pt x="15278" y="184"/>
                      <a:pt x="13711" y="84"/>
                    </a:cubicBezTo>
                    <a:cubicBezTo>
                      <a:pt x="12852" y="28"/>
                      <a:pt x="11993" y="1"/>
                      <a:pt x="11135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1" name="Google Shape;13001;p39"/>
              <p:cNvSpPr/>
              <p:nvPr/>
            </p:nvSpPr>
            <p:spPr>
              <a:xfrm>
                <a:off x="6309200" y="2420675"/>
                <a:ext cx="599600" cy="169225"/>
              </a:xfrm>
              <a:custGeom>
                <a:rect b="b" l="l" r="r" t="t"/>
                <a:pathLst>
                  <a:path extrusionOk="0" h="6769" w="23984">
                    <a:moveTo>
                      <a:pt x="8900" y="1"/>
                    </a:moveTo>
                    <a:cubicBezTo>
                      <a:pt x="7436" y="1"/>
                      <a:pt x="5970" y="55"/>
                      <a:pt x="4503" y="164"/>
                    </a:cubicBezTo>
                    <a:cubicBezTo>
                      <a:pt x="3636" y="231"/>
                      <a:pt x="2802" y="331"/>
                      <a:pt x="2035" y="397"/>
                    </a:cubicBezTo>
                    <a:cubicBezTo>
                      <a:pt x="1801" y="431"/>
                      <a:pt x="1601" y="464"/>
                      <a:pt x="1368" y="498"/>
                    </a:cubicBezTo>
                    <a:cubicBezTo>
                      <a:pt x="934" y="564"/>
                      <a:pt x="467" y="631"/>
                      <a:pt x="33" y="631"/>
                    </a:cubicBezTo>
                    <a:cubicBezTo>
                      <a:pt x="0" y="631"/>
                      <a:pt x="0" y="631"/>
                      <a:pt x="0" y="664"/>
                    </a:cubicBezTo>
                    <a:cubicBezTo>
                      <a:pt x="0" y="664"/>
                      <a:pt x="0" y="698"/>
                      <a:pt x="0" y="698"/>
                    </a:cubicBezTo>
                    <a:cubicBezTo>
                      <a:pt x="467" y="1331"/>
                      <a:pt x="901" y="2032"/>
                      <a:pt x="1301" y="2799"/>
                    </a:cubicBezTo>
                    <a:cubicBezTo>
                      <a:pt x="1901" y="3933"/>
                      <a:pt x="2468" y="5168"/>
                      <a:pt x="2969" y="6535"/>
                    </a:cubicBezTo>
                    <a:cubicBezTo>
                      <a:pt x="2969" y="6535"/>
                      <a:pt x="3002" y="6569"/>
                      <a:pt x="3002" y="6569"/>
                    </a:cubicBezTo>
                    <a:cubicBezTo>
                      <a:pt x="4236" y="6268"/>
                      <a:pt x="5504" y="6168"/>
                      <a:pt x="6805" y="6068"/>
                    </a:cubicBezTo>
                    <a:cubicBezTo>
                      <a:pt x="8173" y="6002"/>
                      <a:pt x="9540" y="5935"/>
                      <a:pt x="11008" y="5935"/>
                    </a:cubicBezTo>
                    <a:cubicBezTo>
                      <a:pt x="13476" y="5968"/>
                      <a:pt x="16112" y="6068"/>
                      <a:pt x="19514" y="6368"/>
                    </a:cubicBezTo>
                    <a:cubicBezTo>
                      <a:pt x="21015" y="6502"/>
                      <a:pt x="22516" y="6635"/>
                      <a:pt x="23950" y="6769"/>
                    </a:cubicBezTo>
                    <a:lnTo>
                      <a:pt x="23984" y="6769"/>
                    </a:lnTo>
                    <a:cubicBezTo>
                      <a:pt x="23984" y="6735"/>
                      <a:pt x="23984" y="6735"/>
                      <a:pt x="23984" y="6735"/>
                    </a:cubicBezTo>
                    <a:cubicBezTo>
                      <a:pt x="23383" y="4801"/>
                      <a:pt x="22683" y="3033"/>
                      <a:pt x="21882" y="1465"/>
                    </a:cubicBezTo>
                    <a:cubicBezTo>
                      <a:pt x="21849" y="1432"/>
                      <a:pt x="21849" y="1432"/>
                      <a:pt x="21849" y="1432"/>
                    </a:cubicBezTo>
                    <a:cubicBezTo>
                      <a:pt x="17603" y="482"/>
                      <a:pt x="13263" y="1"/>
                      <a:pt x="8900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2" name="Google Shape;13002;p39"/>
              <p:cNvSpPr/>
              <p:nvPr/>
            </p:nvSpPr>
            <p:spPr>
              <a:xfrm>
                <a:off x="6385900" y="2577775"/>
                <a:ext cx="555425" cy="173075"/>
              </a:xfrm>
              <a:custGeom>
                <a:rect b="b" l="l" r="r" t="t"/>
                <a:pathLst>
                  <a:path extrusionOk="0" h="6923" w="22217">
                    <a:moveTo>
                      <a:pt x="7652" y="1"/>
                    </a:moveTo>
                    <a:cubicBezTo>
                      <a:pt x="6545" y="1"/>
                      <a:pt x="5438" y="26"/>
                      <a:pt x="4337" y="84"/>
                    </a:cubicBezTo>
                    <a:cubicBezTo>
                      <a:pt x="3537" y="151"/>
                      <a:pt x="2703" y="218"/>
                      <a:pt x="1902" y="285"/>
                    </a:cubicBezTo>
                    <a:cubicBezTo>
                      <a:pt x="1302" y="351"/>
                      <a:pt x="668" y="418"/>
                      <a:pt x="34" y="451"/>
                    </a:cubicBezTo>
                    <a:cubicBezTo>
                      <a:pt x="34" y="451"/>
                      <a:pt x="1" y="485"/>
                      <a:pt x="1" y="485"/>
                    </a:cubicBezTo>
                    <a:cubicBezTo>
                      <a:pt x="1" y="485"/>
                      <a:pt x="1" y="518"/>
                      <a:pt x="1" y="518"/>
                    </a:cubicBezTo>
                    <a:cubicBezTo>
                      <a:pt x="701" y="2486"/>
                      <a:pt x="1235" y="4621"/>
                      <a:pt x="1602" y="6889"/>
                    </a:cubicBezTo>
                    <a:cubicBezTo>
                      <a:pt x="1602" y="6923"/>
                      <a:pt x="1635" y="6923"/>
                      <a:pt x="1635" y="6923"/>
                    </a:cubicBezTo>
                    <a:cubicBezTo>
                      <a:pt x="2002" y="6889"/>
                      <a:pt x="2336" y="6856"/>
                      <a:pt x="2703" y="6823"/>
                    </a:cubicBezTo>
                    <a:cubicBezTo>
                      <a:pt x="2870" y="6823"/>
                      <a:pt x="3036" y="6823"/>
                      <a:pt x="3203" y="6789"/>
                    </a:cubicBezTo>
                    <a:cubicBezTo>
                      <a:pt x="3870" y="6756"/>
                      <a:pt x="4537" y="6689"/>
                      <a:pt x="5271" y="6656"/>
                    </a:cubicBezTo>
                    <a:cubicBezTo>
                      <a:pt x="6672" y="6556"/>
                      <a:pt x="8073" y="6489"/>
                      <a:pt x="9441" y="6422"/>
                    </a:cubicBezTo>
                    <a:cubicBezTo>
                      <a:pt x="11517" y="6347"/>
                      <a:pt x="13613" y="6310"/>
                      <a:pt x="15699" y="6310"/>
                    </a:cubicBezTo>
                    <a:cubicBezTo>
                      <a:pt x="16394" y="6310"/>
                      <a:pt x="17088" y="6314"/>
                      <a:pt x="17780" y="6322"/>
                    </a:cubicBezTo>
                    <a:cubicBezTo>
                      <a:pt x="18547" y="6322"/>
                      <a:pt x="19315" y="6356"/>
                      <a:pt x="20082" y="6356"/>
                    </a:cubicBezTo>
                    <a:lnTo>
                      <a:pt x="20249" y="6356"/>
                    </a:lnTo>
                    <a:cubicBezTo>
                      <a:pt x="20616" y="6389"/>
                      <a:pt x="20949" y="6389"/>
                      <a:pt x="21316" y="6422"/>
                    </a:cubicBezTo>
                    <a:lnTo>
                      <a:pt x="21450" y="6422"/>
                    </a:lnTo>
                    <a:cubicBezTo>
                      <a:pt x="21683" y="6422"/>
                      <a:pt x="21950" y="6422"/>
                      <a:pt x="22150" y="6489"/>
                    </a:cubicBezTo>
                    <a:lnTo>
                      <a:pt x="22217" y="6489"/>
                    </a:lnTo>
                    <a:cubicBezTo>
                      <a:pt x="22217" y="6489"/>
                      <a:pt x="22217" y="6456"/>
                      <a:pt x="22217" y="6456"/>
                    </a:cubicBezTo>
                    <a:cubicBezTo>
                      <a:pt x="21950" y="4521"/>
                      <a:pt x="21550" y="2620"/>
                      <a:pt x="21049" y="852"/>
                    </a:cubicBezTo>
                    <a:cubicBezTo>
                      <a:pt x="21016" y="852"/>
                      <a:pt x="21016" y="852"/>
                      <a:pt x="21016" y="818"/>
                    </a:cubicBezTo>
                    <a:cubicBezTo>
                      <a:pt x="16849" y="442"/>
                      <a:pt x="12249" y="1"/>
                      <a:pt x="76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3" name="Google Shape;13003;p39"/>
              <p:cNvSpPr/>
              <p:nvPr/>
            </p:nvSpPr>
            <p:spPr>
              <a:xfrm>
                <a:off x="6427600" y="2743525"/>
                <a:ext cx="525400" cy="220825"/>
              </a:xfrm>
              <a:custGeom>
                <a:rect b="b" l="l" r="r" t="t"/>
                <a:pathLst>
                  <a:path extrusionOk="0" h="8833" w="21016">
                    <a:moveTo>
                      <a:pt x="14582" y="1"/>
                    </a:moveTo>
                    <a:cubicBezTo>
                      <a:pt x="13894" y="1"/>
                      <a:pt x="13210" y="9"/>
                      <a:pt x="12543" y="26"/>
                    </a:cubicBezTo>
                    <a:cubicBezTo>
                      <a:pt x="9808" y="26"/>
                      <a:pt x="7006" y="126"/>
                      <a:pt x="4270" y="326"/>
                    </a:cubicBezTo>
                    <a:cubicBezTo>
                      <a:pt x="3537" y="359"/>
                      <a:pt x="2803" y="393"/>
                      <a:pt x="1969" y="459"/>
                    </a:cubicBezTo>
                    <a:cubicBezTo>
                      <a:pt x="1702" y="493"/>
                      <a:pt x="1435" y="526"/>
                      <a:pt x="1168" y="560"/>
                    </a:cubicBezTo>
                    <a:cubicBezTo>
                      <a:pt x="801" y="593"/>
                      <a:pt x="434" y="626"/>
                      <a:pt x="34" y="660"/>
                    </a:cubicBezTo>
                    <a:lnTo>
                      <a:pt x="1" y="660"/>
                    </a:lnTo>
                    <a:cubicBezTo>
                      <a:pt x="1" y="660"/>
                      <a:pt x="1" y="693"/>
                      <a:pt x="1" y="693"/>
                    </a:cubicBezTo>
                    <a:cubicBezTo>
                      <a:pt x="268" y="2461"/>
                      <a:pt x="434" y="4262"/>
                      <a:pt x="501" y="6097"/>
                    </a:cubicBezTo>
                    <a:cubicBezTo>
                      <a:pt x="534" y="6964"/>
                      <a:pt x="534" y="7798"/>
                      <a:pt x="534" y="8599"/>
                    </a:cubicBezTo>
                    <a:cubicBezTo>
                      <a:pt x="534" y="8632"/>
                      <a:pt x="534" y="8632"/>
                      <a:pt x="534" y="8632"/>
                    </a:cubicBezTo>
                    <a:lnTo>
                      <a:pt x="568" y="8632"/>
                    </a:lnTo>
                    <a:cubicBezTo>
                      <a:pt x="675" y="8622"/>
                      <a:pt x="783" y="8618"/>
                      <a:pt x="890" y="8618"/>
                    </a:cubicBezTo>
                    <a:cubicBezTo>
                      <a:pt x="1150" y="8618"/>
                      <a:pt x="1409" y="8642"/>
                      <a:pt x="1669" y="8665"/>
                    </a:cubicBezTo>
                    <a:cubicBezTo>
                      <a:pt x="1802" y="8665"/>
                      <a:pt x="1969" y="8699"/>
                      <a:pt x="2102" y="8699"/>
                    </a:cubicBezTo>
                    <a:cubicBezTo>
                      <a:pt x="2836" y="8732"/>
                      <a:pt x="3503" y="8732"/>
                      <a:pt x="4104" y="8765"/>
                    </a:cubicBezTo>
                    <a:cubicBezTo>
                      <a:pt x="5571" y="8799"/>
                      <a:pt x="6906" y="8832"/>
                      <a:pt x="8207" y="8832"/>
                    </a:cubicBezTo>
                    <a:lnTo>
                      <a:pt x="8574" y="8832"/>
                    </a:lnTo>
                    <a:cubicBezTo>
                      <a:pt x="11175" y="8832"/>
                      <a:pt x="13777" y="8765"/>
                      <a:pt x="16346" y="8632"/>
                    </a:cubicBezTo>
                    <a:cubicBezTo>
                      <a:pt x="17113" y="8599"/>
                      <a:pt x="17847" y="8532"/>
                      <a:pt x="18581" y="8499"/>
                    </a:cubicBezTo>
                    <a:cubicBezTo>
                      <a:pt x="18848" y="8465"/>
                      <a:pt x="19081" y="8465"/>
                      <a:pt x="19348" y="8432"/>
                    </a:cubicBezTo>
                    <a:cubicBezTo>
                      <a:pt x="19753" y="8405"/>
                      <a:pt x="20179" y="8356"/>
                      <a:pt x="20610" y="8356"/>
                    </a:cubicBezTo>
                    <a:cubicBezTo>
                      <a:pt x="20712" y="8356"/>
                      <a:pt x="20814" y="8359"/>
                      <a:pt x="20916" y="8365"/>
                    </a:cubicBezTo>
                    <a:cubicBezTo>
                      <a:pt x="20949" y="8365"/>
                      <a:pt x="20949" y="8332"/>
                      <a:pt x="20949" y="8298"/>
                    </a:cubicBezTo>
                    <a:cubicBezTo>
                      <a:pt x="21016" y="6931"/>
                      <a:pt x="21016" y="5496"/>
                      <a:pt x="20949" y="4029"/>
                    </a:cubicBezTo>
                    <a:cubicBezTo>
                      <a:pt x="20882" y="2694"/>
                      <a:pt x="20749" y="1393"/>
                      <a:pt x="20582" y="93"/>
                    </a:cubicBezTo>
                    <a:cubicBezTo>
                      <a:pt x="20582" y="93"/>
                      <a:pt x="20582" y="93"/>
                      <a:pt x="20582" y="59"/>
                    </a:cubicBezTo>
                    <a:lnTo>
                      <a:pt x="20549" y="59"/>
                    </a:lnTo>
                    <a:cubicBezTo>
                      <a:pt x="20352" y="120"/>
                      <a:pt x="20149" y="139"/>
                      <a:pt x="19942" y="139"/>
                    </a:cubicBezTo>
                    <a:cubicBezTo>
                      <a:pt x="19692" y="139"/>
                      <a:pt x="19437" y="111"/>
                      <a:pt x="19181" y="93"/>
                    </a:cubicBezTo>
                    <a:cubicBezTo>
                      <a:pt x="19014" y="93"/>
                      <a:pt x="18814" y="93"/>
                      <a:pt x="18647" y="59"/>
                    </a:cubicBezTo>
                    <a:cubicBezTo>
                      <a:pt x="17947" y="59"/>
                      <a:pt x="17280" y="26"/>
                      <a:pt x="16646" y="26"/>
                    </a:cubicBezTo>
                    <a:cubicBezTo>
                      <a:pt x="15962" y="9"/>
                      <a:pt x="15270" y="1"/>
                      <a:pt x="145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4" name="Google Shape;13004;p39"/>
              <p:cNvSpPr/>
              <p:nvPr/>
            </p:nvSpPr>
            <p:spPr>
              <a:xfrm>
                <a:off x="6420100" y="2960150"/>
                <a:ext cx="531250" cy="194325"/>
              </a:xfrm>
              <a:custGeom>
                <a:rect b="b" l="l" r="r" t="t"/>
                <a:pathLst>
                  <a:path extrusionOk="0" h="7773" w="21250">
                    <a:moveTo>
                      <a:pt x="21182" y="0"/>
                    </a:moveTo>
                    <a:cubicBezTo>
                      <a:pt x="20749" y="67"/>
                      <a:pt x="20315" y="100"/>
                      <a:pt x="19881" y="100"/>
                    </a:cubicBezTo>
                    <a:cubicBezTo>
                      <a:pt x="19715" y="134"/>
                      <a:pt x="19548" y="134"/>
                      <a:pt x="19381" y="134"/>
                    </a:cubicBezTo>
                    <a:cubicBezTo>
                      <a:pt x="18714" y="200"/>
                      <a:pt x="18013" y="234"/>
                      <a:pt x="17313" y="267"/>
                    </a:cubicBezTo>
                    <a:cubicBezTo>
                      <a:pt x="15945" y="334"/>
                      <a:pt x="14544" y="401"/>
                      <a:pt x="13210" y="434"/>
                    </a:cubicBezTo>
                    <a:cubicBezTo>
                      <a:pt x="11540" y="475"/>
                      <a:pt x="9857" y="504"/>
                      <a:pt x="8178" y="504"/>
                    </a:cubicBezTo>
                    <a:cubicBezTo>
                      <a:pt x="7140" y="504"/>
                      <a:pt x="6103" y="493"/>
                      <a:pt x="5071" y="467"/>
                    </a:cubicBezTo>
                    <a:cubicBezTo>
                      <a:pt x="4370" y="434"/>
                      <a:pt x="3636" y="401"/>
                      <a:pt x="2769" y="367"/>
                    </a:cubicBezTo>
                    <a:lnTo>
                      <a:pt x="2269" y="367"/>
                    </a:lnTo>
                    <a:cubicBezTo>
                      <a:pt x="1802" y="367"/>
                      <a:pt x="1301" y="367"/>
                      <a:pt x="868" y="267"/>
                    </a:cubicBezTo>
                    <a:lnTo>
                      <a:pt x="834" y="267"/>
                    </a:lnTo>
                    <a:cubicBezTo>
                      <a:pt x="834" y="267"/>
                      <a:pt x="834" y="301"/>
                      <a:pt x="834" y="301"/>
                    </a:cubicBezTo>
                    <a:cubicBezTo>
                      <a:pt x="734" y="2802"/>
                      <a:pt x="468" y="5271"/>
                      <a:pt x="1" y="7539"/>
                    </a:cubicBezTo>
                    <a:cubicBezTo>
                      <a:pt x="1" y="7572"/>
                      <a:pt x="1" y="7572"/>
                      <a:pt x="1" y="7572"/>
                    </a:cubicBezTo>
                    <a:cubicBezTo>
                      <a:pt x="1" y="7606"/>
                      <a:pt x="34" y="7606"/>
                      <a:pt x="34" y="7606"/>
                    </a:cubicBezTo>
                    <a:cubicBezTo>
                      <a:pt x="1368" y="7739"/>
                      <a:pt x="2702" y="7773"/>
                      <a:pt x="4070" y="7773"/>
                    </a:cubicBezTo>
                    <a:cubicBezTo>
                      <a:pt x="5104" y="7773"/>
                      <a:pt x="6172" y="7739"/>
                      <a:pt x="7206" y="7739"/>
                    </a:cubicBezTo>
                    <a:lnTo>
                      <a:pt x="7639" y="7706"/>
                    </a:lnTo>
                    <a:cubicBezTo>
                      <a:pt x="10341" y="7639"/>
                      <a:pt x="13077" y="7506"/>
                      <a:pt x="15778" y="7272"/>
                    </a:cubicBezTo>
                    <a:cubicBezTo>
                      <a:pt x="16479" y="7239"/>
                      <a:pt x="17246" y="7172"/>
                      <a:pt x="17980" y="7072"/>
                    </a:cubicBezTo>
                    <a:cubicBezTo>
                      <a:pt x="18247" y="7072"/>
                      <a:pt x="18514" y="7039"/>
                      <a:pt x="18747" y="7005"/>
                    </a:cubicBezTo>
                    <a:cubicBezTo>
                      <a:pt x="19248" y="6939"/>
                      <a:pt x="19781" y="6872"/>
                      <a:pt x="20248" y="6872"/>
                    </a:cubicBezTo>
                    <a:cubicBezTo>
                      <a:pt x="20282" y="6872"/>
                      <a:pt x="20315" y="6839"/>
                      <a:pt x="20315" y="6839"/>
                    </a:cubicBezTo>
                    <a:lnTo>
                      <a:pt x="20315" y="6805"/>
                    </a:lnTo>
                    <a:cubicBezTo>
                      <a:pt x="20348" y="6638"/>
                      <a:pt x="20382" y="6438"/>
                      <a:pt x="20415" y="6271"/>
                    </a:cubicBezTo>
                    <a:cubicBezTo>
                      <a:pt x="20849" y="4303"/>
                      <a:pt x="21116" y="2202"/>
                      <a:pt x="21249" y="34"/>
                    </a:cubicBezTo>
                    <a:cubicBezTo>
                      <a:pt x="21249" y="34"/>
                      <a:pt x="21216" y="0"/>
                      <a:pt x="212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5" name="Google Shape;13005;p39"/>
              <p:cNvSpPr/>
              <p:nvPr/>
            </p:nvSpPr>
            <p:spPr>
              <a:xfrm>
                <a:off x="6359225" y="3140275"/>
                <a:ext cx="566250" cy="189325"/>
              </a:xfrm>
              <a:custGeom>
                <a:rect b="b" l="l" r="r" t="t"/>
                <a:pathLst>
                  <a:path extrusionOk="0" h="7573" w="22650">
                    <a:moveTo>
                      <a:pt x="22583" y="0"/>
                    </a:moveTo>
                    <a:cubicBezTo>
                      <a:pt x="22183" y="67"/>
                      <a:pt x="21783" y="101"/>
                      <a:pt x="21382" y="134"/>
                    </a:cubicBezTo>
                    <a:cubicBezTo>
                      <a:pt x="21216" y="167"/>
                      <a:pt x="21049" y="167"/>
                      <a:pt x="20882" y="201"/>
                    </a:cubicBezTo>
                    <a:cubicBezTo>
                      <a:pt x="20182" y="267"/>
                      <a:pt x="19481" y="334"/>
                      <a:pt x="18781" y="367"/>
                    </a:cubicBezTo>
                    <a:cubicBezTo>
                      <a:pt x="17413" y="501"/>
                      <a:pt x="16012" y="601"/>
                      <a:pt x="14611" y="668"/>
                    </a:cubicBezTo>
                    <a:cubicBezTo>
                      <a:pt x="12331" y="807"/>
                      <a:pt x="10006" y="876"/>
                      <a:pt x="7672" y="876"/>
                    </a:cubicBezTo>
                    <a:cubicBezTo>
                      <a:pt x="7206" y="876"/>
                      <a:pt x="6739" y="873"/>
                      <a:pt x="6272" y="868"/>
                    </a:cubicBezTo>
                    <a:cubicBezTo>
                      <a:pt x="5371" y="868"/>
                      <a:pt x="4637" y="868"/>
                      <a:pt x="3970" y="834"/>
                    </a:cubicBezTo>
                    <a:lnTo>
                      <a:pt x="3736" y="834"/>
                    </a:lnTo>
                    <a:cubicBezTo>
                      <a:pt x="3269" y="834"/>
                      <a:pt x="2836" y="834"/>
                      <a:pt x="2402" y="701"/>
                    </a:cubicBezTo>
                    <a:lnTo>
                      <a:pt x="2369" y="701"/>
                    </a:lnTo>
                    <a:cubicBezTo>
                      <a:pt x="2369" y="701"/>
                      <a:pt x="2369" y="734"/>
                      <a:pt x="2335" y="734"/>
                    </a:cubicBezTo>
                    <a:cubicBezTo>
                      <a:pt x="1868" y="2903"/>
                      <a:pt x="1201" y="4937"/>
                      <a:pt x="401" y="6705"/>
                    </a:cubicBezTo>
                    <a:cubicBezTo>
                      <a:pt x="267" y="6972"/>
                      <a:pt x="167" y="7239"/>
                      <a:pt x="34" y="7506"/>
                    </a:cubicBezTo>
                    <a:cubicBezTo>
                      <a:pt x="0" y="7506"/>
                      <a:pt x="0" y="7506"/>
                      <a:pt x="34" y="7539"/>
                    </a:cubicBezTo>
                    <a:lnTo>
                      <a:pt x="1201" y="7539"/>
                    </a:lnTo>
                    <a:cubicBezTo>
                      <a:pt x="1368" y="7539"/>
                      <a:pt x="1535" y="7573"/>
                      <a:pt x="1702" y="7573"/>
                    </a:cubicBezTo>
                    <a:lnTo>
                      <a:pt x="3703" y="7573"/>
                    </a:lnTo>
                    <a:cubicBezTo>
                      <a:pt x="5071" y="7573"/>
                      <a:pt x="6438" y="7539"/>
                      <a:pt x="7773" y="7472"/>
                    </a:cubicBezTo>
                    <a:cubicBezTo>
                      <a:pt x="10508" y="7339"/>
                      <a:pt x="13243" y="7072"/>
                      <a:pt x="15979" y="6705"/>
                    </a:cubicBezTo>
                    <a:cubicBezTo>
                      <a:pt x="16679" y="6605"/>
                      <a:pt x="17413" y="6472"/>
                      <a:pt x="18213" y="6372"/>
                    </a:cubicBezTo>
                    <a:cubicBezTo>
                      <a:pt x="18614" y="6305"/>
                      <a:pt x="19014" y="6238"/>
                      <a:pt x="19448" y="6138"/>
                    </a:cubicBezTo>
                    <a:cubicBezTo>
                      <a:pt x="19514" y="6138"/>
                      <a:pt x="19548" y="6138"/>
                      <a:pt x="19614" y="6105"/>
                    </a:cubicBezTo>
                    <a:cubicBezTo>
                      <a:pt x="19830" y="6078"/>
                      <a:pt x="20046" y="6029"/>
                      <a:pt x="20244" y="6029"/>
                    </a:cubicBezTo>
                    <a:cubicBezTo>
                      <a:pt x="20291" y="6029"/>
                      <a:pt x="20337" y="6032"/>
                      <a:pt x="20382" y="6038"/>
                    </a:cubicBezTo>
                    <a:cubicBezTo>
                      <a:pt x="20415" y="6038"/>
                      <a:pt x="20415" y="6038"/>
                      <a:pt x="20448" y="6005"/>
                    </a:cubicBezTo>
                    <a:cubicBezTo>
                      <a:pt x="20515" y="5838"/>
                      <a:pt x="20615" y="5638"/>
                      <a:pt x="20715" y="5438"/>
                    </a:cubicBezTo>
                    <a:cubicBezTo>
                      <a:pt x="21516" y="3837"/>
                      <a:pt x="22150" y="2069"/>
                      <a:pt x="22650" y="34"/>
                    </a:cubicBezTo>
                    <a:cubicBezTo>
                      <a:pt x="22650" y="34"/>
                      <a:pt x="22650" y="0"/>
                      <a:pt x="22617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6" name="Google Shape;13006;p39"/>
              <p:cNvSpPr/>
              <p:nvPr/>
            </p:nvSpPr>
            <p:spPr>
              <a:xfrm>
                <a:off x="6301675" y="3299550"/>
                <a:ext cx="562925" cy="130950"/>
              </a:xfrm>
              <a:custGeom>
                <a:rect b="b" l="l" r="r" t="t"/>
                <a:pathLst>
                  <a:path extrusionOk="0" h="5238" w="22517">
                    <a:moveTo>
                      <a:pt x="22450" y="1"/>
                    </a:moveTo>
                    <a:cubicBezTo>
                      <a:pt x="22150" y="101"/>
                      <a:pt x="21783" y="167"/>
                      <a:pt x="21416" y="201"/>
                    </a:cubicBezTo>
                    <a:cubicBezTo>
                      <a:pt x="21249" y="234"/>
                      <a:pt x="21116" y="234"/>
                      <a:pt x="20949" y="268"/>
                    </a:cubicBezTo>
                    <a:cubicBezTo>
                      <a:pt x="20282" y="368"/>
                      <a:pt x="19581" y="501"/>
                      <a:pt x="18914" y="568"/>
                    </a:cubicBezTo>
                    <a:cubicBezTo>
                      <a:pt x="17547" y="768"/>
                      <a:pt x="16146" y="935"/>
                      <a:pt x="14811" y="1101"/>
                    </a:cubicBezTo>
                    <a:cubicBezTo>
                      <a:pt x="12076" y="1368"/>
                      <a:pt x="9274" y="1502"/>
                      <a:pt x="6539" y="1535"/>
                    </a:cubicBezTo>
                    <a:lnTo>
                      <a:pt x="3804" y="1535"/>
                    </a:lnTo>
                    <a:cubicBezTo>
                      <a:pt x="3270" y="1535"/>
                      <a:pt x="2703" y="1535"/>
                      <a:pt x="2202" y="1435"/>
                    </a:cubicBezTo>
                    <a:cubicBezTo>
                      <a:pt x="2169" y="1435"/>
                      <a:pt x="2169" y="1435"/>
                      <a:pt x="2136" y="1468"/>
                    </a:cubicBezTo>
                    <a:cubicBezTo>
                      <a:pt x="1602" y="2503"/>
                      <a:pt x="1002" y="3437"/>
                      <a:pt x="334" y="4204"/>
                    </a:cubicBezTo>
                    <a:cubicBezTo>
                      <a:pt x="268" y="4270"/>
                      <a:pt x="234" y="4371"/>
                      <a:pt x="168" y="4437"/>
                    </a:cubicBezTo>
                    <a:cubicBezTo>
                      <a:pt x="101" y="4504"/>
                      <a:pt x="68" y="4571"/>
                      <a:pt x="1" y="4637"/>
                    </a:cubicBezTo>
                    <a:cubicBezTo>
                      <a:pt x="1" y="4637"/>
                      <a:pt x="1" y="4671"/>
                      <a:pt x="1" y="4671"/>
                    </a:cubicBezTo>
                    <a:cubicBezTo>
                      <a:pt x="1" y="4704"/>
                      <a:pt x="1" y="4704"/>
                      <a:pt x="34" y="4704"/>
                    </a:cubicBezTo>
                    <a:cubicBezTo>
                      <a:pt x="301" y="4737"/>
                      <a:pt x="601" y="4804"/>
                      <a:pt x="901" y="4838"/>
                    </a:cubicBezTo>
                    <a:cubicBezTo>
                      <a:pt x="1102" y="4871"/>
                      <a:pt x="1335" y="4938"/>
                      <a:pt x="1569" y="4971"/>
                    </a:cubicBezTo>
                    <a:cubicBezTo>
                      <a:pt x="2302" y="5071"/>
                      <a:pt x="3036" y="5138"/>
                      <a:pt x="3770" y="5171"/>
                    </a:cubicBezTo>
                    <a:cubicBezTo>
                      <a:pt x="4337" y="5204"/>
                      <a:pt x="4938" y="5238"/>
                      <a:pt x="5538" y="5238"/>
                    </a:cubicBezTo>
                    <a:cubicBezTo>
                      <a:pt x="6305" y="5238"/>
                      <a:pt x="7106" y="5204"/>
                      <a:pt x="7940" y="5138"/>
                    </a:cubicBezTo>
                    <a:cubicBezTo>
                      <a:pt x="10475" y="4971"/>
                      <a:pt x="13244" y="4504"/>
                      <a:pt x="16379" y="3703"/>
                    </a:cubicBezTo>
                    <a:cubicBezTo>
                      <a:pt x="17313" y="3470"/>
                      <a:pt x="18281" y="3203"/>
                      <a:pt x="19181" y="2936"/>
                    </a:cubicBezTo>
                    <a:cubicBezTo>
                      <a:pt x="19748" y="2769"/>
                      <a:pt x="20315" y="2603"/>
                      <a:pt x="20849" y="2436"/>
                    </a:cubicBezTo>
                    <a:lnTo>
                      <a:pt x="20882" y="2436"/>
                    </a:lnTo>
                    <a:cubicBezTo>
                      <a:pt x="21449" y="1802"/>
                      <a:pt x="21983" y="1035"/>
                      <a:pt x="22517" y="67"/>
                    </a:cubicBezTo>
                    <a:cubicBezTo>
                      <a:pt x="22517" y="34"/>
                      <a:pt x="22517" y="34"/>
                      <a:pt x="22517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7" name="Google Shape;13007;p39"/>
              <p:cNvSpPr/>
              <p:nvPr/>
            </p:nvSpPr>
            <p:spPr>
              <a:xfrm>
                <a:off x="6944650" y="2396875"/>
                <a:ext cx="123450" cy="91300"/>
              </a:xfrm>
              <a:custGeom>
                <a:rect b="b" l="l" r="r" t="t"/>
                <a:pathLst>
                  <a:path extrusionOk="0" h="3652" w="4938">
                    <a:moveTo>
                      <a:pt x="42" y="0"/>
                    </a:moveTo>
                    <a:cubicBezTo>
                      <a:pt x="30" y="0"/>
                      <a:pt x="22" y="15"/>
                      <a:pt x="0" y="15"/>
                    </a:cubicBezTo>
                    <a:cubicBezTo>
                      <a:pt x="0" y="49"/>
                      <a:pt x="0" y="49"/>
                      <a:pt x="34" y="82"/>
                    </a:cubicBezTo>
                    <a:cubicBezTo>
                      <a:pt x="34" y="82"/>
                      <a:pt x="67" y="115"/>
                      <a:pt x="100" y="149"/>
                    </a:cubicBezTo>
                    <a:cubicBezTo>
                      <a:pt x="801" y="949"/>
                      <a:pt x="1468" y="1850"/>
                      <a:pt x="2102" y="2917"/>
                    </a:cubicBezTo>
                    <a:cubicBezTo>
                      <a:pt x="2102" y="2951"/>
                      <a:pt x="2102" y="2951"/>
                      <a:pt x="2135" y="2951"/>
                    </a:cubicBezTo>
                    <a:cubicBezTo>
                      <a:pt x="2268" y="2951"/>
                      <a:pt x="2435" y="2984"/>
                      <a:pt x="2569" y="3017"/>
                    </a:cubicBezTo>
                    <a:lnTo>
                      <a:pt x="2669" y="3017"/>
                    </a:lnTo>
                    <a:cubicBezTo>
                      <a:pt x="3136" y="3117"/>
                      <a:pt x="3503" y="3218"/>
                      <a:pt x="3836" y="3318"/>
                    </a:cubicBezTo>
                    <a:cubicBezTo>
                      <a:pt x="4170" y="3418"/>
                      <a:pt x="4503" y="3518"/>
                      <a:pt x="4837" y="3618"/>
                    </a:cubicBezTo>
                    <a:cubicBezTo>
                      <a:pt x="4837" y="3651"/>
                      <a:pt x="4870" y="3651"/>
                      <a:pt x="4870" y="3651"/>
                    </a:cubicBezTo>
                    <a:lnTo>
                      <a:pt x="4937" y="3651"/>
                    </a:lnTo>
                    <a:cubicBezTo>
                      <a:pt x="4937" y="3618"/>
                      <a:pt x="4937" y="3618"/>
                      <a:pt x="4937" y="3584"/>
                    </a:cubicBezTo>
                    <a:cubicBezTo>
                      <a:pt x="4136" y="2350"/>
                      <a:pt x="3269" y="1450"/>
                      <a:pt x="2335" y="849"/>
                    </a:cubicBezTo>
                    <a:cubicBezTo>
                      <a:pt x="2302" y="849"/>
                      <a:pt x="2235" y="816"/>
                      <a:pt x="2202" y="782"/>
                    </a:cubicBezTo>
                    <a:cubicBezTo>
                      <a:pt x="2035" y="716"/>
                      <a:pt x="1868" y="616"/>
                      <a:pt x="1701" y="549"/>
                    </a:cubicBezTo>
                    <a:cubicBezTo>
                      <a:pt x="1368" y="415"/>
                      <a:pt x="1034" y="282"/>
                      <a:pt x="701" y="182"/>
                    </a:cubicBezTo>
                    <a:lnTo>
                      <a:pt x="634" y="182"/>
                    </a:lnTo>
                    <a:cubicBezTo>
                      <a:pt x="634" y="182"/>
                      <a:pt x="601" y="149"/>
                      <a:pt x="567" y="149"/>
                    </a:cubicBezTo>
                    <a:cubicBezTo>
                      <a:pt x="467" y="115"/>
                      <a:pt x="267" y="82"/>
                      <a:pt x="67" y="15"/>
                    </a:cubicBezTo>
                    <a:cubicBezTo>
                      <a:pt x="56" y="4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8" name="Google Shape;13008;p39"/>
              <p:cNvSpPr/>
              <p:nvPr/>
            </p:nvSpPr>
            <p:spPr>
              <a:xfrm>
                <a:off x="7002175" y="2478125"/>
                <a:ext cx="124300" cy="136800"/>
              </a:xfrm>
              <a:custGeom>
                <a:rect b="b" l="l" r="r" t="t"/>
                <a:pathLst>
                  <a:path extrusionOk="0" h="5472" w="4972">
                    <a:moveTo>
                      <a:pt x="1" y="1"/>
                    </a:moveTo>
                    <a:cubicBezTo>
                      <a:pt x="1" y="34"/>
                      <a:pt x="1" y="34"/>
                      <a:pt x="1" y="68"/>
                    </a:cubicBezTo>
                    <a:cubicBezTo>
                      <a:pt x="801" y="1469"/>
                      <a:pt x="1469" y="3036"/>
                      <a:pt x="2036" y="4738"/>
                    </a:cubicBezTo>
                    <a:cubicBezTo>
                      <a:pt x="2036" y="4771"/>
                      <a:pt x="2069" y="4771"/>
                      <a:pt x="2069" y="4771"/>
                    </a:cubicBezTo>
                    <a:cubicBezTo>
                      <a:pt x="2202" y="4771"/>
                      <a:pt x="2336" y="4804"/>
                      <a:pt x="2469" y="4838"/>
                    </a:cubicBezTo>
                    <a:cubicBezTo>
                      <a:pt x="2536" y="4838"/>
                      <a:pt x="2569" y="4871"/>
                      <a:pt x="2603" y="4871"/>
                    </a:cubicBezTo>
                    <a:cubicBezTo>
                      <a:pt x="2903" y="4938"/>
                      <a:pt x="3203" y="5004"/>
                      <a:pt x="3570" y="5105"/>
                    </a:cubicBezTo>
                    <a:cubicBezTo>
                      <a:pt x="3904" y="5205"/>
                      <a:pt x="4237" y="5271"/>
                      <a:pt x="4504" y="5371"/>
                    </a:cubicBezTo>
                    <a:cubicBezTo>
                      <a:pt x="4571" y="5371"/>
                      <a:pt x="4671" y="5405"/>
                      <a:pt x="4738" y="5438"/>
                    </a:cubicBezTo>
                    <a:cubicBezTo>
                      <a:pt x="4804" y="5438"/>
                      <a:pt x="4838" y="5438"/>
                      <a:pt x="4904" y="5471"/>
                    </a:cubicBezTo>
                    <a:lnTo>
                      <a:pt x="4938" y="5471"/>
                    </a:lnTo>
                    <a:cubicBezTo>
                      <a:pt x="4971" y="5438"/>
                      <a:pt x="4971" y="5438"/>
                      <a:pt x="4971" y="5405"/>
                    </a:cubicBezTo>
                    <a:cubicBezTo>
                      <a:pt x="4537" y="4137"/>
                      <a:pt x="4070" y="2970"/>
                      <a:pt x="3537" y="1936"/>
                    </a:cubicBezTo>
                    <a:cubicBezTo>
                      <a:pt x="3403" y="1602"/>
                      <a:pt x="3203" y="1302"/>
                      <a:pt x="3036" y="968"/>
                    </a:cubicBezTo>
                    <a:lnTo>
                      <a:pt x="3003" y="968"/>
                    </a:lnTo>
                    <a:cubicBezTo>
                      <a:pt x="2903" y="935"/>
                      <a:pt x="2803" y="868"/>
                      <a:pt x="2703" y="835"/>
                    </a:cubicBezTo>
                    <a:cubicBezTo>
                      <a:pt x="2636" y="801"/>
                      <a:pt x="2536" y="735"/>
                      <a:pt x="2469" y="701"/>
                    </a:cubicBezTo>
                    <a:cubicBezTo>
                      <a:pt x="2102" y="568"/>
                      <a:pt x="1702" y="435"/>
                      <a:pt x="1335" y="334"/>
                    </a:cubicBezTo>
                    <a:cubicBezTo>
                      <a:pt x="1168" y="301"/>
                      <a:pt x="968" y="234"/>
                      <a:pt x="768" y="201"/>
                    </a:cubicBezTo>
                    <a:cubicBezTo>
                      <a:pt x="635" y="168"/>
                      <a:pt x="468" y="101"/>
                      <a:pt x="301" y="68"/>
                    </a:cubicBezTo>
                    <a:cubicBezTo>
                      <a:pt x="301" y="68"/>
                      <a:pt x="268" y="68"/>
                      <a:pt x="234" y="34"/>
                    </a:cubicBezTo>
                    <a:cubicBezTo>
                      <a:pt x="168" y="34"/>
                      <a:pt x="101" y="34"/>
                      <a:pt x="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9" name="Google Shape;13009;p39"/>
              <p:cNvSpPr/>
              <p:nvPr/>
            </p:nvSpPr>
            <p:spPr>
              <a:xfrm>
                <a:off x="7056400" y="2605350"/>
                <a:ext cx="100925" cy="154675"/>
              </a:xfrm>
              <a:custGeom>
                <a:rect b="b" l="l" r="r" t="t"/>
                <a:pathLst>
                  <a:path extrusionOk="0" h="6187" w="4037">
                    <a:moveTo>
                      <a:pt x="25" y="1"/>
                    </a:moveTo>
                    <a:cubicBezTo>
                      <a:pt x="15" y="1"/>
                      <a:pt x="0" y="16"/>
                      <a:pt x="0" y="16"/>
                    </a:cubicBezTo>
                    <a:cubicBezTo>
                      <a:pt x="0" y="16"/>
                      <a:pt x="0" y="49"/>
                      <a:pt x="0" y="49"/>
                    </a:cubicBezTo>
                    <a:cubicBezTo>
                      <a:pt x="534" y="1783"/>
                      <a:pt x="967" y="3685"/>
                      <a:pt x="1234" y="5620"/>
                    </a:cubicBezTo>
                    <a:cubicBezTo>
                      <a:pt x="1234" y="5620"/>
                      <a:pt x="1268" y="5653"/>
                      <a:pt x="1268" y="5653"/>
                    </a:cubicBezTo>
                    <a:cubicBezTo>
                      <a:pt x="1368" y="5653"/>
                      <a:pt x="1468" y="5653"/>
                      <a:pt x="1568" y="5686"/>
                    </a:cubicBezTo>
                    <a:lnTo>
                      <a:pt x="1668" y="5686"/>
                    </a:lnTo>
                    <a:cubicBezTo>
                      <a:pt x="1968" y="5753"/>
                      <a:pt x="2268" y="5786"/>
                      <a:pt x="2569" y="5853"/>
                    </a:cubicBezTo>
                    <a:cubicBezTo>
                      <a:pt x="3002" y="5953"/>
                      <a:pt x="3436" y="6053"/>
                      <a:pt x="4003" y="6187"/>
                    </a:cubicBezTo>
                    <a:lnTo>
                      <a:pt x="4036" y="6187"/>
                    </a:lnTo>
                    <a:cubicBezTo>
                      <a:pt x="4036" y="6153"/>
                      <a:pt x="4036" y="6153"/>
                      <a:pt x="4036" y="6153"/>
                    </a:cubicBezTo>
                    <a:cubicBezTo>
                      <a:pt x="3803" y="4285"/>
                      <a:pt x="3436" y="2484"/>
                      <a:pt x="2935" y="849"/>
                    </a:cubicBezTo>
                    <a:cubicBezTo>
                      <a:pt x="2935" y="816"/>
                      <a:pt x="2935" y="816"/>
                      <a:pt x="2902" y="816"/>
                    </a:cubicBezTo>
                    <a:cubicBezTo>
                      <a:pt x="2468" y="649"/>
                      <a:pt x="1968" y="516"/>
                      <a:pt x="1501" y="382"/>
                    </a:cubicBezTo>
                    <a:lnTo>
                      <a:pt x="1268" y="316"/>
                    </a:lnTo>
                    <a:cubicBezTo>
                      <a:pt x="934" y="249"/>
                      <a:pt x="634" y="149"/>
                      <a:pt x="300" y="82"/>
                    </a:cubicBezTo>
                    <a:cubicBezTo>
                      <a:pt x="267" y="49"/>
                      <a:pt x="234" y="49"/>
                      <a:pt x="200" y="49"/>
                    </a:cubicBezTo>
                    <a:cubicBezTo>
                      <a:pt x="133" y="16"/>
                      <a:pt x="100" y="16"/>
                      <a:pt x="33" y="16"/>
                    </a:cubicBezTo>
                    <a:cubicBezTo>
                      <a:pt x="33" y="4"/>
                      <a:pt x="30" y="1"/>
                      <a:pt x="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0" name="Google Shape;13010;p39"/>
              <p:cNvSpPr/>
              <p:nvPr/>
            </p:nvSpPr>
            <p:spPr>
              <a:xfrm>
                <a:off x="7088900" y="2753325"/>
                <a:ext cx="77600" cy="184325"/>
              </a:xfrm>
              <a:custGeom>
                <a:rect b="b" l="l" r="r" t="t"/>
                <a:pathLst>
                  <a:path extrusionOk="0" h="7373" w="3104">
                    <a:moveTo>
                      <a:pt x="1" y="1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168" y="1368"/>
                      <a:pt x="268" y="2769"/>
                      <a:pt x="335" y="4104"/>
                    </a:cubicBezTo>
                    <a:cubicBezTo>
                      <a:pt x="368" y="5204"/>
                      <a:pt x="335" y="6305"/>
                      <a:pt x="301" y="7339"/>
                    </a:cubicBezTo>
                    <a:cubicBezTo>
                      <a:pt x="301" y="7373"/>
                      <a:pt x="301" y="7373"/>
                      <a:pt x="301" y="7373"/>
                    </a:cubicBezTo>
                    <a:lnTo>
                      <a:pt x="368" y="7373"/>
                    </a:lnTo>
                    <a:cubicBezTo>
                      <a:pt x="601" y="7339"/>
                      <a:pt x="835" y="7339"/>
                      <a:pt x="1102" y="7339"/>
                    </a:cubicBezTo>
                    <a:cubicBezTo>
                      <a:pt x="1235" y="7306"/>
                      <a:pt x="1369" y="7306"/>
                      <a:pt x="1502" y="7306"/>
                    </a:cubicBezTo>
                    <a:cubicBezTo>
                      <a:pt x="1602" y="7306"/>
                      <a:pt x="1669" y="7306"/>
                      <a:pt x="1769" y="7273"/>
                    </a:cubicBezTo>
                    <a:cubicBezTo>
                      <a:pt x="2002" y="7273"/>
                      <a:pt x="2236" y="7239"/>
                      <a:pt x="2436" y="7239"/>
                    </a:cubicBezTo>
                    <a:cubicBezTo>
                      <a:pt x="2503" y="7206"/>
                      <a:pt x="2536" y="7206"/>
                      <a:pt x="2603" y="7206"/>
                    </a:cubicBezTo>
                    <a:cubicBezTo>
                      <a:pt x="2736" y="7173"/>
                      <a:pt x="2870" y="7139"/>
                      <a:pt x="3003" y="7139"/>
                    </a:cubicBezTo>
                    <a:cubicBezTo>
                      <a:pt x="3036" y="7139"/>
                      <a:pt x="3036" y="7139"/>
                      <a:pt x="3036" y="7106"/>
                    </a:cubicBezTo>
                    <a:cubicBezTo>
                      <a:pt x="3103" y="5972"/>
                      <a:pt x="3103" y="4804"/>
                      <a:pt x="3036" y="3670"/>
                    </a:cubicBezTo>
                    <a:cubicBezTo>
                      <a:pt x="3003" y="2669"/>
                      <a:pt x="2936" y="1669"/>
                      <a:pt x="2803" y="701"/>
                    </a:cubicBezTo>
                    <a:cubicBezTo>
                      <a:pt x="2803" y="668"/>
                      <a:pt x="2803" y="668"/>
                      <a:pt x="2770" y="668"/>
                    </a:cubicBezTo>
                    <a:cubicBezTo>
                      <a:pt x="2770" y="635"/>
                      <a:pt x="2770" y="635"/>
                      <a:pt x="2736" y="635"/>
                    </a:cubicBezTo>
                    <a:lnTo>
                      <a:pt x="2703" y="635"/>
                    </a:lnTo>
                    <a:cubicBezTo>
                      <a:pt x="2703" y="601"/>
                      <a:pt x="2703" y="601"/>
                      <a:pt x="2703" y="601"/>
                    </a:cubicBezTo>
                    <a:cubicBezTo>
                      <a:pt x="2236" y="501"/>
                      <a:pt x="1736" y="368"/>
                      <a:pt x="1202" y="234"/>
                    </a:cubicBezTo>
                    <a:cubicBezTo>
                      <a:pt x="968" y="201"/>
                      <a:pt x="768" y="168"/>
                      <a:pt x="535" y="101"/>
                    </a:cubicBezTo>
                    <a:lnTo>
                      <a:pt x="368" y="67"/>
                    </a:lnTo>
                    <a:cubicBezTo>
                      <a:pt x="335" y="67"/>
                      <a:pt x="268" y="67"/>
                      <a:pt x="234" y="34"/>
                    </a:cubicBezTo>
                    <a:cubicBezTo>
                      <a:pt x="168" y="34"/>
                      <a:pt x="101" y="34"/>
                      <a:pt x="34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1" name="Google Shape;13011;p39"/>
              <p:cNvSpPr/>
              <p:nvPr/>
            </p:nvSpPr>
            <p:spPr>
              <a:xfrm>
                <a:off x="7070575" y="2940125"/>
                <a:ext cx="94250" cy="177650"/>
              </a:xfrm>
              <a:custGeom>
                <a:rect b="b" l="l" r="r" t="t"/>
                <a:pathLst>
                  <a:path extrusionOk="0" h="7106" w="3770">
                    <a:moveTo>
                      <a:pt x="3703" y="1"/>
                    </a:moveTo>
                    <a:cubicBezTo>
                      <a:pt x="3603" y="34"/>
                      <a:pt x="3503" y="34"/>
                      <a:pt x="3403" y="67"/>
                    </a:cubicBezTo>
                    <a:lnTo>
                      <a:pt x="3236" y="67"/>
                    </a:lnTo>
                    <a:cubicBezTo>
                      <a:pt x="3169" y="67"/>
                      <a:pt x="3069" y="67"/>
                      <a:pt x="3002" y="101"/>
                    </a:cubicBezTo>
                    <a:cubicBezTo>
                      <a:pt x="2769" y="134"/>
                      <a:pt x="2535" y="134"/>
                      <a:pt x="2302" y="168"/>
                    </a:cubicBezTo>
                    <a:cubicBezTo>
                      <a:pt x="2235" y="168"/>
                      <a:pt x="2135" y="168"/>
                      <a:pt x="2002" y="201"/>
                    </a:cubicBezTo>
                    <a:cubicBezTo>
                      <a:pt x="1789" y="224"/>
                      <a:pt x="1560" y="248"/>
                      <a:pt x="1338" y="248"/>
                    </a:cubicBezTo>
                    <a:cubicBezTo>
                      <a:pt x="1246" y="248"/>
                      <a:pt x="1155" y="244"/>
                      <a:pt x="1068" y="234"/>
                    </a:cubicBezTo>
                    <a:lnTo>
                      <a:pt x="1034" y="234"/>
                    </a:lnTo>
                    <a:cubicBezTo>
                      <a:pt x="1034" y="234"/>
                      <a:pt x="1001" y="234"/>
                      <a:pt x="1001" y="268"/>
                    </a:cubicBezTo>
                    <a:cubicBezTo>
                      <a:pt x="867" y="2636"/>
                      <a:pt x="534" y="4938"/>
                      <a:pt x="0" y="7072"/>
                    </a:cubicBezTo>
                    <a:cubicBezTo>
                      <a:pt x="0" y="7072"/>
                      <a:pt x="0" y="7106"/>
                      <a:pt x="0" y="7106"/>
                    </a:cubicBezTo>
                    <a:lnTo>
                      <a:pt x="33" y="7106"/>
                    </a:lnTo>
                    <a:cubicBezTo>
                      <a:pt x="267" y="7072"/>
                      <a:pt x="500" y="7039"/>
                      <a:pt x="734" y="7006"/>
                    </a:cubicBezTo>
                    <a:cubicBezTo>
                      <a:pt x="901" y="7006"/>
                      <a:pt x="1068" y="6972"/>
                      <a:pt x="1201" y="6939"/>
                    </a:cubicBezTo>
                    <a:cubicBezTo>
                      <a:pt x="1468" y="6906"/>
                      <a:pt x="1701" y="6839"/>
                      <a:pt x="1968" y="6806"/>
                    </a:cubicBezTo>
                    <a:cubicBezTo>
                      <a:pt x="2202" y="6739"/>
                      <a:pt x="2469" y="6672"/>
                      <a:pt x="2735" y="6639"/>
                    </a:cubicBezTo>
                    <a:cubicBezTo>
                      <a:pt x="2735" y="6639"/>
                      <a:pt x="2769" y="6605"/>
                      <a:pt x="2769" y="6605"/>
                    </a:cubicBezTo>
                    <a:cubicBezTo>
                      <a:pt x="3302" y="4604"/>
                      <a:pt x="3636" y="2402"/>
                      <a:pt x="3769" y="67"/>
                    </a:cubicBezTo>
                    <a:cubicBezTo>
                      <a:pt x="3769" y="34"/>
                      <a:pt x="3769" y="34"/>
                      <a:pt x="3736" y="34"/>
                    </a:cubicBezTo>
                    <a:cubicBezTo>
                      <a:pt x="3736" y="1"/>
                      <a:pt x="3736" y="1"/>
                      <a:pt x="3703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2" name="Google Shape;13012;p39"/>
              <p:cNvSpPr/>
              <p:nvPr/>
            </p:nvSpPr>
            <p:spPr>
              <a:xfrm>
                <a:off x="6990500" y="3270000"/>
                <a:ext cx="64250" cy="34575"/>
              </a:xfrm>
              <a:custGeom>
                <a:rect b="b" l="l" r="r" t="t"/>
                <a:pathLst>
                  <a:path extrusionOk="0" h="1383" w="2570">
                    <a:moveTo>
                      <a:pt x="2545" y="0"/>
                    </a:moveTo>
                    <a:cubicBezTo>
                      <a:pt x="2540" y="0"/>
                      <a:pt x="2536" y="4"/>
                      <a:pt x="2536" y="15"/>
                    </a:cubicBezTo>
                    <a:cubicBezTo>
                      <a:pt x="2336" y="49"/>
                      <a:pt x="2102" y="115"/>
                      <a:pt x="1902" y="149"/>
                    </a:cubicBezTo>
                    <a:cubicBezTo>
                      <a:pt x="1835" y="182"/>
                      <a:pt x="1769" y="182"/>
                      <a:pt x="1702" y="215"/>
                    </a:cubicBezTo>
                    <a:cubicBezTo>
                      <a:pt x="1446" y="267"/>
                      <a:pt x="1151" y="337"/>
                      <a:pt x="891" y="337"/>
                    </a:cubicBezTo>
                    <a:cubicBezTo>
                      <a:pt x="813" y="337"/>
                      <a:pt x="738" y="331"/>
                      <a:pt x="668" y="315"/>
                    </a:cubicBezTo>
                    <a:cubicBezTo>
                      <a:pt x="635" y="315"/>
                      <a:pt x="635" y="349"/>
                      <a:pt x="601" y="349"/>
                    </a:cubicBezTo>
                    <a:cubicBezTo>
                      <a:pt x="401" y="682"/>
                      <a:pt x="201" y="1016"/>
                      <a:pt x="1" y="1316"/>
                    </a:cubicBezTo>
                    <a:cubicBezTo>
                      <a:pt x="1" y="1316"/>
                      <a:pt x="1" y="1349"/>
                      <a:pt x="1" y="1349"/>
                    </a:cubicBezTo>
                    <a:cubicBezTo>
                      <a:pt x="1" y="1383"/>
                      <a:pt x="1" y="1383"/>
                      <a:pt x="34" y="1383"/>
                    </a:cubicBezTo>
                    <a:cubicBezTo>
                      <a:pt x="368" y="1283"/>
                      <a:pt x="668" y="1183"/>
                      <a:pt x="968" y="1083"/>
                    </a:cubicBezTo>
                    <a:lnTo>
                      <a:pt x="1002" y="1049"/>
                    </a:lnTo>
                    <a:cubicBezTo>
                      <a:pt x="1268" y="983"/>
                      <a:pt x="1502" y="849"/>
                      <a:pt x="1735" y="749"/>
                    </a:cubicBezTo>
                    <a:cubicBezTo>
                      <a:pt x="2002" y="549"/>
                      <a:pt x="2302" y="315"/>
                      <a:pt x="2569" y="82"/>
                    </a:cubicBezTo>
                    <a:cubicBezTo>
                      <a:pt x="2569" y="49"/>
                      <a:pt x="2569" y="49"/>
                      <a:pt x="2569" y="15"/>
                    </a:cubicBezTo>
                    <a:cubicBezTo>
                      <a:pt x="2569" y="15"/>
                      <a:pt x="2554" y="0"/>
                      <a:pt x="2545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3" name="Google Shape;13013;p39"/>
              <p:cNvSpPr/>
              <p:nvPr/>
            </p:nvSpPr>
            <p:spPr>
              <a:xfrm>
                <a:off x="7010525" y="3114875"/>
                <a:ext cx="125950" cy="156350"/>
              </a:xfrm>
              <a:custGeom>
                <a:rect b="b" l="l" r="r" t="t"/>
                <a:pathLst>
                  <a:path extrusionOk="0" h="6254" w="5038">
                    <a:moveTo>
                      <a:pt x="5013" y="1"/>
                    </a:moveTo>
                    <a:cubicBezTo>
                      <a:pt x="5008" y="1"/>
                      <a:pt x="5004" y="5"/>
                      <a:pt x="5004" y="16"/>
                    </a:cubicBezTo>
                    <a:cubicBezTo>
                      <a:pt x="4604" y="116"/>
                      <a:pt x="4203" y="183"/>
                      <a:pt x="3803" y="249"/>
                    </a:cubicBezTo>
                    <a:lnTo>
                      <a:pt x="3636" y="283"/>
                    </a:lnTo>
                    <a:cubicBezTo>
                      <a:pt x="3503" y="283"/>
                      <a:pt x="3403" y="316"/>
                      <a:pt x="3303" y="349"/>
                    </a:cubicBezTo>
                    <a:cubicBezTo>
                      <a:pt x="3058" y="404"/>
                      <a:pt x="2768" y="458"/>
                      <a:pt x="2507" y="458"/>
                    </a:cubicBezTo>
                    <a:cubicBezTo>
                      <a:pt x="2448" y="458"/>
                      <a:pt x="2390" y="456"/>
                      <a:pt x="2335" y="449"/>
                    </a:cubicBezTo>
                    <a:cubicBezTo>
                      <a:pt x="2302" y="449"/>
                      <a:pt x="2302" y="483"/>
                      <a:pt x="2302" y="483"/>
                    </a:cubicBezTo>
                    <a:cubicBezTo>
                      <a:pt x="1835" y="2184"/>
                      <a:pt x="1268" y="3752"/>
                      <a:pt x="567" y="5153"/>
                    </a:cubicBezTo>
                    <a:cubicBezTo>
                      <a:pt x="401" y="5486"/>
                      <a:pt x="201" y="5853"/>
                      <a:pt x="34" y="6187"/>
                    </a:cubicBezTo>
                    <a:cubicBezTo>
                      <a:pt x="0" y="6220"/>
                      <a:pt x="0" y="6220"/>
                      <a:pt x="34" y="6254"/>
                    </a:cubicBezTo>
                    <a:lnTo>
                      <a:pt x="134" y="6254"/>
                    </a:lnTo>
                    <a:lnTo>
                      <a:pt x="334" y="6187"/>
                    </a:lnTo>
                    <a:cubicBezTo>
                      <a:pt x="567" y="6153"/>
                      <a:pt x="801" y="6120"/>
                      <a:pt x="1034" y="6053"/>
                    </a:cubicBezTo>
                    <a:cubicBezTo>
                      <a:pt x="1335" y="5987"/>
                      <a:pt x="1602" y="5920"/>
                      <a:pt x="1835" y="5820"/>
                    </a:cubicBezTo>
                    <a:cubicBezTo>
                      <a:pt x="1868" y="5820"/>
                      <a:pt x="1935" y="5787"/>
                      <a:pt x="1968" y="5787"/>
                    </a:cubicBezTo>
                    <a:cubicBezTo>
                      <a:pt x="2069" y="5753"/>
                      <a:pt x="2169" y="5720"/>
                      <a:pt x="2269" y="5720"/>
                    </a:cubicBezTo>
                    <a:cubicBezTo>
                      <a:pt x="2269" y="5720"/>
                      <a:pt x="2302" y="5720"/>
                      <a:pt x="2302" y="5686"/>
                    </a:cubicBezTo>
                    <a:cubicBezTo>
                      <a:pt x="3069" y="4786"/>
                      <a:pt x="3736" y="3618"/>
                      <a:pt x="4337" y="2151"/>
                    </a:cubicBezTo>
                    <a:cubicBezTo>
                      <a:pt x="4604" y="1517"/>
                      <a:pt x="4837" y="783"/>
                      <a:pt x="5037" y="49"/>
                    </a:cubicBezTo>
                    <a:cubicBezTo>
                      <a:pt x="5037" y="49"/>
                      <a:pt x="5037" y="16"/>
                      <a:pt x="5037" y="16"/>
                    </a:cubicBezTo>
                    <a:cubicBezTo>
                      <a:pt x="5037" y="16"/>
                      <a:pt x="5022" y="1"/>
                      <a:pt x="5013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4" name="Google Shape;13014;p39"/>
              <p:cNvSpPr/>
              <p:nvPr/>
            </p:nvSpPr>
            <p:spPr>
              <a:xfrm>
                <a:off x="6943800" y="3306225"/>
                <a:ext cx="109275" cy="192675"/>
              </a:xfrm>
              <a:custGeom>
                <a:rect b="b" l="l" r="r" t="t"/>
                <a:pathLst>
                  <a:path extrusionOk="0" h="7707" w="4371">
                    <a:moveTo>
                      <a:pt x="2836" y="1"/>
                    </a:moveTo>
                    <a:cubicBezTo>
                      <a:pt x="2436" y="167"/>
                      <a:pt x="1969" y="301"/>
                      <a:pt x="1569" y="301"/>
                    </a:cubicBezTo>
                    <a:cubicBezTo>
                      <a:pt x="1569" y="301"/>
                      <a:pt x="1535" y="301"/>
                      <a:pt x="1535" y="334"/>
                    </a:cubicBezTo>
                    <a:lnTo>
                      <a:pt x="1469" y="401"/>
                    </a:lnTo>
                    <a:cubicBezTo>
                      <a:pt x="1168" y="834"/>
                      <a:pt x="868" y="1268"/>
                      <a:pt x="401" y="1535"/>
                    </a:cubicBezTo>
                    <a:cubicBezTo>
                      <a:pt x="301" y="1602"/>
                      <a:pt x="168" y="1668"/>
                      <a:pt x="34" y="1735"/>
                    </a:cubicBezTo>
                    <a:cubicBezTo>
                      <a:pt x="1" y="1735"/>
                      <a:pt x="1" y="1769"/>
                      <a:pt x="1" y="1769"/>
                    </a:cubicBezTo>
                    <a:cubicBezTo>
                      <a:pt x="134" y="2336"/>
                      <a:pt x="234" y="2869"/>
                      <a:pt x="334" y="3336"/>
                    </a:cubicBezTo>
                    <a:cubicBezTo>
                      <a:pt x="635" y="4704"/>
                      <a:pt x="901" y="6138"/>
                      <a:pt x="1135" y="7673"/>
                    </a:cubicBezTo>
                    <a:cubicBezTo>
                      <a:pt x="1135" y="7706"/>
                      <a:pt x="1135" y="7706"/>
                      <a:pt x="1168" y="7706"/>
                    </a:cubicBezTo>
                    <a:lnTo>
                      <a:pt x="1202" y="7706"/>
                    </a:lnTo>
                    <a:cubicBezTo>
                      <a:pt x="1268" y="7706"/>
                      <a:pt x="1368" y="7706"/>
                      <a:pt x="1469" y="7673"/>
                    </a:cubicBezTo>
                    <a:lnTo>
                      <a:pt x="1635" y="7673"/>
                    </a:lnTo>
                    <a:cubicBezTo>
                      <a:pt x="1969" y="7606"/>
                      <a:pt x="2302" y="7573"/>
                      <a:pt x="2669" y="7506"/>
                    </a:cubicBezTo>
                    <a:cubicBezTo>
                      <a:pt x="3036" y="7406"/>
                      <a:pt x="3370" y="7339"/>
                      <a:pt x="3670" y="7272"/>
                    </a:cubicBezTo>
                    <a:cubicBezTo>
                      <a:pt x="3770" y="7272"/>
                      <a:pt x="3837" y="7239"/>
                      <a:pt x="3937" y="7206"/>
                    </a:cubicBezTo>
                    <a:cubicBezTo>
                      <a:pt x="4070" y="7172"/>
                      <a:pt x="4204" y="7139"/>
                      <a:pt x="4337" y="7106"/>
                    </a:cubicBezTo>
                    <a:cubicBezTo>
                      <a:pt x="4371" y="7072"/>
                      <a:pt x="4371" y="7072"/>
                      <a:pt x="4371" y="7072"/>
                    </a:cubicBezTo>
                    <a:cubicBezTo>
                      <a:pt x="4271" y="6672"/>
                      <a:pt x="4204" y="6238"/>
                      <a:pt x="4137" y="5838"/>
                    </a:cubicBezTo>
                    <a:cubicBezTo>
                      <a:pt x="4070" y="5605"/>
                      <a:pt x="4037" y="5371"/>
                      <a:pt x="4004" y="5138"/>
                    </a:cubicBezTo>
                    <a:cubicBezTo>
                      <a:pt x="3837" y="4370"/>
                      <a:pt x="3670" y="3570"/>
                      <a:pt x="3503" y="2769"/>
                    </a:cubicBezTo>
                    <a:cubicBezTo>
                      <a:pt x="3337" y="2035"/>
                      <a:pt x="3170" y="1301"/>
                      <a:pt x="3003" y="601"/>
                    </a:cubicBezTo>
                    <a:lnTo>
                      <a:pt x="2870" y="34"/>
                    </a:lnTo>
                    <a:cubicBezTo>
                      <a:pt x="2870" y="34"/>
                      <a:pt x="2870" y="1"/>
                      <a:pt x="2870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5" name="Google Shape;13015;p39"/>
              <p:cNvSpPr/>
              <p:nvPr/>
            </p:nvSpPr>
            <p:spPr>
              <a:xfrm>
                <a:off x="6789525" y="3353750"/>
                <a:ext cx="173500" cy="143475"/>
              </a:xfrm>
              <a:custGeom>
                <a:rect b="b" l="l" r="r" t="t"/>
                <a:pathLst>
                  <a:path extrusionOk="0" h="5739" w="6940">
                    <a:moveTo>
                      <a:pt x="5772" y="1"/>
                    </a:moveTo>
                    <a:cubicBezTo>
                      <a:pt x="5571" y="68"/>
                      <a:pt x="5338" y="134"/>
                      <a:pt x="5138" y="234"/>
                    </a:cubicBezTo>
                    <a:cubicBezTo>
                      <a:pt x="4971" y="268"/>
                      <a:pt x="4804" y="335"/>
                      <a:pt x="4637" y="368"/>
                    </a:cubicBezTo>
                    <a:cubicBezTo>
                      <a:pt x="4037" y="601"/>
                      <a:pt x="3203" y="868"/>
                      <a:pt x="2402" y="1135"/>
                    </a:cubicBezTo>
                    <a:cubicBezTo>
                      <a:pt x="2269" y="1168"/>
                      <a:pt x="2136" y="1202"/>
                      <a:pt x="2002" y="1235"/>
                    </a:cubicBezTo>
                    <a:cubicBezTo>
                      <a:pt x="1635" y="1369"/>
                      <a:pt x="1235" y="1502"/>
                      <a:pt x="868" y="1535"/>
                    </a:cubicBezTo>
                    <a:cubicBezTo>
                      <a:pt x="735" y="1535"/>
                      <a:pt x="368" y="1535"/>
                      <a:pt x="34" y="1469"/>
                    </a:cubicBezTo>
                    <a:cubicBezTo>
                      <a:pt x="34" y="1458"/>
                      <a:pt x="30" y="1454"/>
                      <a:pt x="25" y="1454"/>
                    </a:cubicBezTo>
                    <a:cubicBezTo>
                      <a:pt x="16" y="1454"/>
                      <a:pt x="1" y="1469"/>
                      <a:pt x="1" y="1469"/>
                    </a:cubicBezTo>
                    <a:cubicBezTo>
                      <a:pt x="1" y="1469"/>
                      <a:pt x="1" y="1502"/>
                      <a:pt x="1" y="1502"/>
                    </a:cubicBezTo>
                    <a:cubicBezTo>
                      <a:pt x="401" y="2169"/>
                      <a:pt x="668" y="2936"/>
                      <a:pt x="801" y="3737"/>
                    </a:cubicBezTo>
                    <a:cubicBezTo>
                      <a:pt x="835" y="3937"/>
                      <a:pt x="901" y="3970"/>
                      <a:pt x="1035" y="4004"/>
                    </a:cubicBezTo>
                    <a:cubicBezTo>
                      <a:pt x="1902" y="4237"/>
                      <a:pt x="2803" y="4504"/>
                      <a:pt x="3637" y="4738"/>
                    </a:cubicBezTo>
                    <a:cubicBezTo>
                      <a:pt x="3803" y="4804"/>
                      <a:pt x="3970" y="4838"/>
                      <a:pt x="4137" y="4904"/>
                    </a:cubicBezTo>
                    <a:cubicBezTo>
                      <a:pt x="4237" y="4938"/>
                      <a:pt x="4337" y="4971"/>
                      <a:pt x="4437" y="5005"/>
                    </a:cubicBezTo>
                    <a:lnTo>
                      <a:pt x="4537" y="5038"/>
                    </a:lnTo>
                    <a:cubicBezTo>
                      <a:pt x="5338" y="5271"/>
                      <a:pt x="6105" y="5505"/>
                      <a:pt x="6872" y="5738"/>
                    </a:cubicBezTo>
                    <a:lnTo>
                      <a:pt x="6939" y="5738"/>
                    </a:lnTo>
                    <a:cubicBezTo>
                      <a:pt x="6939" y="5705"/>
                      <a:pt x="6939" y="5705"/>
                      <a:pt x="6939" y="5705"/>
                    </a:cubicBezTo>
                    <a:cubicBezTo>
                      <a:pt x="6772" y="4938"/>
                      <a:pt x="6639" y="4171"/>
                      <a:pt x="6505" y="3437"/>
                    </a:cubicBezTo>
                    <a:cubicBezTo>
                      <a:pt x="6405" y="2803"/>
                      <a:pt x="6272" y="2169"/>
                      <a:pt x="6138" y="1502"/>
                    </a:cubicBezTo>
                    <a:cubicBezTo>
                      <a:pt x="6038" y="1068"/>
                      <a:pt x="5972" y="601"/>
                      <a:pt x="5838" y="34"/>
                    </a:cubicBezTo>
                    <a:cubicBezTo>
                      <a:pt x="5838" y="34"/>
                      <a:pt x="5838" y="1"/>
                      <a:pt x="5805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6" name="Google Shape;13016;p39"/>
              <p:cNvSpPr/>
              <p:nvPr/>
            </p:nvSpPr>
            <p:spPr>
              <a:xfrm>
                <a:off x="6329200" y="3430475"/>
                <a:ext cx="97600" cy="146800"/>
              </a:xfrm>
              <a:custGeom>
                <a:rect b="b" l="l" r="r" t="t"/>
                <a:pathLst>
                  <a:path extrusionOk="0" h="5872" w="3904">
                    <a:moveTo>
                      <a:pt x="67" y="1"/>
                    </a:moveTo>
                    <a:cubicBezTo>
                      <a:pt x="34" y="1"/>
                      <a:pt x="34" y="1"/>
                      <a:pt x="34" y="34"/>
                    </a:cubicBezTo>
                    <a:cubicBezTo>
                      <a:pt x="1" y="34"/>
                      <a:pt x="1" y="34"/>
                      <a:pt x="1" y="68"/>
                    </a:cubicBezTo>
                    <a:cubicBezTo>
                      <a:pt x="67" y="568"/>
                      <a:pt x="134" y="1002"/>
                      <a:pt x="201" y="1435"/>
                    </a:cubicBezTo>
                    <a:cubicBezTo>
                      <a:pt x="368" y="2836"/>
                      <a:pt x="534" y="4271"/>
                      <a:pt x="634" y="5838"/>
                    </a:cubicBezTo>
                    <a:cubicBezTo>
                      <a:pt x="634" y="5838"/>
                      <a:pt x="668" y="5838"/>
                      <a:pt x="668" y="5872"/>
                    </a:cubicBezTo>
                    <a:lnTo>
                      <a:pt x="701" y="5872"/>
                    </a:lnTo>
                    <a:cubicBezTo>
                      <a:pt x="801" y="5872"/>
                      <a:pt x="868" y="5872"/>
                      <a:pt x="968" y="5838"/>
                    </a:cubicBezTo>
                    <a:lnTo>
                      <a:pt x="1135" y="5838"/>
                    </a:lnTo>
                    <a:cubicBezTo>
                      <a:pt x="1468" y="5838"/>
                      <a:pt x="1802" y="5805"/>
                      <a:pt x="2169" y="5772"/>
                    </a:cubicBezTo>
                    <a:cubicBezTo>
                      <a:pt x="2536" y="5705"/>
                      <a:pt x="2869" y="5672"/>
                      <a:pt x="3203" y="5605"/>
                    </a:cubicBezTo>
                    <a:cubicBezTo>
                      <a:pt x="3303" y="5605"/>
                      <a:pt x="3370" y="5605"/>
                      <a:pt x="3470" y="5571"/>
                    </a:cubicBezTo>
                    <a:cubicBezTo>
                      <a:pt x="3603" y="5538"/>
                      <a:pt x="3737" y="5538"/>
                      <a:pt x="3870" y="5505"/>
                    </a:cubicBezTo>
                    <a:lnTo>
                      <a:pt x="3903" y="5505"/>
                    </a:lnTo>
                    <a:cubicBezTo>
                      <a:pt x="3903" y="5471"/>
                      <a:pt x="3903" y="5471"/>
                      <a:pt x="3903" y="5471"/>
                    </a:cubicBezTo>
                    <a:cubicBezTo>
                      <a:pt x="3837" y="5071"/>
                      <a:pt x="3803" y="4637"/>
                      <a:pt x="3770" y="4237"/>
                    </a:cubicBezTo>
                    <a:cubicBezTo>
                      <a:pt x="3737" y="4004"/>
                      <a:pt x="3737" y="3737"/>
                      <a:pt x="3703" y="3503"/>
                    </a:cubicBezTo>
                    <a:cubicBezTo>
                      <a:pt x="3603" y="2736"/>
                      <a:pt x="3503" y="1969"/>
                      <a:pt x="3403" y="1135"/>
                    </a:cubicBezTo>
                    <a:cubicBezTo>
                      <a:pt x="3370" y="868"/>
                      <a:pt x="3303" y="601"/>
                      <a:pt x="3270" y="334"/>
                    </a:cubicBezTo>
                    <a:cubicBezTo>
                      <a:pt x="3270" y="334"/>
                      <a:pt x="3270" y="301"/>
                      <a:pt x="3236" y="301"/>
                    </a:cubicBezTo>
                    <a:lnTo>
                      <a:pt x="3103" y="301"/>
                    </a:lnTo>
                    <a:cubicBezTo>
                      <a:pt x="2269" y="268"/>
                      <a:pt x="1468" y="201"/>
                      <a:pt x="734" y="101"/>
                    </a:cubicBezTo>
                    <a:cubicBezTo>
                      <a:pt x="634" y="68"/>
                      <a:pt x="501" y="68"/>
                      <a:pt x="401" y="68"/>
                    </a:cubicBezTo>
                    <a:cubicBezTo>
                      <a:pt x="301" y="34"/>
                      <a:pt x="167" y="34"/>
                      <a:pt x="67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7" name="Google Shape;13017;p39"/>
              <p:cNvSpPr/>
              <p:nvPr/>
            </p:nvSpPr>
            <p:spPr>
              <a:xfrm>
                <a:off x="6114875" y="3395450"/>
                <a:ext cx="221025" cy="179325"/>
              </a:xfrm>
              <a:custGeom>
                <a:rect b="b" l="l" r="r" t="t"/>
                <a:pathLst>
                  <a:path extrusionOk="0" h="7173" w="8841">
                    <a:moveTo>
                      <a:pt x="1" y="1"/>
                    </a:moveTo>
                    <a:cubicBezTo>
                      <a:pt x="1" y="34"/>
                      <a:pt x="1" y="68"/>
                      <a:pt x="34" y="68"/>
                    </a:cubicBezTo>
                    <a:cubicBezTo>
                      <a:pt x="801" y="434"/>
                      <a:pt x="1435" y="1068"/>
                      <a:pt x="1936" y="1835"/>
                    </a:cubicBezTo>
                    <a:cubicBezTo>
                      <a:pt x="2469" y="2669"/>
                      <a:pt x="2803" y="3637"/>
                      <a:pt x="2903" y="4704"/>
                    </a:cubicBezTo>
                    <a:cubicBezTo>
                      <a:pt x="2903" y="4871"/>
                      <a:pt x="2970" y="4904"/>
                      <a:pt x="3103" y="4971"/>
                    </a:cubicBezTo>
                    <a:cubicBezTo>
                      <a:pt x="3970" y="5271"/>
                      <a:pt x="4804" y="5605"/>
                      <a:pt x="5605" y="5905"/>
                    </a:cubicBezTo>
                    <a:lnTo>
                      <a:pt x="6105" y="6105"/>
                    </a:lnTo>
                    <a:cubicBezTo>
                      <a:pt x="6239" y="6172"/>
                      <a:pt x="6372" y="6205"/>
                      <a:pt x="6505" y="6272"/>
                    </a:cubicBezTo>
                    <a:cubicBezTo>
                      <a:pt x="7273" y="6572"/>
                      <a:pt x="8040" y="6872"/>
                      <a:pt x="8807" y="7139"/>
                    </a:cubicBezTo>
                    <a:cubicBezTo>
                      <a:pt x="8807" y="7173"/>
                      <a:pt x="8807" y="7173"/>
                      <a:pt x="8807" y="7173"/>
                    </a:cubicBezTo>
                    <a:cubicBezTo>
                      <a:pt x="8807" y="7173"/>
                      <a:pt x="8840" y="7139"/>
                      <a:pt x="8840" y="7139"/>
                    </a:cubicBezTo>
                    <a:cubicBezTo>
                      <a:pt x="8840" y="7139"/>
                      <a:pt x="8840" y="7139"/>
                      <a:pt x="8840" y="7106"/>
                    </a:cubicBezTo>
                    <a:cubicBezTo>
                      <a:pt x="8740" y="6372"/>
                      <a:pt x="8674" y="5571"/>
                      <a:pt x="8607" y="4838"/>
                    </a:cubicBezTo>
                    <a:cubicBezTo>
                      <a:pt x="8540" y="4204"/>
                      <a:pt x="8474" y="3537"/>
                      <a:pt x="8373" y="2903"/>
                    </a:cubicBezTo>
                    <a:cubicBezTo>
                      <a:pt x="8307" y="2369"/>
                      <a:pt x="8240" y="1869"/>
                      <a:pt x="8173" y="1368"/>
                    </a:cubicBezTo>
                    <a:cubicBezTo>
                      <a:pt x="8173" y="1368"/>
                      <a:pt x="8173" y="1335"/>
                      <a:pt x="8140" y="1335"/>
                    </a:cubicBezTo>
                    <a:cubicBezTo>
                      <a:pt x="7773" y="1268"/>
                      <a:pt x="7473" y="1202"/>
                      <a:pt x="7206" y="1102"/>
                    </a:cubicBezTo>
                    <a:lnTo>
                      <a:pt x="7173" y="1102"/>
                    </a:lnTo>
                    <a:cubicBezTo>
                      <a:pt x="6972" y="1235"/>
                      <a:pt x="6772" y="1335"/>
                      <a:pt x="6539" y="1368"/>
                    </a:cubicBezTo>
                    <a:cubicBezTo>
                      <a:pt x="6350" y="1397"/>
                      <a:pt x="6161" y="1409"/>
                      <a:pt x="5971" y="1409"/>
                    </a:cubicBezTo>
                    <a:cubicBezTo>
                      <a:pt x="5493" y="1409"/>
                      <a:pt x="5015" y="1331"/>
                      <a:pt x="4537" y="1235"/>
                    </a:cubicBezTo>
                    <a:cubicBezTo>
                      <a:pt x="4437" y="1235"/>
                      <a:pt x="4337" y="1202"/>
                      <a:pt x="4271" y="1202"/>
                    </a:cubicBezTo>
                    <a:cubicBezTo>
                      <a:pt x="3537" y="1068"/>
                      <a:pt x="2936" y="935"/>
                      <a:pt x="2369" y="801"/>
                    </a:cubicBezTo>
                    <a:cubicBezTo>
                      <a:pt x="2269" y="801"/>
                      <a:pt x="2169" y="768"/>
                      <a:pt x="2036" y="735"/>
                    </a:cubicBezTo>
                    <a:cubicBezTo>
                      <a:pt x="1602" y="668"/>
                      <a:pt x="1102" y="535"/>
                      <a:pt x="768" y="268"/>
                    </a:cubicBezTo>
                    <a:cubicBezTo>
                      <a:pt x="768" y="234"/>
                      <a:pt x="768" y="234"/>
                      <a:pt x="768" y="234"/>
                    </a:cubicBezTo>
                    <a:cubicBezTo>
                      <a:pt x="768" y="201"/>
                      <a:pt x="768" y="201"/>
                      <a:pt x="768" y="201"/>
                    </a:cubicBezTo>
                    <a:cubicBezTo>
                      <a:pt x="768" y="201"/>
                      <a:pt x="768" y="168"/>
                      <a:pt x="768" y="168"/>
                    </a:cubicBezTo>
                    <a:lnTo>
                      <a:pt x="735" y="168"/>
                    </a:lnTo>
                    <a:cubicBezTo>
                      <a:pt x="501" y="101"/>
                      <a:pt x="268" y="34"/>
                      <a:pt x="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8" name="Google Shape;13018;p39"/>
              <p:cNvSpPr/>
              <p:nvPr/>
            </p:nvSpPr>
            <p:spPr>
              <a:xfrm>
                <a:off x="5893900" y="3296225"/>
                <a:ext cx="185975" cy="155975"/>
              </a:xfrm>
              <a:custGeom>
                <a:rect b="b" l="l" r="r" t="t"/>
                <a:pathLst>
                  <a:path extrusionOk="0" h="6239" w="7439">
                    <a:moveTo>
                      <a:pt x="1268" y="0"/>
                    </a:moveTo>
                    <a:cubicBezTo>
                      <a:pt x="1234" y="34"/>
                      <a:pt x="1234" y="34"/>
                      <a:pt x="1234" y="34"/>
                    </a:cubicBezTo>
                    <a:cubicBezTo>
                      <a:pt x="1201" y="134"/>
                      <a:pt x="1168" y="234"/>
                      <a:pt x="1168" y="334"/>
                    </a:cubicBezTo>
                    <a:cubicBezTo>
                      <a:pt x="1134" y="401"/>
                      <a:pt x="1101" y="467"/>
                      <a:pt x="1101" y="567"/>
                    </a:cubicBezTo>
                    <a:cubicBezTo>
                      <a:pt x="968" y="1034"/>
                      <a:pt x="834" y="1535"/>
                      <a:pt x="701" y="2035"/>
                    </a:cubicBezTo>
                    <a:cubicBezTo>
                      <a:pt x="467" y="3002"/>
                      <a:pt x="200" y="4003"/>
                      <a:pt x="0" y="4837"/>
                    </a:cubicBezTo>
                    <a:cubicBezTo>
                      <a:pt x="0" y="4870"/>
                      <a:pt x="0" y="4870"/>
                      <a:pt x="0" y="4904"/>
                    </a:cubicBezTo>
                    <a:cubicBezTo>
                      <a:pt x="100" y="4904"/>
                      <a:pt x="167" y="4937"/>
                      <a:pt x="234" y="4971"/>
                    </a:cubicBezTo>
                    <a:cubicBezTo>
                      <a:pt x="367" y="5071"/>
                      <a:pt x="534" y="5104"/>
                      <a:pt x="667" y="5171"/>
                    </a:cubicBezTo>
                    <a:cubicBezTo>
                      <a:pt x="901" y="5271"/>
                      <a:pt x="1134" y="5371"/>
                      <a:pt x="1334" y="5471"/>
                    </a:cubicBezTo>
                    <a:cubicBezTo>
                      <a:pt x="1468" y="5504"/>
                      <a:pt x="1601" y="5571"/>
                      <a:pt x="1735" y="5638"/>
                    </a:cubicBezTo>
                    <a:lnTo>
                      <a:pt x="1801" y="5671"/>
                    </a:lnTo>
                    <a:cubicBezTo>
                      <a:pt x="2135" y="5804"/>
                      <a:pt x="2502" y="5938"/>
                      <a:pt x="2836" y="6105"/>
                    </a:cubicBezTo>
                    <a:cubicBezTo>
                      <a:pt x="2869" y="6105"/>
                      <a:pt x="2902" y="6138"/>
                      <a:pt x="2969" y="6138"/>
                    </a:cubicBezTo>
                    <a:cubicBezTo>
                      <a:pt x="3036" y="6171"/>
                      <a:pt x="3102" y="6205"/>
                      <a:pt x="3169" y="6238"/>
                    </a:cubicBezTo>
                    <a:lnTo>
                      <a:pt x="3202" y="6238"/>
                    </a:lnTo>
                    <a:cubicBezTo>
                      <a:pt x="3202" y="6238"/>
                      <a:pt x="3236" y="6205"/>
                      <a:pt x="3236" y="6205"/>
                    </a:cubicBezTo>
                    <a:cubicBezTo>
                      <a:pt x="3269" y="5938"/>
                      <a:pt x="3469" y="5638"/>
                      <a:pt x="3636" y="5438"/>
                    </a:cubicBezTo>
                    <a:lnTo>
                      <a:pt x="3669" y="5371"/>
                    </a:lnTo>
                    <a:cubicBezTo>
                      <a:pt x="3970" y="4937"/>
                      <a:pt x="4370" y="4537"/>
                      <a:pt x="4804" y="4270"/>
                    </a:cubicBezTo>
                    <a:cubicBezTo>
                      <a:pt x="5455" y="3826"/>
                      <a:pt x="6265" y="3592"/>
                      <a:pt x="7069" y="3592"/>
                    </a:cubicBezTo>
                    <a:cubicBezTo>
                      <a:pt x="7170" y="3592"/>
                      <a:pt x="7271" y="3595"/>
                      <a:pt x="7372" y="3603"/>
                    </a:cubicBezTo>
                    <a:cubicBezTo>
                      <a:pt x="7405" y="3603"/>
                      <a:pt x="7405" y="3603"/>
                      <a:pt x="7405" y="3570"/>
                    </a:cubicBezTo>
                    <a:cubicBezTo>
                      <a:pt x="7439" y="3570"/>
                      <a:pt x="7405" y="3536"/>
                      <a:pt x="7405" y="3536"/>
                    </a:cubicBezTo>
                    <a:cubicBezTo>
                      <a:pt x="7072" y="3436"/>
                      <a:pt x="6738" y="3303"/>
                      <a:pt x="6438" y="3203"/>
                    </a:cubicBezTo>
                    <a:lnTo>
                      <a:pt x="6305" y="3169"/>
                    </a:lnTo>
                    <a:cubicBezTo>
                      <a:pt x="5104" y="2736"/>
                      <a:pt x="3736" y="2235"/>
                      <a:pt x="2735" y="1401"/>
                    </a:cubicBezTo>
                    <a:cubicBezTo>
                      <a:pt x="2735" y="1401"/>
                      <a:pt x="2735" y="1368"/>
                      <a:pt x="2735" y="1368"/>
                    </a:cubicBezTo>
                    <a:cubicBezTo>
                      <a:pt x="2235" y="1034"/>
                      <a:pt x="1768" y="567"/>
                      <a:pt x="1301" y="34"/>
                    </a:cubicBezTo>
                    <a:cubicBezTo>
                      <a:pt x="1301" y="0"/>
                      <a:pt x="1268" y="0"/>
                      <a:pt x="1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9" name="Google Shape;13019;p39"/>
              <p:cNvSpPr/>
              <p:nvPr/>
            </p:nvSpPr>
            <p:spPr>
              <a:xfrm>
                <a:off x="5895550" y="3174475"/>
                <a:ext cx="31725" cy="70900"/>
              </a:xfrm>
              <a:custGeom>
                <a:rect b="b" l="l" r="r" t="t"/>
                <a:pathLst>
                  <a:path extrusionOk="0" h="2836" w="1269">
                    <a:moveTo>
                      <a:pt x="1202" y="0"/>
                    </a:moveTo>
                    <a:cubicBezTo>
                      <a:pt x="1006" y="39"/>
                      <a:pt x="788" y="55"/>
                      <a:pt x="560" y="55"/>
                    </a:cubicBezTo>
                    <a:cubicBezTo>
                      <a:pt x="399" y="55"/>
                      <a:pt x="233" y="47"/>
                      <a:pt x="68" y="33"/>
                    </a:cubicBezTo>
                    <a:lnTo>
                      <a:pt x="34" y="33"/>
                    </a:lnTo>
                    <a:cubicBezTo>
                      <a:pt x="34" y="33"/>
                      <a:pt x="34" y="33"/>
                      <a:pt x="34" y="67"/>
                    </a:cubicBezTo>
                    <a:lnTo>
                      <a:pt x="34" y="1568"/>
                    </a:lnTo>
                    <a:cubicBezTo>
                      <a:pt x="34" y="1635"/>
                      <a:pt x="34" y="1735"/>
                      <a:pt x="34" y="1835"/>
                    </a:cubicBezTo>
                    <a:cubicBezTo>
                      <a:pt x="1" y="2035"/>
                      <a:pt x="1" y="2235"/>
                      <a:pt x="34" y="2435"/>
                    </a:cubicBezTo>
                    <a:cubicBezTo>
                      <a:pt x="101" y="2702"/>
                      <a:pt x="301" y="2835"/>
                      <a:pt x="601" y="2835"/>
                    </a:cubicBezTo>
                    <a:lnTo>
                      <a:pt x="701" y="2835"/>
                    </a:lnTo>
                    <a:cubicBezTo>
                      <a:pt x="902" y="2802"/>
                      <a:pt x="1135" y="2702"/>
                      <a:pt x="1168" y="2435"/>
                    </a:cubicBezTo>
                    <a:cubicBezTo>
                      <a:pt x="1235" y="1768"/>
                      <a:pt x="1235" y="1068"/>
                      <a:pt x="1235" y="467"/>
                    </a:cubicBezTo>
                    <a:cubicBezTo>
                      <a:pt x="1235" y="334"/>
                      <a:pt x="1235" y="167"/>
                      <a:pt x="1268" y="33"/>
                    </a:cubicBezTo>
                    <a:cubicBezTo>
                      <a:pt x="1268" y="33"/>
                      <a:pt x="1268" y="0"/>
                      <a:pt x="1235" y="0"/>
                    </a:cubicBezTo>
                    <a:close/>
                  </a:path>
                </a:pathLst>
              </a:custGeom>
              <a:solidFill>
                <a:srgbClr val="C7AA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0" name="Google Shape;13020;p39"/>
              <p:cNvSpPr/>
              <p:nvPr/>
            </p:nvSpPr>
            <p:spPr>
              <a:xfrm>
                <a:off x="5895550" y="2989625"/>
                <a:ext cx="52575" cy="55600"/>
              </a:xfrm>
              <a:custGeom>
                <a:rect b="b" l="l" r="r" t="t"/>
                <a:pathLst>
                  <a:path extrusionOk="0" h="2224" w="2103">
                    <a:moveTo>
                      <a:pt x="676" y="0"/>
                    </a:moveTo>
                    <a:cubicBezTo>
                      <a:pt x="553" y="0"/>
                      <a:pt x="432" y="16"/>
                      <a:pt x="334" y="56"/>
                    </a:cubicBezTo>
                    <a:cubicBezTo>
                      <a:pt x="1" y="189"/>
                      <a:pt x="101" y="589"/>
                      <a:pt x="168" y="889"/>
                    </a:cubicBezTo>
                    <a:cubicBezTo>
                      <a:pt x="201" y="923"/>
                      <a:pt x="201" y="956"/>
                      <a:pt x="201" y="990"/>
                    </a:cubicBezTo>
                    <a:cubicBezTo>
                      <a:pt x="268" y="1223"/>
                      <a:pt x="368" y="1457"/>
                      <a:pt x="468" y="1690"/>
                    </a:cubicBezTo>
                    <a:cubicBezTo>
                      <a:pt x="501" y="1857"/>
                      <a:pt x="568" y="1990"/>
                      <a:pt x="635" y="2157"/>
                    </a:cubicBezTo>
                    <a:cubicBezTo>
                      <a:pt x="635" y="2157"/>
                      <a:pt x="635" y="2190"/>
                      <a:pt x="668" y="2190"/>
                    </a:cubicBezTo>
                    <a:lnTo>
                      <a:pt x="768" y="2190"/>
                    </a:lnTo>
                    <a:cubicBezTo>
                      <a:pt x="935" y="2190"/>
                      <a:pt x="1168" y="2190"/>
                      <a:pt x="1369" y="2224"/>
                    </a:cubicBezTo>
                    <a:cubicBezTo>
                      <a:pt x="1402" y="2224"/>
                      <a:pt x="1402" y="2190"/>
                      <a:pt x="1402" y="2190"/>
                    </a:cubicBezTo>
                    <a:cubicBezTo>
                      <a:pt x="1469" y="2090"/>
                      <a:pt x="1502" y="1957"/>
                      <a:pt x="1569" y="1857"/>
                    </a:cubicBezTo>
                    <a:cubicBezTo>
                      <a:pt x="1669" y="1657"/>
                      <a:pt x="1769" y="1423"/>
                      <a:pt x="1836" y="1156"/>
                    </a:cubicBezTo>
                    <a:cubicBezTo>
                      <a:pt x="1936" y="956"/>
                      <a:pt x="2102" y="422"/>
                      <a:pt x="1769" y="156"/>
                    </a:cubicBezTo>
                    <a:cubicBezTo>
                      <a:pt x="1602" y="22"/>
                      <a:pt x="1335" y="22"/>
                      <a:pt x="1102" y="22"/>
                    </a:cubicBezTo>
                    <a:lnTo>
                      <a:pt x="935" y="22"/>
                    </a:lnTo>
                    <a:cubicBezTo>
                      <a:pt x="852" y="8"/>
                      <a:pt x="763" y="0"/>
                      <a:pt x="676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1" name="Google Shape;13021;p39"/>
              <p:cNvSpPr/>
              <p:nvPr/>
            </p:nvSpPr>
            <p:spPr>
              <a:xfrm>
                <a:off x="5863875" y="3053225"/>
                <a:ext cx="107600" cy="112925"/>
              </a:xfrm>
              <a:custGeom>
                <a:rect b="b" l="l" r="r" t="t"/>
                <a:pathLst>
                  <a:path extrusionOk="0" h="4517" w="4304">
                    <a:moveTo>
                      <a:pt x="1921" y="1"/>
                    </a:moveTo>
                    <a:cubicBezTo>
                      <a:pt x="1756" y="1"/>
                      <a:pt x="1593" y="5"/>
                      <a:pt x="1435" y="13"/>
                    </a:cubicBezTo>
                    <a:cubicBezTo>
                      <a:pt x="1134" y="13"/>
                      <a:pt x="768" y="47"/>
                      <a:pt x="501" y="314"/>
                    </a:cubicBezTo>
                    <a:cubicBezTo>
                      <a:pt x="267" y="547"/>
                      <a:pt x="167" y="947"/>
                      <a:pt x="100" y="1281"/>
                    </a:cubicBezTo>
                    <a:cubicBezTo>
                      <a:pt x="0" y="1948"/>
                      <a:pt x="34" y="2682"/>
                      <a:pt x="267" y="3382"/>
                    </a:cubicBezTo>
                    <a:cubicBezTo>
                      <a:pt x="334" y="3649"/>
                      <a:pt x="501" y="4150"/>
                      <a:pt x="801" y="4350"/>
                    </a:cubicBezTo>
                    <a:cubicBezTo>
                      <a:pt x="1068" y="4483"/>
                      <a:pt x="1401" y="4517"/>
                      <a:pt x="1668" y="4517"/>
                    </a:cubicBezTo>
                    <a:lnTo>
                      <a:pt x="1968" y="4517"/>
                    </a:lnTo>
                    <a:cubicBezTo>
                      <a:pt x="2569" y="4517"/>
                      <a:pt x="3203" y="4383"/>
                      <a:pt x="3503" y="3649"/>
                    </a:cubicBezTo>
                    <a:cubicBezTo>
                      <a:pt x="3536" y="3583"/>
                      <a:pt x="3536" y="3549"/>
                      <a:pt x="3570" y="3516"/>
                    </a:cubicBezTo>
                    <a:cubicBezTo>
                      <a:pt x="3636" y="3349"/>
                      <a:pt x="3703" y="3149"/>
                      <a:pt x="3836" y="3015"/>
                    </a:cubicBezTo>
                    <a:cubicBezTo>
                      <a:pt x="3870" y="2949"/>
                      <a:pt x="3903" y="2915"/>
                      <a:pt x="3936" y="2882"/>
                    </a:cubicBezTo>
                    <a:cubicBezTo>
                      <a:pt x="3970" y="2882"/>
                      <a:pt x="4003" y="2849"/>
                      <a:pt x="4037" y="2815"/>
                    </a:cubicBezTo>
                    <a:cubicBezTo>
                      <a:pt x="4203" y="2649"/>
                      <a:pt x="4237" y="2582"/>
                      <a:pt x="4270" y="2315"/>
                    </a:cubicBezTo>
                    <a:cubicBezTo>
                      <a:pt x="4303" y="1915"/>
                      <a:pt x="4303" y="1481"/>
                      <a:pt x="4270" y="1047"/>
                    </a:cubicBezTo>
                    <a:cubicBezTo>
                      <a:pt x="4270" y="881"/>
                      <a:pt x="4270" y="714"/>
                      <a:pt x="4270" y="514"/>
                    </a:cubicBezTo>
                    <a:cubicBezTo>
                      <a:pt x="4270" y="480"/>
                      <a:pt x="4270" y="480"/>
                      <a:pt x="4270" y="447"/>
                    </a:cubicBezTo>
                    <a:cubicBezTo>
                      <a:pt x="4270" y="314"/>
                      <a:pt x="4270" y="280"/>
                      <a:pt x="4137" y="213"/>
                    </a:cubicBezTo>
                    <a:cubicBezTo>
                      <a:pt x="4037" y="147"/>
                      <a:pt x="3836" y="113"/>
                      <a:pt x="3636" y="113"/>
                    </a:cubicBezTo>
                    <a:lnTo>
                      <a:pt x="3469" y="113"/>
                    </a:lnTo>
                    <a:cubicBezTo>
                      <a:pt x="2944" y="38"/>
                      <a:pt x="2419" y="1"/>
                      <a:pt x="1921" y="1"/>
                    </a:cubicBezTo>
                    <a:close/>
                  </a:path>
                </a:pathLst>
              </a:custGeom>
              <a:solidFill>
                <a:srgbClr val="C7AA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2" name="Google Shape;13022;p39"/>
              <p:cNvSpPr/>
              <p:nvPr/>
            </p:nvSpPr>
            <p:spPr>
              <a:xfrm>
                <a:off x="5978125" y="3071050"/>
                <a:ext cx="93425" cy="38400"/>
              </a:xfrm>
              <a:custGeom>
                <a:rect b="b" l="l" r="r" t="t"/>
                <a:pathLst>
                  <a:path extrusionOk="0" h="1536" w="3737">
                    <a:moveTo>
                      <a:pt x="100" y="1"/>
                    </a:moveTo>
                    <a:cubicBezTo>
                      <a:pt x="67" y="1"/>
                      <a:pt x="67" y="1"/>
                      <a:pt x="34" y="34"/>
                    </a:cubicBezTo>
                    <a:cubicBezTo>
                      <a:pt x="34" y="34"/>
                      <a:pt x="34" y="68"/>
                      <a:pt x="34" y="68"/>
                    </a:cubicBezTo>
                    <a:cubicBezTo>
                      <a:pt x="34" y="168"/>
                      <a:pt x="34" y="268"/>
                      <a:pt x="34" y="368"/>
                    </a:cubicBezTo>
                    <a:cubicBezTo>
                      <a:pt x="34" y="701"/>
                      <a:pt x="0" y="1035"/>
                      <a:pt x="0" y="1335"/>
                    </a:cubicBezTo>
                    <a:cubicBezTo>
                      <a:pt x="0" y="1335"/>
                      <a:pt x="0" y="1368"/>
                      <a:pt x="0" y="1368"/>
                    </a:cubicBezTo>
                    <a:lnTo>
                      <a:pt x="34" y="1368"/>
                    </a:lnTo>
                    <a:cubicBezTo>
                      <a:pt x="200" y="1368"/>
                      <a:pt x="367" y="1402"/>
                      <a:pt x="534" y="1402"/>
                    </a:cubicBezTo>
                    <a:cubicBezTo>
                      <a:pt x="701" y="1402"/>
                      <a:pt x="834" y="1435"/>
                      <a:pt x="968" y="1435"/>
                    </a:cubicBezTo>
                    <a:cubicBezTo>
                      <a:pt x="1201" y="1469"/>
                      <a:pt x="1435" y="1469"/>
                      <a:pt x="1635" y="1469"/>
                    </a:cubicBezTo>
                    <a:cubicBezTo>
                      <a:pt x="1902" y="1502"/>
                      <a:pt x="2202" y="1502"/>
                      <a:pt x="2469" y="1502"/>
                    </a:cubicBezTo>
                    <a:cubicBezTo>
                      <a:pt x="2669" y="1535"/>
                      <a:pt x="2869" y="1535"/>
                      <a:pt x="3102" y="1535"/>
                    </a:cubicBezTo>
                    <a:lnTo>
                      <a:pt x="3136" y="1535"/>
                    </a:lnTo>
                    <a:cubicBezTo>
                      <a:pt x="3269" y="1535"/>
                      <a:pt x="3403" y="1502"/>
                      <a:pt x="3503" y="1402"/>
                    </a:cubicBezTo>
                    <a:cubicBezTo>
                      <a:pt x="3636" y="1202"/>
                      <a:pt x="3736" y="935"/>
                      <a:pt x="3703" y="668"/>
                    </a:cubicBezTo>
                    <a:lnTo>
                      <a:pt x="3703" y="568"/>
                    </a:lnTo>
                    <a:cubicBezTo>
                      <a:pt x="3670" y="401"/>
                      <a:pt x="3569" y="68"/>
                      <a:pt x="3369" y="1"/>
                    </a:cubicBezTo>
                    <a:close/>
                  </a:path>
                </a:pathLst>
              </a:custGeom>
              <a:solidFill>
                <a:srgbClr val="C7AA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3" name="Google Shape;13023;p39"/>
              <p:cNvSpPr/>
              <p:nvPr/>
            </p:nvSpPr>
            <p:spPr>
              <a:xfrm>
                <a:off x="5999800" y="3115250"/>
                <a:ext cx="49225" cy="41725"/>
              </a:xfrm>
              <a:custGeom>
                <a:rect b="b" l="l" r="r" t="t"/>
                <a:pathLst>
                  <a:path extrusionOk="0" h="1669" w="1969">
                    <a:moveTo>
                      <a:pt x="34" y="1"/>
                    </a:moveTo>
                    <a:cubicBezTo>
                      <a:pt x="34" y="1"/>
                      <a:pt x="1" y="1"/>
                      <a:pt x="1" y="34"/>
                    </a:cubicBezTo>
                    <a:cubicBezTo>
                      <a:pt x="1" y="34"/>
                      <a:pt x="1" y="67"/>
                      <a:pt x="1" y="67"/>
                    </a:cubicBezTo>
                    <a:cubicBezTo>
                      <a:pt x="1" y="67"/>
                      <a:pt x="1" y="67"/>
                      <a:pt x="1" y="101"/>
                    </a:cubicBezTo>
                    <a:cubicBezTo>
                      <a:pt x="234" y="668"/>
                      <a:pt x="434" y="1168"/>
                      <a:pt x="668" y="1635"/>
                    </a:cubicBezTo>
                    <a:cubicBezTo>
                      <a:pt x="668" y="1669"/>
                      <a:pt x="701" y="1669"/>
                      <a:pt x="701" y="1669"/>
                    </a:cubicBezTo>
                    <a:cubicBezTo>
                      <a:pt x="734" y="1669"/>
                      <a:pt x="734" y="1669"/>
                      <a:pt x="734" y="1635"/>
                    </a:cubicBezTo>
                    <a:cubicBezTo>
                      <a:pt x="834" y="1502"/>
                      <a:pt x="1001" y="1335"/>
                      <a:pt x="1135" y="1168"/>
                    </a:cubicBezTo>
                    <a:cubicBezTo>
                      <a:pt x="1201" y="1102"/>
                      <a:pt x="1268" y="1001"/>
                      <a:pt x="1335" y="935"/>
                    </a:cubicBezTo>
                    <a:cubicBezTo>
                      <a:pt x="1535" y="668"/>
                      <a:pt x="1768" y="434"/>
                      <a:pt x="1969" y="168"/>
                    </a:cubicBezTo>
                    <a:cubicBezTo>
                      <a:pt x="1969" y="168"/>
                      <a:pt x="1969" y="134"/>
                      <a:pt x="1969" y="134"/>
                    </a:cubicBezTo>
                    <a:cubicBezTo>
                      <a:pt x="1969" y="101"/>
                      <a:pt x="1969" y="101"/>
                      <a:pt x="1935" y="101"/>
                    </a:cubicBezTo>
                    <a:lnTo>
                      <a:pt x="1869" y="101"/>
                    </a:lnTo>
                    <a:cubicBezTo>
                      <a:pt x="1468" y="67"/>
                      <a:pt x="1068" y="67"/>
                      <a:pt x="768" y="34"/>
                    </a:cubicBezTo>
                    <a:lnTo>
                      <a:pt x="534" y="34"/>
                    </a:lnTo>
                    <a:cubicBezTo>
                      <a:pt x="367" y="34"/>
                      <a:pt x="201" y="34"/>
                      <a:pt x="34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4" name="Google Shape;13024;p39"/>
              <p:cNvSpPr/>
              <p:nvPr/>
            </p:nvSpPr>
            <p:spPr>
              <a:xfrm>
                <a:off x="6020650" y="2987675"/>
                <a:ext cx="140125" cy="261025"/>
              </a:xfrm>
              <a:custGeom>
                <a:rect b="b" l="l" r="r" t="t"/>
                <a:pathLst>
                  <a:path extrusionOk="0" h="10441" w="5605">
                    <a:moveTo>
                      <a:pt x="5571" y="0"/>
                    </a:moveTo>
                    <a:cubicBezTo>
                      <a:pt x="5538" y="0"/>
                      <a:pt x="5538" y="0"/>
                      <a:pt x="5504" y="33"/>
                    </a:cubicBezTo>
                    <a:lnTo>
                      <a:pt x="5471" y="100"/>
                    </a:lnTo>
                    <a:cubicBezTo>
                      <a:pt x="5438" y="134"/>
                      <a:pt x="5404" y="200"/>
                      <a:pt x="5371" y="234"/>
                    </a:cubicBezTo>
                    <a:cubicBezTo>
                      <a:pt x="5137" y="534"/>
                      <a:pt x="4937" y="867"/>
                      <a:pt x="4670" y="1201"/>
                    </a:cubicBezTo>
                    <a:cubicBezTo>
                      <a:pt x="4170" y="1901"/>
                      <a:pt x="3670" y="2569"/>
                      <a:pt x="3169" y="3236"/>
                    </a:cubicBezTo>
                    <a:cubicBezTo>
                      <a:pt x="3136" y="3269"/>
                      <a:pt x="3103" y="3336"/>
                      <a:pt x="3069" y="3369"/>
                    </a:cubicBezTo>
                    <a:lnTo>
                      <a:pt x="2969" y="3469"/>
                    </a:lnTo>
                    <a:cubicBezTo>
                      <a:pt x="2969" y="3469"/>
                      <a:pt x="2969" y="3469"/>
                      <a:pt x="2969" y="3503"/>
                    </a:cubicBezTo>
                    <a:cubicBezTo>
                      <a:pt x="3036" y="3736"/>
                      <a:pt x="3036" y="4003"/>
                      <a:pt x="3036" y="4270"/>
                    </a:cubicBezTo>
                    <a:cubicBezTo>
                      <a:pt x="2969" y="4970"/>
                      <a:pt x="2702" y="5804"/>
                      <a:pt x="2069" y="5971"/>
                    </a:cubicBezTo>
                    <a:cubicBezTo>
                      <a:pt x="2012" y="5985"/>
                      <a:pt x="1953" y="5992"/>
                      <a:pt x="1895" y="5992"/>
                    </a:cubicBezTo>
                    <a:cubicBezTo>
                      <a:pt x="1680" y="5992"/>
                      <a:pt x="1466" y="5902"/>
                      <a:pt x="1335" y="5771"/>
                    </a:cubicBezTo>
                    <a:cubicBezTo>
                      <a:pt x="1335" y="5738"/>
                      <a:pt x="1301" y="5704"/>
                      <a:pt x="1301" y="5671"/>
                    </a:cubicBezTo>
                    <a:lnTo>
                      <a:pt x="1235" y="5671"/>
                    </a:lnTo>
                    <a:lnTo>
                      <a:pt x="1168" y="5738"/>
                    </a:lnTo>
                    <a:cubicBezTo>
                      <a:pt x="1068" y="5871"/>
                      <a:pt x="934" y="6004"/>
                      <a:pt x="834" y="6171"/>
                    </a:cubicBezTo>
                    <a:cubicBezTo>
                      <a:pt x="768" y="6238"/>
                      <a:pt x="701" y="6338"/>
                      <a:pt x="634" y="6405"/>
                    </a:cubicBezTo>
                    <a:cubicBezTo>
                      <a:pt x="434" y="6638"/>
                      <a:pt x="267" y="6905"/>
                      <a:pt x="34" y="7072"/>
                    </a:cubicBezTo>
                    <a:cubicBezTo>
                      <a:pt x="0" y="7072"/>
                      <a:pt x="0" y="7105"/>
                      <a:pt x="34" y="7105"/>
                    </a:cubicBezTo>
                    <a:cubicBezTo>
                      <a:pt x="801" y="8606"/>
                      <a:pt x="1702" y="9707"/>
                      <a:pt x="2769" y="10441"/>
                    </a:cubicBezTo>
                    <a:lnTo>
                      <a:pt x="2836" y="10441"/>
                    </a:lnTo>
                    <a:cubicBezTo>
                      <a:pt x="3370" y="9640"/>
                      <a:pt x="3837" y="8640"/>
                      <a:pt x="4270" y="7439"/>
                    </a:cubicBezTo>
                    <a:cubicBezTo>
                      <a:pt x="4971" y="5371"/>
                      <a:pt x="5438" y="2835"/>
                      <a:pt x="5604" y="67"/>
                    </a:cubicBezTo>
                    <a:cubicBezTo>
                      <a:pt x="5604" y="33"/>
                      <a:pt x="5571" y="33"/>
                      <a:pt x="5571" y="0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5" name="Google Shape;13025;p39"/>
              <p:cNvSpPr/>
              <p:nvPr/>
            </p:nvSpPr>
            <p:spPr>
              <a:xfrm>
                <a:off x="5965600" y="2749150"/>
                <a:ext cx="196850" cy="315250"/>
              </a:xfrm>
              <a:custGeom>
                <a:rect b="b" l="l" r="r" t="t"/>
                <a:pathLst>
                  <a:path extrusionOk="0" h="12610" w="7874">
                    <a:moveTo>
                      <a:pt x="7139" y="1"/>
                    </a:moveTo>
                    <a:cubicBezTo>
                      <a:pt x="7006" y="201"/>
                      <a:pt x="6872" y="368"/>
                      <a:pt x="6772" y="535"/>
                    </a:cubicBezTo>
                    <a:cubicBezTo>
                      <a:pt x="6672" y="635"/>
                      <a:pt x="6606" y="768"/>
                      <a:pt x="6506" y="868"/>
                    </a:cubicBezTo>
                    <a:cubicBezTo>
                      <a:pt x="6205" y="1302"/>
                      <a:pt x="5905" y="1736"/>
                      <a:pt x="5605" y="2169"/>
                    </a:cubicBezTo>
                    <a:lnTo>
                      <a:pt x="5405" y="2436"/>
                    </a:lnTo>
                    <a:cubicBezTo>
                      <a:pt x="4871" y="3203"/>
                      <a:pt x="4337" y="3970"/>
                      <a:pt x="3770" y="4738"/>
                    </a:cubicBezTo>
                    <a:cubicBezTo>
                      <a:pt x="3337" y="5371"/>
                      <a:pt x="2903" y="5972"/>
                      <a:pt x="2469" y="6606"/>
                    </a:cubicBezTo>
                    <a:lnTo>
                      <a:pt x="1535" y="7940"/>
                    </a:lnTo>
                    <a:cubicBezTo>
                      <a:pt x="1535" y="7940"/>
                      <a:pt x="1535" y="7940"/>
                      <a:pt x="1535" y="7973"/>
                    </a:cubicBezTo>
                    <a:cubicBezTo>
                      <a:pt x="1836" y="8907"/>
                      <a:pt x="1402" y="9941"/>
                      <a:pt x="1102" y="10475"/>
                    </a:cubicBezTo>
                    <a:cubicBezTo>
                      <a:pt x="868" y="10875"/>
                      <a:pt x="501" y="11442"/>
                      <a:pt x="34" y="11876"/>
                    </a:cubicBezTo>
                    <a:cubicBezTo>
                      <a:pt x="1" y="11909"/>
                      <a:pt x="1" y="11909"/>
                      <a:pt x="1" y="11943"/>
                    </a:cubicBezTo>
                    <a:cubicBezTo>
                      <a:pt x="1" y="11943"/>
                      <a:pt x="34" y="11943"/>
                      <a:pt x="34" y="11976"/>
                    </a:cubicBezTo>
                    <a:cubicBezTo>
                      <a:pt x="168" y="11976"/>
                      <a:pt x="234" y="12010"/>
                      <a:pt x="301" y="12043"/>
                    </a:cubicBezTo>
                    <a:cubicBezTo>
                      <a:pt x="401" y="12076"/>
                      <a:pt x="435" y="12143"/>
                      <a:pt x="468" y="12210"/>
                    </a:cubicBezTo>
                    <a:cubicBezTo>
                      <a:pt x="501" y="12210"/>
                      <a:pt x="501" y="12276"/>
                      <a:pt x="501" y="12310"/>
                    </a:cubicBezTo>
                    <a:cubicBezTo>
                      <a:pt x="501" y="12376"/>
                      <a:pt x="535" y="12443"/>
                      <a:pt x="535" y="12477"/>
                    </a:cubicBezTo>
                    <a:cubicBezTo>
                      <a:pt x="601" y="12510"/>
                      <a:pt x="701" y="12510"/>
                      <a:pt x="835" y="12510"/>
                    </a:cubicBezTo>
                    <a:lnTo>
                      <a:pt x="3337" y="12510"/>
                    </a:lnTo>
                    <a:cubicBezTo>
                      <a:pt x="3337" y="12510"/>
                      <a:pt x="3337" y="12477"/>
                      <a:pt x="3337" y="12477"/>
                    </a:cubicBezTo>
                    <a:cubicBezTo>
                      <a:pt x="3337" y="12276"/>
                      <a:pt x="3437" y="12143"/>
                      <a:pt x="3537" y="12076"/>
                    </a:cubicBezTo>
                    <a:cubicBezTo>
                      <a:pt x="3694" y="11945"/>
                      <a:pt x="3934" y="11855"/>
                      <a:pt x="4143" y="11855"/>
                    </a:cubicBezTo>
                    <a:cubicBezTo>
                      <a:pt x="4200" y="11855"/>
                      <a:pt x="4254" y="11862"/>
                      <a:pt x="4304" y="11876"/>
                    </a:cubicBezTo>
                    <a:cubicBezTo>
                      <a:pt x="4604" y="11976"/>
                      <a:pt x="4871" y="12210"/>
                      <a:pt x="5038" y="12577"/>
                    </a:cubicBezTo>
                    <a:cubicBezTo>
                      <a:pt x="5038" y="12577"/>
                      <a:pt x="5038" y="12610"/>
                      <a:pt x="5071" y="12610"/>
                    </a:cubicBezTo>
                    <a:cubicBezTo>
                      <a:pt x="5071" y="12610"/>
                      <a:pt x="5105" y="12610"/>
                      <a:pt x="5105" y="12577"/>
                    </a:cubicBezTo>
                    <a:cubicBezTo>
                      <a:pt x="5638" y="11876"/>
                      <a:pt x="6105" y="11242"/>
                      <a:pt x="6572" y="10642"/>
                    </a:cubicBezTo>
                    <a:cubicBezTo>
                      <a:pt x="6672" y="10508"/>
                      <a:pt x="6772" y="10375"/>
                      <a:pt x="6872" y="10208"/>
                    </a:cubicBezTo>
                    <a:cubicBezTo>
                      <a:pt x="7039" y="10008"/>
                      <a:pt x="7173" y="9808"/>
                      <a:pt x="7339" y="9608"/>
                    </a:cubicBezTo>
                    <a:cubicBezTo>
                      <a:pt x="7373" y="9541"/>
                      <a:pt x="7440" y="9508"/>
                      <a:pt x="7473" y="9441"/>
                    </a:cubicBezTo>
                    <a:cubicBezTo>
                      <a:pt x="7573" y="9274"/>
                      <a:pt x="7673" y="9141"/>
                      <a:pt x="7806" y="8974"/>
                    </a:cubicBezTo>
                    <a:cubicBezTo>
                      <a:pt x="7873" y="7807"/>
                      <a:pt x="7873" y="6639"/>
                      <a:pt x="7806" y="5505"/>
                    </a:cubicBezTo>
                    <a:cubicBezTo>
                      <a:pt x="7740" y="3604"/>
                      <a:pt x="7540" y="1769"/>
                      <a:pt x="7206" y="34"/>
                    </a:cubicBezTo>
                    <a:cubicBezTo>
                      <a:pt x="7206" y="1"/>
                      <a:pt x="7206" y="1"/>
                      <a:pt x="7173" y="1"/>
                    </a:cubicBezTo>
                    <a:close/>
                  </a:path>
                </a:pathLst>
              </a:custGeom>
              <a:solidFill>
                <a:srgbClr val="C267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6" name="Google Shape;13026;p39"/>
              <p:cNvSpPr/>
              <p:nvPr/>
            </p:nvSpPr>
            <p:spPr>
              <a:xfrm>
                <a:off x="6768675" y="2325525"/>
                <a:ext cx="321925" cy="1055775"/>
              </a:xfrm>
              <a:custGeom>
                <a:rect b="b" l="l" r="r" t="t"/>
                <a:pathLst>
                  <a:path extrusionOk="0" h="42231" w="12877">
                    <a:moveTo>
                      <a:pt x="1" y="0"/>
                    </a:moveTo>
                    <a:cubicBezTo>
                      <a:pt x="1" y="34"/>
                      <a:pt x="1" y="34"/>
                      <a:pt x="1" y="67"/>
                    </a:cubicBezTo>
                    <a:cubicBezTo>
                      <a:pt x="1268" y="1135"/>
                      <a:pt x="2436" y="2636"/>
                      <a:pt x="3470" y="4470"/>
                    </a:cubicBezTo>
                    <a:cubicBezTo>
                      <a:pt x="5872" y="8773"/>
                      <a:pt x="7339" y="14511"/>
                      <a:pt x="7673" y="20715"/>
                    </a:cubicBezTo>
                    <a:cubicBezTo>
                      <a:pt x="7973" y="26920"/>
                      <a:pt x="7039" y="32791"/>
                      <a:pt x="5071" y="37294"/>
                    </a:cubicBezTo>
                    <a:cubicBezTo>
                      <a:pt x="4170" y="39329"/>
                      <a:pt x="3136" y="40930"/>
                      <a:pt x="1936" y="42164"/>
                    </a:cubicBezTo>
                    <a:cubicBezTo>
                      <a:pt x="1936" y="42197"/>
                      <a:pt x="1902" y="42197"/>
                      <a:pt x="1936" y="42231"/>
                    </a:cubicBezTo>
                    <a:lnTo>
                      <a:pt x="1969" y="42231"/>
                    </a:lnTo>
                    <a:cubicBezTo>
                      <a:pt x="2269" y="42164"/>
                      <a:pt x="2636" y="42064"/>
                      <a:pt x="2970" y="41964"/>
                    </a:cubicBezTo>
                    <a:cubicBezTo>
                      <a:pt x="3570" y="41797"/>
                      <a:pt x="4204" y="41564"/>
                      <a:pt x="4971" y="41330"/>
                    </a:cubicBezTo>
                    <a:cubicBezTo>
                      <a:pt x="5171" y="41263"/>
                      <a:pt x="5338" y="41197"/>
                      <a:pt x="5538" y="41130"/>
                    </a:cubicBezTo>
                    <a:cubicBezTo>
                      <a:pt x="6439" y="40830"/>
                      <a:pt x="7306" y="40563"/>
                      <a:pt x="7973" y="39762"/>
                    </a:cubicBezTo>
                    <a:cubicBezTo>
                      <a:pt x="8540" y="39028"/>
                      <a:pt x="9074" y="38228"/>
                      <a:pt x="9574" y="37294"/>
                    </a:cubicBezTo>
                    <a:cubicBezTo>
                      <a:pt x="10575" y="35426"/>
                      <a:pt x="11342" y="33358"/>
                      <a:pt x="11909" y="30889"/>
                    </a:cubicBezTo>
                    <a:cubicBezTo>
                      <a:pt x="12576" y="27854"/>
                      <a:pt x="12877" y="24618"/>
                      <a:pt x="12777" y="21249"/>
                    </a:cubicBezTo>
                    <a:cubicBezTo>
                      <a:pt x="12576" y="15578"/>
                      <a:pt x="11376" y="10641"/>
                      <a:pt x="9207" y="6572"/>
                    </a:cubicBezTo>
                    <a:cubicBezTo>
                      <a:pt x="8707" y="5705"/>
                      <a:pt x="8140" y="4837"/>
                      <a:pt x="7540" y="4070"/>
                    </a:cubicBezTo>
                    <a:cubicBezTo>
                      <a:pt x="7406" y="3903"/>
                      <a:pt x="7273" y="3736"/>
                      <a:pt x="7139" y="3570"/>
                    </a:cubicBezTo>
                    <a:cubicBezTo>
                      <a:pt x="6639" y="2903"/>
                      <a:pt x="6105" y="2202"/>
                      <a:pt x="5438" y="1702"/>
                    </a:cubicBezTo>
                    <a:cubicBezTo>
                      <a:pt x="4738" y="1168"/>
                      <a:pt x="3770" y="868"/>
                      <a:pt x="2903" y="634"/>
                    </a:cubicBezTo>
                    <a:lnTo>
                      <a:pt x="2870" y="601"/>
                    </a:lnTo>
                    <a:cubicBezTo>
                      <a:pt x="2069" y="401"/>
                      <a:pt x="1368" y="234"/>
                      <a:pt x="735" y="101"/>
                    </a:cubicBezTo>
                    <a:cubicBezTo>
                      <a:pt x="535" y="67"/>
                      <a:pt x="301" y="34"/>
                      <a:pt x="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7" name="Google Shape;13027;p39"/>
              <p:cNvSpPr/>
              <p:nvPr/>
            </p:nvSpPr>
            <p:spPr>
              <a:xfrm>
                <a:off x="6072350" y="2346000"/>
                <a:ext cx="360275" cy="1077000"/>
              </a:xfrm>
              <a:custGeom>
                <a:rect b="b" l="l" r="r" t="t"/>
                <a:pathLst>
                  <a:path extrusionOk="0" h="43080" w="14411">
                    <a:moveTo>
                      <a:pt x="4262" y="1"/>
                    </a:moveTo>
                    <a:cubicBezTo>
                      <a:pt x="4118" y="1"/>
                      <a:pt x="3970" y="15"/>
                      <a:pt x="3837" y="15"/>
                    </a:cubicBezTo>
                    <a:cubicBezTo>
                      <a:pt x="3270" y="82"/>
                      <a:pt x="2736" y="216"/>
                      <a:pt x="2202" y="349"/>
                    </a:cubicBezTo>
                    <a:cubicBezTo>
                      <a:pt x="1368" y="549"/>
                      <a:pt x="634" y="816"/>
                      <a:pt x="34" y="1150"/>
                    </a:cubicBezTo>
                    <a:cubicBezTo>
                      <a:pt x="1" y="1150"/>
                      <a:pt x="1" y="1183"/>
                      <a:pt x="1" y="1183"/>
                    </a:cubicBezTo>
                    <a:cubicBezTo>
                      <a:pt x="1" y="1216"/>
                      <a:pt x="1" y="1216"/>
                      <a:pt x="34" y="1216"/>
                    </a:cubicBezTo>
                    <a:cubicBezTo>
                      <a:pt x="2269" y="2017"/>
                      <a:pt x="4370" y="3985"/>
                      <a:pt x="6105" y="6954"/>
                    </a:cubicBezTo>
                    <a:cubicBezTo>
                      <a:pt x="8407" y="10990"/>
                      <a:pt x="9808" y="16394"/>
                      <a:pt x="10008" y="22165"/>
                    </a:cubicBezTo>
                    <a:cubicBezTo>
                      <a:pt x="10175" y="27969"/>
                      <a:pt x="9174" y="33439"/>
                      <a:pt x="7106" y="37609"/>
                    </a:cubicBezTo>
                    <a:cubicBezTo>
                      <a:pt x="6138" y="39577"/>
                      <a:pt x="4971" y="41178"/>
                      <a:pt x="3703" y="42312"/>
                    </a:cubicBezTo>
                    <a:cubicBezTo>
                      <a:pt x="3670" y="42312"/>
                      <a:pt x="3670" y="42312"/>
                      <a:pt x="3670" y="42346"/>
                    </a:cubicBezTo>
                    <a:cubicBezTo>
                      <a:pt x="3670" y="42346"/>
                      <a:pt x="3703" y="42379"/>
                      <a:pt x="3703" y="42379"/>
                    </a:cubicBezTo>
                    <a:lnTo>
                      <a:pt x="3737" y="42379"/>
                    </a:lnTo>
                    <a:cubicBezTo>
                      <a:pt x="3837" y="42412"/>
                      <a:pt x="3970" y="42446"/>
                      <a:pt x="4070" y="42446"/>
                    </a:cubicBezTo>
                    <a:cubicBezTo>
                      <a:pt x="4571" y="42546"/>
                      <a:pt x="5138" y="42679"/>
                      <a:pt x="5771" y="42779"/>
                    </a:cubicBezTo>
                    <a:cubicBezTo>
                      <a:pt x="5905" y="42813"/>
                      <a:pt x="6072" y="42846"/>
                      <a:pt x="6238" y="42879"/>
                    </a:cubicBezTo>
                    <a:cubicBezTo>
                      <a:pt x="6705" y="42980"/>
                      <a:pt x="7139" y="43080"/>
                      <a:pt x="7606" y="43080"/>
                    </a:cubicBezTo>
                    <a:cubicBezTo>
                      <a:pt x="7840" y="43080"/>
                      <a:pt x="8040" y="43046"/>
                      <a:pt x="8273" y="42980"/>
                    </a:cubicBezTo>
                    <a:cubicBezTo>
                      <a:pt x="8340" y="42980"/>
                      <a:pt x="8407" y="42946"/>
                      <a:pt x="8473" y="42913"/>
                    </a:cubicBezTo>
                    <a:cubicBezTo>
                      <a:pt x="8640" y="42779"/>
                      <a:pt x="8774" y="42646"/>
                      <a:pt x="8907" y="42513"/>
                    </a:cubicBezTo>
                    <a:lnTo>
                      <a:pt x="8974" y="42446"/>
                    </a:lnTo>
                    <a:cubicBezTo>
                      <a:pt x="9007" y="42379"/>
                      <a:pt x="9074" y="42346"/>
                      <a:pt x="9107" y="42279"/>
                    </a:cubicBezTo>
                    <a:cubicBezTo>
                      <a:pt x="9207" y="42179"/>
                      <a:pt x="9274" y="42079"/>
                      <a:pt x="9374" y="42012"/>
                    </a:cubicBezTo>
                    <a:cubicBezTo>
                      <a:pt x="9407" y="41945"/>
                      <a:pt x="9441" y="41879"/>
                      <a:pt x="9474" y="41845"/>
                    </a:cubicBezTo>
                    <a:cubicBezTo>
                      <a:pt x="9541" y="41745"/>
                      <a:pt x="9607" y="41679"/>
                      <a:pt x="9674" y="41579"/>
                    </a:cubicBezTo>
                    <a:cubicBezTo>
                      <a:pt x="10475" y="40478"/>
                      <a:pt x="11175" y="39210"/>
                      <a:pt x="11809" y="37709"/>
                    </a:cubicBezTo>
                    <a:cubicBezTo>
                      <a:pt x="12209" y="36842"/>
                      <a:pt x="12543" y="35908"/>
                      <a:pt x="12810" y="34940"/>
                    </a:cubicBezTo>
                    <a:cubicBezTo>
                      <a:pt x="13544" y="32539"/>
                      <a:pt x="14011" y="29970"/>
                      <a:pt x="14244" y="27101"/>
                    </a:cubicBezTo>
                    <a:cubicBezTo>
                      <a:pt x="14378" y="25434"/>
                      <a:pt x="14411" y="23732"/>
                      <a:pt x="14378" y="22031"/>
                    </a:cubicBezTo>
                    <a:cubicBezTo>
                      <a:pt x="14311" y="20197"/>
                      <a:pt x="14144" y="18395"/>
                      <a:pt x="13844" y="16627"/>
                    </a:cubicBezTo>
                    <a:cubicBezTo>
                      <a:pt x="13477" y="14159"/>
                      <a:pt x="12910" y="11857"/>
                      <a:pt x="12176" y="9756"/>
                    </a:cubicBezTo>
                    <a:lnTo>
                      <a:pt x="12143" y="9756"/>
                    </a:lnTo>
                    <a:cubicBezTo>
                      <a:pt x="12109" y="9722"/>
                      <a:pt x="12109" y="9689"/>
                      <a:pt x="12109" y="9656"/>
                    </a:cubicBezTo>
                    <a:cubicBezTo>
                      <a:pt x="10341" y="4719"/>
                      <a:pt x="7773" y="1350"/>
                      <a:pt x="4871" y="82"/>
                    </a:cubicBezTo>
                    <a:lnTo>
                      <a:pt x="4804" y="82"/>
                    </a:lnTo>
                    <a:cubicBezTo>
                      <a:pt x="4771" y="49"/>
                      <a:pt x="4737" y="49"/>
                      <a:pt x="4671" y="49"/>
                    </a:cubicBezTo>
                    <a:cubicBezTo>
                      <a:pt x="4604" y="15"/>
                      <a:pt x="4571" y="15"/>
                      <a:pt x="4504" y="15"/>
                    </a:cubicBezTo>
                    <a:lnTo>
                      <a:pt x="4470" y="15"/>
                    </a:lnTo>
                    <a:cubicBezTo>
                      <a:pt x="4404" y="4"/>
                      <a:pt x="4333" y="1"/>
                      <a:pt x="42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8" name="Google Shape;13028;p39"/>
              <p:cNvSpPr/>
              <p:nvPr/>
            </p:nvSpPr>
            <p:spPr>
              <a:xfrm>
                <a:off x="6287500" y="2604050"/>
                <a:ext cx="892325" cy="984075"/>
              </a:xfrm>
              <a:custGeom>
                <a:rect b="b" l="l" r="r" t="t"/>
                <a:pathLst>
                  <a:path extrusionOk="0" h="39363" w="35693">
                    <a:moveTo>
                      <a:pt x="33825" y="1"/>
                    </a:moveTo>
                    <a:cubicBezTo>
                      <a:pt x="33291" y="1602"/>
                      <a:pt x="32624" y="3170"/>
                      <a:pt x="31723" y="4637"/>
                    </a:cubicBezTo>
                    <a:cubicBezTo>
                      <a:pt x="30889" y="5972"/>
                      <a:pt x="29822" y="7306"/>
                      <a:pt x="28554" y="8240"/>
                    </a:cubicBezTo>
                    <a:cubicBezTo>
                      <a:pt x="27987" y="8640"/>
                      <a:pt x="27087" y="9041"/>
                      <a:pt x="26853" y="9741"/>
                    </a:cubicBezTo>
                    <a:cubicBezTo>
                      <a:pt x="26653" y="10375"/>
                      <a:pt x="26787" y="11175"/>
                      <a:pt x="26820" y="11843"/>
                    </a:cubicBezTo>
                    <a:cubicBezTo>
                      <a:pt x="26887" y="13310"/>
                      <a:pt x="26520" y="14645"/>
                      <a:pt x="25652" y="15845"/>
                    </a:cubicBezTo>
                    <a:cubicBezTo>
                      <a:pt x="24752" y="17080"/>
                      <a:pt x="23684" y="18114"/>
                      <a:pt x="22450" y="19014"/>
                    </a:cubicBezTo>
                    <a:cubicBezTo>
                      <a:pt x="19948" y="20849"/>
                      <a:pt x="16980" y="21916"/>
                      <a:pt x="13977" y="22484"/>
                    </a:cubicBezTo>
                    <a:cubicBezTo>
                      <a:pt x="11839" y="22888"/>
                      <a:pt x="9649" y="23071"/>
                      <a:pt x="7457" y="23071"/>
                    </a:cubicBezTo>
                    <a:cubicBezTo>
                      <a:pt x="6572" y="23071"/>
                      <a:pt x="5687" y="23041"/>
                      <a:pt x="4804" y="22984"/>
                    </a:cubicBezTo>
                    <a:cubicBezTo>
                      <a:pt x="4704" y="23951"/>
                      <a:pt x="4437" y="24885"/>
                      <a:pt x="4104" y="25786"/>
                    </a:cubicBezTo>
                    <a:cubicBezTo>
                      <a:pt x="3770" y="26653"/>
                      <a:pt x="3403" y="27554"/>
                      <a:pt x="3003" y="28388"/>
                    </a:cubicBezTo>
                    <a:cubicBezTo>
                      <a:pt x="2202" y="29956"/>
                      <a:pt x="1035" y="31257"/>
                      <a:pt x="1" y="32658"/>
                    </a:cubicBezTo>
                    <a:cubicBezTo>
                      <a:pt x="568" y="32791"/>
                      <a:pt x="1068" y="33024"/>
                      <a:pt x="1368" y="33525"/>
                    </a:cubicBezTo>
                    <a:cubicBezTo>
                      <a:pt x="1702" y="34092"/>
                      <a:pt x="1702" y="34792"/>
                      <a:pt x="1769" y="35393"/>
                    </a:cubicBezTo>
                    <a:cubicBezTo>
                      <a:pt x="1869" y="36727"/>
                      <a:pt x="2069" y="38061"/>
                      <a:pt x="2236" y="39362"/>
                    </a:cubicBezTo>
                    <a:lnTo>
                      <a:pt x="2536" y="39362"/>
                    </a:lnTo>
                    <a:cubicBezTo>
                      <a:pt x="2736" y="39362"/>
                      <a:pt x="2903" y="39329"/>
                      <a:pt x="3070" y="39296"/>
                    </a:cubicBezTo>
                    <a:cubicBezTo>
                      <a:pt x="3570" y="39262"/>
                      <a:pt x="4070" y="39229"/>
                      <a:pt x="4571" y="39162"/>
                    </a:cubicBezTo>
                    <a:cubicBezTo>
                      <a:pt x="4871" y="39129"/>
                      <a:pt x="5138" y="39062"/>
                      <a:pt x="5438" y="39029"/>
                    </a:cubicBezTo>
                    <a:cubicBezTo>
                      <a:pt x="5605" y="38995"/>
                      <a:pt x="5972" y="38962"/>
                      <a:pt x="6038" y="38762"/>
                    </a:cubicBezTo>
                    <a:cubicBezTo>
                      <a:pt x="6072" y="38695"/>
                      <a:pt x="6038" y="38628"/>
                      <a:pt x="6038" y="38562"/>
                    </a:cubicBezTo>
                    <a:lnTo>
                      <a:pt x="5972" y="38161"/>
                    </a:lnTo>
                    <a:cubicBezTo>
                      <a:pt x="5805" y="36861"/>
                      <a:pt x="5638" y="35560"/>
                      <a:pt x="5471" y="34225"/>
                    </a:cubicBezTo>
                    <a:cubicBezTo>
                      <a:pt x="5405" y="33958"/>
                      <a:pt x="5371" y="33692"/>
                      <a:pt x="5338" y="33425"/>
                    </a:cubicBezTo>
                    <a:lnTo>
                      <a:pt x="5338" y="33425"/>
                    </a:lnTo>
                    <a:cubicBezTo>
                      <a:pt x="5587" y="33431"/>
                      <a:pt x="5836" y="33434"/>
                      <a:pt x="6085" y="33434"/>
                    </a:cubicBezTo>
                    <a:cubicBezTo>
                      <a:pt x="8504" y="33434"/>
                      <a:pt x="10918" y="33148"/>
                      <a:pt x="13277" y="32724"/>
                    </a:cubicBezTo>
                    <a:cubicBezTo>
                      <a:pt x="15312" y="32324"/>
                      <a:pt x="17380" y="31857"/>
                      <a:pt x="19415" y="31290"/>
                    </a:cubicBezTo>
                    <a:cubicBezTo>
                      <a:pt x="19448" y="31290"/>
                      <a:pt x="19448" y="31323"/>
                      <a:pt x="19481" y="31357"/>
                    </a:cubicBezTo>
                    <a:cubicBezTo>
                      <a:pt x="19782" y="31790"/>
                      <a:pt x="20048" y="32291"/>
                      <a:pt x="20215" y="32824"/>
                    </a:cubicBezTo>
                    <a:cubicBezTo>
                      <a:pt x="20282" y="33058"/>
                      <a:pt x="20315" y="33358"/>
                      <a:pt x="20382" y="33625"/>
                    </a:cubicBezTo>
                    <a:cubicBezTo>
                      <a:pt x="20415" y="33725"/>
                      <a:pt x="20415" y="33825"/>
                      <a:pt x="20449" y="33925"/>
                    </a:cubicBezTo>
                    <a:cubicBezTo>
                      <a:pt x="20482" y="34159"/>
                      <a:pt x="20582" y="34225"/>
                      <a:pt x="20782" y="34325"/>
                    </a:cubicBezTo>
                    <a:lnTo>
                      <a:pt x="20816" y="34325"/>
                    </a:lnTo>
                    <a:cubicBezTo>
                      <a:pt x="20849" y="34325"/>
                      <a:pt x="20882" y="34359"/>
                      <a:pt x="20949" y="34359"/>
                    </a:cubicBezTo>
                    <a:cubicBezTo>
                      <a:pt x="21483" y="34559"/>
                      <a:pt x="22050" y="34692"/>
                      <a:pt x="22617" y="34859"/>
                    </a:cubicBezTo>
                    <a:cubicBezTo>
                      <a:pt x="23217" y="35059"/>
                      <a:pt x="23784" y="35226"/>
                      <a:pt x="24385" y="35393"/>
                    </a:cubicBezTo>
                    <a:cubicBezTo>
                      <a:pt x="24452" y="35426"/>
                      <a:pt x="24518" y="35460"/>
                      <a:pt x="24618" y="35493"/>
                    </a:cubicBezTo>
                    <a:cubicBezTo>
                      <a:pt x="24652" y="35493"/>
                      <a:pt x="24685" y="35493"/>
                      <a:pt x="24718" y="35526"/>
                    </a:cubicBezTo>
                    <a:cubicBezTo>
                      <a:pt x="25152" y="35660"/>
                      <a:pt x="25586" y="35760"/>
                      <a:pt x="26019" y="35893"/>
                    </a:cubicBezTo>
                    <a:cubicBezTo>
                      <a:pt x="26219" y="35960"/>
                      <a:pt x="26453" y="36027"/>
                      <a:pt x="26653" y="36093"/>
                    </a:cubicBezTo>
                    <a:cubicBezTo>
                      <a:pt x="26853" y="36160"/>
                      <a:pt x="27020" y="36227"/>
                      <a:pt x="27220" y="36260"/>
                    </a:cubicBezTo>
                    <a:cubicBezTo>
                      <a:pt x="27387" y="36260"/>
                      <a:pt x="27520" y="36260"/>
                      <a:pt x="27654" y="36227"/>
                    </a:cubicBezTo>
                    <a:cubicBezTo>
                      <a:pt x="27854" y="36193"/>
                      <a:pt x="28021" y="36160"/>
                      <a:pt x="28188" y="36127"/>
                    </a:cubicBezTo>
                    <a:cubicBezTo>
                      <a:pt x="28688" y="36060"/>
                      <a:pt x="29188" y="35960"/>
                      <a:pt x="29655" y="35860"/>
                    </a:cubicBezTo>
                    <a:cubicBezTo>
                      <a:pt x="29955" y="35793"/>
                      <a:pt x="30222" y="35726"/>
                      <a:pt x="30489" y="35660"/>
                    </a:cubicBezTo>
                    <a:cubicBezTo>
                      <a:pt x="30656" y="35626"/>
                      <a:pt x="31056" y="35560"/>
                      <a:pt x="31090" y="35359"/>
                    </a:cubicBezTo>
                    <a:cubicBezTo>
                      <a:pt x="31123" y="35293"/>
                      <a:pt x="31090" y="35226"/>
                      <a:pt x="31090" y="35159"/>
                    </a:cubicBezTo>
                    <a:cubicBezTo>
                      <a:pt x="31056" y="35026"/>
                      <a:pt x="31023" y="34892"/>
                      <a:pt x="30990" y="34759"/>
                    </a:cubicBezTo>
                    <a:cubicBezTo>
                      <a:pt x="30689" y="33491"/>
                      <a:pt x="30456" y="32191"/>
                      <a:pt x="30156" y="30890"/>
                    </a:cubicBezTo>
                    <a:cubicBezTo>
                      <a:pt x="29989" y="30122"/>
                      <a:pt x="29822" y="29388"/>
                      <a:pt x="29655" y="28621"/>
                    </a:cubicBezTo>
                    <a:cubicBezTo>
                      <a:pt x="29589" y="28421"/>
                      <a:pt x="29555" y="28188"/>
                      <a:pt x="29488" y="27987"/>
                    </a:cubicBezTo>
                    <a:cubicBezTo>
                      <a:pt x="29655" y="27921"/>
                      <a:pt x="29789" y="27854"/>
                      <a:pt x="29922" y="27787"/>
                    </a:cubicBezTo>
                    <a:cubicBezTo>
                      <a:pt x="29955" y="27754"/>
                      <a:pt x="29955" y="27754"/>
                      <a:pt x="29955" y="27754"/>
                    </a:cubicBezTo>
                    <a:cubicBezTo>
                      <a:pt x="31390" y="26887"/>
                      <a:pt x="32624" y="25152"/>
                      <a:pt x="33625" y="22717"/>
                    </a:cubicBezTo>
                    <a:cubicBezTo>
                      <a:pt x="35026" y="19181"/>
                      <a:pt x="35693" y="14545"/>
                      <a:pt x="35493" y="9608"/>
                    </a:cubicBezTo>
                    <a:cubicBezTo>
                      <a:pt x="35359" y="6439"/>
                      <a:pt x="34859" y="3403"/>
                      <a:pt x="34058" y="735"/>
                    </a:cubicBezTo>
                    <a:cubicBezTo>
                      <a:pt x="34058" y="701"/>
                      <a:pt x="34058" y="668"/>
                      <a:pt x="34025" y="635"/>
                    </a:cubicBezTo>
                    <a:cubicBezTo>
                      <a:pt x="33958" y="434"/>
                      <a:pt x="33892" y="201"/>
                      <a:pt x="338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9" name="Google Shape;13029;p39"/>
              <p:cNvSpPr/>
              <p:nvPr/>
            </p:nvSpPr>
            <p:spPr>
              <a:xfrm>
                <a:off x="5798825" y="2296575"/>
                <a:ext cx="1287600" cy="1052925"/>
              </a:xfrm>
              <a:custGeom>
                <a:rect b="b" l="l" r="r" t="t"/>
                <a:pathLst>
                  <a:path extrusionOk="0" h="42117" w="51504">
                    <a:moveTo>
                      <a:pt x="27499" y="0"/>
                    </a:moveTo>
                    <a:cubicBezTo>
                      <a:pt x="23571" y="0"/>
                      <a:pt x="19640" y="550"/>
                      <a:pt x="15845" y="1659"/>
                    </a:cubicBezTo>
                    <a:cubicBezTo>
                      <a:pt x="15665" y="1599"/>
                      <a:pt x="15437" y="1587"/>
                      <a:pt x="15233" y="1587"/>
                    </a:cubicBezTo>
                    <a:cubicBezTo>
                      <a:pt x="15097" y="1587"/>
                      <a:pt x="14971" y="1592"/>
                      <a:pt x="14878" y="1592"/>
                    </a:cubicBezTo>
                    <a:cubicBezTo>
                      <a:pt x="14311" y="1659"/>
                      <a:pt x="13744" y="1759"/>
                      <a:pt x="13210" y="1892"/>
                    </a:cubicBezTo>
                    <a:cubicBezTo>
                      <a:pt x="12076" y="2193"/>
                      <a:pt x="10942" y="2559"/>
                      <a:pt x="10008" y="3260"/>
                    </a:cubicBezTo>
                    <a:cubicBezTo>
                      <a:pt x="9941" y="3293"/>
                      <a:pt x="9908" y="3360"/>
                      <a:pt x="9908" y="3427"/>
                    </a:cubicBezTo>
                    <a:cubicBezTo>
                      <a:pt x="9807" y="3460"/>
                      <a:pt x="9741" y="3493"/>
                      <a:pt x="9674" y="3493"/>
                    </a:cubicBezTo>
                    <a:cubicBezTo>
                      <a:pt x="9274" y="3627"/>
                      <a:pt x="8873" y="3760"/>
                      <a:pt x="8473" y="3927"/>
                    </a:cubicBezTo>
                    <a:cubicBezTo>
                      <a:pt x="7739" y="4261"/>
                      <a:pt x="7039" y="4694"/>
                      <a:pt x="6372" y="5161"/>
                    </a:cubicBezTo>
                    <a:cubicBezTo>
                      <a:pt x="5238" y="6029"/>
                      <a:pt x="4137" y="7096"/>
                      <a:pt x="3536" y="8397"/>
                    </a:cubicBezTo>
                    <a:cubicBezTo>
                      <a:pt x="3003" y="9164"/>
                      <a:pt x="2536" y="10098"/>
                      <a:pt x="2102" y="11166"/>
                    </a:cubicBezTo>
                    <a:cubicBezTo>
                      <a:pt x="668" y="14735"/>
                      <a:pt x="0" y="19372"/>
                      <a:pt x="234" y="24275"/>
                    </a:cubicBezTo>
                    <a:cubicBezTo>
                      <a:pt x="401" y="28712"/>
                      <a:pt x="1301" y="32881"/>
                      <a:pt x="2736" y="36184"/>
                    </a:cubicBezTo>
                    <a:cubicBezTo>
                      <a:pt x="2759" y="36178"/>
                      <a:pt x="2781" y="36175"/>
                      <a:pt x="2801" y="36175"/>
                    </a:cubicBezTo>
                    <a:cubicBezTo>
                      <a:pt x="2901" y="36175"/>
                      <a:pt x="2969" y="36240"/>
                      <a:pt x="2969" y="36350"/>
                    </a:cubicBezTo>
                    <a:cubicBezTo>
                      <a:pt x="2969" y="36484"/>
                      <a:pt x="2969" y="36584"/>
                      <a:pt x="3003" y="36684"/>
                    </a:cubicBezTo>
                    <a:cubicBezTo>
                      <a:pt x="3069" y="36851"/>
                      <a:pt x="3136" y="37017"/>
                      <a:pt x="3236" y="37184"/>
                    </a:cubicBezTo>
                    <a:cubicBezTo>
                      <a:pt x="3670" y="38052"/>
                      <a:pt x="4137" y="38819"/>
                      <a:pt x="4604" y="39453"/>
                    </a:cubicBezTo>
                    <a:cubicBezTo>
                      <a:pt x="5538" y="40387"/>
                      <a:pt x="6639" y="41187"/>
                      <a:pt x="7839" y="41721"/>
                    </a:cubicBezTo>
                    <a:cubicBezTo>
                      <a:pt x="8470" y="41984"/>
                      <a:pt x="9121" y="42117"/>
                      <a:pt x="9765" y="42117"/>
                    </a:cubicBezTo>
                    <a:cubicBezTo>
                      <a:pt x="10755" y="42117"/>
                      <a:pt x="11727" y="41801"/>
                      <a:pt x="12576" y="41154"/>
                    </a:cubicBezTo>
                    <a:cubicBezTo>
                      <a:pt x="13977" y="40120"/>
                      <a:pt x="14878" y="38452"/>
                      <a:pt x="15545" y="36851"/>
                    </a:cubicBezTo>
                    <a:cubicBezTo>
                      <a:pt x="16245" y="35049"/>
                      <a:pt x="16712" y="33115"/>
                      <a:pt x="16946" y="31180"/>
                    </a:cubicBezTo>
                    <a:cubicBezTo>
                      <a:pt x="17046" y="30113"/>
                      <a:pt x="17146" y="28978"/>
                      <a:pt x="17113" y="27878"/>
                    </a:cubicBezTo>
                    <a:cubicBezTo>
                      <a:pt x="17013" y="27878"/>
                      <a:pt x="16946" y="27844"/>
                      <a:pt x="16946" y="27744"/>
                    </a:cubicBezTo>
                    <a:cubicBezTo>
                      <a:pt x="16946" y="27377"/>
                      <a:pt x="16979" y="27010"/>
                      <a:pt x="17013" y="26643"/>
                    </a:cubicBezTo>
                    <a:cubicBezTo>
                      <a:pt x="16979" y="26543"/>
                      <a:pt x="16979" y="26443"/>
                      <a:pt x="16946" y="26310"/>
                    </a:cubicBezTo>
                    <a:cubicBezTo>
                      <a:pt x="16946" y="26243"/>
                      <a:pt x="17013" y="26176"/>
                      <a:pt x="17079" y="26143"/>
                    </a:cubicBezTo>
                    <a:cubicBezTo>
                      <a:pt x="17446" y="23541"/>
                      <a:pt x="18747" y="21206"/>
                      <a:pt x="20649" y="19372"/>
                    </a:cubicBezTo>
                    <a:cubicBezTo>
                      <a:pt x="22917" y="17203"/>
                      <a:pt x="25952" y="15736"/>
                      <a:pt x="28921" y="14802"/>
                    </a:cubicBezTo>
                    <a:cubicBezTo>
                      <a:pt x="30522" y="14301"/>
                      <a:pt x="32190" y="13968"/>
                      <a:pt x="33891" y="13901"/>
                    </a:cubicBezTo>
                    <a:cubicBezTo>
                      <a:pt x="33981" y="13899"/>
                      <a:pt x="34071" y="13898"/>
                      <a:pt x="34161" y="13898"/>
                    </a:cubicBezTo>
                    <a:cubicBezTo>
                      <a:pt x="35639" y="13898"/>
                      <a:pt x="37117" y="14148"/>
                      <a:pt x="38595" y="14368"/>
                    </a:cubicBezTo>
                    <a:cubicBezTo>
                      <a:pt x="39029" y="14433"/>
                      <a:pt x="39458" y="14472"/>
                      <a:pt x="39880" y="14472"/>
                    </a:cubicBezTo>
                    <a:cubicBezTo>
                      <a:pt x="40979" y="14472"/>
                      <a:pt x="42024" y="14206"/>
                      <a:pt x="42964" y="13434"/>
                    </a:cubicBezTo>
                    <a:cubicBezTo>
                      <a:pt x="44332" y="12300"/>
                      <a:pt x="45500" y="10966"/>
                      <a:pt x="46967" y="9931"/>
                    </a:cubicBezTo>
                    <a:cubicBezTo>
                      <a:pt x="48335" y="8964"/>
                      <a:pt x="49869" y="8397"/>
                      <a:pt x="51504" y="8030"/>
                    </a:cubicBezTo>
                    <a:cubicBezTo>
                      <a:pt x="50136" y="5728"/>
                      <a:pt x="48535" y="4294"/>
                      <a:pt x="46901" y="3927"/>
                    </a:cubicBezTo>
                    <a:cubicBezTo>
                      <a:pt x="46567" y="3827"/>
                      <a:pt x="46233" y="3727"/>
                      <a:pt x="45900" y="3627"/>
                    </a:cubicBezTo>
                    <a:cubicBezTo>
                      <a:pt x="45733" y="3594"/>
                      <a:pt x="45566" y="3527"/>
                      <a:pt x="45400" y="3527"/>
                    </a:cubicBezTo>
                    <a:cubicBezTo>
                      <a:pt x="44933" y="2960"/>
                      <a:pt x="44365" y="2393"/>
                      <a:pt x="43765" y="2092"/>
                    </a:cubicBezTo>
                    <a:cubicBezTo>
                      <a:pt x="43231" y="1826"/>
                      <a:pt x="42664" y="1659"/>
                      <a:pt x="42064" y="1492"/>
                    </a:cubicBezTo>
                    <a:cubicBezTo>
                      <a:pt x="41230" y="1259"/>
                      <a:pt x="40396" y="1025"/>
                      <a:pt x="39529" y="892"/>
                    </a:cubicBezTo>
                    <a:cubicBezTo>
                      <a:pt x="39362" y="858"/>
                      <a:pt x="39162" y="825"/>
                      <a:pt x="38995" y="792"/>
                    </a:cubicBezTo>
                    <a:cubicBezTo>
                      <a:pt x="38745" y="738"/>
                      <a:pt x="38486" y="704"/>
                      <a:pt x="38227" y="704"/>
                    </a:cubicBezTo>
                    <a:cubicBezTo>
                      <a:pt x="38002" y="704"/>
                      <a:pt x="37778" y="730"/>
                      <a:pt x="37561" y="792"/>
                    </a:cubicBezTo>
                    <a:cubicBezTo>
                      <a:pt x="37461" y="825"/>
                      <a:pt x="37327" y="858"/>
                      <a:pt x="37227" y="892"/>
                    </a:cubicBezTo>
                    <a:cubicBezTo>
                      <a:pt x="37227" y="925"/>
                      <a:pt x="37027" y="1092"/>
                      <a:pt x="37027" y="1125"/>
                    </a:cubicBezTo>
                    <a:cubicBezTo>
                      <a:pt x="36927" y="1092"/>
                      <a:pt x="36827" y="1058"/>
                      <a:pt x="36727" y="1025"/>
                    </a:cubicBezTo>
                    <a:cubicBezTo>
                      <a:pt x="35859" y="858"/>
                      <a:pt x="34992" y="658"/>
                      <a:pt x="34125" y="525"/>
                    </a:cubicBezTo>
                    <a:cubicBezTo>
                      <a:pt x="31934" y="176"/>
                      <a:pt x="29717" y="0"/>
                      <a:pt x="27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0" name="Google Shape;13030;p39"/>
              <p:cNvSpPr/>
              <p:nvPr/>
            </p:nvSpPr>
            <p:spPr>
              <a:xfrm>
                <a:off x="5810500" y="2305425"/>
                <a:ext cx="1242575" cy="1050800"/>
              </a:xfrm>
              <a:custGeom>
                <a:rect b="b" l="l" r="r" t="t"/>
                <a:pathLst>
                  <a:path extrusionOk="0" h="42032" w="49703">
                    <a:moveTo>
                      <a:pt x="45565" y="4232"/>
                    </a:moveTo>
                    <a:lnTo>
                      <a:pt x="45565" y="4232"/>
                    </a:lnTo>
                    <a:cubicBezTo>
                      <a:pt x="45721" y="4353"/>
                      <a:pt x="45877" y="4449"/>
                      <a:pt x="46033" y="4574"/>
                    </a:cubicBezTo>
                    <a:cubicBezTo>
                      <a:pt x="46033" y="4574"/>
                      <a:pt x="46067" y="4607"/>
                      <a:pt x="46067" y="4607"/>
                    </a:cubicBezTo>
                    <a:cubicBezTo>
                      <a:pt x="46033" y="4674"/>
                      <a:pt x="46000" y="4774"/>
                      <a:pt x="46033" y="4874"/>
                    </a:cubicBezTo>
                    <a:cubicBezTo>
                      <a:pt x="45900" y="4641"/>
                      <a:pt x="45733" y="4440"/>
                      <a:pt x="45566" y="4240"/>
                    </a:cubicBezTo>
                    <a:cubicBezTo>
                      <a:pt x="45566" y="4240"/>
                      <a:pt x="45566" y="4237"/>
                      <a:pt x="45565" y="4232"/>
                    </a:cubicBezTo>
                    <a:close/>
                    <a:moveTo>
                      <a:pt x="46028" y="22519"/>
                    </a:moveTo>
                    <a:cubicBezTo>
                      <a:pt x="46029" y="22553"/>
                      <a:pt x="46031" y="22586"/>
                      <a:pt x="46033" y="22620"/>
                    </a:cubicBezTo>
                    <a:cubicBezTo>
                      <a:pt x="46031" y="22586"/>
                      <a:pt x="46030" y="22553"/>
                      <a:pt x="46028" y="22519"/>
                    </a:cubicBezTo>
                    <a:close/>
                    <a:moveTo>
                      <a:pt x="1168" y="25856"/>
                    </a:moveTo>
                    <a:cubicBezTo>
                      <a:pt x="1101" y="26256"/>
                      <a:pt x="1101" y="26656"/>
                      <a:pt x="1168" y="27023"/>
                    </a:cubicBezTo>
                    <a:cubicBezTo>
                      <a:pt x="1068" y="26623"/>
                      <a:pt x="1035" y="26189"/>
                      <a:pt x="1168" y="25856"/>
                    </a:cubicBezTo>
                    <a:close/>
                    <a:moveTo>
                      <a:pt x="7291" y="7199"/>
                    </a:moveTo>
                    <a:cubicBezTo>
                      <a:pt x="7735" y="7199"/>
                      <a:pt x="8169" y="7341"/>
                      <a:pt x="8573" y="7543"/>
                    </a:cubicBezTo>
                    <a:cubicBezTo>
                      <a:pt x="8907" y="7743"/>
                      <a:pt x="9207" y="7976"/>
                      <a:pt x="9507" y="8176"/>
                    </a:cubicBezTo>
                    <a:cubicBezTo>
                      <a:pt x="9674" y="8277"/>
                      <a:pt x="9841" y="8343"/>
                      <a:pt x="10041" y="8443"/>
                    </a:cubicBezTo>
                    <a:cubicBezTo>
                      <a:pt x="10108" y="8543"/>
                      <a:pt x="10174" y="8610"/>
                      <a:pt x="10208" y="8710"/>
                    </a:cubicBezTo>
                    <a:cubicBezTo>
                      <a:pt x="10441" y="9077"/>
                      <a:pt x="10641" y="9477"/>
                      <a:pt x="10875" y="9844"/>
                    </a:cubicBezTo>
                    <a:cubicBezTo>
                      <a:pt x="11275" y="10612"/>
                      <a:pt x="11709" y="11379"/>
                      <a:pt x="12042" y="12213"/>
                    </a:cubicBezTo>
                    <a:cubicBezTo>
                      <a:pt x="12209" y="12546"/>
                      <a:pt x="12343" y="12880"/>
                      <a:pt x="12476" y="13213"/>
                    </a:cubicBezTo>
                    <a:cubicBezTo>
                      <a:pt x="12509" y="13313"/>
                      <a:pt x="12509" y="13414"/>
                      <a:pt x="12543" y="13480"/>
                    </a:cubicBezTo>
                    <a:cubicBezTo>
                      <a:pt x="12576" y="13914"/>
                      <a:pt x="12676" y="14348"/>
                      <a:pt x="12776" y="14748"/>
                    </a:cubicBezTo>
                    <a:cubicBezTo>
                      <a:pt x="12976" y="15615"/>
                      <a:pt x="13177" y="16449"/>
                      <a:pt x="13343" y="17283"/>
                    </a:cubicBezTo>
                    <a:cubicBezTo>
                      <a:pt x="13377" y="17383"/>
                      <a:pt x="13377" y="17450"/>
                      <a:pt x="13410" y="17550"/>
                    </a:cubicBezTo>
                    <a:cubicBezTo>
                      <a:pt x="13243" y="17650"/>
                      <a:pt x="13143" y="17817"/>
                      <a:pt x="13043" y="17983"/>
                    </a:cubicBezTo>
                    <a:cubicBezTo>
                      <a:pt x="12876" y="18184"/>
                      <a:pt x="12710" y="18417"/>
                      <a:pt x="12643" y="18651"/>
                    </a:cubicBezTo>
                    <a:cubicBezTo>
                      <a:pt x="12443" y="18951"/>
                      <a:pt x="12243" y="19218"/>
                      <a:pt x="12042" y="19485"/>
                    </a:cubicBezTo>
                    <a:cubicBezTo>
                      <a:pt x="11642" y="20052"/>
                      <a:pt x="11208" y="20619"/>
                      <a:pt x="10808" y="21186"/>
                    </a:cubicBezTo>
                    <a:cubicBezTo>
                      <a:pt x="9974" y="22320"/>
                      <a:pt x="9140" y="23454"/>
                      <a:pt x="8306" y="24588"/>
                    </a:cubicBezTo>
                    <a:cubicBezTo>
                      <a:pt x="8040" y="24955"/>
                      <a:pt x="7773" y="25322"/>
                      <a:pt x="7506" y="25689"/>
                    </a:cubicBezTo>
                    <a:cubicBezTo>
                      <a:pt x="7673" y="25889"/>
                      <a:pt x="7739" y="26189"/>
                      <a:pt x="7739" y="26490"/>
                    </a:cubicBezTo>
                    <a:cubicBezTo>
                      <a:pt x="7806" y="26389"/>
                      <a:pt x="7873" y="26323"/>
                      <a:pt x="7939" y="26256"/>
                    </a:cubicBezTo>
                    <a:cubicBezTo>
                      <a:pt x="8306" y="25722"/>
                      <a:pt x="8707" y="25189"/>
                      <a:pt x="9107" y="24655"/>
                    </a:cubicBezTo>
                    <a:cubicBezTo>
                      <a:pt x="9908" y="23554"/>
                      <a:pt x="10708" y="22453"/>
                      <a:pt x="11509" y="21353"/>
                    </a:cubicBezTo>
                    <a:cubicBezTo>
                      <a:pt x="11909" y="20819"/>
                      <a:pt x="12276" y="20285"/>
                      <a:pt x="12676" y="19751"/>
                    </a:cubicBezTo>
                    <a:cubicBezTo>
                      <a:pt x="12976" y="19318"/>
                      <a:pt x="13377" y="18884"/>
                      <a:pt x="13577" y="18384"/>
                    </a:cubicBezTo>
                    <a:cubicBezTo>
                      <a:pt x="14044" y="21052"/>
                      <a:pt x="14311" y="23754"/>
                      <a:pt x="14244" y="26456"/>
                    </a:cubicBezTo>
                    <a:cubicBezTo>
                      <a:pt x="14244" y="27924"/>
                      <a:pt x="14111" y="29392"/>
                      <a:pt x="13877" y="30826"/>
                    </a:cubicBezTo>
                    <a:cubicBezTo>
                      <a:pt x="13744" y="31560"/>
                      <a:pt x="13577" y="32260"/>
                      <a:pt x="13377" y="32994"/>
                    </a:cubicBezTo>
                    <a:cubicBezTo>
                      <a:pt x="13243" y="33495"/>
                      <a:pt x="13110" y="34028"/>
                      <a:pt x="13043" y="34562"/>
                    </a:cubicBezTo>
                    <a:cubicBezTo>
                      <a:pt x="12943" y="34795"/>
                      <a:pt x="12876" y="34996"/>
                      <a:pt x="12776" y="35229"/>
                    </a:cubicBezTo>
                    <a:cubicBezTo>
                      <a:pt x="12443" y="36030"/>
                      <a:pt x="12076" y="36830"/>
                      <a:pt x="11575" y="37564"/>
                    </a:cubicBezTo>
                    <a:cubicBezTo>
                      <a:pt x="11442" y="37731"/>
                      <a:pt x="11342" y="37898"/>
                      <a:pt x="11208" y="38031"/>
                    </a:cubicBezTo>
                    <a:cubicBezTo>
                      <a:pt x="11108" y="37998"/>
                      <a:pt x="10975" y="37964"/>
                      <a:pt x="10875" y="37898"/>
                    </a:cubicBezTo>
                    <a:cubicBezTo>
                      <a:pt x="10608" y="37764"/>
                      <a:pt x="10375" y="37597"/>
                      <a:pt x="10174" y="37397"/>
                    </a:cubicBezTo>
                    <a:cubicBezTo>
                      <a:pt x="9707" y="36930"/>
                      <a:pt x="9340" y="36397"/>
                      <a:pt x="9007" y="35863"/>
                    </a:cubicBezTo>
                    <a:cubicBezTo>
                      <a:pt x="8640" y="35262"/>
                      <a:pt x="8306" y="34695"/>
                      <a:pt x="7973" y="34062"/>
                    </a:cubicBezTo>
                    <a:cubicBezTo>
                      <a:pt x="7673" y="33495"/>
                      <a:pt x="7472" y="32761"/>
                      <a:pt x="7072" y="32260"/>
                    </a:cubicBezTo>
                    <a:cubicBezTo>
                      <a:pt x="7032" y="32207"/>
                      <a:pt x="6981" y="32186"/>
                      <a:pt x="6931" y="32186"/>
                    </a:cubicBezTo>
                    <a:cubicBezTo>
                      <a:pt x="6855" y="32186"/>
                      <a:pt x="6779" y="32234"/>
                      <a:pt x="6739" y="32294"/>
                    </a:cubicBezTo>
                    <a:cubicBezTo>
                      <a:pt x="6672" y="32294"/>
                      <a:pt x="6538" y="32327"/>
                      <a:pt x="6538" y="32427"/>
                    </a:cubicBezTo>
                    <a:cubicBezTo>
                      <a:pt x="6438" y="33128"/>
                      <a:pt x="6772" y="33828"/>
                      <a:pt x="7039" y="34462"/>
                    </a:cubicBezTo>
                    <a:cubicBezTo>
                      <a:pt x="7372" y="35196"/>
                      <a:pt x="7773" y="35930"/>
                      <a:pt x="8140" y="36663"/>
                    </a:cubicBezTo>
                    <a:lnTo>
                      <a:pt x="7873" y="36663"/>
                    </a:lnTo>
                    <a:cubicBezTo>
                      <a:pt x="7439" y="36663"/>
                      <a:pt x="7005" y="36697"/>
                      <a:pt x="6572" y="36730"/>
                    </a:cubicBezTo>
                    <a:cubicBezTo>
                      <a:pt x="6105" y="36764"/>
                      <a:pt x="5671" y="36797"/>
                      <a:pt x="5204" y="36864"/>
                    </a:cubicBezTo>
                    <a:cubicBezTo>
                      <a:pt x="5037" y="36897"/>
                      <a:pt x="4837" y="36930"/>
                      <a:pt x="4670" y="36964"/>
                    </a:cubicBezTo>
                    <a:cubicBezTo>
                      <a:pt x="4584" y="37340"/>
                      <a:pt x="4372" y="37690"/>
                      <a:pt x="3969" y="37690"/>
                    </a:cubicBezTo>
                    <a:cubicBezTo>
                      <a:pt x="3907" y="37690"/>
                      <a:pt x="3841" y="37682"/>
                      <a:pt x="3770" y="37664"/>
                    </a:cubicBezTo>
                    <a:cubicBezTo>
                      <a:pt x="3937" y="37264"/>
                      <a:pt x="3803" y="36663"/>
                      <a:pt x="3770" y="36196"/>
                    </a:cubicBezTo>
                    <a:cubicBezTo>
                      <a:pt x="3736" y="35729"/>
                      <a:pt x="3803" y="35196"/>
                      <a:pt x="3670" y="34762"/>
                    </a:cubicBezTo>
                    <a:cubicBezTo>
                      <a:pt x="3636" y="34662"/>
                      <a:pt x="3553" y="34612"/>
                      <a:pt x="3470" y="34612"/>
                    </a:cubicBezTo>
                    <a:cubicBezTo>
                      <a:pt x="3386" y="34612"/>
                      <a:pt x="3303" y="34662"/>
                      <a:pt x="3269" y="34762"/>
                    </a:cubicBezTo>
                    <a:cubicBezTo>
                      <a:pt x="3103" y="35229"/>
                      <a:pt x="3203" y="35796"/>
                      <a:pt x="3203" y="36297"/>
                    </a:cubicBezTo>
                    <a:cubicBezTo>
                      <a:pt x="3203" y="36530"/>
                      <a:pt x="3203" y="36797"/>
                      <a:pt x="3236" y="37097"/>
                    </a:cubicBezTo>
                    <a:cubicBezTo>
                      <a:pt x="3136" y="36830"/>
                      <a:pt x="3103" y="36563"/>
                      <a:pt x="3103" y="36330"/>
                    </a:cubicBezTo>
                    <a:cubicBezTo>
                      <a:pt x="3069" y="35830"/>
                      <a:pt x="3103" y="35296"/>
                      <a:pt x="3169" y="34795"/>
                    </a:cubicBezTo>
                    <a:cubicBezTo>
                      <a:pt x="3169" y="34729"/>
                      <a:pt x="3103" y="34629"/>
                      <a:pt x="3069" y="34562"/>
                    </a:cubicBezTo>
                    <a:cubicBezTo>
                      <a:pt x="2969" y="34529"/>
                      <a:pt x="2836" y="34462"/>
                      <a:pt x="2736" y="34362"/>
                    </a:cubicBezTo>
                    <a:cubicBezTo>
                      <a:pt x="2836" y="34362"/>
                      <a:pt x="2936" y="34262"/>
                      <a:pt x="2903" y="34162"/>
                    </a:cubicBezTo>
                    <a:cubicBezTo>
                      <a:pt x="2736" y="33294"/>
                      <a:pt x="2502" y="32561"/>
                      <a:pt x="2636" y="31693"/>
                    </a:cubicBezTo>
                    <a:cubicBezTo>
                      <a:pt x="2702" y="31326"/>
                      <a:pt x="2769" y="30959"/>
                      <a:pt x="2969" y="30626"/>
                    </a:cubicBezTo>
                    <a:cubicBezTo>
                      <a:pt x="3169" y="30292"/>
                      <a:pt x="3503" y="30125"/>
                      <a:pt x="3837" y="29925"/>
                    </a:cubicBezTo>
                    <a:cubicBezTo>
                      <a:pt x="3970" y="29825"/>
                      <a:pt x="3970" y="29592"/>
                      <a:pt x="3803" y="29558"/>
                    </a:cubicBezTo>
                    <a:cubicBezTo>
                      <a:pt x="3746" y="29550"/>
                      <a:pt x="3690" y="29547"/>
                      <a:pt x="3635" y="29547"/>
                    </a:cubicBezTo>
                    <a:cubicBezTo>
                      <a:pt x="2770" y="29547"/>
                      <a:pt x="2259" y="30506"/>
                      <a:pt x="2102" y="31260"/>
                    </a:cubicBezTo>
                    <a:cubicBezTo>
                      <a:pt x="1975" y="31893"/>
                      <a:pt x="1969" y="32676"/>
                      <a:pt x="2139" y="33381"/>
                    </a:cubicBezTo>
                    <a:lnTo>
                      <a:pt x="2139" y="33381"/>
                    </a:lnTo>
                    <a:cubicBezTo>
                      <a:pt x="2128" y="33359"/>
                      <a:pt x="2115" y="33341"/>
                      <a:pt x="2102" y="33328"/>
                    </a:cubicBezTo>
                    <a:cubicBezTo>
                      <a:pt x="1835" y="32561"/>
                      <a:pt x="1735" y="31593"/>
                      <a:pt x="2135" y="30859"/>
                    </a:cubicBezTo>
                    <a:cubicBezTo>
                      <a:pt x="1935" y="30025"/>
                      <a:pt x="1802" y="29225"/>
                      <a:pt x="1668" y="28391"/>
                    </a:cubicBezTo>
                    <a:lnTo>
                      <a:pt x="1668" y="28391"/>
                    </a:lnTo>
                    <a:cubicBezTo>
                      <a:pt x="1768" y="28524"/>
                      <a:pt x="1835" y="28658"/>
                      <a:pt x="1935" y="28791"/>
                    </a:cubicBezTo>
                    <a:cubicBezTo>
                      <a:pt x="2169" y="29091"/>
                      <a:pt x="2536" y="29525"/>
                      <a:pt x="2903" y="29625"/>
                    </a:cubicBezTo>
                    <a:cubicBezTo>
                      <a:pt x="2917" y="29628"/>
                      <a:pt x="2932" y="29629"/>
                      <a:pt x="2947" y="29629"/>
                    </a:cubicBezTo>
                    <a:cubicBezTo>
                      <a:pt x="3126" y="29629"/>
                      <a:pt x="3262" y="29446"/>
                      <a:pt x="3169" y="29292"/>
                    </a:cubicBezTo>
                    <a:cubicBezTo>
                      <a:pt x="2969" y="28991"/>
                      <a:pt x="2636" y="28791"/>
                      <a:pt x="2436" y="28491"/>
                    </a:cubicBezTo>
                    <a:cubicBezTo>
                      <a:pt x="2169" y="28157"/>
                      <a:pt x="2002" y="27790"/>
                      <a:pt x="1868" y="27424"/>
                    </a:cubicBezTo>
                    <a:cubicBezTo>
                      <a:pt x="1635" y="26723"/>
                      <a:pt x="1502" y="25522"/>
                      <a:pt x="2402" y="25222"/>
                    </a:cubicBezTo>
                    <a:cubicBezTo>
                      <a:pt x="2476" y="25199"/>
                      <a:pt x="2545" y="25188"/>
                      <a:pt x="2611" y="25188"/>
                    </a:cubicBezTo>
                    <a:cubicBezTo>
                      <a:pt x="3200" y="25188"/>
                      <a:pt x="3503" y="26043"/>
                      <a:pt x="4103" y="26223"/>
                    </a:cubicBezTo>
                    <a:cubicBezTo>
                      <a:pt x="4199" y="26259"/>
                      <a:pt x="4299" y="26277"/>
                      <a:pt x="4399" y="26277"/>
                    </a:cubicBezTo>
                    <a:cubicBezTo>
                      <a:pt x="4577" y="26277"/>
                      <a:pt x="4754" y="26218"/>
                      <a:pt x="4904" y="26089"/>
                    </a:cubicBezTo>
                    <a:cubicBezTo>
                      <a:pt x="5037" y="25689"/>
                      <a:pt x="5271" y="25255"/>
                      <a:pt x="5604" y="24988"/>
                    </a:cubicBezTo>
                    <a:cubicBezTo>
                      <a:pt x="5571" y="24922"/>
                      <a:pt x="5504" y="24888"/>
                      <a:pt x="5438" y="24888"/>
                    </a:cubicBezTo>
                    <a:lnTo>
                      <a:pt x="5304" y="24888"/>
                    </a:lnTo>
                    <a:cubicBezTo>
                      <a:pt x="5104" y="25055"/>
                      <a:pt x="4937" y="25222"/>
                      <a:pt x="4704" y="25355"/>
                    </a:cubicBezTo>
                    <a:cubicBezTo>
                      <a:pt x="4670" y="25422"/>
                      <a:pt x="4637" y="25489"/>
                      <a:pt x="4570" y="25556"/>
                    </a:cubicBezTo>
                    <a:cubicBezTo>
                      <a:pt x="4498" y="25664"/>
                      <a:pt x="4416" y="25709"/>
                      <a:pt x="4329" y="25709"/>
                    </a:cubicBezTo>
                    <a:cubicBezTo>
                      <a:pt x="4019" y="25709"/>
                      <a:pt x="3652" y="25138"/>
                      <a:pt x="3470" y="24955"/>
                    </a:cubicBezTo>
                    <a:cubicBezTo>
                      <a:pt x="3216" y="24743"/>
                      <a:pt x="2920" y="24645"/>
                      <a:pt x="2625" y="24645"/>
                    </a:cubicBezTo>
                    <a:cubicBezTo>
                      <a:pt x="2223" y="24645"/>
                      <a:pt x="1824" y="24828"/>
                      <a:pt x="1535" y="25155"/>
                    </a:cubicBezTo>
                    <a:cubicBezTo>
                      <a:pt x="1468" y="25255"/>
                      <a:pt x="1401" y="25322"/>
                      <a:pt x="1368" y="25389"/>
                    </a:cubicBezTo>
                    <a:cubicBezTo>
                      <a:pt x="1368" y="25289"/>
                      <a:pt x="1368" y="25189"/>
                      <a:pt x="1335" y="25122"/>
                    </a:cubicBezTo>
                    <a:cubicBezTo>
                      <a:pt x="1368" y="24622"/>
                      <a:pt x="1335" y="24088"/>
                      <a:pt x="1335" y="23621"/>
                    </a:cubicBezTo>
                    <a:cubicBezTo>
                      <a:pt x="1301" y="22787"/>
                      <a:pt x="1301" y="21953"/>
                      <a:pt x="1301" y="21119"/>
                    </a:cubicBezTo>
                    <a:cubicBezTo>
                      <a:pt x="1368" y="18184"/>
                      <a:pt x="1635" y="15282"/>
                      <a:pt x="2536" y="12446"/>
                    </a:cubicBezTo>
                    <a:cubicBezTo>
                      <a:pt x="2869" y="11345"/>
                      <a:pt x="3336" y="10211"/>
                      <a:pt x="3937" y="9211"/>
                    </a:cubicBezTo>
                    <a:cubicBezTo>
                      <a:pt x="3937" y="9211"/>
                      <a:pt x="3970" y="9177"/>
                      <a:pt x="3970" y="9177"/>
                    </a:cubicBezTo>
                    <a:cubicBezTo>
                      <a:pt x="4270" y="8910"/>
                      <a:pt x="4570" y="8677"/>
                      <a:pt x="4871" y="8410"/>
                    </a:cubicBezTo>
                    <a:cubicBezTo>
                      <a:pt x="5404" y="8010"/>
                      <a:pt x="5971" y="7509"/>
                      <a:pt x="6639" y="7309"/>
                    </a:cubicBezTo>
                    <a:cubicBezTo>
                      <a:pt x="6857" y="7233"/>
                      <a:pt x="7075" y="7199"/>
                      <a:pt x="7291" y="7199"/>
                    </a:cubicBezTo>
                    <a:close/>
                    <a:moveTo>
                      <a:pt x="8440" y="37231"/>
                    </a:moveTo>
                    <a:cubicBezTo>
                      <a:pt x="8707" y="37664"/>
                      <a:pt x="8974" y="38098"/>
                      <a:pt x="9274" y="38465"/>
                    </a:cubicBezTo>
                    <a:cubicBezTo>
                      <a:pt x="9507" y="38732"/>
                      <a:pt x="9741" y="39032"/>
                      <a:pt x="10008" y="39232"/>
                    </a:cubicBezTo>
                    <a:cubicBezTo>
                      <a:pt x="9874" y="39365"/>
                      <a:pt x="9707" y="39465"/>
                      <a:pt x="9541" y="39599"/>
                    </a:cubicBezTo>
                    <a:cubicBezTo>
                      <a:pt x="9374" y="39599"/>
                      <a:pt x="9207" y="39632"/>
                      <a:pt x="9040" y="39699"/>
                    </a:cubicBezTo>
                    <a:cubicBezTo>
                      <a:pt x="8773" y="39732"/>
                      <a:pt x="8540" y="39832"/>
                      <a:pt x="8273" y="39899"/>
                    </a:cubicBezTo>
                    <a:cubicBezTo>
                      <a:pt x="8140" y="39899"/>
                      <a:pt x="8006" y="39866"/>
                      <a:pt x="7873" y="39832"/>
                    </a:cubicBezTo>
                    <a:cubicBezTo>
                      <a:pt x="7639" y="39799"/>
                      <a:pt x="7406" y="39732"/>
                      <a:pt x="7139" y="39699"/>
                    </a:cubicBezTo>
                    <a:cubicBezTo>
                      <a:pt x="7072" y="39666"/>
                      <a:pt x="6972" y="39632"/>
                      <a:pt x="6905" y="39599"/>
                    </a:cubicBezTo>
                    <a:cubicBezTo>
                      <a:pt x="6605" y="39365"/>
                      <a:pt x="6338" y="39065"/>
                      <a:pt x="6105" y="38832"/>
                    </a:cubicBezTo>
                    <a:cubicBezTo>
                      <a:pt x="5771" y="38465"/>
                      <a:pt x="5438" y="38064"/>
                      <a:pt x="5137" y="37664"/>
                    </a:cubicBezTo>
                    <a:cubicBezTo>
                      <a:pt x="5238" y="37664"/>
                      <a:pt x="5338" y="37631"/>
                      <a:pt x="5471" y="37631"/>
                    </a:cubicBezTo>
                    <a:cubicBezTo>
                      <a:pt x="5871" y="37564"/>
                      <a:pt x="6272" y="37531"/>
                      <a:pt x="6672" y="37464"/>
                    </a:cubicBezTo>
                    <a:cubicBezTo>
                      <a:pt x="7106" y="37431"/>
                      <a:pt x="7539" y="37364"/>
                      <a:pt x="7973" y="37297"/>
                    </a:cubicBezTo>
                    <a:cubicBezTo>
                      <a:pt x="8140" y="37264"/>
                      <a:pt x="8273" y="37264"/>
                      <a:pt x="8440" y="37231"/>
                    </a:cubicBezTo>
                    <a:close/>
                    <a:moveTo>
                      <a:pt x="26963" y="0"/>
                    </a:moveTo>
                    <a:cubicBezTo>
                      <a:pt x="26169" y="0"/>
                      <a:pt x="25375" y="24"/>
                      <a:pt x="24585" y="71"/>
                    </a:cubicBezTo>
                    <a:cubicBezTo>
                      <a:pt x="23817" y="104"/>
                      <a:pt x="23050" y="204"/>
                      <a:pt x="22316" y="271"/>
                    </a:cubicBezTo>
                    <a:cubicBezTo>
                      <a:pt x="21616" y="337"/>
                      <a:pt x="20915" y="371"/>
                      <a:pt x="20215" y="471"/>
                    </a:cubicBezTo>
                    <a:cubicBezTo>
                      <a:pt x="19448" y="538"/>
                      <a:pt x="18714" y="671"/>
                      <a:pt x="17980" y="804"/>
                    </a:cubicBezTo>
                    <a:cubicBezTo>
                      <a:pt x="17413" y="905"/>
                      <a:pt x="16746" y="971"/>
                      <a:pt x="16245" y="1271"/>
                    </a:cubicBezTo>
                    <a:lnTo>
                      <a:pt x="16112" y="1271"/>
                    </a:lnTo>
                    <a:cubicBezTo>
                      <a:pt x="16012" y="1305"/>
                      <a:pt x="15979" y="1372"/>
                      <a:pt x="15979" y="1438"/>
                    </a:cubicBezTo>
                    <a:cubicBezTo>
                      <a:pt x="15979" y="1438"/>
                      <a:pt x="15979" y="1472"/>
                      <a:pt x="15945" y="1472"/>
                    </a:cubicBezTo>
                    <a:cubicBezTo>
                      <a:pt x="15878" y="1572"/>
                      <a:pt x="15878" y="1738"/>
                      <a:pt x="16012" y="1772"/>
                    </a:cubicBezTo>
                    <a:cubicBezTo>
                      <a:pt x="16145" y="1839"/>
                      <a:pt x="16279" y="1872"/>
                      <a:pt x="16412" y="1905"/>
                    </a:cubicBezTo>
                    <a:cubicBezTo>
                      <a:pt x="16412" y="2005"/>
                      <a:pt x="16446" y="2105"/>
                      <a:pt x="16579" y="2172"/>
                    </a:cubicBezTo>
                    <a:cubicBezTo>
                      <a:pt x="16646" y="2205"/>
                      <a:pt x="16746" y="2239"/>
                      <a:pt x="16846" y="2272"/>
                    </a:cubicBezTo>
                    <a:cubicBezTo>
                      <a:pt x="16846" y="2306"/>
                      <a:pt x="16812" y="2339"/>
                      <a:pt x="16812" y="2339"/>
                    </a:cubicBezTo>
                    <a:cubicBezTo>
                      <a:pt x="16479" y="2139"/>
                      <a:pt x="16079" y="1972"/>
                      <a:pt x="15678" y="1872"/>
                    </a:cubicBezTo>
                    <a:cubicBezTo>
                      <a:pt x="15678" y="1839"/>
                      <a:pt x="15678" y="1839"/>
                      <a:pt x="15678" y="1839"/>
                    </a:cubicBezTo>
                    <a:cubicBezTo>
                      <a:pt x="15436" y="1475"/>
                      <a:pt x="15076" y="1363"/>
                      <a:pt x="14688" y="1363"/>
                    </a:cubicBezTo>
                    <a:cubicBezTo>
                      <a:pt x="14329" y="1363"/>
                      <a:pt x="13947" y="1458"/>
                      <a:pt x="13610" y="1538"/>
                    </a:cubicBezTo>
                    <a:cubicBezTo>
                      <a:pt x="12676" y="1805"/>
                      <a:pt x="11742" y="2039"/>
                      <a:pt x="10775" y="2306"/>
                    </a:cubicBezTo>
                    <a:cubicBezTo>
                      <a:pt x="10641" y="2339"/>
                      <a:pt x="10541" y="2406"/>
                      <a:pt x="10508" y="2539"/>
                    </a:cubicBezTo>
                    <a:cubicBezTo>
                      <a:pt x="10408" y="2539"/>
                      <a:pt x="10308" y="2539"/>
                      <a:pt x="10241" y="2572"/>
                    </a:cubicBezTo>
                    <a:cubicBezTo>
                      <a:pt x="10108" y="2572"/>
                      <a:pt x="10041" y="2739"/>
                      <a:pt x="10141" y="2839"/>
                    </a:cubicBezTo>
                    <a:cubicBezTo>
                      <a:pt x="10241" y="2939"/>
                      <a:pt x="10341" y="3073"/>
                      <a:pt x="10441" y="3139"/>
                    </a:cubicBezTo>
                    <a:cubicBezTo>
                      <a:pt x="10251" y="3097"/>
                      <a:pt x="10035" y="3055"/>
                      <a:pt x="9834" y="3055"/>
                    </a:cubicBezTo>
                    <a:cubicBezTo>
                      <a:pt x="9717" y="3055"/>
                      <a:pt x="9605" y="3069"/>
                      <a:pt x="9507" y="3106"/>
                    </a:cubicBezTo>
                    <a:cubicBezTo>
                      <a:pt x="9441" y="3139"/>
                      <a:pt x="9441" y="3173"/>
                      <a:pt x="9407" y="3173"/>
                    </a:cubicBezTo>
                    <a:cubicBezTo>
                      <a:pt x="9074" y="3273"/>
                      <a:pt x="8707" y="3473"/>
                      <a:pt x="8440" y="3640"/>
                    </a:cubicBezTo>
                    <a:cubicBezTo>
                      <a:pt x="8173" y="3740"/>
                      <a:pt x="7906" y="3873"/>
                      <a:pt x="7673" y="4040"/>
                    </a:cubicBezTo>
                    <a:cubicBezTo>
                      <a:pt x="6805" y="4340"/>
                      <a:pt x="6005" y="4774"/>
                      <a:pt x="5404" y="5441"/>
                    </a:cubicBezTo>
                    <a:cubicBezTo>
                      <a:pt x="5338" y="5508"/>
                      <a:pt x="5338" y="5608"/>
                      <a:pt x="5404" y="5675"/>
                    </a:cubicBezTo>
                    <a:cubicBezTo>
                      <a:pt x="4971" y="5875"/>
                      <a:pt x="4604" y="6208"/>
                      <a:pt x="4304" y="6609"/>
                    </a:cubicBezTo>
                    <a:cubicBezTo>
                      <a:pt x="4270" y="6675"/>
                      <a:pt x="4237" y="6742"/>
                      <a:pt x="4270" y="6809"/>
                    </a:cubicBezTo>
                    <a:cubicBezTo>
                      <a:pt x="3770" y="7309"/>
                      <a:pt x="3336" y="7910"/>
                      <a:pt x="3003" y="8443"/>
                    </a:cubicBezTo>
                    <a:cubicBezTo>
                      <a:pt x="1401" y="10978"/>
                      <a:pt x="668" y="13947"/>
                      <a:pt x="301" y="16883"/>
                    </a:cubicBezTo>
                    <a:cubicBezTo>
                      <a:pt x="134" y="18450"/>
                      <a:pt x="67" y="20018"/>
                      <a:pt x="67" y="21586"/>
                    </a:cubicBezTo>
                    <a:cubicBezTo>
                      <a:pt x="67" y="21719"/>
                      <a:pt x="67" y="21886"/>
                      <a:pt x="67" y="22020"/>
                    </a:cubicBezTo>
                    <a:cubicBezTo>
                      <a:pt x="34" y="22220"/>
                      <a:pt x="34" y="22387"/>
                      <a:pt x="34" y="22587"/>
                    </a:cubicBezTo>
                    <a:cubicBezTo>
                      <a:pt x="0" y="23087"/>
                      <a:pt x="0" y="23587"/>
                      <a:pt x="0" y="24088"/>
                    </a:cubicBezTo>
                    <a:cubicBezTo>
                      <a:pt x="34" y="25089"/>
                      <a:pt x="67" y="26089"/>
                      <a:pt x="167" y="27090"/>
                    </a:cubicBezTo>
                    <a:cubicBezTo>
                      <a:pt x="501" y="30392"/>
                      <a:pt x="1235" y="33695"/>
                      <a:pt x="2869" y="36630"/>
                    </a:cubicBezTo>
                    <a:cubicBezTo>
                      <a:pt x="3003" y="36864"/>
                      <a:pt x="3103" y="37064"/>
                      <a:pt x="3236" y="37297"/>
                    </a:cubicBezTo>
                    <a:cubicBezTo>
                      <a:pt x="3269" y="37464"/>
                      <a:pt x="3336" y="37597"/>
                      <a:pt x="3403" y="37698"/>
                    </a:cubicBezTo>
                    <a:cubicBezTo>
                      <a:pt x="3428" y="37773"/>
                      <a:pt x="3472" y="37810"/>
                      <a:pt x="3520" y="37810"/>
                    </a:cubicBezTo>
                    <a:cubicBezTo>
                      <a:pt x="3536" y="37810"/>
                      <a:pt x="3553" y="37806"/>
                      <a:pt x="3570" y="37798"/>
                    </a:cubicBezTo>
                    <a:cubicBezTo>
                      <a:pt x="4203" y="38732"/>
                      <a:pt x="4937" y="39632"/>
                      <a:pt x="5805" y="40399"/>
                    </a:cubicBezTo>
                    <a:cubicBezTo>
                      <a:pt x="6172" y="40733"/>
                      <a:pt x="6605" y="41067"/>
                      <a:pt x="7106" y="41200"/>
                    </a:cubicBezTo>
                    <a:cubicBezTo>
                      <a:pt x="7072" y="41200"/>
                      <a:pt x="7039" y="41233"/>
                      <a:pt x="7005" y="41233"/>
                    </a:cubicBezTo>
                    <a:cubicBezTo>
                      <a:pt x="6672" y="41333"/>
                      <a:pt x="6705" y="41767"/>
                      <a:pt x="7005" y="41867"/>
                    </a:cubicBezTo>
                    <a:cubicBezTo>
                      <a:pt x="7347" y="41981"/>
                      <a:pt x="7692" y="42032"/>
                      <a:pt x="8036" y="42032"/>
                    </a:cubicBezTo>
                    <a:cubicBezTo>
                      <a:pt x="9408" y="42032"/>
                      <a:pt x="10762" y="41226"/>
                      <a:pt x="11776" y="40399"/>
                    </a:cubicBezTo>
                    <a:cubicBezTo>
                      <a:pt x="13177" y="39265"/>
                      <a:pt x="14144" y="37731"/>
                      <a:pt x="14778" y="36063"/>
                    </a:cubicBezTo>
                    <a:cubicBezTo>
                      <a:pt x="16012" y="32994"/>
                      <a:pt x="16479" y="29558"/>
                      <a:pt x="16612" y="26289"/>
                    </a:cubicBezTo>
                    <a:cubicBezTo>
                      <a:pt x="16746" y="22887"/>
                      <a:pt x="16412" y="19451"/>
                      <a:pt x="15612" y="16149"/>
                    </a:cubicBezTo>
                    <a:cubicBezTo>
                      <a:pt x="15211" y="14514"/>
                      <a:pt x="14711" y="12880"/>
                      <a:pt x="14077" y="11312"/>
                    </a:cubicBezTo>
                    <a:cubicBezTo>
                      <a:pt x="13543" y="9978"/>
                      <a:pt x="12910" y="8677"/>
                      <a:pt x="11976" y="7576"/>
                    </a:cubicBezTo>
                    <a:cubicBezTo>
                      <a:pt x="11958" y="7663"/>
                      <a:pt x="11886" y="7714"/>
                      <a:pt x="11812" y="7714"/>
                    </a:cubicBezTo>
                    <a:cubicBezTo>
                      <a:pt x="11744" y="7714"/>
                      <a:pt x="11674" y="7672"/>
                      <a:pt x="11642" y="7576"/>
                    </a:cubicBezTo>
                    <a:cubicBezTo>
                      <a:pt x="11275" y="6709"/>
                      <a:pt x="10541" y="5775"/>
                      <a:pt x="9941" y="5041"/>
                    </a:cubicBezTo>
                    <a:cubicBezTo>
                      <a:pt x="9941" y="5007"/>
                      <a:pt x="9908" y="4974"/>
                      <a:pt x="9908" y="4974"/>
                    </a:cubicBezTo>
                    <a:cubicBezTo>
                      <a:pt x="9691" y="4624"/>
                      <a:pt x="9941" y="4532"/>
                      <a:pt x="10270" y="4532"/>
                    </a:cubicBezTo>
                    <a:cubicBezTo>
                      <a:pt x="10600" y="4532"/>
                      <a:pt x="11008" y="4624"/>
                      <a:pt x="11108" y="4641"/>
                    </a:cubicBezTo>
                    <a:cubicBezTo>
                      <a:pt x="11776" y="4774"/>
                      <a:pt x="12443" y="4974"/>
                      <a:pt x="13043" y="5274"/>
                    </a:cubicBezTo>
                    <a:cubicBezTo>
                      <a:pt x="14811" y="6108"/>
                      <a:pt x="15712" y="7543"/>
                      <a:pt x="16612" y="9244"/>
                    </a:cubicBezTo>
                    <a:cubicBezTo>
                      <a:pt x="17313" y="10545"/>
                      <a:pt x="17847" y="11912"/>
                      <a:pt x="18280" y="13313"/>
                    </a:cubicBezTo>
                    <a:cubicBezTo>
                      <a:pt x="18814" y="14881"/>
                      <a:pt x="19214" y="16516"/>
                      <a:pt x="19648" y="18117"/>
                    </a:cubicBezTo>
                    <a:cubicBezTo>
                      <a:pt x="19881" y="18951"/>
                      <a:pt x="19948" y="19818"/>
                      <a:pt x="20048" y="20652"/>
                    </a:cubicBezTo>
                    <a:cubicBezTo>
                      <a:pt x="20148" y="21519"/>
                      <a:pt x="20182" y="22420"/>
                      <a:pt x="20215" y="23287"/>
                    </a:cubicBezTo>
                    <a:cubicBezTo>
                      <a:pt x="20215" y="23387"/>
                      <a:pt x="20282" y="23454"/>
                      <a:pt x="20382" y="23487"/>
                    </a:cubicBezTo>
                    <a:cubicBezTo>
                      <a:pt x="20548" y="23020"/>
                      <a:pt x="20448" y="22320"/>
                      <a:pt x="20448" y="21820"/>
                    </a:cubicBezTo>
                    <a:cubicBezTo>
                      <a:pt x="20448" y="21186"/>
                      <a:pt x="20448" y="20552"/>
                      <a:pt x="20415" y="19918"/>
                    </a:cubicBezTo>
                    <a:cubicBezTo>
                      <a:pt x="20282" y="17883"/>
                      <a:pt x="19881" y="15915"/>
                      <a:pt x="19448" y="13914"/>
                    </a:cubicBezTo>
                    <a:cubicBezTo>
                      <a:pt x="19314" y="13280"/>
                      <a:pt x="19181" y="12680"/>
                      <a:pt x="18981" y="12079"/>
                    </a:cubicBezTo>
                    <a:cubicBezTo>
                      <a:pt x="18847" y="11646"/>
                      <a:pt x="18647" y="11279"/>
                      <a:pt x="18547" y="10845"/>
                    </a:cubicBezTo>
                    <a:cubicBezTo>
                      <a:pt x="18113" y="9744"/>
                      <a:pt x="17580" y="8677"/>
                      <a:pt x="16946" y="7643"/>
                    </a:cubicBezTo>
                    <a:cubicBezTo>
                      <a:pt x="16446" y="6842"/>
                      <a:pt x="15812" y="6108"/>
                      <a:pt x="15145" y="5408"/>
                    </a:cubicBezTo>
                    <a:cubicBezTo>
                      <a:pt x="14744" y="4974"/>
                      <a:pt x="13377" y="3873"/>
                      <a:pt x="13577" y="3206"/>
                    </a:cubicBezTo>
                    <a:cubicBezTo>
                      <a:pt x="13710" y="2806"/>
                      <a:pt x="14244" y="2572"/>
                      <a:pt x="14611" y="2506"/>
                    </a:cubicBezTo>
                    <a:cubicBezTo>
                      <a:pt x="14796" y="2470"/>
                      <a:pt x="14978" y="2453"/>
                      <a:pt x="15156" y="2453"/>
                    </a:cubicBezTo>
                    <a:cubicBezTo>
                      <a:pt x="16813" y="2453"/>
                      <a:pt x="18194" y="3897"/>
                      <a:pt x="19248" y="5041"/>
                    </a:cubicBezTo>
                    <a:cubicBezTo>
                      <a:pt x="19581" y="5374"/>
                      <a:pt x="19881" y="5741"/>
                      <a:pt x="20182" y="6142"/>
                    </a:cubicBezTo>
                    <a:cubicBezTo>
                      <a:pt x="19614" y="5108"/>
                      <a:pt x="18914" y="4207"/>
                      <a:pt x="18080" y="3373"/>
                    </a:cubicBezTo>
                    <a:cubicBezTo>
                      <a:pt x="17848" y="3174"/>
                      <a:pt x="17615" y="2942"/>
                      <a:pt x="17383" y="2742"/>
                    </a:cubicBezTo>
                    <a:lnTo>
                      <a:pt x="17383" y="2742"/>
                    </a:lnTo>
                    <a:cubicBezTo>
                      <a:pt x="17393" y="2750"/>
                      <a:pt x="17410" y="2753"/>
                      <a:pt x="17433" y="2753"/>
                    </a:cubicBezTo>
                    <a:cubicBezTo>
                      <a:pt x="17670" y="2753"/>
                      <a:pt x="18526" y="2366"/>
                      <a:pt x="18647" y="2306"/>
                    </a:cubicBezTo>
                    <a:cubicBezTo>
                      <a:pt x="21830" y="1264"/>
                      <a:pt x="25173" y="1099"/>
                      <a:pt x="28485" y="1099"/>
                    </a:cubicBezTo>
                    <a:cubicBezTo>
                      <a:pt x="28887" y="1099"/>
                      <a:pt x="29288" y="1101"/>
                      <a:pt x="29688" y="1105"/>
                    </a:cubicBezTo>
                    <a:cubicBezTo>
                      <a:pt x="31590" y="1138"/>
                      <a:pt x="33524" y="1205"/>
                      <a:pt x="35392" y="1505"/>
                    </a:cubicBezTo>
                    <a:cubicBezTo>
                      <a:pt x="36393" y="1672"/>
                      <a:pt x="37427" y="1839"/>
                      <a:pt x="38361" y="2172"/>
                    </a:cubicBezTo>
                    <a:cubicBezTo>
                      <a:pt x="38862" y="2339"/>
                      <a:pt x="39362" y="2539"/>
                      <a:pt x="39796" y="2806"/>
                    </a:cubicBezTo>
                    <a:cubicBezTo>
                      <a:pt x="40229" y="3106"/>
                      <a:pt x="40363" y="3506"/>
                      <a:pt x="40663" y="3940"/>
                    </a:cubicBezTo>
                    <a:cubicBezTo>
                      <a:pt x="40930" y="4340"/>
                      <a:pt x="41163" y="4774"/>
                      <a:pt x="41397" y="5208"/>
                    </a:cubicBezTo>
                    <a:cubicBezTo>
                      <a:pt x="41363" y="5141"/>
                      <a:pt x="41330" y="5074"/>
                      <a:pt x="41297" y="5007"/>
                    </a:cubicBezTo>
                    <a:lnTo>
                      <a:pt x="41297" y="5007"/>
                    </a:lnTo>
                    <a:cubicBezTo>
                      <a:pt x="41330" y="5041"/>
                      <a:pt x="41330" y="5074"/>
                      <a:pt x="41363" y="5108"/>
                    </a:cubicBezTo>
                    <a:cubicBezTo>
                      <a:pt x="43065" y="7776"/>
                      <a:pt x="44165" y="10778"/>
                      <a:pt x="44866" y="13847"/>
                    </a:cubicBezTo>
                    <a:cubicBezTo>
                      <a:pt x="45233" y="15582"/>
                      <a:pt x="45400" y="17316"/>
                      <a:pt x="45666" y="19084"/>
                    </a:cubicBezTo>
                    <a:cubicBezTo>
                      <a:pt x="45829" y="20219"/>
                      <a:pt x="45959" y="21354"/>
                      <a:pt x="46028" y="22519"/>
                    </a:cubicBezTo>
                    <a:lnTo>
                      <a:pt x="46028" y="22519"/>
                    </a:lnTo>
                    <a:cubicBezTo>
                      <a:pt x="45985" y="21583"/>
                      <a:pt x="46235" y="20620"/>
                      <a:pt x="46267" y="19718"/>
                    </a:cubicBezTo>
                    <a:cubicBezTo>
                      <a:pt x="46300" y="18651"/>
                      <a:pt x="46300" y="17583"/>
                      <a:pt x="46200" y="16549"/>
                    </a:cubicBezTo>
                    <a:cubicBezTo>
                      <a:pt x="45967" y="13680"/>
                      <a:pt x="45133" y="10878"/>
                      <a:pt x="43999" y="8243"/>
                    </a:cubicBezTo>
                    <a:cubicBezTo>
                      <a:pt x="43565" y="7209"/>
                      <a:pt x="42998" y="6142"/>
                      <a:pt x="42364" y="5208"/>
                    </a:cubicBezTo>
                    <a:cubicBezTo>
                      <a:pt x="41997" y="4641"/>
                      <a:pt x="40463" y="3073"/>
                      <a:pt x="41363" y="2439"/>
                    </a:cubicBezTo>
                    <a:cubicBezTo>
                      <a:pt x="41619" y="2250"/>
                      <a:pt x="41880" y="2171"/>
                      <a:pt x="42138" y="2171"/>
                    </a:cubicBezTo>
                    <a:cubicBezTo>
                      <a:pt x="43156" y="2171"/>
                      <a:pt x="44140" y="3415"/>
                      <a:pt x="44699" y="4107"/>
                    </a:cubicBezTo>
                    <a:cubicBezTo>
                      <a:pt x="46033" y="5741"/>
                      <a:pt x="47334" y="7443"/>
                      <a:pt x="48402" y="9277"/>
                    </a:cubicBezTo>
                    <a:cubicBezTo>
                      <a:pt x="48468" y="9244"/>
                      <a:pt x="48502" y="9177"/>
                      <a:pt x="48468" y="9110"/>
                    </a:cubicBezTo>
                    <a:cubicBezTo>
                      <a:pt x="48235" y="8543"/>
                      <a:pt x="47935" y="7976"/>
                      <a:pt x="47634" y="7443"/>
                    </a:cubicBezTo>
                    <a:cubicBezTo>
                      <a:pt x="47334" y="6909"/>
                      <a:pt x="46967" y="6408"/>
                      <a:pt x="46667" y="5875"/>
                    </a:cubicBezTo>
                    <a:cubicBezTo>
                      <a:pt x="46538" y="5585"/>
                      <a:pt x="46347" y="5295"/>
                      <a:pt x="46154" y="5005"/>
                    </a:cubicBezTo>
                    <a:lnTo>
                      <a:pt x="46154" y="5005"/>
                    </a:lnTo>
                    <a:cubicBezTo>
                      <a:pt x="46161" y="5007"/>
                      <a:pt x="46167" y="5007"/>
                      <a:pt x="46167" y="5007"/>
                    </a:cubicBezTo>
                    <a:cubicBezTo>
                      <a:pt x="46300" y="5074"/>
                      <a:pt x="46400" y="5108"/>
                      <a:pt x="46534" y="5141"/>
                    </a:cubicBezTo>
                    <a:cubicBezTo>
                      <a:pt x="46557" y="5117"/>
                      <a:pt x="46598" y="5094"/>
                      <a:pt x="46643" y="5094"/>
                    </a:cubicBezTo>
                    <a:cubicBezTo>
                      <a:pt x="46661" y="5094"/>
                      <a:pt x="46681" y="5098"/>
                      <a:pt x="46700" y="5108"/>
                    </a:cubicBezTo>
                    <a:cubicBezTo>
                      <a:pt x="47401" y="5274"/>
                      <a:pt x="48101" y="5575"/>
                      <a:pt x="48769" y="5841"/>
                    </a:cubicBezTo>
                    <a:cubicBezTo>
                      <a:pt x="49069" y="5975"/>
                      <a:pt x="49402" y="6108"/>
                      <a:pt x="49703" y="6275"/>
                    </a:cubicBezTo>
                    <a:cubicBezTo>
                      <a:pt x="49369" y="5675"/>
                      <a:pt x="48902" y="5208"/>
                      <a:pt x="48268" y="4874"/>
                    </a:cubicBezTo>
                    <a:cubicBezTo>
                      <a:pt x="48101" y="4807"/>
                      <a:pt x="47935" y="4741"/>
                      <a:pt x="47768" y="4641"/>
                    </a:cubicBezTo>
                    <a:cubicBezTo>
                      <a:pt x="47768" y="4607"/>
                      <a:pt x="47768" y="4574"/>
                      <a:pt x="47768" y="4540"/>
                    </a:cubicBezTo>
                    <a:cubicBezTo>
                      <a:pt x="47634" y="4174"/>
                      <a:pt x="47101" y="4007"/>
                      <a:pt x="46734" y="3873"/>
                    </a:cubicBezTo>
                    <a:cubicBezTo>
                      <a:pt x="46334" y="3740"/>
                      <a:pt x="45900" y="3606"/>
                      <a:pt x="45466" y="3573"/>
                    </a:cubicBezTo>
                    <a:cubicBezTo>
                      <a:pt x="45299" y="3573"/>
                      <a:pt x="45266" y="3807"/>
                      <a:pt x="45400" y="3873"/>
                    </a:cubicBezTo>
                    <a:cubicBezTo>
                      <a:pt x="45433" y="3907"/>
                      <a:pt x="45500" y="3907"/>
                      <a:pt x="45533" y="3940"/>
                    </a:cubicBezTo>
                    <a:cubicBezTo>
                      <a:pt x="45500" y="4007"/>
                      <a:pt x="45466" y="4073"/>
                      <a:pt x="45500" y="4140"/>
                    </a:cubicBezTo>
                    <a:cubicBezTo>
                      <a:pt x="45166" y="3707"/>
                      <a:pt x="44832" y="3306"/>
                      <a:pt x="44466" y="2973"/>
                    </a:cubicBezTo>
                    <a:cubicBezTo>
                      <a:pt x="43632" y="2272"/>
                      <a:pt x="42731" y="1772"/>
                      <a:pt x="41730" y="1438"/>
                    </a:cubicBezTo>
                    <a:cubicBezTo>
                      <a:pt x="41197" y="1271"/>
                      <a:pt x="40696" y="1138"/>
                      <a:pt x="40162" y="1038"/>
                    </a:cubicBezTo>
                    <a:cubicBezTo>
                      <a:pt x="39929" y="971"/>
                      <a:pt x="39662" y="905"/>
                      <a:pt x="39395" y="871"/>
                    </a:cubicBezTo>
                    <a:cubicBezTo>
                      <a:pt x="39228" y="838"/>
                      <a:pt x="39095" y="838"/>
                      <a:pt x="38928" y="804"/>
                    </a:cubicBezTo>
                    <a:lnTo>
                      <a:pt x="38895" y="804"/>
                    </a:lnTo>
                    <a:cubicBezTo>
                      <a:pt x="38795" y="738"/>
                      <a:pt x="38661" y="671"/>
                      <a:pt x="38561" y="604"/>
                    </a:cubicBezTo>
                    <a:cubicBezTo>
                      <a:pt x="38516" y="582"/>
                      <a:pt x="38470" y="571"/>
                      <a:pt x="38427" y="571"/>
                    </a:cubicBezTo>
                    <a:cubicBezTo>
                      <a:pt x="38216" y="571"/>
                      <a:pt x="38056" y="811"/>
                      <a:pt x="38194" y="1005"/>
                    </a:cubicBezTo>
                    <a:cubicBezTo>
                      <a:pt x="38261" y="1105"/>
                      <a:pt x="38328" y="1205"/>
                      <a:pt x="38395" y="1305"/>
                    </a:cubicBezTo>
                    <a:cubicBezTo>
                      <a:pt x="38261" y="1271"/>
                      <a:pt x="38128" y="1238"/>
                      <a:pt x="37994" y="1238"/>
                    </a:cubicBezTo>
                    <a:cubicBezTo>
                      <a:pt x="37260" y="1038"/>
                      <a:pt x="36493" y="905"/>
                      <a:pt x="35726" y="804"/>
                    </a:cubicBezTo>
                    <a:cubicBezTo>
                      <a:pt x="35159" y="704"/>
                      <a:pt x="34558" y="638"/>
                      <a:pt x="33991" y="571"/>
                    </a:cubicBezTo>
                    <a:cubicBezTo>
                      <a:pt x="33658" y="538"/>
                      <a:pt x="33324" y="471"/>
                      <a:pt x="32991" y="438"/>
                    </a:cubicBezTo>
                    <a:cubicBezTo>
                      <a:pt x="31003" y="150"/>
                      <a:pt x="28982" y="0"/>
                      <a:pt x="269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1" name="Google Shape;13031;p39"/>
              <p:cNvSpPr/>
              <p:nvPr/>
            </p:nvSpPr>
            <p:spPr>
              <a:xfrm>
                <a:off x="6437625" y="2550575"/>
                <a:ext cx="367775" cy="26825"/>
              </a:xfrm>
              <a:custGeom>
                <a:rect b="b" l="l" r="r" t="t"/>
                <a:pathLst>
                  <a:path extrusionOk="0" h="1073" w="14711">
                    <a:moveTo>
                      <a:pt x="7993" y="0"/>
                    </a:moveTo>
                    <a:cubicBezTo>
                      <a:pt x="7774" y="0"/>
                      <a:pt x="7556" y="2"/>
                      <a:pt x="7339" y="5"/>
                    </a:cubicBezTo>
                    <a:cubicBezTo>
                      <a:pt x="4904" y="38"/>
                      <a:pt x="2535" y="272"/>
                      <a:pt x="167" y="672"/>
                    </a:cubicBezTo>
                    <a:cubicBezTo>
                      <a:pt x="0" y="705"/>
                      <a:pt x="33" y="972"/>
                      <a:pt x="200" y="972"/>
                    </a:cubicBezTo>
                    <a:cubicBezTo>
                      <a:pt x="2162" y="751"/>
                      <a:pt x="4147" y="622"/>
                      <a:pt x="6136" y="622"/>
                    </a:cubicBezTo>
                    <a:cubicBezTo>
                      <a:pt x="6548" y="622"/>
                      <a:pt x="6960" y="627"/>
                      <a:pt x="7372" y="639"/>
                    </a:cubicBezTo>
                    <a:cubicBezTo>
                      <a:pt x="8573" y="672"/>
                      <a:pt x="9740" y="705"/>
                      <a:pt x="10941" y="806"/>
                    </a:cubicBezTo>
                    <a:cubicBezTo>
                      <a:pt x="12109" y="872"/>
                      <a:pt x="13310" y="1006"/>
                      <a:pt x="14477" y="1072"/>
                    </a:cubicBezTo>
                    <a:cubicBezTo>
                      <a:pt x="14711" y="1072"/>
                      <a:pt x="14711" y="772"/>
                      <a:pt x="14510" y="739"/>
                    </a:cubicBezTo>
                    <a:cubicBezTo>
                      <a:pt x="12420" y="163"/>
                      <a:pt x="10164" y="0"/>
                      <a:pt x="7993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2" name="Google Shape;13032;p39"/>
              <p:cNvSpPr/>
              <p:nvPr/>
            </p:nvSpPr>
            <p:spPr>
              <a:xfrm>
                <a:off x="6431800" y="2722350"/>
                <a:ext cx="453425" cy="28575"/>
              </a:xfrm>
              <a:custGeom>
                <a:rect b="b" l="l" r="r" t="t"/>
                <a:pathLst>
                  <a:path extrusionOk="0" h="1143" w="18137">
                    <a:moveTo>
                      <a:pt x="11615" y="0"/>
                    </a:moveTo>
                    <a:cubicBezTo>
                      <a:pt x="10767" y="0"/>
                      <a:pt x="9920" y="20"/>
                      <a:pt x="9073" y="39"/>
                    </a:cubicBezTo>
                    <a:cubicBezTo>
                      <a:pt x="7572" y="106"/>
                      <a:pt x="6104" y="172"/>
                      <a:pt x="4636" y="306"/>
                    </a:cubicBezTo>
                    <a:cubicBezTo>
                      <a:pt x="3135" y="406"/>
                      <a:pt x="1667" y="673"/>
                      <a:pt x="200" y="839"/>
                    </a:cubicBezTo>
                    <a:cubicBezTo>
                      <a:pt x="10" y="871"/>
                      <a:pt x="0" y="1142"/>
                      <a:pt x="198" y="1142"/>
                    </a:cubicBezTo>
                    <a:cubicBezTo>
                      <a:pt x="209" y="1142"/>
                      <a:pt x="221" y="1141"/>
                      <a:pt x="233" y="1140"/>
                    </a:cubicBezTo>
                    <a:cubicBezTo>
                      <a:pt x="1701" y="1106"/>
                      <a:pt x="3168" y="1106"/>
                      <a:pt x="4636" y="1006"/>
                    </a:cubicBezTo>
                    <a:cubicBezTo>
                      <a:pt x="6104" y="906"/>
                      <a:pt x="7572" y="839"/>
                      <a:pt x="9006" y="773"/>
                    </a:cubicBezTo>
                    <a:cubicBezTo>
                      <a:pt x="9866" y="734"/>
                      <a:pt x="10725" y="717"/>
                      <a:pt x="11579" y="717"/>
                    </a:cubicBezTo>
                    <a:cubicBezTo>
                      <a:pt x="12182" y="717"/>
                      <a:pt x="12782" y="726"/>
                      <a:pt x="13376" y="739"/>
                    </a:cubicBezTo>
                    <a:cubicBezTo>
                      <a:pt x="14877" y="773"/>
                      <a:pt x="16378" y="906"/>
                      <a:pt x="17846" y="940"/>
                    </a:cubicBezTo>
                    <a:cubicBezTo>
                      <a:pt x="17856" y="941"/>
                      <a:pt x="17867" y="941"/>
                      <a:pt x="17876" y="941"/>
                    </a:cubicBezTo>
                    <a:cubicBezTo>
                      <a:pt x="18115" y="941"/>
                      <a:pt x="18137" y="570"/>
                      <a:pt x="17912" y="506"/>
                    </a:cubicBezTo>
                    <a:cubicBezTo>
                      <a:pt x="16445" y="206"/>
                      <a:pt x="14977" y="106"/>
                      <a:pt x="13476" y="39"/>
                    </a:cubicBezTo>
                    <a:cubicBezTo>
                      <a:pt x="12855" y="11"/>
                      <a:pt x="12235" y="0"/>
                      <a:pt x="11615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3" name="Google Shape;13033;p39"/>
              <p:cNvSpPr/>
              <p:nvPr/>
            </p:nvSpPr>
            <p:spPr>
              <a:xfrm>
                <a:off x="6526000" y="2949200"/>
                <a:ext cx="338600" cy="16350"/>
              </a:xfrm>
              <a:custGeom>
                <a:rect b="b" l="l" r="r" t="t"/>
                <a:pathLst>
                  <a:path extrusionOk="0" h="654" w="13544">
                    <a:moveTo>
                      <a:pt x="11117" y="1"/>
                    </a:moveTo>
                    <a:cubicBezTo>
                      <a:pt x="10757" y="1"/>
                      <a:pt x="10397" y="5"/>
                      <a:pt x="10041" y="5"/>
                    </a:cubicBezTo>
                    <a:cubicBezTo>
                      <a:pt x="8941" y="5"/>
                      <a:pt x="7873" y="38"/>
                      <a:pt x="6772" y="38"/>
                    </a:cubicBezTo>
                    <a:cubicBezTo>
                      <a:pt x="4604" y="71"/>
                      <a:pt x="2403" y="171"/>
                      <a:pt x="234" y="305"/>
                    </a:cubicBezTo>
                    <a:cubicBezTo>
                      <a:pt x="1" y="338"/>
                      <a:pt x="34" y="638"/>
                      <a:pt x="234" y="638"/>
                    </a:cubicBezTo>
                    <a:cubicBezTo>
                      <a:pt x="1680" y="638"/>
                      <a:pt x="3125" y="653"/>
                      <a:pt x="4571" y="653"/>
                    </a:cubicBezTo>
                    <a:cubicBezTo>
                      <a:pt x="5294" y="653"/>
                      <a:pt x="6016" y="650"/>
                      <a:pt x="6739" y="638"/>
                    </a:cubicBezTo>
                    <a:cubicBezTo>
                      <a:pt x="7806" y="605"/>
                      <a:pt x="8907" y="605"/>
                      <a:pt x="9975" y="605"/>
                    </a:cubicBezTo>
                    <a:cubicBezTo>
                      <a:pt x="10415" y="605"/>
                      <a:pt x="10855" y="610"/>
                      <a:pt x="11293" y="610"/>
                    </a:cubicBezTo>
                    <a:cubicBezTo>
                      <a:pt x="11951" y="610"/>
                      <a:pt x="12603" y="598"/>
                      <a:pt x="13244" y="538"/>
                    </a:cubicBezTo>
                    <a:cubicBezTo>
                      <a:pt x="13477" y="538"/>
                      <a:pt x="13544" y="138"/>
                      <a:pt x="13277" y="105"/>
                    </a:cubicBezTo>
                    <a:cubicBezTo>
                      <a:pt x="12565" y="16"/>
                      <a:pt x="11839" y="1"/>
                      <a:pt x="11117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4" name="Google Shape;13034;p39"/>
              <p:cNvSpPr/>
              <p:nvPr/>
            </p:nvSpPr>
            <p:spPr>
              <a:xfrm>
                <a:off x="6473475" y="3131925"/>
                <a:ext cx="320250" cy="27100"/>
              </a:xfrm>
              <a:custGeom>
                <a:rect b="b" l="l" r="r" t="t"/>
                <a:pathLst>
                  <a:path extrusionOk="0" h="1084" w="12810">
                    <a:moveTo>
                      <a:pt x="12509" y="1"/>
                    </a:moveTo>
                    <a:cubicBezTo>
                      <a:pt x="10441" y="68"/>
                      <a:pt x="8373" y="301"/>
                      <a:pt x="6272" y="401"/>
                    </a:cubicBezTo>
                    <a:cubicBezTo>
                      <a:pt x="5271" y="468"/>
                      <a:pt x="4237" y="501"/>
                      <a:pt x="3203" y="535"/>
                    </a:cubicBezTo>
                    <a:cubicBezTo>
                      <a:pt x="2669" y="568"/>
                      <a:pt x="2135" y="568"/>
                      <a:pt x="1635" y="568"/>
                    </a:cubicBezTo>
                    <a:cubicBezTo>
                      <a:pt x="1135" y="601"/>
                      <a:pt x="634" y="568"/>
                      <a:pt x="167" y="668"/>
                    </a:cubicBezTo>
                    <a:cubicBezTo>
                      <a:pt x="0" y="701"/>
                      <a:pt x="34" y="935"/>
                      <a:pt x="167" y="968"/>
                    </a:cubicBezTo>
                    <a:cubicBezTo>
                      <a:pt x="501" y="1057"/>
                      <a:pt x="849" y="1072"/>
                      <a:pt x="1193" y="1072"/>
                    </a:cubicBezTo>
                    <a:cubicBezTo>
                      <a:pt x="1364" y="1072"/>
                      <a:pt x="1535" y="1068"/>
                      <a:pt x="1702" y="1068"/>
                    </a:cubicBezTo>
                    <a:cubicBezTo>
                      <a:pt x="1880" y="1079"/>
                      <a:pt x="2054" y="1083"/>
                      <a:pt x="2225" y="1083"/>
                    </a:cubicBezTo>
                    <a:cubicBezTo>
                      <a:pt x="2569" y="1083"/>
                      <a:pt x="2902" y="1068"/>
                      <a:pt x="3236" y="1068"/>
                    </a:cubicBezTo>
                    <a:cubicBezTo>
                      <a:pt x="4270" y="1068"/>
                      <a:pt x="5338" y="1035"/>
                      <a:pt x="6372" y="968"/>
                    </a:cubicBezTo>
                    <a:cubicBezTo>
                      <a:pt x="8440" y="868"/>
                      <a:pt x="10541" y="768"/>
                      <a:pt x="12576" y="401"/>
                    </a:cubicBezTo>
                    <a:cubicBezTo>
                      <a:pt x="12810" y="334"/>
                      <a:pt x="12743" y="1"/>
                      <a:pt x="12509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5" name="Google Shape;13035;p39"/>
              <p:cNvSpPr/>
              <p:nvPr/>
            </p:nvSpPr>
            <p:spPr>
              <a:xfrm>
                <a:off x="6326700" y="2403175"/>
                <a:ext cx="226025" cy="26625"/>
              </a:xfrm>
              <a:custGeom>
                <a:rect b="b" l="l" r="r" t="t"/>
                <a:pathLst>
                  <a:path extrusionOk="0" h="1065" w="9041">
                    <a:moveTo>
                      <a:pt x="6744" y="1"/>
                    </a:moveTo>
                    <a:cubicBezTo>
                      <a:pt x="5953" y="1"/>
                      <a:pt x="5160" y="44"/>
                      <a:pt x="4404" y="97"/>
                    </a:cubicBezTo>
                    <a:cubicBezTo>
                      <a:pt x="3670" y="130"/>
                      <a:pt x="2903" y="197"/>
                      <a:pt x="2169" y="330"/>
                    </a:cubicBezTo>
                    <a:cubicBezTo>
                      <a:pt x="1502" y="430"/>
                      <a:pt x="768" y="497"/>
                      <a:pt x="167" y="797"/>
                    </a:cubicBezTo>
                    <a:cubicBezTo>
                      <a:pt x="1" y="864"/>
                      <a:pt x="101" y="1064"/>
                      <a:pt x="267" y="1064"/>
                    </a:cubicBezTo>
                    <a:cubicBezTo>
                      <a:pt x="634" y="1064"/>
                      <a:pt x="1001" y="964"/>
                      <a:pt x="1368" y="931"/>
                    </a:cubicBezTo>
                    <a:cubicBezTo>
                      <a:pt x="1702" y="864"/>
                      <a:pt x="2035" y="831"/>
                      <a:pt x="2402" y="797"/>
                    </a:cubicBezTo>
                    <a:cubicBezTo>
                      <a:pt x="3103" y="731"/>
                      <a:pt x="3803" y="664"/>
                      <a:pt x="4504" y="630"/>
                    </a:cubicBezTo>
                    <a:cubicBezTo>
                      <a:pt x="5238" y="597"/>
                      <a:pt x="5971" y="564"/>
                      <a:pt x="6672" y="564"/>
                    </a:cubicBezTo>
                    <a:cubicBezTo>
                      <a:pt x="6952" y="564"/>
                      <a:pt x="7238" y="569"/>
                      <a:pt x="7524" y="569"/>
                    </a:cubicBezTo>
                    <a:cubicBezTo>
                      <a:pt x="7954" y="569"/>
                      <a:pt x="8387" y="557"/>
                      <a:pt x="8807" y="497"/>
                    </a:cubicBezTo>
                    <a:cubicBezTo>
                      <a:pt x="8974" y="464"/>
                      <a:pt x="9040" y="163"/>
                      <a:pt x="8840" y="130"/>
                    </a:cubicBezTo>
                    <a:cubicBezTo>
                      <a:pt x="8162" y="36"/>
                      <a:pt x="7454" y="1"/>
                      <a:pt x="6744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6" name="Google Shape;13036;p39"/>
              <p:cNvSpPr/>
              <p:nvPr/>
            </p:nvSpPr>
            <p:spPr>
              <a:xfrm>
                <a:off x="6592725" y="2406425"/>
                <a:ext cx="192375" cy="32600"/>
              </a:xfrm>
              <a:custGeom>
                <a:rect b="b" l="l" r="r" t="t"/>
                <a:pathLst>
                  <a:path extrusionOk="0" h="1304" w="7695">
                    <a:moveTo>
                      <a:pt x="201" y="0"/>
                    </a:moveTo>
                    <a:cubicBezTo>
                      <a:pt x="34" y="33"/>
                      <a:pt x="0" y="267"/>
                      <a:pt x="167" y="300"/>
                    </a:cubicBezTo>
                    <a:cubicBezTo>
                      <a:pt x="1368" y="500"/>
                      <a:pt x="2569" y="634"/>
                      <a:pt x="3770" y="767"/>
                    </a:cubicBezTo>
                    <a:cubicBezTo>
                      <a:pt x="4971" y="934"/>
                      <a:pt x="6138" y="1168"/>
                      <a:pt x="7339" y="1301"/>
                    </a:cubicBezTo>
                    <a:cubicBezTo>
                      <a:pt x="7351" y="1303"/>
                      <a:pt x="7362" y="1303"/>
                      <a:pt x="7373" y="1303"/>
                    </a:cubicBezTo>
                    <a:cubicBezTo>
                      <a:pt x="7614" y="1303"/>
                      <a:pt x="7694" y="965"/>
                      <a:pt x="7439" y="901"/>
                    </a:cubicBezTo>
                    <a:cubicBezTo>
                      <a:pt x="6238" y="601"/>
                      <a:pt x="5004" y="467"/>
                      <a:pt x="3803" y="300"/>
                    </a:cubicBezTo>
                    <a:cubicBezTo>
                      <a:pt x="2602" y="134"/>
                      <a:pt x="1401" y="0"/>
                      <a:pt x="20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7" name="Google Shape;13037;p39"/>
              <p:cNvSpPr/>
              <p:nvPr/>
            </p:nvSpPr>
            <p:spPr>
              <a:xfrm>
                <a:off x="6018975" y="3122750"/>
                <a:ext cx="65225" cy="122275"/>
              </a:xfrm>
              <a:custGeom>
                <a:rect b="b" l="l" r="r" t="t"/>
                <a:pathLst>
                  <a:path extrusionOk="0" h="4891" w="2609">
                    <a:moveTo>
                      <a:pt x="1235" y="1"/>
                    </a:moveTo>
                    <a:cubicBezTo>
                      <a:pt x="935" y="435"/>
                      <a:pt x="601" y="835"/>
                      <a:pt x="301" y="1235"/>
                    </a:cubicBezTo>
                    <a:cubicBezTo>
                      <a:pt x="67" y="1635"/>
                      <a:pt x="1" y="2002"/>
                      <a:pt x="234" y="2403"/>
                    </a:cubicBezTo>
                    <a:cubicBezTo>
                      <a:pt x="468" y="2836"/>
                      <a:pt x="801" y="3237"/>
                      <a:pt x="1102" y="3670"/>
                    </a:cubicBezTo>
                    <a:cubicBezTo>
                      <a:pt x="1402" y="4104"/>
                      <a:pt x="1702" y="4504"/>
                      <a:pt x="2136" y="4838"/>
                    </a:cubicBezTo>
                    <a:cubicBezTo>
                      <a:pt x="2181" y="4874"/>
                      <a:pt x="2239" y="4891"/>
                      <a:pt x="2297" y="4891"/>
                    </a:cubicBezTo>
                    <a:cubicBezTo>
                      <a:pt x="2452" y="4891"/>
                      <a:pt x="2609" y="4774"/>
                      <a:pt x="2536" y="4604"/>
                    </a:cubicBezTo>
                    <a:cubicBezTo>
                      <a:pt x="2136" y="3737"/>
                      <a:pt x="1502" y="3003"/>
                      <a:pt x="968" y="2236"/>
                    </a:cubicBezTo>
                    <a:cubicBezTo>
                      <a:pt x="801" y="1969"/>
                      <a:pt x="768" y="1836"/>
                      <a:pt x="968" y="1569"/>
                    </a:cubicBezTo>
                    <a:cubicBezTo>
                      <a:pt x="1102" y="1369"/>
                      <a:pt x="1235" y="1168"/>
                      <a:pt x="1402" y="1002"/>
                    </a:cubicBezTo>
                    <a:cubicBezTo>
                      <a:pt x="1535" y="802"/>
                      <a:pt x="1669" y="601"/>
                      <a:pt x="1835" y="401"/>
                    </a:cubicBezTo>
                    <a:lnTo>
                      <a:pt x="1802" y="401"/>
                    </a:lnTo>
                    <a:cubicBezTo>
                      <a:pt x="1535" y="368"/>
                      <a:pt x="1368" y="201"/>
                      <a:pt x="1235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8" name="Google Shape;13038;p39"/>
              <p:cNvSpPr/>
              <p:nvPr/>
            </p:nvSpPr>
            <p:spPr>
              <a:xfrm>
                <a:off x="6086525" y="2990625"/>
                <a:ext cx="76325" cy="109650"/>
              </a:xfrm>
              <a:custGeom>
                <a:rect b="b" l="l" r="r" t="t"/>
                <a:pathLst>
                  <a:path extrusionOk="0" h="4386" w="3053">
                    <a:moveTo>
                      <a:pt x="2817" y="0"/>
                    </a:moveTo>
                    <a:cubicBezTo>
                      <a:pt x="2777" y="0"/>
                      <a:pt x="2737" y="15"/>
                      <a:pt x="2703" y="49"/>
                    </a:cubicBezTo>
                    <a:cubicBezTo>
                      <a:pt x="1869" y="816"/>
                      <a:pt x="1235" y="1750"/>
                      <a:pt x="534" y="2651"/>
                    </a:cubicBezTo>
                    <a:cubicBezTo>
                      <a:pt x="368" y="2884"/>
                      <a:pt x="167" y="3118"/>
                      <a:pt x="1" y="3351"/>
                    </a:cubicBezTo>
                    <a:cubicBezTo>
                      <a:pt x="67" y="3685"/>
                      <a:pt x="134" y="4018"/>
                      <a:pt x="101" y="4385"/>
                    </a:cubicBezTo>
                    <a:cubicBezTo>
                      <a:pt x="534" y="3785"/>
                      <a:pt x="968" y="3218"/>
                      <a:pt x="1402" y="2651"/>
                    </a:cubicBezTo>
                    <a:cubicBezTo>
                      <a:pt x="1969" y="1884"/>
                      <a:pt x="2569" y="1116"/>
                      <a:pt x="3003" y="249"/>
                    </a:cubicBezTo>
                    <a:cubicBezTo>
                      <a:pt x="3053" y="125"/>
                      <a:pt x="2935" y="0"/>
                      <a:pt x="281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9" name="Google Shape;13039;p39"/>
              <p:cNvSpPr/>
              <p:nvPr/>
            </p:nvSpPr>
            <p:spPr>
              <a:xfrm>
                <a:off x="6263325" y="2492600"/>
                <a:ext cx="17525" cy="17875"/>
              </a:xfrm>
              <a:custGeom>
                <a:rect b="b" l="l" r="r" t="t"/>
                <a:pathLst>
                  <a:path extrusionOk="0" h="715" w="701">
                    <a:moveTo>
                      <a:pt x="366" y="0"/>
                    </a:moveTo>
                    <a:cubicBezTo>
                      <a:pt x="302" y="0"/>
                      <a:pt x="240" y="17"/>
                      <a:pt x="201" y="56"/>
                    </a:cubicBezTo>
                    <a:cubicBezTo>
                      <a:pt x="134" y="89"/>
                      <a:pt x="100" y="156"/>
                      <a:pt x="67" y="189"/>
                    </a:cubicBezTo>
                    <a:cubicBezTo>
                      <a:pt x="0" y="289"/>
                      <a:pt x="0" y="389"/>
                      <a:pt x="34" y="489"/>
                    </a:cubicBezTo>
                    <a:cubicBezTo>
                      <a:pt x="67" y="589"/>
                      <a:pt x="167" y="689"/>
                      <a:pt x="267" y="689"/>
                    </a:cubicBezTo>
                    <a:cubicBezTo>
                      <a:pt x="301" y="706"/>
                      <a:pt x="334" y="714"/>
                      <a:pt x="367" y="714"/>
                    </a:cubicBezTo>
                    <a:cubicBezTo>
                      <a:pt x="401" y="714"/>
                      <a:pt x="434" y="706"/>
                      <a:pt x="467" y="689"/>
                    </a:cubicBezTo>
                    <a:cubicBezTo>
                      <a:pt x="501" y="689"/>
                      <a:pt x="567" y="656"/>
                      <a:pt x="601" y="589"/>
                    </a:cubicBezTo>
                    <a:cubicBezTo>
                      <a:pt x="634" y="589"/>
                      <a:pt x="668" y="523"/>
                      <a:pt x="668" y="489"/>
                    </a:cubicBezTo>
                    <a:cubicBezTo>
                      <a:pt x="701" y="423"/>
                      <a:pt x="701" y="423"/>
                      <a:pt x="701" y="389"/>
                    </a:cubicBezTo>
                    <a:cubicBezTo>
                      <a:pt x="701" y="323"/>
                      <a:pt x="701" y="289"/>
                      <a:pt x="668" y="222"/>
                    </a:cubicBezTo>
                    <a:cubicBezTo>
                      <a:pt x="668" y="122"/>
                      <a:pt x="567" y="56"/>
                      <a:pt x="501" y="22"/>
                    </a:cubicBezTo>
                    <a:cubicBezTo>
                      <a:pt x="459" y="8"/>
                      <a:pt x="412" y="0"/>
                      <a:pt x="366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0" name="Google Shape;13040;p39"/>
              <p:cNvSpPr/>
              <p:nvPr/>
            </p:nvSpPr>
            <p:spPr>
              <a:xfrm>
                <a:off x="6340050" y="2663275"/>
                <a:ext cx="13350" cy="13350"/>
              </a:xfrm>
              <a:custGeom>
                <a:rect b="b" l="l" r="r" t="t"/>
                <a:pathLst>
                  <a:path extrusionOk="0" h="534" w="534">
                    <a:moveTo>
                      <a:pt x="267" y="0"/>
                    </a:moveTo>
                    <a:cubicBezTo>
                      <a:pt x="134" y="0"/>
                      <a:pt x="0" y="134"/>
                      <a:pt x="34" y="267"/>
                    </a:cubicBezTo>
                    <a:cubicBezTo>
                      <a:pt x="34" y="434"/>
                      <a:pt x="134" y="534"/>
                      <a:pt x="300" y="534"/>
                    </a:cubicBezTo>
                    <a:cubicBezTo>
                      <a:pt x="434" y="534"/>
                      <a:pt x="534" y="400"/>
                      <a:pt x="534" y="267"/>
                    </a:cubicBezTo>
                    <a:cubicBezTo>
                      <a:pt x="534" y="100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1" name="Google Shape;13041;p39"/>
              <p:cNvSpPr/>
              <p:nvPr/>
            </p:nvSpPr>
            <p:spPr>
              <a:xfrm>
                <a:off x="6365050" y="2846400"/>
                <a:ext cx="18375" cy="17875"/>
              </a:xfrm>
              <a:custGeom>
                <a:rect b="b" l="l" r="r" t="t"/>
                <a:pathLst>
                  <a:path extrusionOk="0" h="715" w="735">
                    <a:moveTo>
                      <a:pt x="387" y="1"/>
                    </a:moveTo>
                    <a:cubicBezTo>
                      <a:pt x="357" y="1"/>
                      <a:pt x="328" y="5"/>
                      <a:pt x="301" y="14"/>
                    </a:cubicBezTo>
                    <a:cubicBezTo>
                      <a:pt x="234" y="14"/>
                      <a:pt x="201" y="14"/>
                      <a:pt x="168" y="47"/>
                    </a:cubicBezTo>
                    <a:cubicBezTo>
                      <a:pt x="101" y="80"/>
                      <a:pt x="68" y="114"/>
                      <a:pt x="34" y="181"/>
                    </a:cubicBezTo>
                    <a:cubicBezTo>
                      <a:pt x="1" y="247"/>
                      <a:pt x="1" y="347"/>
                      <a:pt x="1" y="414"/>
                    </a:cubicBezTo>
                    <a:cubicBezTo>
                      <a:pt x="1" y="447"/>
                      <a:pt x="34" y="514"/>
                      <a:pt x="68" y="547"/>
                    </a:cubicBezTo>
                    <a:cubicBezTo>
                      <a:pt x="68" y="581"/>
                      <a:pt x="101" y="581"/>
                      <a:pt x="101" y="614"/>
                    </a:cubicBezTo>
                    <a:cubicBezTo>
                      <a:pt x="168" y="681"/>
                      <a:pt x="234" y="714"/>
                      <a:pt x="335" y="714"/>
                    </a:cubicBezTo>
                    <a:cubicBezTo>
                      <a:pt x="401" y="714"/>
                      <a:pt x="468" y="681"/>
                      <a:pt x="568" y="648"/>
                    </a:cubicBezTo>
                    <a:cubicBezTo>
                      <a:pt x="668" y="581"/>
                      <a:pt x="701" y="481"/>
                      <a:pt x="735" y="381"/>
                    </a:cubicBezTo>
                    <a:cubicBezTo>
                      <a:pt x="735" y="347"/>
                      <a:pt x="735" y="281"/>
                      <a:pt x="701" y="247"/>
                    </a:cubicBezTo>
                    <a:cubicBezTo>
                      <a:pt x="701" y="181"/>
                      <a:pt x="668" y="147"/>
                      <a:pt x="601" y="80"/>
                    </a:cubicBezTo>
                    <a:cubicBezTo>
                      <a:pt x="553" y="32"/>
                      <a:pt x="468" y="1"/>
                      <a:pt x="387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2" name="Google Shape;13042;p39"/>
              <p:cNvSpPr/>
              <p:nvPr/>
            </p:nvSpPr>
            <p:spPr>
              <a:xfrm>
                <a:off x="6357550" y="3039700"/>
                <a:ext cx="19200" cy="17125"/>
              </a:xfrm>
              <a:custGeom>
                <a:rect b="b" l="l" r="r" t="t"/>
                <a:pathLst>
                  <a:path extrusionOk="0" h="685" w="768">
                    <a:moveTo>
                      <a:pt x="379" y="1"/>
                    </a:moveTo>
                    <a:cubicBezTo>
                      <a:pt x="332" y="1"/>
                      <a:pt x="283" y="8"/>
                      <a:pt x="234" y="21"/>
                    </a:cubicBezTo>
                    <a:cubicBezTo>
                      <a:pt x="134" y="21"/>
                      <a:pt x="34" y="121"/>
                      <a:pt x="1" y="221"/>
                    </a:cubicBezTo>
                    <a:cubicBezTo>
                      <a:pt x="1" y="287"/>
                      <a:pt x="1" y="321"/>
                      <a:pt x="1" y="354"/>
                    </a:cubicBezTo>
                    <a:cubicBezTo>
                      <a:pt x="1" y="540"/>
                      <a:pt x="170" y="684"/>
                      <a:pt x="357" y="684"/>
                    </a:cubicBezTo>
                    <a:cubicBezTo>
                      <a:pt x="405" y="684"/>
                      <a:pt x="454" y="675"/>
                      <a:pt x="501" y="654"/>
                    </a:cubicBezTo>
                    <a:cubicBezTo>
                      <a:pt x="735" y="554"/>
                      <a:pt x="768" y="254"/>
                      <a:pt x="601" y="87"/>
                    </a:cubicBezTo>
                    <a:cubicBezTo>
                      <a:pt x="538" y="24"/>
                      <a:pt x="461" y="1"/>
                      <a:pt x="379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3" name="Google Shape;13043;p39"/>
              <p:cNvSpPr/>
              <p:nvPr/>
            </p:nvSpPr>
            <p:spPr>
              <a:xfrm>
                <a:off x="6316700" y="3231800"/>
                <a:ext cx="16700" cy="16075"/>
              </a:xfrm>
              <a:custGeom>
                <a:rect b="b" l="l" r="r" t="t"/>
                <a:pathLst>
                  <a:path extrusionOk="0" h="643" w="668">
                    <a:moveTo>
                      <a:pt x="311" y="0"/>
                    </a:moveTo>
                    <a:cubicBezTo>
                      <a:pt x="221" y="0"/>
                      <a:pt x="116" y="60"/>
                      <a:pt x="34" y="142"/>
                    </a:cubicBezTo>
                    <a:cubicBezTo>
                      <a:pt x="0" y="209"/>
                      <a:pt x="0" y="276"/>
                      <a:pt x="0" y="342"/>
                    </a:cubicBezTo>
                    <a:cubicBezTo>
                      <a:pt x="0" y="376"/>
                      <a:pt x="0" y="442"/>
                      <a:pt x="34" y="476"/>
                    </a:cubicBezTo>
                    <a:cubicBezTo>
                      <a:pt x="34" y="509"/>
                      <a:pt x="34" y="509"/>
                      <a:pt x="34" y="509"/>
                    </a:cubicBezTo>
                    <a:cubicBezTo>
                      <a:pt x="100" y="576"/>
                      <a:pt x="200" y="643"/>
                      <a:pt x="334" y="643"/>
                    </a:cubicBezTo>
                    <a:cubicBezTo>
                      <a:pt x="434" y="643"/>
                      <a:pt x="567" y="576"/>
                      <a:pt x="601" y="476"/>
                    </a:cubicBezTo>
                    <a:cubicBezTo>
                      <a:pt x="667" y="376"/>
                      <a:pt x="667" y="242"/>
                      <a:pt x="601" y="142"/>
                    </a:cubicBezTo>
                    <a:cubicBezTo>
                      <a:pt x="567" y="109"/>
                      <a:pt x="534" y="75"/>
                      <a:pt x="467" y="42"/>
                    </a:cubicBezTo>
                    <a:cubicBezTo>
                      <a:pt x="434" y="42"/>
                      <a:pt x="401" y="9"/>
                      <a:pt x="367" y="9"/>
                    </a:cubicBezTo>
                    <a:cubicBezTo>
                      <a:pt x="349" y="3"/>
                      <a:pt x="331" y="0"/>
                      <a:pt x="31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4" name="Google Shape;13044;p39"/>
              <p:cNvSpPr/>
              <p:nvPr/>
            </p:nvSpPr>
            <p:spPr>
              <a:xfrm>
                <a:off x="6243300" y="3370450"/>
                <a:ext cx="15050" cy="14200"/>
              </a:xfrm>
              <a:custGeom>
                <a:rect b="b" l="l" r="r" t="t"/>
                <a:pathLst>
                  <a:path extrusionOk="0" h="568" w="602">
                    <a:moveTo>
                      <a:pt x="301" y="0"/>
                    </a:moveTo>
                    <a:cubicBezTo>
                      <a:pt x="134" y="0"/>
                      <a:pt x="1" y="134"/>
                      <a:pt x="1" y="300"/>
                    </a:cubicBezTo>
                    <a:cubicBezTo>
                      <a:pt x="34" y="434"/>
                      <a:pt x="168" y="567"/>
                      <a:pt x="334" y="567"/>
                    </a:cubicBezTo>
                    <a:cubicBezTo>
                      <a:pt x="468" y="567"/>
                      <a:pt x="601" y="400"/>
                      <a:pt x="601" y="267"/>
                    </a:cubicBezTo>
                    <a:cubicBezTo>
                      <a:pt x="601" y="100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5" name="Google Shape;13045;p39"/>
              <p:cNvSpPr/>
              <p:nvPr/>
            </p:nvSpPr>
            <p:spPr>
              <a:xfrm>
                <a:off x="6927125" y="2494825"/>
                <a:ext cx="17550" cy="17525"/>
              </a:xfrm>
              <a:custGeom>
                <a:rect b="b" l="l" r="r" t="t"/>
                <a:pathLst>
                  <a:path extrusionOk="0" h="701" w="702">
                    <a:moveTo>
                      <a:pt x="234" y="0"/>
                    </a:moveTo>
                    <a:cubicBezTo>
                      <a:pt x="201" y="33"/>
                      <a:pt x="167" y="33"/>
                      <a:pt x="134" y="67"/>
                    </a:cubicBezTo>
                    <a:cubicBezTo>
                      <a:pt x="101" y="100"/>
                      <a:pt x="101" y="133"/>
                      <a:pt x="67" y="133"/>
                    </a:cubicBezTo>
                    <a:cubicBezTo>
                      <a:pt x="34" y="200"/>
                      <a:pt x="34" y="267"/>
                      <a:pt x="1" y="300"/>
                    </a:cubicBezTo>
                    <a:cubicBezTo>
                      <a:pt x="1" y="367"/>
                      <a:pt x="1" y="434"/>
                      <a:pt x="34" y="500"/>
                    </a:cubicBezTo>
                    <a:cubicBezTo>
                      <a:pt x="101" y="600"/>
                      <a:pt x="201" y="667"/>
                      <a:pt x="334" y="701"/>
                    </a:cubicBezTo>
                    <a:cubicBezTo>
                      <a:pt x="468" y="701"/>
                      <a:pt x="601" y="634"/>
                      <a:pt x="668" y="500"/>
                    </a:cubicBezTo>
                    <a:cubicBezTo>
                      <a:pt x="701" y="467"/>
                      <a:pt x="701" y="400"/>
                      <a:pt x="701" y="334"/>
                    </a:cubicBezTo>
                    <a:cubicBezTo>
                      <a:pt x="701" y="300"/>
                      <a:pt x="701" y="267"/>
                      <a:pt x="701" y="234"/>
                    </a:cubicBezTo>
                    <a:cubicBezTo>
                      <a:pt x="668" y="200"/>
                      <a:pt x="668" y="200"/>
                      <a:pt x="668" y="167"/>
                    </a:cubicBezTo>
                    <a:cubicBezTo>
                      <a:pt x="601" y="100"/>
                      <a:pt x="534" y="0"/>
                      <a:pt x="43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6" name="Google Shape;13046;p39"/>
              <p:cNvSpPr/>
              <p:nvPr/>
            </p:nvSpPr>
            <p:spPr>
              <a:xfrm>
                <a:off x="6986350" y="2648775"/>
                <a:ext cx="16700" cy="16175"/>
              </a:xfrm>
              <a:custGeom>
                <a:rect b="b" l="l" r="r" t="t"/>
                <a:pathLst>
                  <a:path extrusionOk="0" h="647" w="668">
                    <a:moveTo>
                      <a:pt x="292" y="1"/>
                    </a:moveTo>
                    <a:cubicBezTo>
                      <a:pt x="219" y="1"/>
                      <a:pt x="150" y="38"/>
                      <a:pt x="100" y="113"/>
                    </a:cubicBezTo>
                    <a:cubicBezTo>
                      <a:pt x="33" y="180"/>
                      <a:pt x="0" y="247"/>
                      <a:pt x="0" y="347"/>
                    </a:cubicBezTo>
                    <a:cubicBezTo>
                      <a:pt x="33" y="380"/>
                      <a:pt x="0" y="380"/>
                      <a:pt x="33" y="413"/>
                    </a:cubicBezTo>
                    <a:cubicBezTo>
                      <a:pt x="33" y="480"/>
                      <a:pt x="67" y="513"/>
                      <a:pt x="133" y="580"/>
                    </a:cubicBezTo>
                    <a:cubicBezTo>
                      <a:pt x="167" y="614"/>
                      <a:pt x="267" y="647"/>
                      <a:pt x="367" y="647"/>
                    </a:cubicBezTo>
                    <a:cubicBezTo>
                      <a:pt x="434" y="647"/>
                      <a:pt x="500" y="614"/>
                      <a:pt x="534" y="580"/>
                    </a:cubicBezTo>
                    <a:cubicBezTo>
                      <a:pt x="600" y="513"/>
                      <a:pt x="634" y="480"/>
                      <a:pt x="667" y="413"/>
                    </a:cubicBezTo>
                    <a:cubicBezTo>
                      <a:pt x="667" y="413"/>
                      <a:pt x="667" y="380"/>
                      <a:pt x="667" y="380"/>
                    </a:cubicBezTo>
                    <a:cubicBezTo>
                      <a:pt x="667" y="280"/>
                      <a:pt x="667" y="180"/>
                      <a:pt x="600" y="113"/>
                    </a:cubicBezTo>
                    <a:cubicBezTo>
                      <a:pt x="534" y="46"/>
                      <a:pt x="467" y="13"/>
                      <a:pt x="367" y="13"/>
                    </a:cubicBezTo>
                    <a:cubicBezTo>
                      <a:pt x="342" y="5"/>
                      <a:pt x="317" y="1"/>
                      <a:pt x="292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7" name="Google Shape;13047;p39"/>
              <p:cNvSpPr/>
              <p:nvPr/>
            </p:nvSpPr>
            <p:spPr>
              <a:xfrm>
                <a:off x="7017200" y="2831500"/>
                <a:ext cx="17125" cy="15675"/>
              </a:xfrm>
              <a:custGeom>
                <a:rect b="b" l="l" r="r" t="t"/>
                <a:pathLst>
                  <a:path extrusionOk="0" h="627" w="685">
                    <a:moveTo>
                      <a:pt x="353" y="0"/>
                    </a:moveTo>
                    <a:cubicBezTo>
                      <a:pt x="180" y="0"/>
                      <a:pt x="0" y="118"/>
                      <a:pt x="0" y="343"/>
                    </a:cubicBezTo>
                    <a:cubicBezTo>
                      <a:pt x="16" y="535"/>
                      <a:pt x="178" y="627"/>
                      <a:pt x="338" y="627"/>
                    </a:cubicBezTo>
                    <a:cubicBezTo>
                      <a:pt x="512" y="627"/>
                      <a:pt x="685" y="518"/>
                      <a:pt x="667" y="310"/>
                    </a:cubicBezTo>
                    <a:cubicBezTo>
                      <a:pt x="667" y="101"/>
                      <a:pt x="513" y="0"/>
                      <a:pt x="353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8" name="Google Shape;13048;p39"/>
              <p:cNvSpPr/>
              <p:nvPr/>
            </p:nvSpPr>
            <p:spPr>
              <a:xfrm>
                <a:off x="7009250" y="3021950"/>
                <a:ext cx="13800" cy="13175"/>
              </a:xfrm>
              <a:custGeom>
                <a:rect b="b" l="l" r="r" t="t"/>
                <a:pathLst>
                  <a:path extrusionOk="0" h="527" w="552">
                    <a:moveTo>
                      <a:pt x="269" y="1"/>
                    </a:moveTo>
                    <a:cubicBezTo>
                      <a:pt x="132" y="1"/>
                      <a:pt x="1" y="93"/>
                      <a:pt x="18" y="264"/>
                    </a:cubicBezTo>
                    <a:cubicBezTo>
                      <a:pt x="18" y="443"/>
                      <a:pt x="145" y="526"/>
                      <a:pt x="275" y="526"/>
                    </a:cubicBezTo>
                    <a:cubicBezTo>
                      <a:pt x="412" y="526"/>
                      <a:pt x="552" y="434"/>
                      <a:pt x="552" y="264"/>
                    </a:cubicBezTo>
                    <a:cubicBezTo>
                      <a:pt x="535" y="85"/>
                      <a:pt x="400" y="1"/>
                      <a:pt x="269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9" name="Google Shape;13049;p39"/>
              <p:cNvSpPr/>
              <p:nvPr/>
            </p:nvSpPr>
            <p:spPr>
              <a:xfrm>
                <a:off x="6964650" y="3198525"/>
                <a:ext cx="15875" cy="14325"/>
              </a:xfrm>
              <a:custGeom>
                <a:rect b="b" l="l" r="r" t="t"/>
                <a:pathLst>
                  <a:path extrusionOk="0" h="573" w="635">
                    <a:moveTo>
                      <a:pt x="353" y="0"/>
                    </a:moveTo>
                    <a:cubicBezTo>
                      <a:pt x="336" y="0"/>
                      <a:pt x="318" y="2"/>
                      <a:pt x="301" y="5"/>
                    </a:cubicBezTo>
                    <a:cubicBezTo>
                      <a:pt x="268" y="5"/>
                      <a:pt x="201" y="5"/>
                      <a:pt x="168" y="39"/>
                    </a:cubicBezTo>
                    <a:cubicBezTo>
                      <a:pt x="101" y="72"/>
                      <a:pt x="67" y="106"/>
                      <a:pt x="34" y="172"/>
                    </a:cubicBezTo>
                    <a:cubicBezTo>
                      <a:pt x="1" y="239"/>
                      <a:pt x="1" y="372"/>
                      <a:pt x="67" y="439"/>
                    </a:cubicBezTo>
                    <a:cubicBezTo>
                      <a:pt x="101" y="472"/>
                      <a:pt x="134" y="506"/>
                      <a:pt x="168" y="539"/>
                    </a:cubicBezTo>
                    <a:cubicBezTo>
                      <a:pt x="234" y="573"/>
                      <a:pt x="301" y="573"/>
                      <a:pt x="334" y="573"/>
                    </a:cubicBezTo>
                    <a:cubicBezTo>
                      <a:pt x="434" y="573"/>
                      <a:pt x="501" y="539"/>
                      <a:pt x="534" y="472"/>
                    </a:cubicBezTo>
                    <a:cubicBezTo>
                      <a:pt x="601" y="439"/>
                      <a:pt x="635" y="339"/>
                      <a:pt x="635" y="272"/>
                    </a:cubicBezTo>
                    <a:cubicBezTo>
                      <a:pt x="635" y="123"/>
                      <a:pt x="501" y="0"/>
                      <a:pt x="353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0" name="Google Shape;13050;p39"/>
              <p:cNvSpPr/>
              <p:nvPr/>
            </p:nvSpPr>
            <p:spPr>
              <a:xfrm>
                <a:off x="6902950" y="3311225"/>
                <a:ext cx="17525" cy="16700"/>
              </a:xfrm>
              <a:custGeom>
                <a:rect b="b" l="l" r="r" t="t"/>
                <a:pathLst>
                  <a:path extrusionOk="0" h="668" w="701">
                    <a:moveTo>
                      <a:pt x="334" y="1"/>
                    </a:moveTo>
                    <a:cubicBezTo>
                      <a:pt x="267" y="1"/>
                      <a:pt x="167" y="34"/>
                      <a:pt x="100" y="101"/>
                    </a:cubicBezTo>
                    <a:cubicBezTo>
                      <a:pt x="34" y="167"/>
                      <a:pt x="0" y="268"/>
                      <a:pt x="34" y="334"/>
                    </a:cubicBezTo>
                    <a:cubicBezTo>
                      <a:pt x="34" y="434"/>
                      <a:pt x="67" y="501"/>
                      <a:pt x="134" y="568"/>
                    </a:cubicBezTo>
                    <a:cubicBezTo>
                      <a:pt x="200" y="634"/>
                      <a:pt x="267" y="668"/>
                      <a:pt x="367" y="668"/>
                    </a:cubicBezTo>
                    <a:cubicBezTo>
                      <a:pt x="467" y="668"/>
                      <a:pt x="567" y="601"/>
                      <a:pt x="601" y="534"/>
                    </a:cubicBezTo>
                    <a:cubicBezTo>
                      <a:pt x="667" y="501"/>
                      <a:pt x="701" y="401"/>
                      <a:pt x="701" y="301"/>
                    </a:cubicBezTo>
                    <a:cubicBezTo>
                      <a:pt x="701" y="234"/>
                      <a:pt x="634" y="134"/>
                      <a:pt x="601" y="67"/>
                    </a:cubicBezTo>
                    <a:cubicBezTo>
                      <a:pt x="534" y="34"/>
                      <a:pt x="434" y="1"/>
                      <a:pt x="334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1" name="Google Shape;13051;p39"/>
              <p:cNvSpPr/>
              <p:nvPr/>
            </p:nvSpPr>
            <p:spPr>
              <a:xfrm>
                <a:off x="6391750" y="2526500"/>
                <a:ext cx="153475" cy="20875"/>
              </a:xfrm>
              <a:custGeom>
                <a:rect b="b" l="l" r="r" t="t"/>
                <a:pathLst>
                  <a:path extrusionOk="0" h="835" w="6139">
                    <a:moveTo>
                      <a:pt x="5871" y="1"/>
                    </a:moveTo>
                    <a:cubicBezTo>
                      <a:pt x="3970" y="1"/>
                      <a:pt x="2035" y="201"/>
                      <a:pt x="167" y="534"/>
                    </a:cubicBezTo>
                    <a:cubicBezTo>
                      <a:pt x="0" y="568"/>
                      <a:pt x="34" y="835"/>
                      <a:pt x="201" y="835"/>
                    </a:cubicBezTo>
                    <a:cubicBezTo>
                      <a:pt x="2102" y="601"/>
                      <a:pt x="4003" y="468"/>
                      <a:pt x="5905" y="368"/>
                    </a:cubicBezTo>
                    <a:cubicBezTo>
                      <a:pt x="6138" y="334"/>
                      <a:pt x="6105" y="1"/>
                      <a:pt x="5871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2" name="Google Shape;13052;p39"/>
              <p:cNvSpPr/>
              <p:nvPr/>
            </p:nvSpPr>
            <p:spPr>
              <a:xfrm>
                <a:off x="6419525" y="2510650"/>
                <a:ext cx="85650" cy="11775"/>
              </a:xfrm>
              <a:custGeom>
                <a:rect b="b" l="l" r="r" t="t"/>
                <a:pathLst>
                  <a:path extrusionOk="0" h="471" w="3426">
                    <a:moveTo>
                      <a:pt x="3192" y="1"/>
                    </a:moveTo>
                    <a:cubicBezTo>
                      <a:pt x="2192" y="1"/>
                      <a:pt x="1191" y="68"/>
                      <a:pt x="190" y="168"/>
                    </a:cubicBezTo>
                    <a:cubicBezTo>
                      <a:pt x="1" y="199"/>
                      <a:pt x="21" y="470"/>
                      <a:pt x="194" y="470"/>
                    </a:cubicBezTo>
                    <a:cubicBezTo>
                      <a:pt x="203" y="470"/>
                      <a:pt x="213" y="470"/>
                      <a:pt x="224" y="468"/>
                    </a:cubicBezTo>
                    <a:cubicBezTo>
                      <a:pt x="1191" y="401"/>
                      <a:pt x="2192" y="334"/>
                      <a:pt x="3192" y="301"/>
                    </a:cubicBezTo>
                    <a:cubicBezTo>
                      <a:pt x="3426" y="301"/>
                      <a:pt x="3393" y="1"/>
                      <a:pt x="3192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3" name="Google Shape;13053;p39"/>
              <p:cNvSpPr/>
              <p:nvPr/>
            </p:nvSpPr>
            <p:spPr>
              <a:xfrm>
                <a:off x="6707800" y="2920950"/>
                <a:ext cx="82600" cy="8375"/>
              </a:xfrm>
              <a:custGeom>
                <a:rect b="b" l="l" r="r" t="t"/>
                <a:pathLst>
                  <a:path extrusionOk="0" h="335" w="3304">
                    <a:moveTo>
                      <a:pt x="3103" y="1"/>
                    </a:moveTo>
                    <a:cubicBezTo>
                      <a:pt x="2136" y="1"/>
                      <a:pt x="1168" y="34"/>
                      <a:pt x="201" y="34"/>
                    </a:cubicBezTo>
                    <a:cubicBezTo>
                      <a:pt x="1" y="34"/>
                      <a:pt x="34" y="334"/>
                      <a:pt x="234" y="334"/>
                    </a:cubicBezTo>
                    <a:cubicBezTo>
                      <a:pt x="1202" y="301"/>
                      <a:pt x="2169" y="301"/>
                      <a:pt x="3136" y="301"/>
                    </a:cubicBezTo>
                    <a:cubicBezTo>
                      <a:pt x="3303" y="267"/>
                      <a:pt x="3270" y="1"/>
                      <a:pt x="3103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4" name="Google Shape;13054;p39"/>
              <p:cNvSpPr/>
              <p:nvPr/>
            </p:nvSpPr>
            <p:spPr>
              <a:xfrm>
                <a:off x="6509325" y="3117425"/>
                <a:ext cx="150150" cy="10025"/>
              </a:xfrm>
              <a:custGeom>
                <a:rect b="b" l="l" r="r" t="t"/>
                <a:pathLst>
                  <a:path extrusionOk="0" h="401" w="6006">
                    <a:moveTo>
                      <a:pt x="4271" y="1"/>
                    </a:moveTo>
                    <a:cubicBezTo>
                      <a:pt x="2905" y="1"/>
                      <a:pt x="1544" y="32"/>
                      <a:pt x="201" y="81"/>
                    </a:cubicBezTo>
                    <a:cubicBezTo>
                      <a:pt x="1" y="81"/>
                      <a:pt x="1" y="381"/>
                      <a:pt x="201" y="381"/>
                    </a:cubicBezTo>
                    <a:cubicBezTo>
                      <a:pt x="885" y="393"/>
                      <a:pt x="1568" y="401"/>
                      <a:pt x="2250" y="401"/>
                    </a:cubicBezTo>
                    <a:cubicBezTo>
                      <a:pt x="3432" y="401"/>
                      <a:pt x="4608" y="377"/>
                      <a:pt x="5772" y="314"/>
                    </a:cubicBezTo>
                    <a:cubicBezTo>
                      <a:pt x="6005" y="314"/>
                      <a:pt x="5972" y="14"/>
                      <a:pt x="5772" y="14"/>
                    </a:cubicBezTo>
                    <a:cubicBezTo>
                      <a:pt x="5271" y="5"/>
                      <a:pt x="4770" y="1"/>
                      <a:pt x="4271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5" name="Google Shape;13055;p39"/>
              <p:cNvSpPr/>
              <p:nvPr/>
            </p:nvSpPr>
            <p:spPr>
              <a:xfrm>
                <a:off x="6551025" y="3099400"/>
                <a:ext cx="72575" cy="9625"/>
              </a:xfrm>
              <a:custGeom>
                <a:rect b="b" l="l" r="r" t="t"/>
                <a:pathLst>
                  <a:path extrusionOk="0" h="385" w="2903">
                    <a:moveTo>
                      <a:pt x="2669" y="1"/>
                    </a:moveTo>
                    <a:cubicBezTo>
                      <a:pt x="1869" y="34"/>
                      <a:pt x="1035" y="34"/>
                      <a:pt x="201" y="34"/>
                    </a:cubicBezTo>
                    <a:cubicBezTo>
                      <a:pt x="1" y="34"/>
                      <a:pt x="34" y="335"/>
                      <a:pt x="234" y="335"/>
                    </a:cubicBezTo>
                    <a:cubicBezTo>
                      <a:pt x="634" y="368"/>
                      <a:pt x="1043" y="385"/>
                      <a:pt x="1456" y="385"/>
                    </a:cubicBezTo>
                    <a:cubicBezTo>
                      <a:pt x="1869" y="385"/>
                      <a:pt x="2286" y="368"/>
                      <a:pt x="2703" y="335"/>
                    </a:cubicBezTo>
                    <a:cubicBezTo>
                      <a:pt x="2903" y="301"/>
                      <a:pt x="2903" y="1"/>
                      <a:pt x="2669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6" name="Google Shape;13056;p39"/>
              <p:cNvSpPr/>
              <p:nvPr/>
            </p:nvSpPr>
            <p:spPr>
              <a:xfrm>
                <a:off x="6013775" y="2757100"/>
                <a:ext cx="91925" cy="110875"/>
              </a:xfrm>
              <a:custGeom>
                <a:rect b="b" l="l" r="r" t="t"/>
                <a:pathLst>
                  <a:path extrusionOk="0" h="4435" w="3677">
                    <a:moveTo>
                      <a:pt x="3433" y="1"/>
                    </a:moveTo>
                    <a:cubicBezTo>
                      <a:pt x="3389" y="1"/>
                      <a:pt x="3346" y="15"/>
                      <a:pt x="3311" y="50"/>
                    </a:cubicBezTo>
                    <a:cubicBezTo>
                      <a:pt x="2177" y="1384"/>
                      <a:pt x="1076" y="2752"/>
                      <a:pt x="75" y="4186"/>
                    </a:cubicBezTo>
                    <a:cubicBezTo>
                      <a:pt x="1" y="4310"/>
                      <a:pt x="130" y="4435"/>
                      <a:pt x="256" y="4435"/>
                    </a:cubicBezTo>
                    <a:cubicBezTo>
                      <a:pt x="299" y="4435"/>
                      <a:pt x="342" y="4420"/>
                      <a:pt x="376" y="4386"/>
                    </a:cubicBezTo>
                    <a:cubicBezTo>
                      <a:pt x="1543" y="3085"/>
                      <a:pt x="2577" y="1651"/>
                      <a:pt x="3578" y="217"/>
                    </a:cubicBezTo>
                    <a:cubicBezTo>
                      <a:pt x="3677" y="118"/>
                      <a:pt x="3556" y="1"/>
                      <a:pt x="3433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7" name="Google Shape;13057;p39"/>
              <p:cNvSpPr/>
              <p:nvPr/>
            </p:nvSpPr>
            <p:spPr>
              <a:xfrm>
                <a:off x="6037100" y="2755100"/>
                <a:ext cx="42950" cy="50550"/>
              </a:xfrm>
              <a:custGeom>
                <a:rect b="b" l="l" r="r" t="t"/>
                <a:pathLst>
                  <a:path extrusionOk="0" h="2022" w="1718">
                    <a:moveTo>
                      <a:pt x="1469" y="0"/>
                    </a:moveTo>
                    <a:cubicBezTo>
                      <a:pt x="1424" y="0"/>
                      <a:pt x="1379" y="19"/>
                      <a:pt x="1344" y="63"/>
                    </a:cubicBezTo>
                    <a:cubicBezTo>
                      <a:pt x="910" y="597"/>
                      <a:pt x="510" y="1164"/>
                      <a:pt x="76" y="1731"/>
                    </a:cubicBezTo>
                    <a:cubicBezTo>
                      <a:pt x="1" y="1857"/>
                      <a:pt x="116" y="2022"/>
                      <a:pt x="235" y="2022"/>
                    </a:cubicBezTo>
                    <a:cubicBezTo>
                      <a:pt x="273" y="2022"/>
                      <a:pt x="311" y="2005"/>
                      <a:pt x="343" y="1965"/>
                    </a:cubicBezTo>
                    <a:cubicBezTo>
                      <a:pt x="844" y="1431"/>
                      <a:pt x="1277" y="864"/>
                      <a:pt x="1644" y="263"/>
                    </a:cubicBezTo>
                    <a:cubicBezTo>
                      <a:pt x="1718" y="141"/>
                      <a:pt x="1593" y="0"/>
                      <a:pt x="1469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8" name="Google Shape;13058;p39"/>
              <p:cNvSpPr/>
              <p:nvPr/>
            </p:nvSpPr>
            <p:spPr>
              <a:xfrm>
                <a:off x="6010450" y="2934850"/>
                <a:ext cx="56150" cy="66900"/>
              </a:xfrm>
              <a:custGeom>
                <a:rect b="b" l="l" r="r" t="t"/>
                <a:pathLst>
                  <a:path extrusionOk="0" h="2676" w="2246">
                    <a:moveTo>
                      <a:pt x="2027" y="1"/>
                    </a:moveTo>
                    <a:cubicBezTo>
                      <a:pt x="1989" y="1"/>
                      <a:pt x="1948" y="14"/>
                      <a:pt x="1910" y="45"/>
                    </a:cubicBezTo>
                    <a:cubicBezTo>
                      <a:pt x="1242" y="779"/>
                      <a:pt x="609" y="1546"/>
                      <a:pt x="75" y="2380"/>
                    </a:cubicBezTo>
                    <a:cubicBezTo>
                      <a:pt x="1" y="2528"/>
                      <a:pt x="145" y="2676"/>
                      <a:pt x="266" y="2676"/>
                    </a:cubicBezTo>
                    <a:cubicBezTo>
                      <a:pt x="309" y="2676"/>
                      <a:pt x="349" y="2657"/>
                      <a:pt x="375" y="2613"/>
                    </a:cubicBezTo>
                    <a:cubicBezTo>
                      <a:pt x="976" y="1813"/>
                      <a:pt x="1543" y="1012"/>
                      <a:pt x="2143" y="245"/>
                    </a:cubicBezTo>
                    <a:cubicBezTo>
                      <a:pt x="2245" y="143"/>
                      <a:pt x="2151" y="1"/>
                      <a:pt x="2027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9" name="Google Shape;13059;p39"/>
              <p:cNvSpPr/>
              <p:nvPr/>
            </p:nvSpPr>
            <p:spPr>
              <a:xfrm>
                <a:off x="6070500" y="3091525"/>
                <a:ext cx="52925" cy="63325"/>
              </a:xfrm>
              <a:custGeom>
                <a:rect b="b" l="l" r="r" t="t"/>
                <a:pathLst>
                  <a:path extrusionOk="0" h="2533" w="2117">
                    <a:moveTo>
                      <a:pt x="1878" y="0"/>
                    </a:moveTo>
                    <a:cubicBezTo>
                      <a:pt x="1839" y="0"/>
                      <a:pt x="1802" y="14"/>
                      <a:pt x="1776" y="49"/>
                    </a:cubicBezTo>
                    <a:cubicBezTo>
                      <a:pt x="1209" y="783"/>
                      <a:pt x="608" y="1517"/>
                      <a:pt x="75" y="2284"/>
                    </a:cubicBezTo>
                    <a:cubicBezTo>
                      <a:pt x="0" y="2408"/>
                      <a:pt x="129" y="2533"/>
                      <a:pt x="255" y="2533"/>
                    </a:cubicBezTo>
                    <a:cubicBezTo>
                      <a:pt x="298" y="2533"/>
                      <a:pt x="341" y="2518"/>
                      <a:pt x="375" y="2484"/>
                    </a:cubicBezTo>
                    <a:cubicBezTo>
                      <a:pt x="975" y="1750"/>
                      <a:pt x="1476" y="983"/>
                      <a:pt x="2043" y="216"/>
                    </a:cubicBezTo>
                    <a:cubicBezTo>
                      <a:pt x="2117" y="117"/>
                      <a:pt x="1990" y="0"/>
                      <a:pt x="1878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0" name="Google Shape;13060;p39"/>
              <p:cNvSpPr/>
              <p:nvPr/>
            </p:nvSpPr>
            <p:spPr>
              <a:xfrm>
                <a:off x="6098100" y="3115700"/>
                <a:ext cx="27000" cy="29650"/>
              </a:xfrm>
              <a:custGeom>
                <a:rect b="b" l="l" r="r" t="t"/>
                <a:pathLst>
                  <a:path extrusionOk="0" h="1186" w="1080">
                    <a:moveTo>
                      <a:pt x="855" y="0"/>
                    </a:moveTo>
                    <a:cubicBezTo>
                      <a:pt x="815" y="0"/>
                      <a:pt x="773" y="15"/>
                      <a:pt x="739" y="49"/>
                    </a:cubicBezTo>
                    <a:cubicBezTo>
                      <a:pt x="472" y="316"/>
                      <a:pt x="272" y="650"/>
                      <a:pt x="71" y="950"/>
                    </a:cubicBezTo>
                    <a:cubicBezTo>
                      <a:pt x="1" y="1068"/>
                      <a:pt x="113" y="1186"/>
                      <a:pt x="221" y="1186"/>
                    </a:cubicBezTo>
                    <a:cubicBezTo>
                      <a:pt x="265" y="1186"/>
                      <a:pt x="309" y="1166"/>
                      <a:pt x="338" y="1117"/>
                    </a:cubicBezTo>
                    <a:cubicBezTo>
                      <a:pt x="572" y="850"/>
                      <a:pt x="805" y="550"/>
                      <a:pt x="1005" y="216"/>
                    </a:cubicBezTo>
                    <a:cubicBezTo>
                      <a:pt x="1079" y="117"/>
                      <a:pt x="971" y="0"/>
                      <a:pt x="855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1" name="Google Shape;13061;p39"/>
              <p:cNvSpPr/>
              <p:nvPr/>
            </p:nvSpPr>
            <p:spPr>
              <a:xfrm>
                <a:off x="6111550" y="2910950"/>
                <a:ext cx="11700" cy="10850"/>
              </a:xfrm>
              <a:custGeom>
                <a:rect b="b" l="l" r="r" t="t"/>
                <a:pathLst>
                  <a:path extrusionOk="0" h="434" w="468">
                    <a:moveTo>
                      <a:pt x="234" y="0"/>
                    </a:moveTo>
                    <a:cubicBezTo>
                      <a:pt x="100" y="0"/>
                      <a:pt x="0" y="134"/>
                      <a:pt x="34" y="234"/>
                    </a:cubicBezTo>
                    <a:cubicBezTo>
                      <a:pt x="34" y="367"/>
                      <a:pt x="134" y="434"/>
                      <a:pt x="234" y="434"/>
                    </a:cubicBezTo>
                    <a:cubicBezTo>
                      <a:pt x="367" y="434"/>
                      <a:pt x="467" y="334"/>
                      <a:pt x="467" y="234"/>
                    </a:cubicBezTo>
                    <a:cubicBezTo>
                      <a:pt x="467" y="100"/>
                      <a:pt x="334" y="0"/>
                      <a:pt x="23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2" name="Google Shape;13062;p39"/>
              <p:cNvSpPr/>
              <p:nvPr/>
            </p:nvSpPr>
            <p:spPr>
              <a:xfrm>
                <a:off x="6093200" y="2913450"/>
                <a:ext cx="12525" cy="11700"/>
              </a:xfrm>
              <a:custGeom>
                <a:rect b="b" l="l" r="r" t="t"/>
                <a:pathLst>
                  <a:path extrusionOk="0" h="468" w="501">
                    <a:moveTo>
                      <a:pt x="234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34" y="467"/>
                      <a:pt x="267" y="467"/>
                    </a:cubicBezTo>
                    <a:cubicBezTo>
                      <a:pt x="401" y="467"/>
                      <a:pt x="501" y="334"/>
                      <a:pt x="501" y="200"/>
                    </a:cubicBezTo>
                    <a:cubicBezTo>
                      <a:pt x="468" y="67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3" name="Google Shape;13063;p39"/>
              <p:cNvSpPr/>
              <p:nvPr/>
            </p:nvSpPr>
            <p:spPr>
              <a:xfrm>
                <a:off x="6094875" y="2929475"/>
                <a:ext cx="9650" cy="8825"/>
              </a:xfrm>
              <a:custGeom>
                <a:rect b="b" l="l" r="r" t="t"/>
                <a:pathLst>
                  <a:path extrusionOk="0" h="353" w="386">
                    <a:moveTo>
                      <a:pt x="203" y="1"/>
                    </a:moveTo>
                    <a:cubicBezTo>
                      <a:pt x="105" y="1"/>
                      <a:pt x="0" y="68"/>
                      <a:pt x="0" y="193"/>
                    </a:cubicBezTo>
                    <a:cubicBezTo>
                      <a:pt x="16" y="302"/>
                      <a:pt x="103" y="353"/>
                      <a:pt x="189" y="353"/>
                    </a:cubicBezTo>
                    <a:cubicBezTo>
                      <a:pt x="288" y="353"/>
                      <a:pt x="385" y="285"/>
                      <a:pt x="367" y="160"/>
                    </a:cubicBezTo>
                    <a:cubicBezTo>
                      <a:pt x="367" y="51"/>
                      <a:pt x="288" y="1"/>
                      <a:pt x="203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4" name="Google Shape;13064;p39"/>
              <p:cNvSpPr/>
              <p:nvPr/>
            </p:nvSpPr>
            <p:spPr>
              <a:xfrm>
                <a:off x="6112800" y="2931375"/>
                <a:ext cx="8350" cy="7525"/>
              </a:xfrm>
              <a:custGeom>
                <a:rect b="b" l="l" r="r" t="t"/>
                <a:pathLst>
                  <a:path extrusionOk="0" h="301" w="334">
                    <a:moveTo>
                      <a:pt x="155" y="1"/>
                    </a:moveTo>
                    <a:cubicBezTo>
                      <a:pt x="75" y="1"/>
                      <a:pt x="0" y="51"/>
                      <a:pt x="17" y="151"/>
                    </a:cubicBezTo>
                    <a:cubicBezTo>
                      <a:pt x="17" y="251"/>
                      <a:pt x="100" y="301"/>
                      <a:pt x="180" y="301"/>
                    </a:cubicBezTo>
                    <a:cubicBezTo>
                      <a:pt x="259" y="301"/>
                      <a:pt x="334" y="251"/>
                      <a:pt x="317" y="151"/>
                    </a:cubicBezTo>
                    <a:cubicBezTo>
                      <a:pt x="317" y="51"/>
                      <a:pt x="234" y="1"/>
                      <a:pt x="155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5" name="Google Shape;13065;p39"/>
              <p:cNvSpPr/>
              <p:nvPr/>
            </p:nvSpPr>
            <p:spPr>
              <a:xfrm>
                <a:off x="6128225" y="2852750"/>
                <a:ext cx="9200" cy="8825"/>
              </a:xfrm>
              <a:custGeom>
                <a:rect b="b" l="l" r="r" t="t"/>
                <a:pathLst>
                  <a:path extrusionOk="0" h="353" w="368">
                    <a:moveTo>
                      <a:pt x="204" y="1"/>
                    </a:moveTo>
                    <a:cubicBezTo>
                      <a:pt x="106" y="1"/>
                      <a:pt x="1" y="68"/>
                      <a:pt x="1" y="193"/>
                    </a:cubicBezTo>
                    <a:cubicBezTo>
                      <a:pt x="1" y="302"/>
                      <a:pt x="80" y="353"/>
                      <a:pt x="164" y="353"/>
                    </a:cubicBezTo>
                    <a:cubicBezTo>
                      <a:pt x="262" y="353"/>
                      <a:pt x="367" y="285"/>
                      <a:pt x="367" y="160"/>
                    </a:cubicBezTo>
                    <a:cubicBezTo>
                      <a:pt x="367" y="52"/>
                      <a:pt x="288" y="1"/>
                      <a:pt x="204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6" name="Google Shape;13066;p39"/>
              <p:cNvSpPr/>
              <p:nvPr/>
            </p:nvSpPr>
            <p:spPr>
              <a:xfrm>
                <a:off x="6115725" y="2840200"/>
                <a:ext cx="10850" cy="10725"/>
              </a:xfrm>
              <a:custGeom>
                <a:rect b="b" l="l" r="r" t="t"/>
                <a:pathLst>
                  <a:path extrusionOk="0" h="429" w="434">
                    <a:moveTo>
                      <a:pt x="180" y="1"/>
                    </a:moveTo>
                    <a:cubicBezTo>
                      <a:pt x="111" y="1"/>
                      <a:pt x="47" y="48"/>
                      <a:pt x="0" y="95"/>
                    </a:cubicBezTo>
                    <a:cubicBezTo>
                      <a:pt x="0" y="128"/>
                      <a:pt x="0" y="162"/>
                      <a:pt x="0" y="195"/>
                    </a:cubicBezTo>
                    <a:cubicBezTo>
                      <a:pt x="0" y="228"/>
                      <a:pt x="0" y="228"/>
                      <a:pt x="0" y="262"/>
                    </a:cubicBezTo>
                    <a:cubicBezTo>
                      <a:pt x="0" y="328"/>
                      <a:pt x="67" y="429"/>
                      <a:pt x="167" y="429"/>
                    </a:cubicBezTo>
                    <a:cubicBezTo>
                      <a:pt x="267" y="429"/>
                      <a:pt x="400" y="362"/>
                      <a:pt x="400" y="262"/>
                    </a:cubicBezTo>
                    <a:cubicBezTo>
                      <a:pt x="434" y="162"/>
                      <a:pt x="367" y="62"/>
                      <a:pt x="267" y="28"/>
                    </a:cubicBezTo>
                    <a:cubicBezTo>
                      <a:pt x="238" y="9"/>
                      <a:pt x="208" y="1"/>
                      <a:pt x="180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7" name="Google Shape;13067;p39"/>
              <p:cNvSpPr/>
              <p:nvPr/>
            </p:nvSpPr>
            <p:spPr>
              <a:xfrm>
                <a:off x="6120725" y="2869950"/>
                <a:ext cx="10850" cy="9050"/>
              </a:xfrm>
              <a:custGeom>
                <a:rect b="b" l="l" r="r" t="t"/>
                <a:pathLst>
                  <a:path extrusionOk="0" h="362" w="434">
                    <a:moveTo>
                      <a:pt x="270" y="1"/>
                    </a:moveTo>
                    <a:cubicBezTo>
                      <a:pt x="222" y="1"/>
                      <a:pt x="172" y="20"/>
                      <a:pt x="134" y="39"/>
                    </a:cubicBezTo>
                    <a:cubicBezTo>
                      <a:pt x="100" y="72"/>
                      <a:pt x="100" y="72"/>
                      <a:pt x="67" y="106"/>
                    </a:cubicBezTo>
                    <a:cubicBezTo>
                      <a:pt x="0" y="139"/>
                      <a:pt x="34" y="273"/>
                      <a:pt x="100" y="339"/>
                    </a:cubicBezTo>
                    <a:cubicBezTo>
                      <a:pt x="128" y="353"/>
                      <a:pt x="161" y="361"/>
                      <a:pt x="196" y="361"/>
                    </a:cubicBezTo>
                    <a:cubicBezTo>
                      <a:pt x="244" y="361"/>
                      <a:pt x="295" y="345"/>
                      <a:pt x="334" y="306"/>
                    </a:cubicBezTo>
                    <a:cubicBezTo>
                      <a:pt x="334" y="306"/>
                      <a:pt x="367" y="273"/>
                      <a:pt x="367" y="273"/>
                    </a:cubicBezTo>
                    <a:cubicBezTo>
                      <a:pt x="434" y="206"/>
                      <a:pt x="434" y="106"/>
                      <a:pt x="367" y="39"/>
                    </a:cubicBezTo>
                    <a:cubicBezTo>
                      <a:pt x="339" y="11"/>
                      <a:pt x="305" y="1"/>
                      <a:pt x="270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8" name="Google Shape;13068;p39"/>
              <p:cNvSpPr/>
              <p:nvPr/>
            </p:nvSpPr>
            <p:spPr>
              <a:xfrm>
                <a:off x="6014800" y="2815850"/>
                <a:ext cx="12550" cy="11425"/>
              </a:xfrm>
              <a:custGeom>
                <a:rect b="b" l="l" r="r" t="t"/>
                <a:pathLst>
                  <a:path extrusionOk="0" h="457" w="502">
                    <a:moveTo>
                      <a:pt x="256" y="0"/>
                    </a:moveTo>
                    <a:cubicBezTo>
                      <a:pt x="216" y="0"/>
                      <a:pt x="174" y="11"/>
                      <a:pt x="134" y="35"/>
                    </a:cubicBezTo>
                    <a:cubicBezTo>
                      <a:pt x="134" y="35"/>
                      <a:pt x="134" y="68"/>
                      <a:pt x="134" y="68"/>
                    </a:cubicBezTo>
                    <a:cubicBezTo>
                      <a:pt x="1" y="135"/>
                      <a:pt x="1" y="335"/>
                      <a:pt x="168" y="435"/>
                    </a:cubicBezTo>
                    <a:cubicBezTo>
                      <a:pt x="203" y="449"/>
                      <a:pt x="239" y="456"/>
                      <a:pt x="273" y="456"/>
                    </a:cubicBezTo>
                    <a:cubicBezTo>
                      <a:pt x="398" y="456"/>
                      <a:pt x="501" y="366"/>
                      <a:pt x="501" y="235"/>
                    </a:cubicBezTo>
                    <a:cubicBezTo>
                      <a:pt x="501" y="108"/>
                      <a:pt x="385" y="0"/>
                      <a:pt x="256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9" name="Google Shape;13069;p39"/>
              <p:cNvSpPr/>
              <p:nvPr/>
            </p:nvSpPr>
            <p:spPr>
              <a:xfrm>
                <a:off x="5996475" y="2821525"/>
                <a:ext cx="11700" cy="9825"/>
              </a:xfrm>
              <a:custGeom>
                <a:rect b="b" l="l" r="r" t="t"/>
                <a:pathLst>
                  <a:path extrusionOk="0" h="393" w="468">
                    <a:moveTo>
                      <a:pt x="264" y="1"/>
                    </a:moveTo>
                    <a:cubicBezTo>
                      <a:pt x="229" y="1"/>
                      <a:pt x="195" y="13"/>
                      <a:pt x="167" y="41"/>
                    </a:cubicBezTo>
                    <a:lnTo>
                      <a:pt x="134" y="41"/>
                    </a:lnTo>
                    <a:cubicBezTo>
                      <a:pt x="0" y="108"/>
                      <a:pt x="33" y="275"/>
                      <a:pt x="134" y="342"/>
                    </a:cubicBezTo>
                    <a:cubicBezTo>
                      <a:pt x="134" y="342"/>
                      <a:pt x="167" y="342"/>
                      <a:pt x="167" y="375"/>
                    </a:cubicBezTo>
                    <a:cubicBezTo>
                      <a:pt x="191" y="387"/>
                      <a:pt x="217" y="393"/>
                      <a:pt x="242" y="393"/>
                    </a:cubicBezTo>
                    <a:cubicBezTo>
                      <a:pt x="356" y="393"/>
                      <a:pt x="467" y="284"/>
                      <a:pt x="467" y="175"/>
                    </a:cubicBezTo>
                    <a:cubicBezTo>
                      <a:pt x="443" y="79"/>
                      <a:pt x="351" y="1"/>
                      <a:pt x="264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0" name="Google Shape;13070;p39"/>
              <p:cNvSpPr/>
              <p:nvPr/>
            </p:nvSpPr>
            <p:spPr>
              <a:xfrm>
                <a:off x="6008975" y="2834200"/>
                <a:ext cx="8375" cy="7575"/>
              </a:xfrm>
              <a:custGeom>
                <a:rect b="b" l="l" r="r" t="t"/>
                <a:pathLst>
                  <a:path extrusionOk="0" h="303" w="335">
                    <a:moveTo>
                      <a:pt x="174" y="0"/>
                    </a:moveTo>
                    <a:cubicBezTo>
                      <a:pt x="88" y="0"/>
                      <a:pt x="0" y="60"/>
                      <a:pt x="0" y="168"/>
                    </a:cubicBezTo>
                    <a:cubicBezTo>
                      <a:pt x="0" y="260"/>
                      <a:pt x="71" y="303"/>
                      <a:pt x="147" y="303"/>
                    </a:cubicBezTo>
                    <a:cubicBezTo>
                      <a:pt x="236" y="303"/>
                      <a:pt x="334" y="243"/>
                      <a:pt x="334" y="135"/>
                    </a:cubicBezTo>
                    <a:cubicBezTo>
                      <a:pt x="319" y="43"/>
                      <a:pt x="247" y="0"/>
                      <a:pt x="17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1" name="Google Shape;13071;p39"/>
              <p:cNvSpPr/>
              <p:nvPr/>
            </p:nvSpPr>
            <p:spPr>
              <a:xfrm>
                <a:off x="6017325" y="2789700"/>
                <a:ext cx="11700" cy="11200"/>
              </a:xfrm>
              <a:custGeom>
                <a:rect b="b" l="l" r="r" t="t"/>
                <a:pathLst>
                  <a:path extrusionOk="0" h="448" w="468">
                    <a:moveTo>
                      <a:pt x="260" y="0"/>
                    </a:moveTo>
                    <a:cubicBezTo>
                      <a:pt x="198" y="0"/>
                      <a:pt x="149" y="31"/>
                      <a:pt x="100" y="80"/>
                    </a:cubicBezTo>
                    <a:cubicBezTo>
                      <a:pt x="33" y="147"/>
                      <a:pt x="0" y="280"/>
                      <a:pt x="67" y="380"/>
                    </a:cubicBezTo>
                    <a:cubicBezTo>
                      <a:pt x="100" y="447"/>
                      <a:pt x="200" y="447"/>
                      <a:pt x="267" y="447"/>
                    </a:cubicBezTo>
                    <a:cubicBezTo>
                      <a:pt x="334" y="447"/>
                      <a:pt x="367" y="380"/>
                      <a:pt x="400" y="380"/>
                    </a:cubicBezTo>
                    <a:cubicBezTo>
                      <a:pt x="434" y="314"/>
                      <a:pt x="467" y="247"/>
                      <a:pt x="467" y="180"/>
                    </a:cubicBezTo>
                    <a:cubicBezTo>
                      <a:pt x="467" y="114"/>
                      <a:pt x="400" y="47"/>
                      <a:pt x="334" y="13"/>
                    </a:cubicBezTo>
                    <a:cubicBezTo>
                      <a:pt x="307" y="5"/>
                      <a:pt x="282" y="0"/>
                      <a:pt x="260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2" name="Google Shape;13072;p39"/>
              <p:cNvSpPr/>
              <p:nvPr/>
            </p:nvSpPr>
            <p:spPr>
              <a:xfrm>
                <a:off x="6079850" y="3165450"/>
                <a:ext cx="10875" cy="10225"/>
              </a:xfrm>
              <a:custGeom>
                <a:rect b="b" l="l" r="r" t="t"/>
                <a:pathLst>
                  <a:path extrusionOk="0" h="409" w="435">
                    <a:moveTo>
                      <a:pt x="198" y="0"/>
                    </a:moveTo>
                    <a:cubicBezTo>
                      <a:pt x="134" y="0"/>
                      <a:pt x="73" y="36"/>
                      <a:pt x="34" y="94"/>
                    </a:cubicBezTo>
                    <a:cubicBezTo>
                      <a:pt x="1" y="161"/>
                      <a:pt x="1" y="194"/>
                      <a:pt x="1" y="228"/>
                    </a:cubicBezTo>
                    <a:cubicBezTo>
                      <a:pt x="1" y="294"/>
                      <a:pt x="1" y="328"/>
                      <a:pt x="34" y="361"/>
                    </a:cubicBezTo>
                    <a:cubicBezTo>
                      <a:pt x="81" y="385"/>
                      <a:pt x="129" y="408"/>
                      <a:pt x="164" y="408"/>
                    </a:cubicBezTo>
                    <a:cubicBezTo>
                      <a:pt x="179" y="408"/>
                      <a:pt x="191" y="404"/>
                      <a:pt x="201" y="394"/>
                    </a:cubicBezTo>
                    <a:cubicBezTo>
                      <a:pt x="234" y="394"/>
                      <a:pt x="268" y="394"/>
                      <a:pt x="301" y="361"/>
                    </a:cubicBezTo>
                    <a:cubicBezTo>
                      <a:pt x="401" y="294"/>
                      <a:pt x="434" y="128"/>
                      <a:pt x="334" y="61"/>
                    </a:cubicBezTo>
                    <a:cubicBezTo>
                      <a:pt x="292" y="19"/>
                      <a:pt x="245" y="0"/>
                      <a:pt x="198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3" name="Google Shape;13073;p39"/>
              <p:cNvSpPr/>
              <p:nvPr/>
            </p:nvSpPr>
            <p:spPr>
              <a:xfrm>
                <a:off x="6055675" y="3163925"/>
                <a:ext cx="10450" cy="9425"/>
              </a:xfrm>
              <a:custGeom>
                <a:rect b="b" l="l" r="r" t="t"/>
                <a:pathLst>
                  <a:path extrusionOk="0" h="377" w="418">
                    <a:moveTo>
                      <a:pt x="211" y="1"/>
                    </a:moveTo>
                    <a:cubicBezTo>
                      <a:pt x="107" y="1"/>
                      <a:pt x="0" y="68"/>
                      <a:pt x="0" y="189"/>
                    </a:cubicBezTo>
                    <a:cubicBezTo>
                      <a:pt x="17" y="318"/>
                      <a:pt x="118" y="376"/>
                      <a:pt x="216" y="376"/>
                    </a:cubicBezTo>
                    <a:cubicBezTo>
                      <a:pt x="319" y="376"/>
                      <a:pt x="418" y="309"/>
                      <a:pt x="401" y="189"/>
                    </a:cubicBezTo>
                    <a:cubicBezTo>
                      <a:pt x="401" y="60"/>
                      <a:pt x="307" y="1"/>
                      <a:pt x="211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4" name="Google Shape;13074;p39"/>
              <p:cNvSpPr/>
              <p:nvPr/>
            </p:nvSpPr>
            <p:spPr>
              <a:xfrm>
                <a:off x="6012300" y="3247025"/>
                <a:ext cx="12550" cy="11700"/>
              </a:xfrm>
              <a:custGeom>
                <a:rect b="b" l="l" r="r" t="t"/>
                <a:pathLst>
                  <a:path extrusionOk="0" h="468" w="502">
                    <a:moveTo>
                      <a:pt x="268" y="0"/>
                    </a:moveTo>
                    <a:cubicBezTo>
                      <a:pt x="168" y="0"/>
                      <a:pt x="101" y="67"/>
                      <a:pt x="68" y="134"/>
                    </a:cubicBezTo>
                    <a:cubicBezTo>
                      <a:pt x="34" y="200"/>
                      <a:pt x="1" y="267"/>
                      <a:pt x="34" y="300"/>
                    </a:cubicBezTo>
                    <a:cubicBezTo>
                      <a:pt x="34" y="367"/>
                      <a:pt x="68" y="400"/>
                      <a:pt x="101" y="400"/>
                    </a:cubicBezTo>
                    <a:cubicBezTo>
                      <a:pt x="134" y="434"/>
                      <a:pt x="201" y="467"/>
                      <a:pt x="234" y="467"/>
                    </a:cubicBezTo>
                    <a:cubicBezTo>
                      <a:pt x="301" y="467"/>
                      <a:pt x="334" y="467"/>
                      <a:pt x="368" y="434"/>
                    </a:cubicBezTo>
                    <a:lnTo>
                      <a:pt x="401" y="434"/>
                    </a:lnTo>
                    <a:cubicBezTo>
                      <a:pt x="468" y="400"/>
                      <a:pt x="501" y="300"/>
                      <a:pt x="501" y="234"/>
                    </a:cubicBezTo>
                    <a:cubicBezTo>
                      <a:pt x="501" y="167"/>
                      <a:pt x="468" y="100"/>
                      <a:pt x="435" y="67"/>
                    </a:cubicBezTo>
                    <a:cubicBezTo>
                      <a:pt x="368" y="34"/>
                      <a:pt x="334" y="0"/>
                      <a:pt x="268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5" name="Google Shape;13075;p39"/>
              <p:cNvSpPr/>
              <p:nvPr/>
            </p:nvSpPr>
            <p:spPr>
              <a:xfrm>
                <a:off x="5991450" y="3252025"/>
                <a:ext cx="10050" cy="10450"/>
              </a:xfrm>
              <a:custGeom>
                <a:rect b="b" l="l" r="r" t="t"/>
                <a:pathLst>
                  <a:path extrusionOk="0" h="418" w="402">
                    <a:moveTo>
                      <a:pt x="201" y="0"/>
                    </a:moveTo>
                    <a:cubicBezTo>
                      <a:pt x="134" y="0"/>
                      <a:pt x="68" y="67"/>
                      <a:pt x="34" y="100"/>
                    </a:cubicBezTo>
                    <a:cubicBezTo>
                      <a:pt x="1" y="167"/>
                      <a:pt x="1" y="234"/>
                      <a:pt x="34" y="301"/>
                    </a:cubicBezTo>
                    <a:cubicBezTo>
                      <a:pt x="68" y="334"/>
                      <a:pt x="68" y="367"/>
                      <a:pt x="101" y="367"/>
                    </a:cubicBezTo>
                    <a:cubicBezTo>
                      <a:pt x="134" y="401"/>
                      <a:pt x="176" y="417"/>
                      <a:pt x="218" y="417"/>
                    </a:cubicBezTo>
                    <a:cubicBezTo>
                      <a:pt x="259" y="417"/>
                      <a:pt x="301" y="401"/>
                      <a:pt x="335" y="367"/>
                    </a:cubicBezTo>
                    <a:cubicBezTo>
                      <a:pt x="368" y="334"/>
                      <a:pt x="368" y="301"/>
                      <a:pt x="368" y="301"/>
                    </a:cubicBezTo>
                    <a:cubicBezTo>
                      <a:pt x="401" y="234"/>
                      <a:pt x="401" y="167"/>
                      <a:pt x="368" y="100"/>
                    </a:cubicBezTo>
                    <a:cubicBezTo>
                      <a:pt x="335" y="34"/>
                      <a:pt x="268" y="0"/>
                      <a:pt x="20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6" name="Google Shape;13076;p39"/>
              <p:cNvSpPr/>
              <p:nvPr/>
            </p:nvSpPr>
            <p:spPr>
              <a:xfrm>
                <a:off x="6002300" y="3265375"/>
                <a:ext cx="10875" cy="9175"/>
              </a:xfrm>
              <a:custGeom>
                <a:rect b="b" l="l" r="r" t="t"/>
                <a:pathLst>
                  <a:path extrusionOk="0" h="367" w="435">
                    <a:moveTo>
                      <a:pt x="167" y="0"/>
                    </a:moveTo>
                    <a:cubicBezTo>
                      <a:pt x="67" y="0"/>
                      <a:pt x="1" y="67"/>
                      <a:pt x="1" y="167"/>
                    </a:cubicBezTo>
                    <a:cubicBezTo>
                      <a:pt x="1" y="234"/>
                      <a:pt x="34" y="267"/>
                      <a:pt x="67" y="300"/>
                    </a:cubicBezTo>
                    <a:cubicBezTo>
                      <a:pt x="101" y="334"/>
                      <a:pt x="134" y="367"/>
                      <a:pt x="201" y="367"/>
                    </a:cubicBezTo>
                    <a:lnTo>
                      <a:pt x="267" y="367"/>
                    </a:lnTo>
                    <a:cubicBezTo>
                      <a:pt x="301" y="334"/>
                      <a:pt x="334" y="334"/>
                      <a:pt x="368" y="300"/>
                    </a:cubicBezTo>
                    <a:cubicBezTo>
                      <a:pt x="434" y="234"/>
                      <a:pt x="434" y="100"/>
                      <a:pt x="368" y="33"/>
                    </a:cubicBezTo>
                    <a:cubicBezTo>
                      <a:pt x="334" y="0"/>
                      <a:pt x="301" y="0"/>
                      <a:pt x="23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7" name="Google Shape;13077;p39"/>
              <p:cNvSpPr/>
              <p:nvPr/>
            </p:nvSpPr>
            <p:spPr>
              <a:xfrm>
                <a:off x="6538600" y="2689000"/>
                <a:ext cx="14950" cy="12750"/>
              </a:xfrm>
              <a:custGeom>
                <a:rect b="b" l="l" r="r" t="t"/>
                <a:pathLst>
                  <a:path extrusionOk="0" h="510" w="598">
                    <a:moveTo>
                      <a:pt x="280" y="1"/>
                    </a:moveTo>
                    <a:cubicBezTo>
                      <a:pt x="109" y="1"/>
                      <a:pt x="0" y="153"/>
                      <a:pt x="31" y="305"/>
                    </a:cubicBezTo>
                    <a:cubicBezTo>
                      <a:pt x="31" y="305"/>
                      <a:pt x="31" y="339"/>
                      <a:pt x="31" y="339"/>
                    </a:cubicBezTo>
                    <a:cubicBezTo>
                      <a:pt x="73" y="444"/>
                      <a:pt x="182" y="510"/>
                      <a:pt x="290" y="510"/>
                    </a:cubicBezTo>
                    <a:cubicBezTo>
                      <a:pt x="353" y="510"/>
                      <a:pt x="415" y="488"/>
                      <a:pt x="464" y="439"/>
                    </a:cubicBezTo>
                    <a:cubicBezTo>
                      <a:pt x="598" y="272"/>
                      <a:pt x="531" y="39"/>
                      <a:pt x="331" y="5"/>
                    </a:cubicBezTo>
                    <a:cubicBezTo>
                      <a:pt x="313" y="2"/>
                      <a:pt x="296" y="1"/>
                      <a:pt x="280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8" name="Google Shape;13078;p39"/>
              <p:cNvSpPr/>
              <p:nvPr/>
            </p:nvSpPr>
            <p:spPr>
              <a:xfrm>
                <a:off x="6513500" y="2692550"/>
                <a:ext cx="13375" cy="12450"/>
              </a:xfrm>
              <a:custGeom>
                <a:rect b="b" l="l" r="r" t="t"/>
                <a:pathLst>
                  <a:path extrusionOk="0" h="498" w="535">
                    <a:moveTo>
                      <a:pt x="273" y="0"/>
                    </a:moveTo>
                    <a:cubicBezTo>
                      <a:pt x="204" y="0"/>
                      <a:pt x="137" y="27"/>
                      <a:pt x="101" y="63"/>
                    </a:cubicBezTo>
                    <a:cubicBezTo>
                      <a:pt x="101" y="63"/>
                      <a:pt x="101" y="97"/>
                      <a:pt x="101" y="97"/>
                    </a:cubicBezTo>
                    <a:cubicBezTo>
                      <a:pt x="1" y="163"/>
                      <a:pt x="1" y="297"/>
                      <a:pt x="67" y="397"/>
                    </a:cubicBezTo>
                    <a:cubicBezTo>
                      <a:pt x="101" y="464"/>
                      <a:pt x="201" y="497"/>
                      <a:pt x="267" y="497"/>
                    </a:cubicBezTo>
                    <a:cubicBezTo>
                      <a:pt x="367" y="497"/>
                      <a:pt x="468" y="430"/>
                      <a:pt x="501" y="330"/>
                    </a:cubicBezTo>
                    <a:cubicBezTo>
                      <a:pt x="534" y="230"/>
                      <a:pt x="501" y="130"/>
                      <a:pt x="434" y="63"/>
                    </a:cubicBezTo>
                    <a:cubicBezTo>
                      <a:pt x="389" y="18"/>
                      <a:pt x="330" y="0"/>
                      <a:pt x="273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9" name="Google Shape;13079;p39"/>
              <p:cNvSpPr/>
              <p:nvPr/>
            </p:nvSpPr>
            <p:spPr>
              <a:xfrm>
                <a:off x="6533525" y="2713600"/>
                <a:ext cx="10850" cy="8900"/>
              </a:xfrm>
              <a:custGeom>
                <a:rect b="b" l="l" r="r" t="t"/>
                <a:pathLst>
                  <a:path extrusionOk="0" h="356" w="434">
                    <a:moveTo>
                      <a:pt x="281" y="0"/>
                    </a:moveTo>
                    <a:cubicBezTo>
                      <a:pt x="256" y="0"/>
                      <a:pt x="228" y="8"/>
                      <a:pt x="200" y="22"/>
                    </a:cubicBezTo>
                    <a:cubicBezTo>
                      <a:pt x="167" y="22"/>
                      <a:pt x="134" y="22"/>
                      <a:pt x="100" y="55"/>
                    </a:cubicBezTo>
                    <a:cubicBezTo>
                      <a:pt x="0" y="122"/>
                      <a:pt x="0" y="289"/>
                      <a:pt x="100" y="356"/>
                    </a:cubicBezTo>
                    <a:lnTo>
                      <a:pt x="200" y="356"/>
                    </a:lnTo>
                    <a:cubicBezTo>
                      <a:pt x="267" y="356"/>
                      <a:pt x="334" y="356"/>
                      <a:pt x="400" y="322"/>
                    </a:cubicBezTo>
                    <a:cubicBezTo>
                      <a:pt x="434" y="289"/>
                      <a:pt x="434" y="222"/>
                      <a:pt x="434" y="189"/>
                    </a:cubicBezTo>
                    <a:cubicBezTo>
                      <a:pt x="434" y="122"/>
                      <a:pt x="400" y="89"/>
                      <a:pt x="367" y="55"/>
                    </a:cubicBezTo>
                    <a:cubicBezTo>
                      <a:pt x="347" y="16"/>
                      <a:pt x="317" y="0"/>
                      <a:pt x="28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0" name="Google Shape;13080;p39"/>
              <p:cNvSpPr/>
              <p:nvPr/>
            </p:nvSpPr>
            <p:spPr>
              <a:xfrm>
                <a:off x="6480525" y="2716400"/>
                <a:ext cx="12600" cy="11325"/>
              </a:xfrm>
              <a:custGeom>
                <a:rect b="b" l="l" r="r" t="t"/>
                <a:pathLst>
                  <a:path extrusionOk="0" h="453" w="504">
                    <a:moveTo>
                      <a:pt x="260" y="1"/>
                    </a:moveTo>
                    <a:cubicBezTo>
                      <a:pt x="132" y="1"/>
                      <a:pt x="1" y="85"/>
                      <a:pt x="19" y="244"/>
                    </a:cubicBezTo>
                    <a:cubicBezTo>
                      <a:pt x="19" y="385"/>
                      <a:pt x="130" y="453"/>
                      <a:pt x="244" y="453"/>
                    </a:cubicBezTo>
                    <a:cubicBezTo>
                      <a:pt x="372" y="453"/>
                      <a:pt x="503" y="369"/>
                      <a:pt x="486" y="210"/>
                    </a:cubicBezTo>
                    <a:cubicBezTo>
                      <a:pt x="486" y="68"/>
                      <a:pt x="374" y="1"/>
                      <a:pt x="260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1" name="Google Shape;13081;p39"/>
              <p:cNvSpPr/>
              <p:nvPr/>
            </p:nvSpPr>
            <p:spPr>
              <a:xfrm>
                <a:off x="6578550" y="2706300"/>
                <a:ext cx="10025" cy="8700"/>
              </a:xfrm>
              <a:custGeom>
                <a:rect b="b" l="l" r="r" t="t"/>
                <a:pathLst>
                  <a:path extrusionOk="0" h="348" w="401">
                    <a:moveTo>
                      <a:pt x="221" y="1"/>
                    </a:moveTo>
                    <a:cubicBezTo>
                      <a:pt x="203" y="1"/>
                      <a:pt x="185" y="5"/>
                      <a:pt x="167" y="14"/>
                    </a:cubicBezTo>
                    <a:cubicBezTo>
                      <a:pt x="134" y="14"/>
                      <a:pt x="134" y="14"/>
                      <a:pt x="100" y="47"/>
                    </a:cubicBezTo>
                    <a:cubicBezTo>
                      <a:pt x="34" y="47"/>
                      <a:pt x="0" y="114"/>
                      <a:pt x="0" y="181"/>
                    </a:cubicBezTo>
                    <a:cubicBezTo>
                      <a:pt x="0" y="247"/>
                      <a:pt x="67" y="314"/>
                      <a:pt x="134" y="347"/>
                    </a:cubicBezTo>
                    <a:lnTo>
                      <a:pt x="167" y="347"/>
                    </a:lnTo>
                    <a:cubicBezTo>
                      <a:pt x="267" y="347"/>
                      <a:pt x="334" y="314"/>
                      <a:pt x="367" y="247"/>
                    </a:cubicBezTo>
                    <a:cubicBezTo>
                      <a:pt x="401" y="214"/>
                      <a:pt x="401" y="147"/>
                      <a:pt x="367" y="80"/>
                    </a:cubicBezTo>
                    <a:cubicBezTo>
                      <a:pt x="318" y="32"/>
                      <a:pt x="270" y="1"/>
                      <a:pt x="221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2" name="Google Shape;13082;p39"/>
              <p:cNvSpPr/>
              <p:nvPr/>
            </p:nvSpPr>
            <p:spPr>
              <a:xfrm>
                <a:off x="6566875" y="2676600"/>
                <a:ext cx="8350" cy="9100"/>
              </a:xfrm>
              <a:custGeom>
                <a:rect b="b" l="l" r="r" t="t"/>
                <a:pathLst>
                  <a:path extrusionOk="0" h="364" w="334">
                    <a:moveTo>
                      <a:pt x="167" y="1"/>
                    </a:moveTo>
                    <a:cubicBezTo>
                      <a:pt x="67" y="1"/>
                      <a:pt x="34" y="68"/>
                      <a:pt x="0" y="168"/>
                    </a:cubicBezTo>
                    <a:cubicBezTo>
                      <a:pt x="0" y="201"/>
                      <a:pt x="34" y="234"/>
                      <a:pt x="34" y="268"/>
                    </a:cubicBezTo>
                    <a:cubicBezTo>
                      <a:pt x="49" y="331"/>
                      <a:pt x="110" y="364"/>
                      <a:pt x="173" y="364"/>
                    </a:cubicBezTo>
                    <a:cubicBezTo>
                      <a:pt x="243" y="364"/>
                      <a:pt x="316" y="322"/>
                      <a:pt x="334" y="234"/>
                    </a:cubicBezTo>
                    <a:cubicBezTo>
                      <a:pt x="334" y="201"/>
                      <a:pt x="334" y="201"/>
                      <a:pt x="334" y="168"/>
                    </a:cubicBezTo>
                    <a:cubicBezTo>
                      <a:pt x="334" y="68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3" name="Google Shape;13083;p39"/>
              <p:cNvSpPr/>
              <p:nvPr/>
            </p:nvSpPr>
            <p:spPr>
              <a:xfrm>
                <a:off x="6726975" y="2509000"/>
                <a:ext cx="13375" cy="13350"/>
              </a:xfrm>
              <a:custGeom>
                <a:rect b="b" l="l" r="r" t="t"/>
                <a:pathLst>
                  <a:path extrusionOk="0" h="534" w="535">
                    <a:moveTo>
                      <a:pt x="234" y="0"/>
                    </a:moveTo>
                    <a:cubicBezTo>
                      <a:pt x="101" y="0"/>
                      <a:pt x="1" y="134"/>
                      <a:pt x="1" y="267"/>
                    </a:cubicBezTo>
                    <a:cubicBezTo>
                      <a:pt x="1" y="434"/>
                      <a:pt x="134" y="534"/>
                      <a:pt x="268" y="534"/>
                    </a:cubicBezTo>
                    <a:cubicBezTo>
                      <a:pt x="401" y="534"/>
                      <a:pt x="535" y="400"/>
                      <a:pt x="501" y="267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4" name="Google Shape;13084;p39"/>
              <p:cNvSpPr/>
              <p:nvPr/>
            </p:nvSpPr>
            <p:spPr>
              <a:xfrm>
                <a:off x="6699475" y="251145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95" y="1"/>
                    </a:moveTo>
                    <a:cubicBezTo>
                      <a:pt x="214" y="1"/>
                      <a:pt x="143" y="38"/>
                      <a:pt x="100" y="102"/>
                    </a:cubicBezTo>
                    <a:cubicBezTo>
                      <a:pt x="0" y="169"/>
                      <a:pt x="0" y="302"/>
                      <a:pt x="67" y="402"/>
                    </a:cubicBezTo>
                    <a:cubicBezTo>
                      <a:pt x="100" y="469"/>
                      <a:pt x="167" y="503"/>
                      <a:pt x="200" y="536"/>
                    </a:cubicBezTo>
                    <a:cubicBezTo>
                      <a:pt x="267" y="536"/>
                      <a:pt x="300" y="569"/>
                      <a:pt x="367" y="569"/>
                    </a:cubicBezTo>
                    <a:cubicBezTo>
                      <a:pt x="467" y="569"/>
                      <a:pt x="601" y="436"/>
                      <a:pt x="601" y="302"/>
                    </a:cubicBezTo>
                    <a:cubicBezTo>
                      <a:pt x="601" y="269"/>
                      <a:pt x="567" y="202"/>
                      <a:pt x="567" y="169"/>
                    </a:cubicBezTo>
                    <a:cubicBezTo>
                      <a:pt x="534" y="102"/>
                      <a:pt x="467" y="69"/>
                      <a:pt x="434" y="36"/>
                    </a:cubicBezTo>
                    <a:cubicBezTo>
                      <a:pt x="387" y="12"/>
                      <a:pt x="339" y="1"/>
                      <a:pt x="295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5" name="Google Shape;13085;p39"/>
              <p:cNvSpPr/>
              <p:nvPr/>
            </p:nvSpPr>
            <p:spPr>
              <a:xfrm>
                <a:off x="6716150" y="2528175"/>
                <a:ext cx="11700" cy="9200"/>
              </a:xfrm>
              <a:custGeom>
                <a:rect b="b" l="l" r="r" t="t"/>
                <a:pathLst>
                  <a:path extrusionOk="0" h="368" w="468">
                    <a:moveTo>
                      <a:pt x="267" y="0"/>
                    </a:moveTo>
                    <a:cubicBezTo>
                      <a:pt x="234" y="0"/>
                      <a:pt x="200" y="34"/>
                      <a:pt x="167" y="34"/>
                    </a:cubicBezTo>
                    <a:cubicBezTo>
                      <a:pt x="0" y="67"/>
                      <a:pt x="34" y="301"/>
                      <a:pt x="200" y="367"/>
                    </a:cubicBezTo>
                    <a:lnTo>
                      <a:pt x="267" y="367"/>
                    </a:lnTo>
                    <a:cubicBezTo>
                      <a:pt x="334" y="367"/>
                      <a:pt x="401" y="334"/>
                      <a:pt x="434" y="267"/>
                    </a:cubicBezTo>
                    <a:cubicBezTo>
                      <a:pt x="467" y="200"/>
                      <a:pt x="467" y="167"/>
                      <a:pt x="434" y="100"/>
                    </a:cubicBezTo>
                    <a:cubicBezTo>
                      <a:pt x="401" y="34"/>
                      <a:pt x="334" y="0"/>
                      <a:pt x="26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6" name="Google Shape;13086;p39"/>
              <p:cNvSpPr/>
              <p:nvPr/>
            </p:nvSpPr>
            <p:spPr>
              <a:xfrm>
                <a:off x="6656100" y="2878425"/>
                <a:ext cx="20875" cy="18700"/>
              </a:xfrm>
              <a:custGeom>
                <a:rect b="b" l="l" r="r" t="t"/>
                <a:pathLst>
                  <a:path extrusionOk="0" h="748" w="835">
                    <a:moveTo>
                      <a:pt x="468" y="0"/>
                    </a:moveTo>
                    <a:cubicBezTo>
                      <a:pt x="401" y="0"/>
                      <a:pt x="334" y="0"/>
                      <a:pt x="267" y="34"/>
                    </a:cubicBezTo>
                    <a:cubicBezTo>
                      <a:pt x="201" y="34"/>
                      <a:pt x="134" y="100"/>
                      <a:pt x="101" y="134"/>
                    </a:cubicBezTo>
                    <a:cubicBezTo>
                      <a:pt x="67" y="200"/>
                      <a:pt x="34" y="267"/>
                      <a:pt x="1" y="334"/>
                    </a:cubicBezTo>
                    <a:cubicBezTo>
                      <a:pt x="1" y="434"/>
                      <a:pt x="1" y="501"/>
                      <a:pt x="67" y="567"/>
                    </a:cubicBezTo>
                    <a:cubicBezTo>
                      <a:pt x="101" y="634"/>
                      <a:pt x="134" y="667"/>
                      <a:pt x="201" y="701"/>
                    </a:cubicBezTo>
                    <a:cubicBezTo>
                      <a:pt x="248" y="724"/>
                      <a:pt x="295" y="748"/>
                      <a:pt x="342" y="748"/>
                    </a:cubicBezTo>
                    <a:cubicBezTo>
                      <a:pt x="362" y="748"/>
                      <a:pt x="381" y="744"/>
                      <a:pt x="401" y="734"/>
                    </a:cubicBezTo>
                    <a:cubicBezTo>
                      <a:pt x="501" y="734"/>
                      <a:pt x="601" y="701"/>
                      <a:pt x="668" y="634"/>
                    </a:cubicBezTo>
                    <a:cubicBezTo>
                      <a:pt x="801" y="534"/>
                      <a:pt x="835" y="367"/>
                      <a:pt x="768" y="234"/>
                    </a:cubicBezTo>
                    <a:cubicBezTo>
                      <a:pt x="701" y="100"/>
                      <a:pt x="601" y="0"/>
                      <a:pt x="468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7" name="Google Shape;13087;p39"/>
              <p:cNvSpPr/>
              <p:nvPr/>
            </p:nvSpPr>
            <p:spPr>
              <a:xfrm>
                <a:off x="6633575" y="2881525"/>
                <a:ext cx="12550" cy="11325"/>
              </a:xfrm>
              <a:custGeom>
                <a:rect b="b" l="l" r="r" t="t"/>
                <a:pathLst>
                  <a:path extrusionOk="0" h="453" w="502">
                    <a:moveTo>
                      <a:pt x="259" y="1"/>
                    </a:moveTo>
                    <a:cubicBezTo>
                      <a:pt x="131" y="1"/>
                      <a:pt x="1" y="85"/>
                      <a:pt x="1" y="243"/>
                    </a:cubicBezTo>
                    <a:cubicBezTo>
                      <a:pt x="17" y="385"/>
                      <a:pt x="129" y="452"/>
                      <a:pt x="244" y="452"/>
                    </a:cubicBezTo>
                    <a:cubicBezTo>
                      <a:pt x="371" y="452"/>
                      <a:pt x="501" y="368"/>
                      <a:pt x="501" y="210"/>
                    </a:cubicBezTo>
                    <a:cubicBezTo>
                      <a:pt x="486" y="68"/>
                      <a:pt x="373" y="1"/>
                      <a:pt x="259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8" name="Google Shape;13088;p39"/>
              <p:cNvSpPr/>
              <p:nvPr/>
            </p:nvSpPr>
            <p:spPr>
              <a:xfrm>
                <a:off x="6641100" y="2898525"/>
                <a:ext cx="9200" cy="7850"/>
              </a:xfrm>
              <a:custGeom>
                <a:rect b="b" l="l" r="r" t="t"/>
                <a:pathLst>
                  <a:path extrusionOk="0" h="314" w="368">
                    <a:moveTo>
                      <a:pt x="181" y="1"/>
                    </a:moveTo>
                    <a:cubicBezTo>
                      <a:pt x="90" y="1"/>
                      <a:pt x="0" y="60"/>
                      <a:pt x="0" y="164"/>
                    </a:cubicBezTo>
                    <a:cubicBezTo>
                      <a:pt x="17" y="264"/>
                      <a:pt x="109" y="314"/>
                      <a:pt x="196" y="314"/>
                    </a:cubicBezTo>
                    <a:cubicBezTo>
                      <a:pt x="284" y="314"/>
                      <a:pt x="367" y="264"/>
                      <a:pt x="367" y="164"/>
                    </a:cubicBezTo>
                    <a:cubicBezTo>
                      <a:pt x="351" y="51"/>
                      <a:pt x="266" y="1"/>
                      <a:pt x="181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9" name="Google Shape;13089;p39"/>
              <p:cNvSpPr/>
              <p:nvPr/>
            </p:nvSpPr>
            <p:spPr>
              <a:xfrm>
                <a:off x="6560925" y="2918325"/>
                <a:ext cx="15150" cy="11275"/>
              </a:xfrm>
              <a:custGeom>
                <a:rect b="b" l="l" r="r" t="t"/>
                <a:pathLst>
                  <a:path extrusionOk="0" h="451" w="606">
                    <a:moveTo>
                      <a:pt x="284" y="0"/>
                    </a:moveTo>
                    <a:cubicBezTo>
                      <a:pt x="1" y="0"/>
                      <a:pt x="17" y="450"/>
                      <a:pt x="267" y="450"/>
                    </a:cubicBezTo>
                    <a:cubicBezTo>
                      <a:pt x="289" y="450"/>
                      <a:pt x="313" y="447"/>
                      <a:pt x="338" y="439"/>
                    </a:cubicBezTo>
                    <a:lnTo>
                      <a:pt x="372" y="439"/>
                    </a:lnTo>
                    <a:cubicBezTo>
                      <a:pt x="605" y="372"/>
                      <a:pt x="572" y="72"/>
                      <a:pt x="372" y="5"/>
                    </a:cubicBezTo>
                    <a:lnTo>
                      <a:pt x="338" y="5"/>
                    </a:lnTo>
                    <a:cubicBezTo>
                      <a:pt x="319" y="2"/>
                      <a:pt x="301" y="0"/>
                      <a:pt x="28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0" name="Google Shape;13090;p39"/>
              <p:cNvSpPr/>
              <p:nvPr/>
            </p:nvSpPr>
            <p:spPr>
              <a:xfrm>
                <a:off x="7059725" y="2523675"/>
                <a:ext cx="13375" cy="10700"/>
              </a:xfrm>
              <a:custGeom>
                <a:rect b="b" l="l" r="r" t="t"/>
                <a:pathLst>
                  <a:path extrusionOk="0" h="428" w="535">
                    <a:moveTo>
                      <a:pt x="214" y="0"/>
                    </a:moveTo>
                    <a:cubicBezTo>
                      <a:pt x="165" y="0"/>
                      <a:pt x="116" y="31"/>
                      <a:pt x="67" y="80"/>
                    </a:cubicBezTo>
                    <a:cubicBezTo>
                      <a:pt x="34" y="114"/>
                      <a:pt x="0" y="180"/>
                      <a:pt x="0" y="247"/>
                    </a:cubicBezTo>
                    <a:cubicBezTo>
                      <a:pt x="0" y="280"/>
                      <a:pt x="34" y="347"/>
                      <a:pt x="101" y="380"/>
                    </a:cubicBezTo>
                    <a:cubicBezTo>
                      <a:pt x="124" y="404"/>
                      <a:pt x="181" y="428"/>
                      <a:pt x="236" y="428"/>
                    </a:cubicBezTo>
                    <a:cubicBezTo>
                      <a:pt x="259" y="428"/>
                      <a:pt x="281" y="424"/>
                      <a:pt x="301" y="414"/>
                    </a:cubicBezTo>
                    <a:cubicBezTo>
                      <a:pt x="334" y="414"/>
                      <a:pt x="367" y="380"/>
                      <a:pt x="401" y="380"/>
                    </a:cubicBezTo>
                    <a:cubicBezTo>
                      <a:pt x="534" y="314"/>
                      <a:pt x="501" y="114"/>
                      <a:pt x="367" y="47"/>
                    </a:cubicBezTo>
                    <a:cubicBezTo>
                      <a:pt x="334" y="47"/>
                      <a:pt x="301" y="14"/>
                      <a:pt x="267" y="14"/>
                    </a:cubicBezTo>
                    <a:cubicBezTo>
                      <a:pt x="249" y="5"/>
                      <a:pt x="232" y="0"/>
                      <a:pt x="21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1" name="Google Shape;13091;p39"/>
              <p:cNvSpPr/>
              <p:nvPr/>
            </p:nvSpPr>
            <p:spPr>
              <a:xfrm>
                <a:off x="7040550" y="2521500"/>
                <a:ext cx="10025" cy="9200"/>
              </a:xfrm>
              <a:custGeom>
                <a:rect b="b" l="l" r="r" t="t"/>
                <a:pathLst>
                  <a:path extrusionOk="0" h="368" w="401">
                    <a:moveTo>
                      <a:pt x="167" y="0"/>
                    </a:moveTo>
                    <a:cubicBezTo>
                      <a:pt x="67" y="0"/>
                      <a:pt x="0" y="101"/>
                      <a:pt x="0" y="201"/>
                    </a:cubicBezTo>
                    <a:cubicBezTo>
                      <a:pt x="0" y="301"/>
                      <a:pt x="100" y="367"/>
                      <a:pt x="200" y="367"/>
                    </a:cubicBezTo>
                    <a:cubicBezTo>
                      <a:pt x="267" y="367"/>
                      <a:pt x="300" y="334"/>
                      <a:pt x="334" y="301"/>
                    </a:cubicBezTo>
                    <a:cubicBezTo>
                      <a:pt x="401" y="267"/>
                      <a:pt x="401" y="234"/>
                      <a:pt x="401" y="167"/>
                    </a:cubicBezTo>
                    <a:cubicBezTo>
                      <a:pt x="401" y="101"/>
                      <a:pt x="367" y="67"/>
                      <a:pt x="334" y="34"/>
                    </a:cubicBezTo>
                    <a:cubicBezTo>
                      <a:pt x="300" y="0"/>
                      <a:pt x="234" y="0"/>
                      <a:pt x="16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2" name="Google Shape;13092;p39"/>
              <p:cNvSpPr/>
              <p:nvPr/>
            </p:nvSpPr>
            <p:spPr>
              <a:xfrm>
                <a:off x="7048050" y="2546525"/>
                <a:ext cx="10025" cy="8350"/>
              </a:xfrm>
              <a:custGeom>
                <a:rect b="b" l="l" r="r" t="t"/>
                <a:pathLst>
                  <a:path extrusionOk="0" h="334" w="401">
                    <a:moveTo>
                      <a:pt x="167" y="0"/>
                    </a:moveTo>
                    <a:cubicBezTo>
                      <a:pt x="67" y="34"/>
                      <a:pt x="0" y="67"/>
                      <a:pt x="0" y="167"/>
                    </a:cubicBezTo>
                    <a:cubicBezTo>
                      <a:pt x="0" y="267"/>
                      <a:pt x="67" y="334"/>
                      <a:pt x="167" y="334"/>
                    </a:cubicBezTo>
                    <a:lnTo>
                      <a:pt x="234" y="334"/>
                    </a:lnTo>
                    <a:cubicBezTo>
                      <a:pt x="334" y="334"/>
                      <a:pt x="401" y="234"/>
                      <a:pt x="401" y="167"/>
                    </a:cubicBezTo>
                    <a:cubicBezTo>
                      <a:pt x="401" y="67"/>
                      <a:pt x="301" y="0"/>
                      <a:pt x="20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3" name="Google Shape;13093;p39"/>
              <p:cNvSpPr/>
              <p:nvPr/>
            </p:nvSpPr>
            <p:spPr>
              <a:xfrm>
                <a:off x="6238300" y="2732475"/>
                <a:ext cx="19200" cy="17550"/>
              </a:xfrm>
              <a:custGeom>
                <a:rect b="b" l="l" r="r" t="t"/>
                <a:pathLst>
                  <a:path extrusionOk="0" h="702" w="768">
                    <a:moveTo>
                      <a:pt x="434" y="1"/>
                    </a:moveTo>
                    <a:cubicBezTo>
                      <a:pt x="334" y="1"/>
                      <a:pt x="268" y="1"/>
                      <a:pt x="201" y="34"/>
                    </a:cubicBezTo>
                    <a:cubicBezTo>
                      <a:pt x="201" y="34"/>
                      <a:pt x="167" y="68"/>
                      <a:pt x="167" y="68"/>
                    </a:cubicBezTo>
                    <a:cubicBezTo>
                      <a:pt x="67" y="134"/>
                      <a:pt x="1" y="268"/>
                      <a:pt x="1" y="368"/>
                    </a:cubicBezTo>
                    <a:cubicBezTo>
                      <a:pt x="1" y="468"/>
                      <a:pt x="67" y="568"/>
                      <a:pt x="134" y="601"/>
                    </a:cubicBezTo>
                    <a:cubicBezTo>
                      <a:pt x="201" y="668"/>
                      <a:pt x="268" y="701"/>
                      <a:pt x="368" y="701"/>
                    </a:cubicBezTo>
                    <a:cubicBezTo>
                      <a:pt x="501" y="701"/>
                      <a:pt x="634" y="635"/>
                      <a:pt x="668" y="535"/>
                    </a:cubicBezTo>
                    <a:cubicBezTo>
                      <a:pt x="668" y="501"/>
                      <a:pt x="701" y="501"/>
                      <a:pt x="701" y="468"/>
                    </a:cubicBezTo>
                    <a:cubicBezTo>
                      <a:pt x="735" y="401"/>
                      <a:pt x="768" y="301"/>
                      <a:pt x="735" y="201"/>
                    </a:cubicBezTo>
                    <a:cubicBezTo>
                      <a:pt x="701" y="168"/>
                      <a:pt x="668" y="101"/>
                      <a:pt x="634" y="68"/>
                    </a:cubicBezTo>
                    <a:cubicBezTo>
                      <a:pt x="568" y="34"/>
                      <a:pt x="501" y="1"/>
                      <a:pt x="434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4" name="Google Shape;13094;p39"/>
              <p:cNvSpPr/>
              <p:nvPr/>
            </p:nvSpPr>
            <p:spPr>
              <a:xfrm>
                <a:off x="6220800" y="2716575"/>
                <a:ext cx="12200" cy="9900"/>
              </a:xfrm>
              <a:custGeom>
                <a:rect b="b" l="l" r="r" t="t"/>
                <a:pathLst>
                  <a:path extrusionOk="0" h="396" w="488">
                    <a:moveTo>
                      <a:pt x="257" y="0"/>
                    </a:moveTo>
                    <a:cubicBezTo>
                      <a:pt x="221" y="0"/>
                      <a:pt x="180" y="11"/>
                      <a:pt x="134" y="36"/>
                    </a:cubicBezTo>
                    <a:cubicBezTo>
                      <a:pt x="134" y="36"/>
                      <a:pt x="100" y="36"/>
                      <a:pt x="67" y="70"/>
                    </a:cubicBezTo>
                    <a:cubicBezTo>
                      <a:pt x="34" y="103"/>
                      <a:pt x="0" y="136"/>
                      <a:pt x="34" y="203"/>
                    </a:cubicBezTo>
                    <a:cubicBezTo>
                      <a:pt x="34" y="270"/>
                      <a:pt x="34" y="303"/>
                      <a:pt x="100" y="337"/>
                    </a:cubicBezTo>
                    <a:cubicBezTo>
                      <a:pt x="100" y="337"/>
                      <a:pt x="134" y="370"/>
                      <a:pt x="167" y="370"/>
                    </a:cubicBezTo>
                    <a:cubicBezTo>
                      <a:pt x="207" y="388"/>
                      <a:pt x="242" y="396"/>
                      <a:pt x="272" y="396"/>
                    </a:cubicBezTo>
                    <a:cubicBezTo>
                      <a:pt x="487" y="396"/>
                      <a:pt x="472" y="0"/>
                      <a:pt x="25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5" name="Google Shape;13095;p39"/>
              <p:cNvSpPr/>
              <p:nvPr/>
            </p:nvSpPr>
            <p:spPr>
              <a:xfrm>
                <a:off x="6250825" y="2711925"/>
                <a:ext cx="11500" cy="9875"/>
              </a:xfrm>
              <a:custGeom>
                <a:rect b="b" l="l" r="r" t="t"/>
                <a:pathLst>
                  <a:path extrusionOk="0" h="395" w="460">
                    <a:moveTo>
                      <a:pt x="151" y="0"/>
                    </a:moveTo>
                    <a:cubicBezTo>
                      <a:pt x="112" y="0"/>
                      <a:pt x="72" y="17"/>
                      <a:pt x="33" y="56"/>
                    </a:cubicBezTo>
                    <a:cubicBezTo>
                      <a:pt x="0" y="89"/>
                      <a:pt x="0" y="189"/>
                      <a:pt x="33" y="256"/>
                    </a:cubicBezTo>
                    <a:cubicBezTo>
                      <a:pt x="33" y="256"/>
                      <a:pt x="33" y="289"/>
                      <a:pt x="33" y="289"/>
                    </a:cubicBezTo>
                    <a:lnTo>
                      <a:pt x="67" y="356"/>
                    </a:lnTo>
                    <a:cubicBezTo>
                      <a:pt x="100" y="389"/>
                      <a:pt x="167" y="389"/>
                      <a:pt x="200" y="389"/>
                    </a:cubicBezTo>
                    <a:cubicBezTo>
                      <a:pt x="214" y="393"/>
                      <a:pt x="229" y="394"/>
                      <a:pt x="243" y="394"/>
                    </a:cubicBezTo>
                    <a:cubicBezTo>
                      <a:pt x="360" y="394"/>
                      <a:pt x="460" y="278"/>
                      <a:pt x="400" y="189"/>
                    </a:cubicBezTo>
                    <a:cubicBezTo>
                      <a:pt x="400" y="156"/>
                      <a:pt x="367" y="89"/>
                      <a:pt x="334" y="56"/>
                    </a:cubicBezTo>
                    <a:cubicBezTo>
                      <a:pt x="334" y="56"/>
                      <a:pt x="300" y="22"/>
                      <a:pt x="267" y="22"/>
                    </a:cubicBezTo>
                    <a:lnTo>
                      <a:pt x="234" y="22"/>
                    </a:lnTo>
                    <a:cubicBezTo>
                      <a:pt x="206" y="8"/>
                      <a:pt x="178" y="0"/>
                      <a:pt x="15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6" name="Google Shape;13096;p39"/>
              <p:cNvSpPr/>
              <p:nvPr/>
            </p:nvSpPr>
            <p:spPr>
              <a:xfrm>
                <a:off x="5976450" y="3064100"/>
                <a:ext cx="92600" cy="16400"/>
              </a:xfrm>
              <a:custGeom>
                <a:rect b="b" l="l" r="r" t="t"/>
                <a:pathLst>
                  <a:path extrusionOk="0" h="656" w="3704">
                    <a:moveTo>
                      <a:pt x="810" y="1"/>
                    </a:moveTo>
                    <a:cubicBezTo>
                      <a:pt x="616" y="1"/>
                      <a:pt x="423" y="12"/>
                      <a:pt x="234" y="45"/>
                    </a:cubicBezTo>
                    <a:cubicBezTo>
                      <a:pt x="1" y="112"/>
                      <a:pt x="34" y="412"/>
                      <a:pt x="234" y="479"/>
                    </a:cubicBezTo>
                    <a:cubicBezTo>
                      <a:pt x="768" y="646"/>
                      <a:pt x="1402" y="579"/>
                      <a:pt x="1969" y="612"/>
                    </a:cubicBezTo>
                    <a:cubicBezTo>
                      <a:pt x="2255" y="612"/>
                      <a:pt x="2595" y="656"/>
                      <a:pt x="2915" y="656"/>
                    </a:cubicBezTo>
                    <a:cubicBezTo>
                      <a:pt x="3155" y="656"/>
                      <a:pt x="3384" y="631"/>
                      <a:pt x="3570" y="546"/>
                    </a:cubicBezTo>
                    <a:cubicBezTo>
                      <a:pt x="3703" y="479"/>
                      <a:pt x="3703" y="245"/>
                      <a:pt x="3570" y="179"/>
                    </a:cubicBezTo>
                    <a:cubicBezTo>
                      <a:pt x="3336" y="53"/>
                      <a:pt x="3035" y="24"/>
                      <a:pt x="2729" y="24"/>
                    </a:cubicBezTo>
                    <a:cubicBezTo>
                      <a:pt x="2466" y="24"/>
                      <a:pt x="2200" y="45"/>
                      <a:pt x="1969" y="45"/>
                    </a:cubicBezTo>
                    <a:cubicBezTo>
                      <a:pt x="1591" y="45"/>
                      <a:pt x="1198" y="1"/>
                      <a:pt x="810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7" name="Google Shape;13097;p39"/>
              <p:cNvSpPr/>
              <p:nvPr/>
            </p:nvSpPr>
            <p:spPr>
              <a:xfrm>
                <a:off x="5886375" y="3313875"/>
                <a:ext cx="38400" cy="111375"/>
              </a:xfrm>
              <a:custGeom>
                <a:rect b="b" l="l" r="r" t="t"/>
                <a:pathLst>
                  <a:path extrusionOk="0" h="4455" w="1536">
                    <a:moveTo>
                      <a:pt x="1328" y="0"/>
                    </a:moveTo>
                    <a:cubicBezTo>
                      <a:pt x="1259" y="0"/>
                      <a:pt x="1187" y="30"/>
                      <a:pt x="1135" y="95"/>
                    </a:cubicBezTo>
                    <a:cubicBezTo>
                      <a:pt x="968" y="395"/>
                      <a:pt x="902" y="729"/>
                      <a:pt x="802" y="1062"/>
                    </a:cubicBezTo>
                    <a:cubicBezTo>
                      <a:pt x="701" y="1463"/>
                      <a:pt x="601" y="1829"/>
                      <a:pt x="501" y="2230"/>
                    </a:cubicBezTo>
                    <a:cubicBezTo>
                      <a:pt x="401" y="2597"/>
                      <a:pt x="301" y="2964"/>
                      <a:pt x="201" y="3331"/>
                    </a:cubicBezTo>
                    <a:cubicBezTo>
                      <a:pt x="134" y="3631"/>
                      <a:pt x="1" y="3964"/>
                      <a:pt x="68" y="4298"/>
                    </a:cubicBezTo>
                    <a:cubicBezTo>
                      <a:pt x="89" y="4402"/>
                      <a:pt x="175" y="4454"/>
                      <a:pt x="261" y="4454"/>
                    </a:cubicBezTo>
                    <a:cubicBezTo>
                      <a:pt x="312" y="4454"/>
                      <a:pt x="364" y="4435"/>
                      <a:pt x="401" y="4398"/>
                    </a:cubicBezTo>
                    <a:cubicBezTo>
                      <a:pt x="635" y="4164"/>
                      <a:pt x="668" y="3864"/>
                      <a:pt x="735" y="3564"/>
                    </a:cubicBezTo>
                    <a:cubicBezTo>
                      <a:pt x="868" y="3164"/>
                      <a:pt x="968" y="2763"/>
                      <a:pt x="1068" y="2397"/>
                    </a:cubicBezTo>
                    <a:cubicBezTo>
                      <a:pt x="1135" y="2030"/>
                      <a:pt x="1235" y="1663"/>
                      <a:pt x="1335" y="1296"/>
                    </a:cubicBezTo>
                    <a:cubicBezTo>
                      <a:pt x="1402" y="929"/>
                      <a:pt x="1535" y="562"/>
                      <a:pt x="1535" y="195"/>
                    </a:cubicBezTo>
                    <a:cubicBezTo>
                      <a:pt x="1535" y="73"/>
                      <a:pt x="1436" y="0"/>
                      <a:pt x="1328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8" name="Google Shape;13098;p39"/>
              <p:cNvSpPr/>
              <p:nvPr/>
            </p:nvSpPr>
            <p:spPr>
              <a:xfrm>
                <a:off x="6239425" y="3463250"/>
                <a:ext cx="169850" cy="119875"/>
              </a:xfrm>
              <a:custGeom>
                <a:rect b="b" l="l" r="r" t="t"/>
                <a:pathLst>
                  <a:path extrusionOk="0" h="4795" w="6794">
                    <a:moveTo>
                      <a:pt x="3427" y="1"/>
                    </a:moveTo>
                    <a:cubicBezTo>
                      <a:pt x="3337" y="1"/>
                      <a:pt x="3244" y="63"/>
                      <a:pt x="3225" y="158"/>
                    </a:cubicBezTo>
                    <a:cubicBezTo>
                      <a:pt x="3158" y="891"/>
                      <a:pt x="3258" y="1659"/>
                      <a:pt x="3325" y="2359"/>
                    </a:cubicBezTo>
                    <a:cubicBezTo>
                      <a:pt x="3358" y="2859"/>
                      <a:pt x="3358" y="3393"/>
                      <a:pt x="3425" y="3894"/>
                    </a:cubicBezTo>
                    <a:cubicBezTo>
                      <a:pt x="3058" y="3693"/>
                      <a:pt x="2558" y="3593"/>
                      <a:pt x="2191" y="3460"/>
                    </a:cubicBezTo>
                    <a:cubicBezTo>
                      <a:pt x="1590" y="3260"/>
                      <a:pt x="956" y="3026"/>
                      <a:pt x="323" y="2926"/>
                    </a:cubicBezTo>
                    <a:cubicBezTo>
                      <a:pt x="311" y="2924"/>
                      <a:pt x="300" y="2923"/>
                      <a:pt x="288" y="2923"/>
                    </a:cubicBezTo>
                    <a:cubicBezTo>
                      <a:pt x="108" y="2923"/>
                      <a:pt x="1" y="3165"/>
                      <a:pt x="189" y="3260"/>
                    </a:cubicBezTo>
                    <a:cubicBezTo>
                      <a:pt x="690" y="3593"/>
                      <a:pt x="1323" y="3760"/>
                      <a:pt x="1890" y="3994"/>
                    </a:cubicBezTo>
                    <a:cubicBezTo>
                      <a:pt x="2191" y="4094"/>
                      <a:pt x="2491" y="4194"/>
                      <a:pt x="2791" y="4327"/>
                    </a:cubicBezTo>
                    <a:cubicBezTo>
                      <a:pt x="3025" y="4394"/>
                      <a:pt x="3258" y="4494"/>
                      <a:pt x="3525" y="4494"/>
                    </a:cubicBezTo>
                    <a:cubicBezTo>
                      <a:pt x="3563" y="4627"/>
                      <a:pt x="3677" y="4684"/>
                      <a:pt x="3798" y="4684"/>
                    </a:cubicBezTo>
                    <a:cubicBezTo>
                      <a:pt x="3890" y="4684"/>
                      <a:pt x="3987" y="4651"/>
                      <a:pt x="4059" y="4594"/>
                    </a:cubicBezTo>
                    <a:cubicBezTo>
                      <a:pt x="4059" y="4594"/>
                      <a:pt x="4059" y="4594"/>
                      <a:pt x="4092" y="4627"/>
                    </a:cubicBezTo>
                    <a:cubicBezTo>
                      <a:pt x="4159" y="4661"/>
                      <a:pt x="4192" y="4661"/>
                      <a:pt x="4259" y="4694"/>
                    </a:cubicBezTo>
                    <a:cubicBezTo>
                      <a:pt x="4301" y="4758"/>
                      <a:pt x="4357" y="4781"/>
                      <a:pt x="4417" y="4781"/>
                    </a:cubicBezTo>
                    <a:cubicBezTo>
                      <a:pt x="4452" y="4781"/>
                      <a:pt x="4489" y="4773"/>
                      <a:pt x="4526" y="4761"/>
                    </a:cubicBezTo>
                    <a:cubicBezTo>
                      <a:pt x="4759" y="4794"/>
                      <a:pt x="5026" y="4794"/>
                      <a:pt x="5259" y="4794"/>
                    </a:cubicBezTo>
                    <a:cubicBezTo>
                      <a:pt x="5693" y="4794"/>
                      <a:pt x="6160" y="4794"/>
                      <a:pt x="6560" y="4627"/>
                    </a:cubicBezTo>
                    <a:cubicBezTo>
                      <a:pt x="6794" y="4527"/>
                      <a:pt x="6761" y="4160"/>
                      <a:pt x="6494" y="4127"/>
                    </a:cubicBezTo>
                    <a:cubicBezTo>
                      <a:pt x="6436" y="4122"/>
                      <a:pt x="6379" y="4120"/>
                      <a:pt x="6320" y="4120"/>
                    </a:cubicBezTo>
                    <a:cubicBezTo>
                      <a:pt x="5970" y="4120"/>
                      <a:pt x="5603" y="4194"/>
                      <a:pt x="5259" y="4194"/>
                    </a:cubicBezTo>
                    <a:cubicBezTo>
                      <a:pt x="5093" y="4194"/>
                      <a:pt x="4893" y="4160"/>
                      <a:pt x="4726" y="4160"/>
                    </a:cubicBezTo>
                    <a:cubicBezTo>
                      <a:pt x="4692" y="3727"/>
                      <a:pt x="4559" y="3260"/>
                      <a:pt x="4492" y="2859"/>
                    </a:cubicBezTo>
                    <a:cubicBezTo>
                      <a:pt x="4392" y="2292"/>
                      <a:pt x="4292" y="1725"/>
                      <a:pt x="4125" y="1158"/>
                    </a:cubicBezTo>
                    <a:cubicBezTo>
                      <a:pt x="4095" y="1066"/>
                      <a:pt x="4015" y="1024"/>
                      <a:pt x="3938" y="1024"/>
                    </a:cubicBezTo>
                    <a:cubicBezTo>
                      <a:pt x="3846" y="1024"/>
                      <a:pt x="3758" y="1083"/>
                      <a:pt x="3758" y="1192"/>
                    </a:cubicBezTo>
                    <a:cubicBezTo>
                      <a:pt x="3758" y="1258"/>
                      <a:pt x="3758" y="1292"/>
                      <a:pt x="3758" y="1325"/>
                    </a:cubicBezTo>
                    <a:cubicBezTo>
                      <a:pt x="3725" y="925"/>
                      <a:pt x="3692" y="491"/>
                      <a:pt x="3592" y="124"/>
                    </a:cubicBezTo>
                    <a:cubicBezTo>
                      <a:pt x="3563" y="37"/>
                      <a:pt x="3496" y="1"/>
                      <a:pt x="3427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9" name="Google Shape;13099;p39"/>
              <p:cNvSpPr/>
              <p:nvPr/>
            </p:nvSpPr>
            <p:spPr>
              <a:xfrm>
                <a:off x="6865425" y="3403775"/>
                <a:ext cx="170975" cy="100125"/>
              </a:xfrm>
              <a:custGeom>
                <a:rect b="b" l="l" r="r" t="t"/>
                <a:pathLst>
                  <a:path extrusionOk="0" h="4005" w="6839">
                    <a:moveTo>
                      <a:pt x="3207" y="0"/>
                    </a:moveTo>
                    <a:cubicBezTo>
                      <a:pt x="3117" y="0"/>
                      <a:pt x="3020" y="60"/>
                      <a:pt x="3002" y="168"/>
                    </a:cubicBezTo>
                    <a:cubicBezTo>
                      <a:pt x="2969" y="802"/>
                      <a:pt x="3069" y="1436"/>
                      <a:pt x="3169" y="2036"/>
                    </a:cubicBezTo>
                    <a:cubicBezTo>
                      <a:pt x="3236" y="2403"/>
                      <a:pt x="3269" y="2870"/>
                      <a:pt x="3336" y="3270"/>
                    </a:cubicBezTo>
                    <a:cubicBezTo>
                      <a:pt x="2936" y="3104"/>
                      <a:pt x="2502" y="3037"/>
                      <a:pt x="2102" y="2937"/>
                    </a:cubicBezTo>
                    <a:cubicBezTo>
                      <a:pt x="1593" y="2824"/>
                      <a:pt x="988" y="2615"/>
                      <a:pt x="449" y="2615"/>
                    </a:cubicBezTo>
                    <a:cubicBezTo>
                      <a:pt x="353" y="2615"/>
                      <a:pt x="258" y="2621"/>
                      <a:pt x="167" y="2637"/>
                    </a:cubicBezTo>
                    <a:cubicBezTo>
                      <a:pt x="0" y="2670"/>
                      <a:pt x="0" y="2903"/>
                      <a:pt x="134" y="2970"/>
                    </a:cubicBezTo>
                    <a:cubicBezTo>
                      <a:pt x="401" y="3137"/>
                      <a:pt x="734" y="3170"/>
                      <a:pt x="1068" y="3237"/>
                    </a:cubicBezTo>
                    <a:cubicBezTo>
                      <a:pt x="1368" y="3304"/>
                      <a:pt x="1701" y="3404"/>
                      <a:pt x="2035" y="3471"/>
                    </a:cubicBezTo>
                    <a:cubicBezTo>
                      <a:pt x="2669" y="3671"/>
                      <a:pt x="3269" y="3938"/>
                      <a:pt x="3936" y="4004"/>
                    </a:cubicBezTo>
                    <a:cubicBezTo>
                      <a:pt x="4036" y="4004"/>
                      <a:pt x="4103" y="3938"/>
                      <a:pt x="4103" y="3871"/>
                    </a:cubicBezTo>
                    <a:lnTo>
                      <a:pt x="4137" y="3871"/>
                    </a:lnTo>
                    <a:cubicBezTo>
                      <a:pt x="4170" y="3871"/>
                      <a:pt x="4170" y="3904"/>
                      <a:pt x="4203" y="3938"/>
                    </a:cubicBezTo>
                    <a:cubicBezTo>
                      <a:pt x="4225" y="3971"/>
                      <a:pt x="4266" y="3986"/>
                      <a:pt x="4312" y="3986"/>
                    </a:cubicBezTo>
                    <a:cubicBezTo>
                      <a:pt x="4403" y="3986"/>
                      <a:pt x="4515" y="3926"/>
                      <a:pt x="4537" y="3837"/>
                    </a:cubicBezTo>
                    <a:cubicBezTo>
                      <a:pt x="4737" y="3837"/>
                      <a:pt x="4970" y="3804"/>
                      <a:pt x="5204" y="3804"/>
                    </a:cubicBezTo>
                    <a:cubicBezTo>
                      <a:pt x="5671" y="3771"/>
                      <a:pt x="6171" y="3771"/>
                      <a:pt x="6638" y="3671"/>
                    </a:cubicBezTo>
                    <a:cubicBezTo>
                      <a:pt x="6805" y="3604"/>
                      <a:pt x="6838" y="3337"/>
                      <a:pt x="6638" y="3304"/>
                    </a:cubicBezTo>
                    <a:cubicBezTo>
                      <a:pt x="6494" y="3283"/>
                      <a:pt x="6345" y="3275"/>
                      <a:pt x="6196" y="3275"/>
                    </a:cubicBezTo>
                    <a:cubicBezTo>
                      <a:pt x="5864" y="3275"/>
                      <a:pt x="5526" y="3314"/>
                      <a:pt x="5204" y="3337"/>
                    </a:cubicBezTo>
                    <a:lnTo>
                      <a:pt x="4503" y="3337"/>
                    </a:lnTo>
                    <a:cubicBezTo>
                      <a:pt x="4437" y="2903"/>
                      <a:pt x="4270" y="2436"/>
                      <a:pt x="4170" y="2070"/>
                    </a:cubicBezTo>
                    <a:cubicBezTo>
                      <a:pt x="4003" y="1469"/>
                      <a:pt x="3870" y="802"/>
                      <a:pt x="3603" y="235"/>
                    </a:cubicBezTo>
                    <a:cubicBezTo>
                      <a:pt x="3578" y="160"/>
                      <a:pt x="3515" y="122"/>
                      <a:pt x="3443" y="122"/>
                    </a:cubicBezTo>
                    <a:cubicBezTo>
                      <a:pt x="3419" y="122"/>
                      <a:pt x="3394" y="126"/>
                      <a:pt x="3369" y="135"/>
                    </a:cubicBezTo>
                    <a:cubicBezTo>
                      <a:pt x="3354" y="43"/>
                      <a:pt x="3283" y="0"/>
                      <a:pt x="320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0" name="Google Shape;13100;p39"/>
              <p:cNvSpPr/>
              <p:nvPr/>
            </p:nvSpPr>
            <p:spPr>
              <a:xfrm>
                <a:off x="5936850" y="2986000"/>
                <a:ext cx="31275" cy="54950"/>
              </a:xfrm>
              <a:custGeom>
                <a:rect b="b" l="l" r="r" t="t"/>
                <a:pathLst>
                  <a:path extrusionOk="0" h="2198" w="1251">
                    <a:moveTo>
                      <a:pt x="284" y="0"/>
                    </a:moveTo>
                    <a:cubicBezTo>
                      <a:pt x="284" y="34"/>
                      <a:pt x="284" y="100"/>
                      <a:pt x="317" y="167"/>
                    </a:cubicBezTo>
                    <a:cubicBezTo>
                      <a:pt x="684" y="768"/>
                      <a:pt x="317" y="1335"/>
                      <a:pt x="50" y="1902"/>
                    </a:cubicBezTo>
                    <a:cubicBezTo>
                      <a:pt x="1" y="2050"/>
                      <a:pt x="115" y="2197"/>
                      <a:pt x="232" y="2197"/>
                    </a:cubicBezTo>
                    <a:cubicBezTo>
                      <a:pt x="274" y="2197"/>
                      <a:pt x="315" y="2179"/>
                      <a:pt x="350" y="2135"/>
                    </a:cubicBezTo>
                    <a:cubicBezTo>
                      <a:pt x="917" y="1501"/>
                      <a:pt x="1251" y="401"/>
                      <a:pt x="28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1" name="Google Shape;13101;p39"/>
              <p:cNvSpPr/>
              <p:nvPr/>
            </p:nvSpPr>
            <p:spPr>
              <a:xfrm>
                <a:off x="6168250" y="2553200"/>
                <a:ext cx="20050" cy="15850"/>
              </a:xfrm>
              <a:custGeom>
                <a:rect b="b" l="l" r="r" t="t"/>
                <a:pathLst>
                  <a:path extrusionOk="0" h="634" w="802">
                    <a:moveTo>
                      <a:pt x="401" y="0"/>
                    </a:moveTo>
                    <a:cubicBezTo>
                      <a:pt x="1" y="0"/>
                      <a:pt x="1" y="634"/>
                      <a:pt x="401" y="634"/>
                    </a:cubicBezTo>
                    <a:cubicBezTo>
                      <a:pt x="801" y="634"/>
                      <a:pt x="801" y="0"/>
                      <a:pt x="401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2" name="Google Shape;13102;p39"/>
              <p:cNvSpPr/>
              <p:nvPr/>
            </p:nvSpPr>
            <p:spPr>
              <a:xfrm>
                <a:off x="6176600" y="2579875"/>
                <a:ext cx="15025" cy="13525"/>
              </a:xfrm>
              <a:custGeom>
                <a:rect b="b" l="l" r="r" t="t"/>
                <a:pathLst>
                  <a:path extrusionOk="0" h="541" w="601">
                    <a:moveTo>
                      <a:pt x="234" y="0"/>
                    </a:moveTo>
                    <a:cubicBezTo>
                      <a:pt x="100" y="34"/>
                      <a:pt x="0" y="167"/>
                      <a:pt x="34" y="301"/>
                    </a:cubicBezTo>
                    <a:cubicBezTo>
                      <a:pt x="63" y="446"/>
                      <a:pt x="168" y="541"/>
                      <a:pt x="304" y="541"/>
                    </a:cubicBezTo>
                    <a:cubicBezTo>
                      <a:pt x="325" y="541"/>
                      <a:pt x="346" y="538"/>
                      <a:pt x="367" y="534"/>
                    </a:cubicBezTo>
                    <a:cubicBezTo>
                      <a:pt x="501" y="501"/>
                      <a:pt x="601" y="334"/>
                      <a:pt x="567" y="201"/>
                    </a:cubicBezTo>
                    <a:cubicBezTo>
                      <a:pt x="534" y="134"/>
                      <a:pt x="501" y="67"/>
                      <a:pt x="434" y="34"/>
                    </a:cubicBezTo>
                    <a:cubicBezTo>
                      <a:pt x="367" y="0"/>
                      <a:pt x="300" y="0"/>
                      <a:pt x="23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3" name="Google Shape;13103;p39"/>
              <p:cNvSpPr/>
              <p:nvPr/>
            </p:nvSpPr>
            <p:spPr>
              <a:xfrm>
                <a:off x="6198275" y="2583200"/>
                <a:ext cx="11700" cy="10275"/>
              </a:xfrm>
              <a:custGeom>
                <a:rect b="b" l="l" r="r" t="t"/>
                <a:pathLst>
                  <a:path extrusionOk="0" h="411" w="468">
                    <a:moveTo>
                      <a:pt x="234" y="1"/>
                    </a:moveTo>
                    <a:cubicBezTo>
                      <a:pt x="101" y="1"/>
                      <a:pt x="1" y="168"/>
                      <a:pt x="67" y="301"/>
                    </a:cubicBezTo>
                    <a:cubicBezTo>
                      <a:pt x="112" y="376"/>
                      <a:pt x="184" y="411"/>
                      <a:pt x="253" y="411"/>
                    </a:cubicBezTo>
                    <a:cubicBezTo>
                      <a:pt x="337" y="411"/>
                      <a:pt x="416" y="359"/>
                      <a:pt x="434" y="268"/>
                    </a:cubicBezTo>
                    <a:cubicBezTo>
                      <a:pt x="468" y="168"/>
                      <a:pt x="434" y="101"/>
                      <a:pt x="367" y="34"/>
                    </a:cubicBezTo>
                    <a:cubicBezTo>
                      <a:pt x="334" y="1"/>
                      <a:pt x="267" y="1"/>
                      <a:pt x="234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4" name="Google Shape;13104;p39"/>
              <p:cNvSpPr/>
              <p:nvPr/>
            </p:nvSpPr>
            <p:spPr>
              <a:xfrm>
                <a:off x="6190775" y="2564875"/>
                <a:ext cx="9200" cy="7525"/>
              </a:xfrm>
              <a:custGeom>
                <a:rect b="b" l="l" r="r" t="t"/>
                <a:pathLst>
                  <a:path extrusionOk="0" h="301" w="368">
                    <a:moveTo>
                      <a:pt x="167" y="0"/>
                    </a:moveTo>
                    <a:cubicBezTo>
                      <a:pt x="0" y="0"/>
                      <a:pt x="0" y="300"/>
                      <a:pt x="167" y="300"/>
                    </a:cubicBezTo>
                    <a:cubicBezTo>
                      <a:pt x="367" y="300"/>
                      <a:pt x="367" y="0"/>
                      <a:pt x="16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5" name="Google Shape;13105;p39"/>
              <p:cNvSpPr/>
              <p:nvPr/>
            </p:nvSpPr>
            <p:spPr>
              <a:xfrm>
                <a:off x="6452625" y="3124425"/>
                <a:ext cx="18375" cy="15050"/>
              </a:xfrm>
              <a:custGeom>
                <a:rect b="b" l="l" r="r" t="t"/>
                <a:pathLst>
                  <a:path extrusionOk="0" h="602" w="735">
                    <a:moveTo>
                      <a:pt x="367" y="1"/>
                    </a:moveTo>
                    <a:cubicBezTo>
                      <a:pt x="0" y="1"/>
                      <a:pt x="0" y="601"/>
                      <a:pt x="367" y="601"/>
                    </a:cubicBezTo>
                    <a:cubicBezTo>
                      <a:pt x="734" y="601"/>
                      <a:pt x="734" y="1"/>
                      <a:pt x="367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6" name="Google Shape;13106;p39"/>
              <p:cNvSpPr/>
              <p:nvPr/>
            </p:nvSpPr>
            <p:spPr>
              <a:xfrm>
                <a:off x="6460975" y="3106075"/>
                <a:ext cx="11700" cy="10050"/>
              </a:xfrm>
              <a:custGeom>
                <a:rect b="b" l="l" r="r" t="t"/>
                <a:pathLst>
                  <a:path extrusionOk="0" h="402" w="468">
                    <a:moveTo>
                      <a:pt x="234" y="1"/>
                    </a:moveTo>
                    <a:cubicBezTo>
                      <a:pt x="0" y="1"/>
                      <a:pt x="0" y="401"/>
                      <a:pt x="234" y="401"/>
                    </a:cubicBezTo>
                    <a:cubicBezTo>
                      <a:pt x="467" y="401"/>
                      <a:pt x="467" y="1"/>
                      <a:pt x="234" y="1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7" name="Google Shape;13107;p39"/>
              <p:cNvSpPr/>
              <p:nvPr/>
            </p:nvSpPr>
            <p:spPr>
              <a:xfrm>
                <a:off x="6476800" y="3123050"/>
                <a:ext cx="10875" cy="9825"/>
              </a:xfrm>
              <a:custGeom>
                <a:rect b="b" l="l" r="r" t="t"/>
                <a:pathLst>
                  <a:path extrusionOk="0" h="393" w="435">
                    <a:moveTo>
                      <a:pt x="175" y="0"/>
                    </a:moveTo>
                    <a:cubicBezTo>
                      <a:pt x="129" y="0"/>
                      <a:pt x="87" y="17"/>
                      <a:pt x="68" y="56"/>
                    </a:cubicBezTo>
                    <a:cubicBezTo>
                      <a:pt x="1" y="89"/>
                      <a:pt x="1" y="189"/>
                      <a:pt x="34" y="256"/>
                    </a:cubicBezTo>
                    <a:cubicBezTo>
                      <a:pt x="34" y="256"/>
                      <a:pt x="68" y="289"/>
                      <a:pt x="68" y="323"/>
                    </a:cubicBezTo>
                    <a:cubicBezTo>
                      <a:pt x="109" y="364"/>
                      <a:pt x="175" y="392"/>
                      <a:pt x="244" y="392"/>
                    </a:cubicBezTo>
                    <a:cubicBezTo>
                      <a:pt x="286" y="392"/>
                      <a:pt x="330" y="381"/>
                      <a:pt x="368" y="356"/>
                    </a:cubicBezTo>
                    <a:cubicBezTo>
                      <a:pt x="434" y="256"/>
                      <a:pt x="401" y="122"/>
                      <a:pt x="334" y="56"/>
                    </a:cubicBezTo>
                    <a:cubicBezTo>
                      <a:pt x="301" y="56"/>
                      <a:pt x="268" y="56"/>
                      <a:pt x="268" y="22"/>
                    </a:cubicBezTo>
                    <a:cubicBezTo>
                      <a:pt x="240" y="9"/>
                      <a:pt x="207" y="0"/>
                      <a:pt x="175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8" name="Google Shape;13108;p39"/>
              <p:cNvSpPr/>
              <p:nvPr/>
            </p:nvSpPr>
            <p:spPr>
              <a:xfrm>
                <a:off x="6494600" y="3129900"/>
                <a:ext cx="8925" cy="7700"/>
              </a:xfrm>
              <a:custGeom>
                <a:rect b="b" l="l" r="r" t="t"/>
                <a:pathLst>
                  <a:path extrusionOk="0" h="308" w="357">
                    <a:moveTo>
                      <a:pt x="168" y="0"/>
                    </a:moveTo>
                    <a:cubicBezTo>
                      <a:pt x="82" y="0"/>
                      <a:pt x="0" y="60"/>
                      <a:pt x="23" y="149"/>
                    </a:cubicBezTo>
                    <a:cubicBezTo>
                      <a:pt x="23" y="215"/>
                      <a:pt x="56" y="249"/>
                      <a:pt x="89" y="282"/>
                    </a:cubicBezTo>
                    <a:cubicBezTo>
                      <a:pt x="123" y="299"/>
                      <a:pt x="164" y="307"/>
                      <a:pt x="202" y="307"/>
                    </a:cubicBezTo>
                    <a:cubicBezTo>
                      <a:pt x="239" y="307"/>
                      <a:pt x="273" y="299"/>
                      <a:pt x="290" y="282"/>
                    </a:cubicBezTo>
                    <a:cubicBezTo>
                      <a:pt x="323" y="249"/>
                      <a:pt x="356" y="215"/>
                      <a:pt x="356" y="149"/>
                    </a:cubicBezTo>
                    <a:cubicBezTo>
                      <a:pt x="356" y="115"/>
                      <a:pt x="323" y="82"/>
                      <a:pt x="290" y="49"/>
                    </a:cubicBezTo>
                    <a:cubicBezTo>
                      <a:pt x="256" y="15"/>
                      <a:pt x="212" y="0"/>
                      <a:pt x="168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9" name="Google Shape;13109;p39"/>
              <p:cNvSpPr/>
              <p:nvPr/>
            </p:nvSpPr>
            <p:spPr>
              <a:xfrm>
                <a:off x="6541025" y="2922625"/>
                <a:ext cx="15875" cy="15025"/>
              </a:xfrm>
              <a:custGeom>
                <a:rect b="b" l="l" r="r" t="t"/>
                <a:pathLst>
                  <a:path extrusionOk="0" h="601" w="635">
                    <a:moveTo>
                      <a:pt x="334" y="0"/>
                    </a:moveTo>
                    <a:cubicBezTo>
                      <a:pt x="167" y="0"/>
                      <a:pt x="0" y="134"/>
                      <a:pt x="34" y="300"/>
                    </a:cubicBezTo>
                    <a:cubicBezTo>
                      <a:pt x="34" y="467"/>
                      <a:pt x="167" y="601"/>
                      <a:pt x="334" y="601"/>
                    </a:cubicBezTo>
                    <a:cubicBezTo>
                      <a:pt x="467" y="601"/>
                      <a:pt x="634" y="467"/>
                      <a:pt x="634" y="300"/>
                    </a:cubicBezTo>
                    <a:cubicBezTo>
                      <a:pt x="601" y="134"/>
                      <a:pt x="501" y="0"/>
                      <a:pt x="334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0" name="Google Shape;13110;p39"/>
              <p:cNvSpPr/>
              <p:nvPr/>
            </p:nvSpPr>
            <p:spPr>
              <a:xfrm>
                <a:off x="6578550" y="2931800"/>
                <a:ext cx="9200" cy="6700"/>
              </a:xfrm>
              <a:custGeom>
                <a:rect b="b" l="l" r="r" t="t"/>
                <a:pathLst>
                  <a:path extrusionOk="0" h="268" w="368">
                    <a:moveTo>
                      <a:pt x="167" y="0"/>
                    </a:moveTo>
                    <a:cubicBezTo>
                      <a:pt x="0" y="0"/>
                      <a:pt x="0" y="267"/>
                      <a:pt x="167" y="267"/>
                    </a:cubicBezTo>
                    <a:cubicBezTo>
                      <a:pt x="334" y="267"/>
                      <a:pt x="367" y="0"/>
                      <a:pt x="167" y="0"/>
                    </a:cubicBezTo>
                    <a:close/>
                  </a:path>
                </a:pathLst>
              </a:custGeom>
              <a:solidFill>
                <a:srgbClr val="FFF7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1" name="Google Shape;13111;p39"/>
              <p:cNvSpPr/>
              <p:nvPr/>
            </p:nvSpPr>
            <p:spPr>
              <a:xfrm>
                <a:off x="5845525" y="2482825"/>
                <a:ext cx="256050" cy="571125"/>
              </a:xfrm>
              <a:custGeom>
                <a:rect b="b" l="l" r="r" t="t"/>
                <a:pathLst>
                  <a:path extrusionOk="0" h="22845" w="10242">
                    <a:moveTo>
                      <a:pt x="5231" y="0"/>
                    </a:moveTo>
                    <a:cubicBezTo>
                      <a:pt x="5208" y="0"/>
                      <a:pt x="5187" y="5"/>
                      <a:pt x="5171" y="13"/>
                    </a:cubicBezTo>
                    <a:cubicBezTo>
                      <a:pt x="4570" y="313"/>
                      <a:pt x="4103" y="647"/>
                      <a:pt x="3736" y="1181"/>
                    </a:cubicBezTo>
                    <a:cubicBezTo>
                      <a:pt x="3403" y="1748"/>
                      <a:pt x="3169" y="2348"/>
                      <a:pt x="2969" y="2982"/>
                    </a:cubicBezTo>
                    <a:cubicBezTo>
                      <a:pt x="2536" y="4416"/>
                      <a:pt x="2302" y="5884"/>
                      <a:pt x="2235" y="7385"/>
                    </a:cubicBezTo>
                    <a:cubicBezTo>
                      <a:pt x="1768" y="7385"/>
                      <a:pt x="1335" y="7418"/>
                      <a:pt x="868" y="7485"/>
                    </a:cubicBezTo>
                    <a:cubicBezTo>
                      <a:pt x="701" y="7518"/>
                      <a:pt x="768" y="7785"/>
                      <a:pt x="901" y="7819"/>
                    </a:cubicBezTo>
                    <a:cubicBezTo>
                      <a:pt x="1301" y="7919"/>
                      <a:pt x="1768" y="7985"/>
                      <a:pt x="2202" y="8052"/>
                    </a:cubicBezTo>
                    <a:cubicBezTo>
                      <a:pt x="2169" y="8986"/>
                      <a:pt x="2235" y="9920"/>
                      <a:pt x="2335" y="10854"/>
                    </a:cubicBezTo>
                    <a:cubicBezTo>
                      <a:pt x="2402" y="11821"/>
                      <a:pt x="2569" y="12755"/>
                      <a:pt x="2736" y="13723"/>
                    </a:cubicBezTo>
                    <a:cubicBezTo>
                      <a:pt x="2569" y="13689"/>
                      <a:pt x="2402" y="13689"/>
                      <a:pt x="2202" y="13689"/>
                    </a:cubicBezTo>
                    <a:cubicBezTo>
                      <a:pt x="1930" y="13676"/>
                      <a:pt x="1652" y="13662"/>
                      <a:pt x="1373" y="13662"/>
                    </a:cubicBezTo>
                    <a:cubicBezTo>
                      <a:pt x="968" y="13662"/>
                      <a:pt x="562" y="13691"/>
                      <a:pt x="167" y="13790"/>
                    </a:cubicBezTo>
                    <a:cubicBezTo>
                      <a:pt x="0" y="13823"/>
                      <a:pt x="67" y="14056"/>
                      <a:pt x="201" y="14090"/>
                    </a:cubicBezTo>
                    <a:cubicBezTo>
                      <a:pt x="834" y="14290"/>
                      <a:pt x="1568" y="14323"/>
                      <a:pt x="2235" y="14357"/>
                    </a:cubicBezTo>
                    <a:cubicBezTo>
                      <a:pt x="2469" y="14390"/>
                      <a:pt x="2669" y="14390"/>
                      <a:pt x="2903" y="14390"/>
                    </a:cubicBezTo>
                    <a:cubicBezTo>
                      <a:pt x="3169" y="15624"/>
                      <a:pt x="3536" y="16792"/>
                      <a:pt x="3970" y="17959"/>
                    </a:cubicBezTo>
                    <a:cubicBezTo>
                      <a:pt x="4003" y="17926"/>
                      <a:pt x="4037" y="17892"/>
                      <a:pt x="4070" y="17892"/>
                    </a:cubicBezTo>
                    <a:cubicBezTo>
                      <a:pt x="4103" y="17859"/>
                      <a:pt x="4137" y="17826"/>
                      <a:pt x="4170" y="17826"/>
                    </a:cubicBezTo>
                    <a:cubicBezTo>
                      <a:pt x="4170" y="17959"/>
                      <a:pt x="4237" y="18093"/>
                      <a:pt x="4370" y="18126"/>
                    </a:cubicBezTo>
                    <a:cubicBezTo>
                      <a:pt x="6772" y="18593"/>
                      <a:pt x="4771" y="21462"/>
                      <a:pt x="4037" y="22562"/>
                    </a:cubicBezTo>
                    <a:cubicBezTo>
                      <a:pt x="3952" y="22703"/>
                      <a:pt x="4082" y="22844"/>
                      <a:pt x="4225" y="22844"/>
                    </a:cubicBezTo>
                    <a:cubicBezTo>
                      <a:pt x="4251" y="22844"/>
                      <a:pt x="4278" y="22840"/>
                      <a:pt x="4304" y="22829"/>
                    </a:cubicBezTo>
                    <a:cubicBezTo>
                      <a:pt x="4771" y="22529"/>
                      <a:pt x="5104" y="21962"/>
                      <a:pt x="5404" y="21495"/>
                    </a:cubicBezTo>
                    <a:cubicBezTo>
                      <a:pt x="5738" y="20961"/>
                      <a:pt x="6071" y="20361"/>
                      <a:pt x="6138" y="19727"/>
                    </a:cubicBezTo>
                    <a:cubicBezTo>
                      <a:pt x="6272" y="18927"/>
                      <a:pt x="5838" y="17826"/>
                      <a:pt x="5037" y="17559"/>
                    </a:cubicBezTo>
                    <a:cubicBezTo>
                      <a:pt x="5037" y="17125"/>
                      <a:pt x="5071" y="16692"/>
                      <a:pt x="5104" y="16258"/>
                    </a:cubicBezTo>
                    <a:cubicBezTo>
                      <a:pt x="5171" y="15291"/>
                      <a:pt x="5304" y="14323"/>
                      <a:pt x="5471" y="13389"/>
                    </a:cubicBezTo>
                    <a:cubicBezTo>
                      <a:pt x="5771" y="11688"/>
                      <a:pt x="6272" y="10054"/>
                      <a:pt x="7039" y="8486"/>
                    </a:cubicBezTo>
                    <a:cubicBezTo>
                      <a:pt x="7406" y="7785"/>
                      <a:pt x="7806" y="7051"/>
                      <a:pt x="8340" y="6451"/>
                    </a:cubicBezTo>
                    <a:cubicBezTo>
                      <a:pt x="8607" y="6117"/>
                      <a:pt x="8907" y="5851"/>
                      <a:pt x="9274" y="5584"/>
                    </a:cubicBezTo>
                    <a:cubicBezTo>
                      <a:pt x="9541" y="5384"/>
                      <a:pt x="9807" y="5150"/>
                      <a:pt x="9941" y="4816"/>
                    </a:cubicBezTo>
                    <a:cubicBezTo>
                      <a:pt x="10241" y="4016"/>
                      <a:pt x="9707" y="3282"/>
                      <a:pt x="9240" y="2682"/>
                    </a:cubicBezTo>
                    <a:cubicBezTo>
                      <a:pt x="8673" y="2014"/>
                      <a:pt x="8073" y="1347"/>
                      <a:pt x="7339" y="780"/>
                    </a:cubicBezTo>
                    <a:cubicBezTo>
                      <a:pt x="6851" y="415"/>
                      <a:pt x="6253" y="105"/>
                      <a:pt x="5593" y="105"/>
                    </a:cubicBezTo>
                    <a:cubicBezTo>
                      <a:pt x="5531" y="105"/>
                      <a:pt x="5468" y="107"/>
                      <a:pt x="5404" y="113"/>
                    </a:cubicBezTo>
                    <a:cubicBezTo>
                      <a:pt x="5379" y="38"/>
                      <a:pt x="5298" y="0"/>
                      <a:pt x="52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2" name="Google Shape;13112;p39"/>
              <p:cNvSpPr/>
              <p:nvPr/>
            </p:nvSpPr>
            <p:spPr>
              <a:xfrm>
                <a:off x="6317700" y="3236350"/>
                <a:ext cx="40725" cy="33200"/>
              </a:xfrm>
              <a:custGeom>
                <a:rect b="b" l="l" r="r" t="t"/>
                <a:pathLst>
                  <a:path extrusionOk="0" h="1328" w="1629">
                    <a:moveTo>
                      <a:pt x="1260" y="0"/>
                    </a:moveTo>
                    <a:cubicBezTo>
                      <a:pt x="1194" y="0"/>
                      <a:pt x="1118" y="55"/>
                      <a:pt x="1094" y="127"/>
                    </a:cubicBezTo>
                    <a:cubicBezTo>
                      <a:pt x="1061" y="327"/>
                      <a:pt x="1161" y="561"/>
                      <a:pt x="928" y="727"/>
                    </a:cubicBezTo>
                    <a:cubicBezTo>
                      <a:pt x="883" y="750"/>
                      <a:pt x="839" y="759"/>
                      <a:pt x="795" y="759"/>
                    </a:cubicBezTo>
                    <a:cubicBezTo>
                      <a:pt x="639" y="759"/>
                      <a:pt x="483" y="646"/>
                      <a:pt x="327" y="594"/>
                    </a:cubicBezTo>
                    <a:cubicBezTo>
                      <a:pt x="299" y="580"/>
                      <a:pt x="267" y="573"/>
                      <a:pt x="235" y="573"/>
                    </a:cubicBezTo>
                    <a:cubicBezTo>
                      <a:pt x="119" y="573"/>
                      <a:pt x="1" y="663"/>
                      <a:pt x="27" y="794"/>
                    </a:cubicBezTo>
                    <a:cubicBezTo>
                      <a:pt x="49" y="1150"/>
                      <a:pt x="398" y="1328"/>
                      <a:pt x="746" y="1328"/>
                    </a:cubicBezTo>
                    <a:cubicBezTo>
                      <a:pt x="920" y="1328"/>
                      <a:pt x="1094" y="1283"/>
                      <a:pt x="1228" y="1194"/>
                    </a:cubicBezTo>
                    <a:cubicBezTo>
                      <a:pt x="1428" y="1061"/>
                      <a:pt x="1595" y="827"/>
                      <a:pt x="1595" y="594"/>
                    </a:cubicBezTo>
                    <a:cubicBezTo>
                      <a:pt x="1628" y="394"/>
                      <a:pt x="1561" y="94"/>
                      <a:pt x="1328" y="27"/>
                    </a:cubicBezTo>
                    <a:cubicBezTo>
                      <a:pt x="1309" y="8"/>
                      <a:pt x="1285" y="0"/>
                      <a:pt x="1260" y="0"/>
                    </a:cubicBezTo>
                    <a:close/>
                  </a:path>
                </a:pathLst>
              </a:custGeom>
              <a:solidFill>
                <a:srgbClr val="FFEA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3" name="Google Shape;13113;p39"/>
              <p:cNvSpPr/>
              <p:nvPr/>
            </p:nvSpPr>
            <p:spPr>
              <a:xfrm>
                <a:off x="6359575" y="3038375"/>
                <a:ext cx="43050" cy="42200"/>
              </a:xfrm>
              <a:custGeom>
                <a:rect b="b" l="l" r="r" t="t"/>
                <a:pathLst>
                  <a:path extrusionOk="0" h="1688" w="1722">
                    <a:moveTo>
                      <a:pt x="1100" y="0"/>
                    </a:moveTo>
                    <a:cubicBezTo>
                      <a:pt x="981" y="0"/>
                      <a:pt x="863" y="91"/>
                      <a:pt x="920" y="207"/>
                    </a:cubicBezTo>
                    <a:cubicBezTo>
                      <a:pt x="1021" y="441"/>
                      <a:pt x="1187" y="707"/>
                      <a:pt x="1021" y="941"/>
                    </a:cubicBezTo>
                    <a:cubicBezTo>
                      <a:pt x="941" y="1068"/>
                      <a:pt x="846" y="1112"/>
                      <a:pt x="743" y="1112"/>
                    </a:cubicBezTo>
                    <a:cubicBezTo>
                      <a:pt x="631" y="1112"/>
                      <a:pt x="509" y="1060"/>
                      <a:pt x="387" y="1008"/>
                    </a:cubicBezTo>
                    <a:cubicBezTo>
                      <a:pt x="352" y="987"/>
                      <a:pt x="315" y="978"/>
                      <a:pt x="278" y="978"/>
                    </a:cubicBezTo>
                    <a:cubicBezTo>
                      <a:pt x="136" y="978"/>
                      <a:pt x="0" y="1116"/>
                      <a:pt x="53" y="1274"/>
                    </a:cubicBezTo>
                    <a:cubicBezTo>
                      <a:pt x="155" y="1563"/>
                      <a:pt x="412" y="1687"/>
                      <a:pt x="684" y="1687"/>
                    </a:cubicBezTo>
                    <a:cubicBezTo>
                      <a:pt x="947" y="1687"/>
                      <a:pt x="1224" y="1571"/>
                      <a:pt x="1387" y="1375"/>
                    </a:cubicBezTo>
                    <a:cubicBezTo>
                      <a:pt x="1721" y="974"/>
                      <a:pt x="1688" y="240"/>
                      <a:pt x="1154" y="7"/>
                    </a:cubicBezTo>
                    <a:cubicBezTo>
                      <a:pt x="1136" y="3"/>
                      <a:pt x="1118" y="0"/>
                      <a:pt x="1100" y="0"/>
                    </a:cubicBezTo>
                    <a:close/>
                  </a:path>
                </a:pathLst>
              </a:custGeom>
              <a:solidFill>
                <a:srgbClr val="FFEA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4" name="Google Shape;13114;p39"/>
              <p:cNvSpPr/>
              <p:nvPr/>
            </p:nvSpPr>
            <p:spPr>
              <a:xfrm>
                <a:off x="6367275" y="2845525"/>
                <a:ext cx="42000" cy="41400"/>
              </a:xfrm>
              <a:custGeom>
                <a:rect b="b" l="l" r="r" t="t"/>
                <a:pathLst>
                  <a:path extrusionOk="0" h="1656" w="1680">
                    <a:moveTo>
                      <a:pt x="1023" y="0"/>
                    </a:moveTo>
                    <a:cubicBezTo>
                      <a:pt x="912" y="0"/>
                      <a:pt x="838" y="125"/>
                      <a:pt x="913" y="249"/>
                    </a:cubicBezTo>
                    <a:cubicBezTo>
                      <a:pt x="1013" y="449"/>
                      <a:pt x="1113" y="783"/>
                      <a:pt x="946" y="983"/>
                    </a:cubicBezTo>
                    <a:cubicBezTo>
                      <a:pt x="864" y="1085"/>
                      <a:pt x="758" y="1124"/>
                      <a:pt x="641" y="1124"/>
                    </a:cubicBezTo>
                    <a:cubicBezTo>
                      <a:pt x="567" y="1124"/>
                      <a:pt x="490" y="1109"/>
                      <a:pt x="412" y="1083"/>
                    </a:cubicBezTo>
                    <a:cubicBezTo>
                      <a:pt x="379" y="1066"/>
                      <a:pt x="345" y="1059"/>
                      <a:pt x="311" y="1059"/>
                    </a:cubicBezTo>
                    <a:cubicBezTo>
                      <a:pt x="145" y="1059"/>
                      <a:pt x="1" y="1244"/>
                      <a:pt x="112" y="1383"/>
                    </a:cubicBezTo>
                    <a:cubicBezTo>
                      <a:pt x="252" y="1570"/>
                      <a:pt x="459" y="1655"/>
                      <a:pt x="672" y="1655"/>
                    </a:cubicBezTo>
                    <a:cubicBezTo>
                      <a:pt x="916" y="1655"/>
                      <a:pt x="1169" y="1545"/>
                      <a:pt x="1346" y="1350"/>
                    </a:cubicBezTo>
                    <a:cubicBezTo>
                      <a:pt x="1680" y="983"/>
                      <a:pt x="1546" y="316"/>
                      <a:pt x="1146" y="49"/>
                    </a:cubicBezTo>
                    <a:cubicBezTo>
                      <a:pt x="1104" y="15"/>
                      <a:pt x="1061" y="0"/>
                      <a:pt x="1023" y="0"/>
                    </a:cubicBezTo>
                    <a:close/>
                  </a:path>
                </a:pathLst>
              </a:custGeom>
              <a:solidFill>
                <a:srgbClr val="FFEA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5" name="Google Shape;13115;p39"/>
              <p:cNvSpPr/>
              <p:nvPr/>
            </p:nvSpPr>
            <p:spPr>
              <a:xfrm>
                <a:off x="6233300" y="3175575"/>
                <a:ext cx="15025" cy="13225"/>
              </a:xfrm>
              <a:custGeom>
                <a:rect b="b" l="l" r="r" t="t"/>
                <a:pathLst>
                  <a:path extrusionOk="0" h="529" w="601">
                    <a:moveTo>
                      <a:pt x="279" y="1"/>
                    </a:moveTo>
                    <a:cubicBezTo>
                      <a:pt x="224" y="1"/>
                      <a:pt x="173" y="17"/>
                      <a:pt x="134" y="56"/>
                    </a:cubicBezTo>
                    <a:cubicBezTo>
                      <a:pt x="67" y="90"/>
                      <a:pt x="67" y="123"/>
                      <a:pt x="34" y="156"/>
                    </a:cubicBezTo>
                    <a:cubicBezTo>
                      <a:pt x="1" y="190"/>
                      <a:pt x="1" y="223"/>
                      <a:pt x="1" y="290"/>
                    </a:cubicBezTo>
                    <a:cubicBezTo>
                      <a:pt x="1" y="323"/>
                      <a:pt x="34" y="356"/>
                      <a:pt x="34" y="390"/>
                    </a:cubicBezTo>
                    <a:cubicBezTo>
                      <a:pt x="67" y="423"/>
                      <a:pt x="101" y="456"/>
                      <a:pt x="134" y="490"/>
                    </a:cubicBezTo>
                    <a:cubicBezTo>
                      <a:pt x="176" y="518"/>
                      <a:pt x="219" y="528"/>
                      <a:pt x="258" y="528"/>
                    </a:cubicBezTo>
                    <a:cubicBezTo>
                      <a:pt x="313" y="528"/>
                      <a:pt x="362" y="509"/>
                      <a:pt x="401" y="490"/>
                    </a:cubicBezTo>
                    <a:cubicBezTo>
                      <a:pt x="434" y="456"/>
                      <a:pt x="434" y="456"/>
                      <a:pt x="468" y="456"/>
                    </a:cubicBezTo>
                    <a:cubicBezTo>
                      <a:pt x="601" y="356"/>
                      <a:pt x="601" y="123"/>
                      <a:pt x="468" y="56"/>
                    </a:cubicBezTo>
                    <a:cubicBezTo>
                      <a:pt x="434" y="56"/>
                      <a:pt x="401" y="56"/>
                      <a:pt x="401" y="23"/>
                    </a:cubicBezTo>
                    <a:cubicBezTo>
                      <a:pt x="359" y="9"/>
                      <a:pt x="318" y="1"/>
                      <a:pt x="2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6" name="Google Shape;13116;p39"/>
              <p:cNvSpPr/>
              <p:nvPr/>
            </p:nvSpPr>
            <p:spPr>
              <a:xfrm>
                <a:off x="6204125" y="3181125"/>
                <a:ext cx="14200" cy="12550"/>
              </a:xfrm>
              <a:custGeom>
                <a:rect b="b" l="l" r="r" t="t"/>
                <a:pathLst>
                  <a:path extrusionOk="0" h="502" w="568">
                    <a:moveTo>
                      <a:pt x="300" y="1"/>
                    </a:moveTo>
                    <a:cubicBezTo>
                      <a:pt x="234" y="34"/>
                      <a:pt x="200" y="34"/>
                      <a:pt x="167" y="68"/>
                    </a:cubicBezTo>
                    <a:cubicBezTo>
                      <a:pt x="100" y="101"/>
                      <a:pt x="67" y="101"/>
                      <a:pt x="33" y="168"/>
                    </a:cubicBezTo>
                    <a:cubicBezTo>
                      <a:pt x="33" y="201"/>
                      <a:pt x="0" y="234"/>
                      <a:pt x="0" y="268"/>
                    </a:cubicBezTo>
                    <a:cubicBezTo>
                      <a:pt x="0" y="301"/>
                      <a:pt x="33" y="368"/>
                      <a:pt x="67" y="401"/>
                    </a:cubicBezTo>
                    <a:cubicBezTo>
                      <a:pt x="100" y="435"/>
                      <a:pt x="133" y="435"/>
                      <a:pt x="167" y="468"/>
                    </a:cubicBezTo>
                    <a:cubicBezTo>
                      <a:pt x="234" y="501"/>
                      <a:pt x="267" y="501"/>
                      <a:pt x="334" y="501"/>
                    </a:cubicBezTo>
                    <a:cubicBezTo>
                      <a:pt x="467" y="501"/>
                      <a:pt x="567" y="368"/>
                      <a:pt x="567" y="234"/>
                    </a:cubicBezTo>
                    <a:cubicBezTo>
                      <a:pt x="567" y="201"/>
                      <a:pt x="534" y="134"/>
                      <a:pt x="467" y="68"/>
                    </a:cubicBezTo>
                    <a:cubicBezTo>
                      <a:pt x="434" y="34"/>
                      <a:pt x="367" y="1"/>
                      <a:pt x="3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7" name="Google Shape;13117;p39"/>
              <p:cNvSpPr/>
              <p:nvPr/>
            </p:nvSpPr>
            <p:spPr>
              <a:xfrm>
                <a:off x="6219125" y="3204700"/>
                <a:ext cx="12525" cy="10450"/>
              </a:xfrm>
              <a:custGeom>
                <a:rect b="b" l="l" r="r" t="t"/>
                <a:pathLst>
                  <a:path extrusionOk="0" h="418" w="501">
                    <a:moveTo>
                      <a:pt x="263" y="0"/>
                    </a:moveTo>
                    <a:cubicBezTo>
                      <a:pt x="226" y="0"/>
                      <a:pt x="184" y="9"/>
                      <a:pt x="134" y="25"/>
                    </a:cubicBezTo>
                    <a:cubicBezTo>
                      <a:pt x="101" y="59"/>
                      <a:pt x="67" y="59"/>
                      <a:pt x="67" y="92"/>
                    </a:cubicBezTo>
                    <a:cubicBezTo>
                      <a:pt x="0" y="192"/>
                      <a:pt x="0" y="259"/>
                      <a:pt x="67" y="359"/>
                    </a:cubicBezTo>
                    <a:cubicBezTo>
                      <a:pt x="101" y="359"/>
                      <a:pt x="134" y="392"/>
                      <a:pt x="167" y="392"/>
                    </a:cubicBezTo>
                    <a:cubicBezTo>
                      <a:pt x="201" y="409"/>
                      <a:pt x="234" y="417"/>
                      <a:pt x="271" y="417"/>
                    </a:cubicBezTo>
                    <a:cubicBezTo>
                      <a:pt x="309" y="417"/>
                      <a:pt x="351" y="409"/>
                      <a:pt x="401" y="392"/>
                    </a:cubicBezTo>
                    <a:cubicBezTo>
                      <a:pt x="467" y="359"/>
                      <a:pt x="501" y="292"/>
                      <a:pt x="501" y="192"/>
                    </a:cubicBezTo>
                    <a:cubicBezTo>
                      <a:pt x="467" y="125"/>
                      <a:pt x="434" y="59"/>
                      <a:pt x="367" y="25"/>
                    </a:cubicBezTo>
                    <a:cubicBezTo>
                      <a:pt x="334" y="9"/>
                      <a:pt x="301" y="0"/>
                      <a:pt x="2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8" name="Google Shape;13118;p39"/>
              <p:cNvSpPr/>
              <p:nvPr/>
            </p:nvSpPr>
            <p:spPr>
              <a:xfrm>
                <a:off x="6204125" y="3226900"/>
                <a:ext cx="10850" cy="9750"/>
              </a:xfrm>
              <a:custGeom>
                <a:rect b="b" l="l" r="r" t="t"/>
                <a:pathLst>
                  <a:path extrusionOk="0" h="390" w="434">
                    <a:moveTo>
                      <a:pt x="215" y="0"/>
                    </a:moveTo>
                    <a:cubicBezTo>
                      <a:pt x="107" y="0"/>
                      <a:pt x="0" y="67"/>
                      <a:pt x="0" y="205"/>
                    </a:cubicBezTo>
                    <a:cubicBezTo>
                      <a:pt x="16" y="330"/>
                      <a:pt x="112" y="389"/>
                      <a:pt x="210" y="389"/>
                    </a:cubicBezTo>
                    <a:cubicBezTo>
                      <a:pt x="321" y="389"/>
                      <a:pt x="434" y="313"/>
                      <a:pt x="434" y="171"/>
                    </a:cubicBezTo>
                    <a:cubicBezTo>
                      <a:pt x="418" y="59"/>
                      <a:pt x="316" y="0"/>
                      <a:pt x="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9" name="Google Shape;13119;p39"/>
              <p:cNvSpPr/>
              <p:nvPr/>
            </p:nvSpPr>
            <p:spPr>
              <a:xfrm>
                <a:off x="6264150" y="3057725"/>
                <a:ext cx="17550" cy="16700"/>
              </a:xfrm>
              <a:custGeom>
                <a:rect b="b" l="l" r="r" t="t"/>
                <a:pathLst>
                  <a:path extrusionOk="0" h="668" w="702">
                    <a:moveTo>
                      <a:pt x="334" y="0"/>
                    </a:moveTo>
                    <a:cubicBezTo>
                      <a:pt x="234" y="0"/>
                      <a:pt x="101" y="67"/>
                      <a:pt x="67" y="167"/>
                    </a:cubicBezTo>
                    <a:cubicBezTo>
                      <a:pt x="67" y="167"/>
                      <a:pt x="34" y="200"/>
                      <a:pt x="34" y="200"/>
                    </a:cubicBezTo>
                    <a:cubicBezTo>
                      <a:pt x="1" y="267"/>
                      <a:pt x="1" y="367"/>
                      <a:pt x="34" y="434"/>
                    </a:cubicBezTo>
                    <a:cubicBezTo>
                      <a:pt x="34" y="500"/>
                      <a:pt x="67" y="534"/>
                      <a:pt x="101" y="601"/>
                    </a:cubicBezTo>
                    <a:cubicBezTo>
                      <a:pt x="168" y="634"/>
                      <a:pt x="234" y="667"/>
                      <a:pt x="301" y="667"/>
                    </a:cubicBezTo>
                    <a:lnTo>
                      <a:pt x="434" y="667"/>
                    </a:lnTo>
                    <a:lnTo>
                      <a:pt x="534" y="634"/>
                    </a:lnTo>
                    <a:lnTo>
                      <a:pt x="534" y="601"/>
                    </a:lnTo>
                    <a:cubicBezTo>
                      <a:pt x="635" y="534"/>
                      <a:pt x="701" y="434"/>
                      <a:pt x="701" y="300"/>
                    </a:cubicBezTo>
                    <a:cubicBezTo>
                      <a:pt x="701" y="200"/>
                      <a:pt x="668" y="134"/>
                      <a:pt x="601" y="67"/>
                    </a:cubicBezTo>
                    <a:cubicBezTo>
                      <a:pt x="534" y="33"/>
                      <a:pt x="434" y="0"/>
                      <a:pt x="3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0" name="Google Shape;13120;p39"/>
              <p:cNvSpPr/>
              <p:nvPr/>
            </p:nvSpPr>
            <p:spPr>
              <a:xfrm>
                <a:off x="6244975" y="3045950"/>
                <a:ext cx="16500" cy="12950"/>
              </a:xfrm>
              <a:custGeom>
                <a:rect b="b" l="l" r="r" t="t"/>
                <a:pathLst>
                  <a:path extrusionOk="0" h="518" w="660">
                    <a:moveTo>
                      <a:pt x="344" y="0"/>
                    </a:moveTo>
                    <a:cubicBezTo>
                      <a:pt x="287" y="0"/>
                      <a:pt x="225" y="21"/>
                      <a:pt x="167" y="71"/>
                    </a:cubicBezTo>
                    <a:cubicBezTo>
                      <a:pt x="101" y="71"/>
                      <a:pt x="67" y="138"/>
                      <a:pt x="67" y="204"/>
                    </a:cubicBezTo>
                    <a:cubicBezTo>
                      <a:pt x="1" y="271"/>
                      <a:pt x="67" y="371"/>
                      <a:pt x="134" y="438"/>
                    </a:cubicBezTo>
                    <a:cubicBezTo>
                      <a:pt x="183" y="487"/>
                      <a:pt x="250" y="518"/>
                      <a:pt x="321" y="518"/>
                    </a:cubicBezTo>
                    <a:cubicBezTo>
                      <a:pt x="347" y="518"/>
                      <a:pt x="374" y="513"/>
                      <a:pt x="401" y="504"/>
                    </a:cubicBezTo>
                    <a:cubicBezTo>
                      <a:pt x="468" y="471"/>
                      <a:pt x="501" y="438"/>
                      <a:pt x="534" y="371"/>
                    </a:cubicBezTo>
                    <a:cubicBezTo>
                      <a:pt x="660" y="195"/>
                      <a:pt x="521" y="0"/>
                      <a:pt x="3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1" name="Google Shape;13121;p39"/>
              <p:cNvSpPr/>
              <p:nvPr/>
            </p:nvSpPr>
            <p:spPr>
              <a:xfrm>
                <a:off x="6269150" y="3028375"/>
                <a:ext cx="13375" cy="12400"/>
              </a:xfrm>
              <a:custGeom>
                <a:rect b="b" l="l" r="r" t="t"/>
                <a:pathLst>
                  <a:path extrusionOk="0" h="496" w="535">
                    <a:moveTo>
                      <a:pt x="320" y="0"/>
                    </a:moveTo>
                    <a:cubicBezTo>
                      <a:pt x="303" y="0"/>
                      <a:pt x="285" y="2"/>
                      <a:pt x="268" y="7"/>
                    </a:cubicBezTo>
                    <a:cubicBezTo>
                      <a:pt x="201" y="7"/>
                      <a:pt x="134" y="40"/>
                      <a:pt x="101" y="107"/>
                    </a:cubicBezTo>
                    <a:cubicBezTo>
                      <a:pt x="68" y="107"/>
                      <a:pt x="68" y="140"/>
                      <a:pt x="34" y="207"/>
                    </a:cubicBezTo>
                    <a:cubicBezTo>
                      <a:pt x="1" y="307"/>
                      <a:pt x="1" y="374"/>
                      <a:pt x="68" y="440"/>
                    </a:cubicBezTo>
                    <a:cubicBezTo>
                      <a:pt x="107" y="479"/>
                      <a:pt x="157" y="496"/>
                      <a:pt x="206" y="496"/>
                    </a:cubicBezTo>
                    <a:cubicBezTo>
                      <a:pt x="240" y="496"/>
                      <a:pt x="273" y="487"/>
                      <a:pt x="301" y="474"/>
                    </a:cubicBezTo>
                    <a:lnTo>
                      <a:pt x="334" y="440"/>
                    </a:lnTo>
                    <a:cubicBezTo>
                      <a:pt x="368" y="440"/>
                      <a:pt x="401" y="440"/>
                      <a:pt x="435" y="407"/>
                    </a:cubicBezTo>
                    <a:cubicBezTo>
                      <a:pt x="501" y="340"/>
                      <a:pt x="535" y="273"/>
                      <a:pt x="535" y="207"/>
                    </a:cubicBezTo>
                    <a:cubicBezTo>
                      <a:pt x="535" y="91"/>
                      <a:pt x="434" y="0"/>
                      <a:pt x="3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2" name="Google Shape;13122;p39"/>
              <p:cNvSpPr/>
              <p:nvPr/>
            </p:nvSpPr>
            <p:spPr>
              <a:xfrm>
                <a:off x="6280825" y="2908450"/>
                <a:ext cx="11700" cy="12525"/>
              </a:xfrm>
              <a:custGeom>
                <a:rect b="b" l="l" r="r" t="t"/>
                <a:pathLst>
                  <a:path extrusionOk="0" h="501" w="468">
                    <a:moveTo>
                      <a:pt x="201" y="0"/>
                    </a:moveTo>
                    <a:cubicBezTo>
                      <a:pt x="168" y="0"/>
                      <a:pt x="101" y="34"/>
                      <a:pt x="68" y="67"/>
                    </a:cubicBezTo>
                    <a:cubicBezTo>
                      <a:pt x="34" y="100"/>
                      <a:pt x="1" y="134"/>
                      <a:pt x="1" y="200"/>
                    </a:cubicBezTo>
                    <a:cubicBezTo>
                      <a:pt x="1" y="300"/>
                      <a:pt x="1" y="367"/>
                      <a:pt x="68" y="434"/>
                    </a:cubicBezTo>
                    <a:cubicBezTo>
                      <a:pt x="101" y="467"/>
                      <a:pt x="168" y="501"/>
                      <a:pt x="234" y="501"/>
                    </a:cubicBezTo>
                    <a:cubicBezTo>
                      <a:pt x="301" y="467"/>
                      <a:pt x="368" y="467"/>
                      <a:pt x="401" y="400"/>
                    </a:cubicBezTo>
                    <a:cubicBezTo>
                      <a:pt x="468" y="367"/>
                      <a:pt x="468" y="267"/>
                      <a:pt x="435" y="200"/>
                    </a:cubicBezTo>
                    <a:cubicBezTo>
                      <a:pt x="435" y="167"/>
                      <a:pt x="435" y="167"/>
                      <a:pt x="435" y="167"/>
                    </a:cubicBezTo>
                    <a:cubicBezTo>
                      <a:pt x="435" y="134"/>
                      <a:pt x="368" y="67"/>
                      <a:pt x="334" y="34"/>
                    </a:cubicBezTo>
                    <a:cubicBezTo>
                      <a:pt x="301" y="34"/>
                      <a:pt x="268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3" name="Google Shape;13123;p39"/>
              <p:cNvSpPr/>
              <p:nvPr/>
            </p:nvSpPr>
            <p:spPr>
              <a:xfrm>
                <a:off x="6261650" y="2925125"/>
                <a:ext cx="11700" cy="10850"/>
              </a:xfrm>
              <a:custGeom>
                <a:rect b="b" l="l" r="r" t="t"/>
                <a:pathLst>
                  <a:path extrusionOk="0" h="434" w="468">
                    <a:moveTo>
                      <a:pt x="234" y="0"/>
                    </a:moveTo>
                    <a:cubicBezTo>
                      <a:pt x="101" y="0"/>
                      <a:pt x="1" y="134"/>
                      <a:pt x="67" y="234"/>
                    </a:cubicBezTo>
                    <a:cubicBezTo>
                      <a:pt x="67" y="267"/>
                      <a:pt x="67" y="267"/>
                      <a:pt x="67" y="301"/>
                    </a:cubicBezTo>
                    <a:cubicBezTo>
                      <a:pt x="101" y="367"/>
                      <a:pt x="167" y="434"/>
                      <a:pt x="268" y="434"/>
                    </a:cubicBezTo>
                    <a:cubicBezTo>
                      <a:pt x="334" y="434"/>
                      <a:pt x="401" y="367"/>
                      <a:pt x="401" y="301"/>
                    </a:cubicBezTo>
                    <a:cubicBezTo>
                      <a:pt x="434" y="267"/>
                      <a:pt x="434" y="234"/>
                      <a:pt x="434" y="234"/>
                    </a:cubicBezTo>
                    <a:cubicBezTo>
                      <a:pt x="468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4" name="Google Shape;13124;p39"/>
              <p:cNvSpPr/>
              <p:nvPr/>
            </p:nvSpPr>
            <p:spPr>
              <a:xfrm>
                <a:off x="5895375" y="2874100"/>
                <a:ext cx="14375" cy="12275"/>
              </a:xfrm>
              <a:custGeom>
                <a:rect b="b" l="l" r="r" t="t"/>
                <a:pathLst>
                  <a:path extrusionOk="0" h="491" w="575">
                    <a:moveTo>
                      <a:pt x="265" y="1"/>
                    </a:moveTo>
                    <a:cubicBezTo>
                      <a:pt x="1" y="1"/>
                      <a:pt x="15" y="490"/>
                      <a:pt x="280" y="490"/>
                    </a:cubicBezTo>
                    <a:cubicBezTo>
                      <a:pt x="326" y="490"/>
                      <a:pt x="380" y="475"/>
                      <a:pt x="442" y="440"/>
                    </a:cubicBezTo>
                    <a:lnTo>
                      <a:pt x="475" y="407"/>
                    </a:lnTo>
                    <a:cubicBezTo>
                      <a:pt x="542" y="373"/>
                      <a:pt x="575" y="307"/>
                      <a:pt x="575" y="240"/>
                    </a:cubicBezTo>
                    <a:cubicBezTo>
                      <a:pt x="575" y="140"/>
                      <a:pt x="542" y="73"/>
                      <a:pt x="475" y="40"/>
                    </a:cubicBezTo>
                    <a:lnTo>
                      <a:pt x="408" y="40"/>
                    </a:lnTo>
                    <a:cubicBezTo>
                      <a:pt x="354" y="13"/>
                      <a:pt x="306" y="1"/>
                      <a:pt x="2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5" name="Google Shape;13125;p39"/>
              <p:cNvSpPr/>
              <p:nvPr/>
            </p:nvSpPr>
            <p:spPr>
              <a:xfrm>
                <a:off x="5868875" y="2866750"/>
                <a:ext cx="14200" cy="14200"/>
              </a:xfrm>
              <a:custGeom>
                <a:rect b="b" l="l" r="r" t="t"/>
                <a:pathLst>
                  <a:path extrusionOk="0" h="568" w="568">
                    <a:moveTo>
                      <a:pt x="267" y="0"/>
                    </a:moveTo>
                    <a:cubicBezTo>
                      <a:pt x="101" y="0"/>
                      <a:pt x="0" y="167"/>
                      <a:pt x="0" y="301"/>
                    </a:cubicBezTo>
                    <a:cubicBezTo>
                      <a:pt x="0" y="467"/>
                      <a:pt x="134" y="567"/>
                      <a:pt x="301" y="567"/>
                    </a:cubicBezTo>
                    <a:cubicBezTo>
                      <a:pt x="434" y="567"/>
                      <a:pt x="568" y="434"/>
                      <a:pt x="568" y="267"/>
                    </a:cubicBezTo>
                    <a:cubicBezTo>
                      <a:pt x="568" y="134"/>
                      <a:pt x="434" y="0"/>
                      <a:pt x="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6" name="Google Shape;13126;p39"/>
              <p:cNvSpPr/>
              <p:nvPr/>
            </p:nvSpPr>
            <p:spPr>
              <a:xfrm>
                <a:off x="5883050" y="2892600"/>
                <a:ext cx="10875" cy="10875"/>
              </a:xfrm>
              <a:custGeom>
                <a:rect b="b" l="l" r="r" t="t"/>
                <a:pathLst>
                  <a:path extrusionOk="0" h="435" w="435">
                    <a:moveTo>
                      <a:pt x="201" y="0"/>
                    </a:moveTo>
                    <a:cubicBezTo>
                      <a:pt x="134" y="0"/>
                      <a:pt x="34" y="34"/>
                      <a:pt x="34" y="134"/>
                    </a:cubicBezTo>
                    <a:cubicBezTo>
                      <a:pt x="1" y="167"/>
                      <a:pt x="1" y="201"/>
                      <a:pt x="1" y="267"/>
                    </a:cubicBezTo>
                    <a:cubicBezTo>
                      <a:pt x="34" y="267"/>
                      <a:pt x="34" y="301"/>
                      <a:pt x="67" y="334"/>
                    </a:cubicBezTo>
                    <a:cubicBezTo>
                      <a:pt x="67" y="401"/>
                      <a:pt x="167" y="434"/>
                      <a:pt x="234" y="434"/>
                    </a:cubicBezTo>
                    <a:cubicBezTo>
                      <a:pt x="301" y="434"/>
                      <a:pt x="367" y="401"/>
                      <a:pt x="401" y="334"/>
                    </a:cubicBezTo>
                    <a:cubicBezTo>
                      <a:pt x="401" y="301"/>
                      <a:pt x="434" y="234"/>
                      <a:pt x="434" y="201"/>
                    </a:cubicBezTo>
                    <a:cubicBezTo>
                      <a:pt x="434" y="167"/>
                      <a:pt x="434" y="134"/>
                      <a:pt x="401" y="67"/>
                    </a:cubicBezTo>
                    <a:cubicBezTo>
                      <a:pt x="367" y="34"/>
                      <a:pt x="301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7" name="Google Shape;13127;p39"/>
              <p:cNvSpPr/>
              <p:nvPr/>
            </p:nvSpPr>
            <p:spPr>
              <a:xfrm>
                <a:off x="5909725" y="2900300"/>
                <a:ext cx="10050" cy="8825"/>
              </a:xfrm>
              <a:custGeom>
                <a:rect b="b" l="l" r="r" t="t"/>
                <a:pathLst>
                  <a:path extrusionOk="0" h="353" w="402">
                    <a:moveTo>
                      <a:pt x="209" y="0"/>
                    </a:moveTo>
                    <a:cubicBezTo>
                      <a:pt x="106" y="0"/>
                      <a:pt x="1" y="68"/>
                      <a:pt x="1" y="193"/>
                    </a:cubicBezTo>
                    <a:cubicBezTo>
                      <a:pt x="16" y="301"/>
                      <a:pt x="104" y="352"/>
                      <a:pt x="193" y="352"/>
                    </a:cubicBezTo>
                    <a:cubicBezTo>
                      <a:pt x="296" y="352"/>
                      <a:pt x="401" y="284"/>
                      <a:pt x="401" y="159"/>
                    </a:cubicBezTo>
                    <a:cubicBezTo>
                      <a:pt x="386" y="51"/>
                      <a:pt x="298" y="0"/>
                      <a:pt x="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8" name="Google Shape;13128;p39"/>
              <p:cNvSpPr/>
              <p:nvPr/>
            </p:nvSpPr>
            <p:spPr>
              <a:xfrm>
                <a:off x="5875550" y="2746150"/>
                <a:ext cx="14200" cy="13875"/>
              </a:xfrm>
              <a:custGeom>
                <a:rect b="b" l="l" r="r" t="t"/>
                <a:pathLst>
                  <a:path extrusionOk="0" h="555" w="568">
                    <a:moveTo>
                      <a:pt x="262" y="1"/>
                    </a:moveTo>
                    <a:cubicBezTo>
                      <a:pt x="225" y="1"/>
                      <a:pt x="192" y="9"/>
                      <a:pt x="167" y="21"/>
                    </a:cubicBezTo>
                    <a:cubicBezTo>
                      <a:pt x="34" y="88"/>
                      <a:pt x="0" y="188"/>
                      <a:pt x="0" y="288"/>
                    </a:cubicBezTo>
                    <a:cubicBezTo>
                      <a:pt x="0" y="321"/>
                      <a:pt x="0" y="354"/>
                      <a:pt x="0" y="354"/>
                    </a:cubicBezTo>
                    <a:cubicBezTo>
                      <a:pt x="0" y="455"/>
                      <a:pt x="100" y="555"/>
                      <a:pt x="200" y="555"/>
                    </a:cubicBezTo>
                    <a:lnTo>
                      <a:pt x="267" y="555"/>
                    </a:lnTo>
                    <a:cubicBezTo>
                      <a:pt x="401" y="521"/>
                      <a:pt x="501" y="455"/>
                      <a:pt x="534" y="321"/>
                    </a:cubicBezTo>
                    <a:cubicBezTo>
                      <a:pt x="567" y="254"/>
                      <a:pt x="534" y="154"/>
                      <a:pt x="467" y="88"/>
                    </a:cubicBezTo>
                    <a:cubicBezTo>
                      <a:pt x="404" y="24"/>
                      <a:pt x="32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9" name="Google Shape;13129;p39"/>
              <p:cNvSpPr/>
              <p:nvPr/>
            </p:nvSpPr>
            <p:spPr>
              <a:xfrm>
                <a:off x="5860525" y="2772500"/>
                <a:ext cx="10875" cy="11700"/>
              </a:xfrm>
              <a:custGeom>
                <a:rect b="b" l="l" r="r" t="t"/>
                <a:pathLst>
                  <a:path extrusionOk="0" h="468" w="435">
                    <a:moveTo>
                      <a:pt x="201" y="1"/>
                    </a:moveTo>
                    <a:cubicBezTo>
                      <a:pt x="168" y="1"/>
                      <a:pt x="101" y="68"/>
                      <a:pt x="68" y="101"/>
                    </a:cubicBezTo>
                    <a:cubicBezTo>
                      <a:pt x="68" y="134"/>
                      <a:pt x="34" y="134"/>
                      <a:pt x="34" y="168"/>
                    </a:cubicBezTo>
                    <a:cubicBezTo>
                      <a:pt x="1" y="201"/>
                      <a:pt x="1" y="268"/>
                      <a:pt x="34" y="335"/>
                    </a:cubicBezTo>
                    <a:cubicBezTo>
                      <a:pt x="68" y="401"/>
                      <a:pt x="134" y="468"/>
                      <a:pt x="234" y="468"/>
                    </a:cubicBezTo>
                    <a:cubicBezTo>
                      <a:pt x="334" y="468"/>
                      <a:pt x="435" y="368"/>
                      <a:pt x="435" y="268"/>
                    </a:cubicBezTo>
                    <a:cubicBezTo>
                      <a:pt x="435" y="201"/>
                      <a:pt x="401" y="134"/>
                      <a:pt x="368" y="101"/>
                    </a:cubicBezTo>
                    <a:cubicBezTo>
                      <a:pt x="334" y="34"/>
                      <a:pt x="268" y="1"/>
                      <a:pt x="2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0" name="Google Shape;13130;p39"/>
              <p:cNvSpPr/>
              <p:nvPr/>
            </p:nvSpPr>
            <p:spPr>
              <a:xfrm>
                <a:off x="5869700" y="2719150"/>
                <a:ext cx="12550" cy="11700"/>
              </a:xfrm>
              <a:custGeom>
                <a:rect b="b" l="l" r="r" t="t"/>
                <a:pathLst>
                  <a:path extrusionOk="0" h="468" w="502">
                    <a:moveTo>
                      <a:pt x="301" y="0"/>
                    </a:moveTo>
                    <a:cubicBezTo>
                      <a:pt x="201" y="0"/>
                      <a:pt x="134" y="33"/>
                      <a:pt x="68" y="67"/>
                    </a:cubicBezTo>
                    <a:cubicBezTo>
                      <a:pt x="1" y="134"/>
                      <a:pt x="1" y="267"/>
                      <a:pt x="34" y="334"/>
                    </a:cubicBezTo>
                    <a:cubicBezTo>
                      <a:pt x="68" y="434"/>
                      <a:pt x="168" y="467"/>
                      <a:pt x="268" y="467"/>
                    </a:cubicBezTo>
                    <a:lnTo>
                      <a:pt x="301" y="467"/>
                    </a:lnTo>
                    <a:cubicBezTo>
                      <a:pt x="401" y="467"/>
                      <a:pt x="501" y="367"/>
                      <a:pt x="501" y="267"/>
                    </a:cubicBezTo>
                    <a:cubicBezTo>
                      <a:pt x="501" y="234"/>
                      <a:pt x="501" y="234"/>
                      <a:pt x="501" y="234"/>
                    </a:cubicBezTo>
                    <a:cubicBezTo>
                      <a:pt x="468" y="134"/>
                      <a:pt x="401" y="33"/>
                      <a:pt x="3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1" name="Google Shape;13131;p39"/>
              <p:cNvSpPr/>
              <p:nvPr/>
            </p:nvSpPr>
            <p:spPr>
              <a:xfrm>
                <a:off x="5888050" y="2798375"/>
                <a:ext cx="10025" cy="11700"/>
              </a:xfrm>
              <a:custGeom>
                <a:rect b="b" l="l" r="r" t="t"/>
                <a:pathLst>
                  <a:path extrusionOk="0" h="468" w="401">
                    <a:moveTo>
                      <a:pt x="201" y="0"/>
                    </a:moveTo>
                    <a:cubicBezTo>
                      <a:pt x="101" y="0"/>
                      <a:pt x="34" y="67"/>
                      <a:pt x="34" y="133"/>
                    </a:cubicBezTo>
                    <a:cubicBezTo>
                      <a:pt x="34" y="167"/>
                      <a:pt x="34" y="167"/>
                      <a:pt x="1" y="200"/>
                    </a:cubicBezTo>
                    <a:cubicBezTo>
                      <a:pt x="1" y="234"/>
                      <a:pt x="1" y="267"/>
                      <a:pt x="34" y="334"/>
                    </a:cubicBezTo>
                    <a:cubicBezTo>
                      <a:pt x="34" y="400"/>
                      <a:pt x="134" y="467"/>
                      <a:pt x="201" y="467"/>
                    </a:cubicBezTo>
                    <a:cubicBezTo>
                      <a:pt x="301" y="467"/>
                      <a:pt x="368" y="367"/>
                      <a:pt x="401" y="300"/>
                    </a:cubicBezTo>
                    <a:cubicBezTo>
                      <a:pt x="401" y="267"/>
                      <a:pt x="401" y="234"/>
                      <a:pt x="401" y="167"/>
                    </a:cubicBezTo>
                    <a:cubicBezTo>
                      <a:pt x="368" y="167"/>
                      <a:pt x="368" y="133"/>
                      <a:pt x="368" y="133"/>
                    </a:cubicBezTo>
                    <a:cubicBezTo>
                      <a:pt x="334" y="67"/>
                      <a:pt x="268" y="0"/>
                      <a:pt x="2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2" name="Google Shape;13132;p39"/>
              <p:cNvSpPr/>
              <p:nvPr/>
            </p:nvSpPr>
            <p:spPr>
              <a:xfrm>
                <a:off x="5918925" y="2615825"/>
                <a:ext cx="1248400" cy="946500"/>
              </a:xfrm>
              <a:custGeom>
                <a:rect b="b" l="l" r="r" t="t"/>
                <a:pathLst>
                  <a:path extrusionOk="0" h="37860" w="49936">
                    <a:moveTo>
                      <a:pt x="48437" y="0"/>
                    </a:moveTo>
                    <a:cubicBezTo>
                      <a:pt x="48347" y="0"/>
                      <a:pt x="48248" y="64"/>
                      <a:pt x="48268" y="164"/>
                    </a:cubicBezTo>
                    <a:cubicBezTo>
                      <a:pt x="48568" y="1865"/>
                      <a:pt x="48735" y="3599"/>
                      <a:pt x="48768" y="5334"/>
                    </a:cubicBezTo>
                    <a:cubicBezTo>
                      <a:pt x="48801" y="5501"/>
                      <a:pt x="48801" y="5634"/>
                      <a:pt x="48801" y="5801"/>
                    </a:cubicBezTo>
                    <a:cubicBezTo>
                      <a:pt x="48601" y="5768"/>
                      <a:pt x="48401" y="5734"/>
                      <a:pt x="48234" y="5734"/>
                    </a:cubicBezTo>
                    <a:cubicBezTo>
                      <a:pt x="48234" y="5701"/>
                      <a:pt x="48234" y="5701"/>
                      <a:pt x="48201" y="5701"/>
                    </a:cubicBezTo>
                    <a:cubicBezTo>
                      <a:pt x="48201" y="5668"/>
                      <a:pt x="48168" y="5634"/>
                      <a:pt x="48101" y="5601"/>
                    </a:cubicBezTo>
                    <a:cubicBezTo>
                      <a:pt x="47634" y="5467"/>
                      <a:pt x="47167" y="5301"/>
                      <a:pt x="46700" y="5301"/>
                    </a:cubicBezTo>
                    <a:cubicBezTo>
                      <a:pt x="46533" y="5301"/>
                      <a:pt x="46466" y="5567"/>
                      <a:pt x="46633" y="5634"/>
                    </a:cubicBezTo>
                    <a:cubicBezTo>
                      <a:pt x="46633" y="5634"/>
                      <a:pt x="46667" y="5634"/>
                      <a:pt x="46667" y="5668"/>
                    </a:cubicBezTo>
                    <a:cubicBezTo>
                      <a:pt x="46633" y="5734"/>
                      <a:pt x="46667" y="5834"/>
                      <a:pt x="46767" y="5868"/>
                    </a:cubicBezTo>
                    <a:cubicBezTo>
                      <a:pt x="47200" y="6068"/>
                      <a:pt x="47701" y="6168"/>
                      <a:pt x="48201" y="6268"/>
                    </a:cubicBezTo>
                    <a:cubicBezTo>
                      <a:pt x="48401" y="6301"/>
                      <a:pt x="48601" y="6368"/>
                      <a:pt x="48801" y="6401"/>
                    </a:cubicBezTo>
                    <a:cubicBezTo>
                      <a:pt x="48835" y="9103"/>
                      <a:pt x="48635" y="11805"/>
                      <a:pt x="48168" y="14474"/>
                    </a:cubicBezTo>
                    <a:cubicBezTo>
                      <a:pt x="47967" y="15675"/>
                      <a:pt x="47701" y="16842"/>
                      <a:pt x="47367" y="18010"/>
                    </a:cubicBezTo>
                    <a:cubicBezTo>
                      <a:pt x="47400" y="17676"/>
                      <a:pt x="47434" y="17343"/>
                      <a:pt x="47467" y="17009"/>
                    </a:cubicBezTo>
                    <a:cubicBezTo>
                      <a:pt x="47567" y="15841"/>
                      <a:pt x="47567" y="14707"/>
                      <a:pt x="47500" y="13540"/>
                    </a:cubicBezTo>
                    <a:cubicBezTo>
                      <a:pt x="47467" y="12372"/>
                      <a:pt x="47334" y="11205"/>
                      <a:pt x="47200" y="10071"/>
                    </a:cubicBezTo>
                    <a:cubicBezTo>
                      <a:pt x="47184" y="9971"/>
                      <a:pt x="47100" y="9921"/>
                      <a:pt x="47021" y="9921"/>
                    </a:cubicBezTo>
                    <a:cubicBezTo>
                      <a:pt x="46942" y="9921"/>
                      <a:pt x="46867" y="9971"/>
                      <a:pt x="46867" y="10071"/>
                    </a:cubicBezTo>
                    <a:cubicBezTo>
                      <a:pt x="46833" y="11171"/>
                      <a:pt x="46767" y="12272"/>
                      <a:pt x="46733" y="13340"/>
                    </a:cubicBezTo>
                    <a:cubicBezTo>
                      <a:pt x="46667" y="13340"/>
                      <a:pt x="46600" y="13406"/>
                      <a:pt x="46600" y="13473"/>
                    </a:cubicBezTo>
                    <a:cubicBezTo>
                      <a:pt x="46500" y="14674"/>
                      <a:pt x="46233" y="15875"/>
                      <a:pt x="45999" y="17076"/>
                    </a:cubicBezTo>
                    <a:cubicBezTo>
                      <a:pt x="45566" y="19144"/>
                      <a:pt x="44865" y="21212"/>
                      <a:pt x="43965" y="23147"/>
                    </a:cubicBezTo>
                    <a:cubicBezTo>
                      <a:pt x="43798" y="23547"/>
                      <a:pt x="43598" y="23914"/>
                      <a:pt x="43398" y="24314"/>
                    </a:cubicBezTo>
                    <a:cubicBezTo>
                      <a:pt x="43564" y="23914"/>
                      <a:pt x="43431" y="23313"/>
                      <a:pt x="42997" y="23147"/>
                    </a:cubicBezTo>
                    <a:cubicBezTo>
                      <a:pt x="42962" y="23132"/>
                      <a:pt x="42927" y="23126"/>
                      <a:pt x="42896" y="23126"/>
                    </a:cubicBezTo>
                    <a:cubicBezTo>
                      <a:pt x="42781" y="23126"/>
                      <a:pt x="42704" y="23216"/>
                      <a:pt x="42730" y="23347"/>
                    </a:cubicBezTo>
                    <a:cubicBezTo>
                      <a:pt x="42764" y="23614"/>
                      <a:pt x="42931" y="23780"/>
                      <a:pt x="42797" y="24047"/>
                    </a:cubicBezTo>
                    <a:cubicBezTo>
                      <a:pt x="42741" y="24141"/>
                      <a:pt x="42684" y="24182"/>
                      <a:pt x="42616" y="24182"/>
                    </a:cubicBezTo>
                    <a:cubicBezTo>
                      <a:pt x="42563" y="24182"/>
                      <a:pt x="42503" y="24158"/>
                      <a:pt x="42430" y="24114"/>
                    </a:cubicBezTo>
                    <a:cubicBezTo>
                      <a:pt x="42347" y="24064"/>
                      <a:pt x="42247" y="24022"/>
                      <a:pt x="42151" y="24022"/>
                    </a:cubicBezTo>
                    <a:cubicBezTo>
                      <a:pt x="42055" y="24022"/>
                      <a:pt x="41963" y="24064"/>
                      <a:pt x="41896" y="24181"/>
                    </a:cubicBezTo>
                    <a:cubicBezTo>
                      <a:pt x="41796" y="24381"/>
                      <a:pt x="41963" y="24648"/>
                      <a:pt x="42163" y="24748"/>
                    </a:cubicBezTo>
                    <a:cubicBezTo>
                      <a:pt x="42290" y="24822"/>
                      <a:pt x="42427" y="24856"/>
                      <a:pt x="42563" y="24856"/>
                    </a:cubicBezTo>
                    <a:cubicBezTo>
                      <a:pt x="42857" y="24856"/>
                      <a:pt x="43148" y="24698"/>
                      <a:pt x="43331" y="24448"/>
                    </a:cubicBezTo>
                    <a:lnTo>
                      <a:pt x="43331" y="24448"/>
                    </a:lnTo>
                    <a:cubicBezTo>
                      <a:pt x="43064" y="24981"/>
                      <a:pt x="42764" y="25482"/>
                      <a:pt x="42430" y="25982"/>
                    </a:cubicBezTo>
                    <a:cubicBezTo>
                      <a:pt x="42163" y="26449"/>
                      <a:pt x="41863" y="26883"/>
                      <a:pt x="41530" y="27316"/>
                    </a:cubicBezTo>
                    <a:cubicBezTo>
                      <a:pt x="41296" y="27650"/>
                      <a:pt x="41029" y="27950"/>
                      <a:pt x="40796" y="28284"/>
                    </a:cubicBezTo>
                    <a:cubicBezTo>
                      <a:pt x="40796" y="28184"/>
                      <a:pt x="40762" y="28084"/>
                      <a:pt x="40729" y="28017"/>
                    </a:cubicBezTo>
                    <a:cubicBezTo>
                      <a:pt x="40682" y="27958"/>
                      <a:pt x="40623" y="27933"/>
                      <a:pt x="40564" y="27933"/>
                    </a:cubicBezTo>
                    <a:cubicBezTo>
                      <a:pt x="40456" y="27933"/>
                      <a:pt x="40350" y="28020"/>
                      <a:pt x="40329" y="28150"/>
                    </a:cubicBezTo>
                    <a:cubicBezTo>
                      <a:pt x="40329" y="28284"/>
                      <a:pt x="40362" y="28384"/>
                      <a:pt x="40262" y="28517"/>
                    </a:cubicBezTo>
                    <a:cubicBezTo>
                      <a:pt x="40195" y="28617"/>
                      <a:pt x="40095" y="28651"/>
                      <a:pt x="40028" y="28651"/>
                    </a:cubicBezTo>
                    <a:cubicBezTo>
                      <a:pt x="39995" y="28651"/>
                      <a:pt x="39928" y="28651"/>
                      <a:pt x="39895" y="28617"/>
                    </a:cubicBezTo>
                    <a:cubicBezTo>
                      <a:pt x="39858" y="28605"/>
                      <a:pt x="39826" y="28597"/>
                      <a:pt x="39795" y="28597"/>
                    </a:cubicBezTo>
                    <a:cubicBezTo>
                      <a:pt x="39742" y="28597"/>
                      <a:pt x="39692" y="28621"/>
                      <a:pt x="39628" y="28684"/>
                    </a:cubicBezTo>
                    <a:cubicBezTo>
                      <a:pt x="39595" y="28717"/>
                      <a:pt x="39595" y="28751"/>
                      <a:pt x="39595" y="28817"/>
                    </a:cubicBezTo>
                    <a:cubicBezTo>
                      <a:pt x="39561" y="28817"/>
                      <a:pt x="39528" y="28851"/>
                      <a:pt x="39495" y="28851"/>
                    </a:cubicBezTo>
                    <a:cubicBezTo>
                      <a:pt x="39428" y="28751"/>
                      <a:pt x="39361" y="28651"/>
                      <a:pt x="39195" y="28617"/>
                    </a:cubicBezTo>
                    <a:cubicBezTo>
                      <a:pt x="38627" y="28417"/>
                      <a:pt x="38894" y="27550"/>
                      <a:pt x="38961" y="27183"/>
                    </a:cubicBezTo>
                    <a:cubicBezTo>
                      <a:pt x="39094" y="26616"/>
                      <a:pt x="39261" y="26115"/>
                      <a:pt x="39428" y="25582"/>
                    </a:cubicBezTo>
                    <a:cubicBezTo>
                      <a:pt x="39762" y="24514"/>
                      <a:pt x="40195" y="23414"/>
                      <a:pt x="40329" y="22279"/>
                    </a:cubicBezTo>
                    <a:cubicBezTo>
                      <a:pt x="40329" y="22146"/>
                      <a:pt x="40229" y="22079"/>
                      <a:pt x="40129" y="22079"/>
                    </a:cubicBezTo>
                    <a:cubicBezTo>
                      <a:pt x="40129" y="22013"/>
                      <a:pt x="40162" y="21946"/>
                      <a:pt x="40162" y="21846"/>
                    </a:cubicBezTo>
                    <a:cubicBezTo>
                      <a:pt x="40429" y="21746"/>
                      <a:pt x="40462" y="21345"/>
                      <a:pt x="40195" y="21245"/>
                    </a:cubicBezTo>
                    <a:lnTo>
                      <a:pt x="40195" y="21212"/>
                    </a:lnTo>
                    <a:cubicBezTo>
                      <a:pt x="40195" y="21179"/>
                      <a:pt x="40162" y="21145"/>
                      <a:pt x="40162" y="21112"/>
                    </a:cubicBezTo>
                    <a:cubicBezTo>
                      <a:pt x="40395" y="20545"/>
                      <a:pt x="40596" y="19944"/>
                      <a:pt x="40762" y="19344"/>
                    </a:cubicBezTo>
                    <a:cubicBezTo>
                      <a:pt x="40784" y="19237"/>
                      <a:pt x="40683" y="19158"/>
                      <a:pt x="40581" y="19158"/>
                    </a:cubicBezTo>
                    <a:cubicBezTo>
                      <a:pt x="40523" y="19158"/>
                      <a:pt x="40465" y="19184"/>
                      <a:pt x="40429" y="19244"/>
                    </a:cubicBezTo>
                    <a:cubicBezTo>
                      <a:pt x="40195" y="19844"/>
                      <a:pt x="39895" y="20478"/>
                      <a:pt x="39561" y="21079"/>
                    </a:cubicBezTo>
                    <a:cubicBezTo>
                      <a:pt x="39528" y="21045"/>
                      <a:pt x="39528" y="21045"/>
                      <a:pt x="39495" y="21045"/>
                    </a:cubicBezTo>
                    <a:cubicBezTo>
                      <a:pt x="39334" y="21027"/>
                      <a:pt x="39166" y="21019"/>
                      <a:pt x="38995" y="21019"/>
                    </a:cubicBezTo>
                    <a:cubicBezTo>
                      <a:pt x="38529" y="21019"/>
                      <a:pt x="38042" y="21081"/>
                      <a:pt x="37627" y="21179"/>
                    </a:cubicBezTo>
                    <a:cubicBezTo>
                      <a:pt x="37527" y="21179"/>
                      <a:pt x="37493" y="21245"/>
                      <a:pt x="37493" y="21345"/>
                    </a:cubicBezTo>
                    <a:lnTo>
                      <a:pt x="37093" y="21345"/>
                    </a:lnTo>
                    <a:cubicBezTo>
                      <a:pt x="36559" y="21379"/>
                      <a:pt x="36059" y="21379"/>
                      <a:pt x="35559" y="21412"/>
                    </a:cubicBezTo>
                    <a:cubicBezTo>
                      <a:pt x="35058" y="21445"/>
                      <a:pt x="34525" y="21412"/>
                      <a:pt x="33991" y="21512"/>
                    </a:cubicBezTo>
                    <a:cubicBezTo>
                      <a:pt x="33824" y="21512"/>
                      <a:pt x="33757" y="21779"/>
                      <a:pt x="33957" y="21812"/>
                    </a:cubicBezTo>
                    <a:cubicBezTo>
                      <a:pt x="34458" y="21946"/>
                      <a:pt x="34958" y="21979"/>
                      <a:pt x="35459" y="22013"/>
                    </a:cubicBezTo>
                    <a:cubicBezTo>
                      <a:pt x="35992" y="22046"/>
                      <a:pt x="36493" y="22046"/>
                      <a:pt x="37026" y="22046"/>
                    </a:cubicBezTo>
                    <a:cubicBezTo>
                      <a:pt x="37560" y="22046"/>
                      <a:pt x="38094" y="22046"/>
                      <a:pt x="38627" y="22013"/>
                    </a:cubicBezTo>
                    <a:lnTo>
                      <a:pt x="38961" y="22013"/>
                    </a:lnTo>
                    <a:cubicBezTo>
                      <a:pt x="37994" y="23414"/>
                      <a:pt x="36759" y="24648"/>
                      <a:pt x="35358" y="25648"/>
                    </a:cubicBezTo>
                    <a:cubicBezTo>
                      <a:pt x="33257" y="27083"/>
                      <a:pt x="30922" y="28017"/>
                      <a:pt x="28353" y="28184"/>
                    </a:cubicBezTo>
                    <a:cubicBezTo>
                      <a:pt x="27653" y="28247"/>
                      <a:pt x="26938" y="28288"/>
                      <a:pt x="26222" y="28288"/>
                    </a:cubicBezTo>
                    <a:cubicBezTo>
                      <a:pt x="25437" y="28288"/>
                      <a:pt x="24651" y="28239"/>
                      <a:pt x="23884" y="28117"/>
                    </a:cubicBezTo>
                    <a:cubicBezTo>
                      <a:pt x="23183" y="28017"/>
                      <a:pt x="22483" y="27850"/>
                      <a:pt x="21849" y="27550"/>
                    </a:cubicBezTo>
                    <a:cubicBezTo>
                      <a:pt x="21248" y="27316"/>
                      <a:pt x="20648" y="27016"/>
                      <a:pt x="20281" y="26482"/>
                    </a:cubicBezTo>
                    <a:cubicBezTo>
                      <a:pt x="19814" y="25849"/>
                      <a:pt x="20114" y="25115"/>
                      <a:pt x="20281" y="24414"/>
                    </a:cubicBezTo>
                    <a:cubicBezTo>
                      <a:pt x="20448" y="23780"/>
                      <a:pt x="20581" y="23113"/>
                      <a:pt x="20715" y="22446"/>
                    </a:cubicBezTo>
                    <a:lnTo>
                      <a:pt x="21749" y="22446"/>
                    </a:lnTo>
                    <a:cubicBezTo>
                      <a:pt x="22383" y="22413"/>
                      <a:pt x="22983" y="22413"/>
                      <a:pt x="23617" y="22379"/>
                    </a:cubicBezTo>
                    <a:cubicBezTo>
                      <a:pt x="24918" y="22346"/>
                      <a:pt x="26219" y="22246"/>
                      <a:pt x="27520" y="22079"/>
                    </a:cubicBezTo>
                    <a:cubicBezTo>
                      <a:pt x="27720" y="22046"/>
                      <a:pt x="27686" y="21779"/>
                      <a:pt x="27486" y="21779"/>
                    </a:cubicBezTo>
                    <a:cubicBezTo>
                      <a:pt x="26219" y="21812"/>
                      <a:pt x="24884" y="21812"/>
                      <a:pt x="23617" y="21846"/>
                    </a:cubicBezTo>
                    <a:cubicBezTo>
                      <a:pt x="22983" y="21846"/>
                      <a:pt x="22349" y="21846"/>
                      <a:pt x="21715" y="21812"/>
                    </a:cubicBezTo>
                    <a:cubicBezTo>
                      <a:pt x="21415" y="21779"/>
                      <a:pt x="21148" y="21779"/>
                      <a:pt x="20848" y="21746"/>
                    </a:cubicBezTo>
                    <a:cubicBezTo>
                      <a:pt x="21115" y="20311"/>
                      <a:pt x="21282" y="18844"/>
                      <a:pt x="21382" y="17409"/>
                    </a:cubicBezTo>
                    <a:cubicBezTo>
                      <a:pt x="21449" y="16575"/>
                      <a:pt x="21482" y="15775"/>
                      <a:pt x="21515" y="14941"/>
                    </a:cubicBezTo>
                    <a:cubicBezTo>
                      <a:pt x="21558" y="14946"/>
                      <a:pt x="21602" y="14948"/>
                      <a:pt x="21647" y="14948"/>
                    </a:cubicBezTo>
                    <a:cubicBezTo>
                      <a:pt x="21917" y="14948"/>
                      <a:pt x="22211" y="14874"/>
                      <a:pt x="22383" y="14874"/>
                    </a:cubicBezTo>
                    <a:cubicBezTo>
                      <a:pt x="24851" y="14707"/>
                      <a:pt x="27319" y="14707"/>
                      <a:pt x="29754" y="14340"/>
                    </a:cubicBezTo>
                    <a:cubicBezTo>
                      <a:pt x="29955" y="14307"/>
                      <a:pt x="29955" y="14074"/>
                      <a:pt x="29754" y="14040"/>
                    </a:cubicBezTo>
                    <a:cubicBezTo>
                      <a:pt x="29205" y="14001"/>
                      <a:pt x="28650" y="13987"/>
                      <a:pt x="28094" y="13987"/>
                    </a:cubicBezTo>
                    <a:cubicBezTo>
                      <a:pt x="27233" y="13987"/>
                      <a:pt x="26369" y="14020"/>
                      <a:pt x="25518" y="14040"/>
                    </a:cubicBezTo>
                    <a:cubicBezTo>
                      <a:pt x="24284" y="14074"/>
                      <a:pt x="23083" y="14107"/>
                      <a:pt x="21849" y="14107"/>
                    </a:cubicBezTo>
                    <a:lnTo>
                      <a:pt x="21515" y="14107"/>
                    </a:lnTo>
                    <a:cubicBezTo>
                      <a:pt x="21482" y="12039"/>
                      <a:pt x="21315" y="9971"/>
                      <a:pt x="20815" y="7969"/>
                    </a:cubicBezTo>
                    <a:cubicBezTo>
                      <a:pt x="20788" y="7902"/>
                      <a:pt x="20728" y="7873"/>
                      <a:pt x="20667" y="7873"/>
                    </a:cubicBezTo>
                    <a:cubicBezTo>
                      <a:pt x="20576" y="7873"/>
                      <a:pt x="20481" y="7936"/>
                      <a:pt x="20481" y="8036"/>
                    </a:cubicBezTo>
                    <a:cubicBezTo>
                      <a:pt x="20515" y="9904"/>
                      <a:pt x="20581" y="11805"/>
                      <a:pt x="20581" y="13673"/>
                    </a:cubicBezTo>
                    <a:cubicBezTo>
                      <a:pt x="20581" y="15541"/>
                      <a:pt x="20448" y="17443"/>
                      <a:pt x="20214" y="19277"/>
                    </a:cubicBezTo>
                    <a:cubicBezTo>
                      <a:pt x="20181" y="19277"/>
                      <a:pt x="20114" y="19311"/>
                      <a:pt x="20114" y="19377"/>
                    </a:cubicBezTo>
                    <a:cubicBezTo>
                      <a:pt x="19947" y="19678"/>
                      <a:pt x="19847" y="20044"/>
                      <a:pt x="19714" y="20378"/>
                    </a:cubicBezTo>
                    <a:cubicBezTo>
                      <a:pt x="19581" y="20678"/>
                      <a:pt x="19480" y="21012"/>
                      <a:pt x="19380" y="21345"/>
                    </a:cubicBezTo>
                    <a:cubicBezTo>
                      <a:pt x="19147" y="21979"/>
                      <a:pt x="18980" y="22646"/>
                      <a:pt x="18747" y="23313"/>
                    </a:cubicBezTo>
                    <a:cubicBezTo>
                      <a:pt x="18313" y="24481"/>
                      <a:pt x="17879" y="25648"/>
                      <a:pt x="17312" y="26816"/>
                    </a:cubicBezTo>
                    <a:cubicBezTo>
                      <a:pt x="16779" y="27883"/>
                      <a:pt x="16178" y="29018"/>
                      <a:pt x="15444" y="29985"/>
                    </a:cubicBezTo>
                    <a:cubicBezTo>
                      <a:pt x="15177" y="30352"/>
                      <a:pt x="14810" y="30652"/>
                      <a:pt x="14377" y="30819"/>
                    </a:cubicBezTo>
                    <a:cubicBezTo>
                      <a:pt x="14377" y="30752"/>
                      <a:pt x="14343" y="30685"/>
                      <a:pt x="14243" y="30619"/>
                    </a:cubicBezTo>
                    <a:cubicBezTo>
                      <a:pt x="14213" y="30589"/>
                      <a:pt x="14170" y="30572"/>
                      <a:pt x="14125" y="30572"/>
                    </a:cubicBezTo>
                    <a:cubicBezTo>
                      <a:pt x="14070" y="30572"/>
                      <a:pt x="14013" y="30597"/>
                      <a:pt x="13977" y="30652"/>
                    </a:cubicBezTo>
                    <a:cubicBezTo>
                      <a:pt x="13943" y="30752"/>
                      <a:pt x="13943" y="30886"/>
                      <a:pt x="13876" y="30986"/>
                    </a:cubicBezTo>
                    <a:cubicBezTo>
                      <a:pt x="13776" y="31002"/>
                      <a:pt x="13676" y="31011"/>
                      <a:pt x="13580" y="31011"/>
                    </a:cubicBezTo>
                    <a:cubicBezTo>
                      <a:pt x="13485" y="31011"/>
                      <a:pt x="13393" y="31002"/>
                      <a:pt x="13309" y="30986"/>
                    </a:cubicBezTo>
                    <a:cubicBezTo>
                      <a:pt x="13276" y="30952"/>
                      <a:pt x="13276" y="30952"/>
                      <a:pt x="13276" y="30952"/>
                    </a:cubicBezTo>
                    <a:cubicBezTo>
                      <a:pt x="13209" y="30886"/>
                      <a:pt x="13143" y="30886"/>
                      <a:pt x="13076" y="30886"/>
                    </a:cubicBezTo>
                    <a:cubicBezTo>
                      <a:pt x="12942" y="30819"/>
                      <a:pt x="12842" y="30719"/>
                      <a:pt x="12742" y="30585"/>
                    </a:cubicBezTo>
                    <a:cubicBezTo>
                      <a:pt x="12709" y="30552"/>
                      <a:pt x="12676" y="30485"/>
                      <a:pt x="12642" y="30452"/>
                    </a:cubicBezTo>
                    <a:cubicBezTo>
                      <a:pt x="12642" y="30452"/>
                      <a:pt x="12642" y="30419"/>
                      <a:pt x="12642" y="30419"/>
                    </a:cubicBezTo>
                    <a:cubicBezTo>
                      <a:pt x="12676" y="30185"/>
                      <a:pt x="12676" y="29952"/>
                      <a:pt x="12709" y="29685"/>
                    </a:cubicBezTo>
                    <a:cubicBezTo>
                      <a:pt x="12776" y="29184"/>
                      <a:pt x="12909" y="28684"/>
                      <a:pt x="13076" y="28217"/>
                    </a:cubicBezTo>
                    <a:cubicBezTo>
                      <a:pt x="13376" y="27216"/>
                      <a:pt x="13876" y="26282"/>
                      <a:pt x="14277" y="25315"/>
                    </a:cubicBezTo>
                    <a:cubicBezTo>
                      <a:pt x="14677" y="24314"/>
                      <a:pt x="15044" y="23247"/>
                      <a:pt x="15277" y="22179"/>
                    </a:cubicBezTo>
                    <a:cubicBezTo>
                      <a:pt x="15478" y="21145"/>
                      <a:pt x="15778" y="20078"/>
                      <a:pt x="15744" y="19044"/>
                    </a:cubicBezTo>
                    <a:cubicBezTo>
                      <a:pt x="15744" y="19010"/>
                      <a:pt x="15744" y="18977"/>
                      <a:pt x="15711" y="18977"/>
                    </a:cubicBezTo>
                    <a:cubicBezTo>
                      <a:pt x="15878" y="17810"/>
                      <a:pt x="15978" y="16609"/>
                      <a:pt x="16011" y="15441"/>
                    </a:cubicBezTo>
                    <a:cubicBezTo>
                      <a:pt x="16011" y="15241"/>
                      <a:pt x="16011" y="15041"/>
                      <a:pt x="16011" y="14841"/>
                    </a:cubicBezTo>
                    <a:cubicBezTo>
                      <a:pt x="16245" y="12005"/>
                      <a:pt x="16078" y="9203"/>
                      <a:pt x="15578" y="6435"/>
                    </a:cubicBezTo>
                    <a:cubicBezTo>
                      <a:pt x="15563" y="6348"/>
                      <a:pt x="15499" y="6311"/>
                      <a:pt x="15430" y="6311"/>
                    </a:cubicBezTo>
                    <a:cubicBezTo>
                      <a:pt x="15340" y="6311"/>
                      <a:pt x="15244" y="6374"/>
                      <a:pt x="15244" y="6468"/>
                    </a:cubicBezTo>
                    <a:cubicBezTo>
                      <a:pt x="15277" y="6535"/>
                      <a:pt x="15277" y="6568"/>
                      <a:pt x="15277" y="6602"/>
                    </a:cubicBezTo>
                    <a:cubicBezTo>
                      <a:pt x="15144" y="6535"/>
                      <a:pt x="15011" y="6518"/>
                      <a:pt x="14877" y="6518"/>
                    </a:cubicBezTo>
                    <a:cubicBezTo>
                      <a:pt x="14744" y="6518"/>
                      <a:pt x="14610" y="6535"/>
                      <a:pt x="14477" y="6535"/>
                    </a:cubicBezTo>
                    <a:cubicBezTo>
                      <a:pt x="14177" y="6568"/>
                      <a:pt x="13876" y="6602"/>
                      <a:pt x="13576" y="6635"/>
                    </a:cubicBezTo>
                    <a:cubicBezTo>
                      <a:pt x="13043" y="6668"/>
                      <a:pt x="12375" y="6702"/>
                      <a:pt x="11908" y="6968"/>
                    </a:cubicBezTo>
                    <a:cubicBezTo>
                      <a:pt x="11808" y="7035"/>
                      <a:pt x="11842" y="7235"/>
                      <a:pt x="11975" y="7269"/>
                    </a:cubicBezTo>
                    <a:cubicBezTo>
                      <a:pt x="12112" y="7294"/>
                      <a:pt x="12256" y="7305"/>
                      <a:pt x="12402" y="7305"/>
                    </a:cubicBezTo>
                    <a:cubicBezTo>
                      <a:pt x="12828" y="7305"/>
                      <a:pt x="13280" y="7218"/>
                      <a:pt x="13676" y="7169"/>
                    </a:cubicBezTo>
                    <a:cubicBezTo>
                      <a:pt x="13977" y="7169"/>
                      <a:pt x="14277" y="7135"/>
                      <a:pt x="14577" y="7135"/>
                    </a:cubicBezTo>
                    <a:cubicBezTo>
                      <a:pt x="14844" y="7102"/>
                      <a:pt x="15077" y="7135"/>
                      <a:pt x="15277" y="7002"/>
                    </a:cubicBezTo>
                    <a:cubicBezTo>
                      <a:pt x="15411" y="8803"/>
                      <a:pt x="15444" y="10571"/>
                      <a:pt x="15378" y="12372"/>
                    </a:cubicBezTo>
                    <a:cubicBezTo>
                      <a:pt x="15344" y="12806"/>
                      <a:pt x="15311" y="13240"/>
                      <a:pt x="15277" y="13707"/>
                    </a:cubicBezTo>
                    <a:cubicBezTo>
                      <a:pt x="14877" y="13640"/>
                      <a:pt x="14477" y="13640"/>
                      <a:pt x="14077" y="13607"/>
                    </a:cubicBezTo>
                    <a:cubicBezTo>
                      <a:pt x="13576" y="13540"/>
                      <a:pt x="13109" y="13506"/>
                      <a:pt x="12642" y="13506"/>
                    </a:cubicBezTo>
                    <a:cubicBezTo>
                      <a:pt x="12475" y="13506"/>
                      <a:pt x="12442" y="13773"/>
                      <a:pt x="12609" y="13807"/>
                    </a:cubicBezTo>
                    <a:cubicBezTo>
                      <a:pt x="13076" y="13940"/>
                      <a:pt x="13543" y="14007"/>
                      <a:pt x="14010" y="14074"/>
                    </a:cubicBezTo>
                    <a:cubicBezTo>
                      <a:pt x="14410" y="14140"/>
                      <a:pt x="14844" y="14207"/>
                      <a:pt x="15244" y="14207"/>
                    </a:cubicBezTo>
                    <a:cubicBezTo>
                      <a:pt x="15111" y="16342"/>
                      <a:pt x="14810" y="18477"/>
                      <a:pt x="14243" y="20511"/>
                    </a:cubicBezTo>
                    <a:lnTo>
                      <a:pt x="14043" y="20511"/>
                    </a:lnTo>
                    <a:cubicBezTo>
                      <a:pt x="13843" y="20478"/>
                      <a:pt x="13643" y="20478"/>
                      <a:pt x="13443" y="20478"/>
                    </a:cubicBezTo>
                    <a:cubicBezTo>
                      <a:pt x="13276" y="20445"/>
                      <a:pt x="13143" y="20411"/>
                      <a:pt x="12976" y="20378"/>
                    </a:cubicBezTo>
                    <a:cubicBezTo>
                      <a:pt x="12942" y="20378"/>
                      <a:pt x="12909" y="20378"/>
                      <a:pt x="12876" y="20411"/>
                    </a:cubicBezTo>
                    <a:cubicBezTo>
                      <a:pt x="12576" y="20311"/>
                      <a:pt x="12242" y="20245"/>
                      <a:pt x="11942" y="20145"/>
                    </a:cubicBezTo>
                    <a:cubicBezTo>
                      <a:pt x="11931" y="20142"/>
                      <a:pt x="11920" y="20141"/>
                      <a:pt x="11910" y="20141"/>
                    </a:cubicBezTo>
                    <a:cubicBezTo>
                      <a:pt x="11763" y="20141"/>
                      <a:pt x="11686" y="20351"/>
                      <a:pt x="11842" y="20445"/>
                    </a:cubicBezTo>
                    <a:cubicBezTo>
                      <a:pt x="12509" y="20745"/>
                      <a:pt x="13276" y="21079"/>
                      <a:pt x="14043" y="21212"/>
                    </a:cubicBezTo>
                    <a:cubicBezTo>
                      <a:pt x="13910" y="21579"/>
                      <a:pt x="13776" y="21912"/>
                      <a:pt x="13643" y="22279"/>
                    </a:cubicBezTo>
                    <a:cubicBezTo>
                      <a:pt x="13109" y="23680"/>
                      <a:pt x="12375" y="25015"/>
                      <a:pt x="11308" y="26115"/>
                    </a:cubicBezTo>
                    <a:cubicBezTo>
                      <a:pt x="11275" y="26115"/>
                      <a:pt x="11275" y="26149"/>
                      <a:pt x="11241" y="26182"/>
                    </a:cubicBezTo>
                    <a:cubicBezTo>
                      <a:pt x="11141" y="26249"/>
                      <a:pt x="11008" y="26349"/>
                      <a:pt x="10908" y="26416"/>
                    </a:cubicBezTo>
                    <a:cubicBezTo>
                      <a:pt x="9974" y="26983"/>
                      <a:pt x="9006" y="27216"/>
                      <a:pt x="8006" y="27617"/>
                    </a:cubicBezTo>
                    <a:cubicBezTo>
                      <a:pt x="7805" y="27683"/>
                      <a:pt x="7739" y="27850"/>
                      <a:pt x="7739" y="28017"/>
                    </a:cubicBezTo>
                    <a:cubicBezTo>
                      <a:pt x="7572" y="28184"/>
                      <a:pt x="7372" y="28317"/>
                      <a:pt x="7172" y="28450"/>
                    </a:cubicBezTo>
                    <a:cubicBezTo>
                      <a:pt x="6871" y="28684"/>
                      <a:pt x="6538" y="28884"/>
                      <a:pt x="6204" y="29051"/>
                    </a:cubicBezTo>
                    <a:cubicBezTo>
                      <a:pt x="6071" y="29151"/>
                      <a:pt x="5937" y="29251"/>
                      <a:pt x="5804" y="29318"/>
                    </a:cubicBezTo>
                    <a:cubicBezTo>
                      <a:pt x="5604" y="29418"/>
                      <a:pt x="5437" y="29418"/>
                      <a:pt x="5237" y="29418"/>
                    </a:cubicBezTo>
                    <a:cubicBezTo>
                      <a:pt x="5104" y="29418"/>
                      <a:pt x="5037" y="29485"/>
                      <a:pt x="5003" y="29585"/>
                    </a:cubicBezTo>
                    <a:cubicBezTo>
                      <a:pt x="4892" y="29585"/>
                      <a:pt x="4781" y="29570"/>
                      <a:pt x="4680" y="29570"/>
                    </a:cubicBezTo>
                    <a:cubicBezTo>
                      <a:pt x="4629" y="29570"/>
                      <a:pt x="4581" y="29574"/>
                      <a:pt x="4536" y="29585"/>
                    </a:cubicBezTo>
                    <a:cubicBezTo>
                      <a:pt x="4403" y="29618"/>
                      <a:pt x="4336" y="29751"/>
                      <a:pt x="4436" y="29852"/>
                    </a:cubicBezTo>
                    <a:cubicBezTo>
                      <a:pt x="4436" y="29885"/>
                      <a:pt x="4470" y="29885"/>
                      <a:pt x="4503" y="29918"/>
                    </a:cubicBezTo>
                    <a:cubicBezTo>
                      <a:pt x="4203" y="29852"/>
                      <a:pt x="3903" y="29818"/>
                      <a:pt x="3602" y="29751"/>
                    </a:cubicBezTo>
                    <a:cubicBezTo>
                      <a:pt x="2769" y="29184"/>
                      <a:pt x="2035" y="28484"/>
                      <a:pt x="1167" y="27917"/>
                    </a:cubicBezTo>
                    <a:cubicBezTo>
                      <a:pt x="1134" y="27900"/>
                      <a:pt x="1092" y="27892"/>
                      <a:pt x="1051" y="27892"/>
                    </a:cubicBezTo>
                    <a:cubicBezTo>
                      <a:pt x="1009" y="27892"/>
                      <a:pt x="967" y="27900"/>
                      <a:pt x="934" y="27917"/>
                    </a:cubicBezTo>
                    <a:cubicBezTo>
                      <a:pt x="767" y="27650"/>
                      <a:pt x="600" y="27383"/>
                      <a:pt x="434" y="27116"/>
                    </a:cubicBezTo>
                    <a:cubicBezTo>
                      <a:pt x="388" y="27059"/>
                      <a:pt x="319" y="27033"/>
                      <a:pt x="252" y="27033"/>
                    </a:cubicBezTo>
                    <a:cubicBezTo>
                      <a:pt x="123" y="27033"/>
                      <a:pt x="1" y="27129"/>
                      <a:pt x="67" y="27283"/>
                    </a:cubicBezTo>
                    <a:cubicBezTo>
                      <a:pt x="267" y="27983"/>
                      <a:pt x="700" y="28651"/>
                      <a:pt x="1101" y="29251"/>
                    </a:cubicBezTo>
                    <a:cubicBezTo>
                      <a:pt x="1434" y="29751"/>
                      <a:pt x="1835" y="30252"/>
                      <a:pt x="2302" y="30619"/>
                    </a:cubicBezTo>
                    <a:cubicBezTo>
                      <a:pt x="2802" y="30986"/>
                      <a:pt x="3369" y="31186"/>
                      <a:pt x="4003" y="31219"/>
                    </a:cubicBezTo>
                    <a:cubicBezTo>
                      <a:pt x="4069" y="31253"/>
                      <a:pt x="4170" y="31253"/>
                      <a:pt x="4236" y="31253"/>
                    </a:cubicBezTo>
                    <a:cubicBezTo>
                      <a:pt x="4270" y="31253"/>
                      <a:pt x="4336" y="31286"/>
                      <a:pt x="4403" y="31286"/>
                    </a:cubicBezTo>
                    <a:cubicBezTo>
                      <a:pt x="4203" y="31386"/>
                      <a:pt x="4036" y="31453"/>
                      <a:pt x="3869" y="31553"/>
                    </a:cubicBezTo>
                    <a:cubicBezTo>
                      <a:pt x="3436" y="31820"/>
                      <a:pt x="2635" y="32453"/>
                      <a:pt x="2735" y="33020"/>
                    </a:cubicBezTo>
                    <a:cubicBezTo>
                      <a:pt x="2635" y="33087"/>
                      <a:pt x="2568" y="33121"/>
                      <a:pt x="2502" y="33187"/>
                    </a:cubicBezTo>
                    <a:cubicBezTo>
                      <a:pt x="2435" y="33321"/>
                      <a:pt x="2402" y="33487"/>
                      <a:pt x="2502" y="33621"/>
                    </a:cubicBezTo>
                    <a:cubicBezTo>
                      <a:pt x="2696" y="33780"/>
                      <a:pt x="2937" y="33817"/>
                      <a:pt x="3185" y="33817"/>
                    </a:cubicBezTo>
                    <a:cubicBezTo>
                      <a:pt x="3406" y="33817"/>
                      <a:pt x="3632" y="33788"/>
                      <a:pt x="3836" y="33788"/>
                    </a:cubicBezTo>
                    <a:cubicBezTo>
                      <a:pt x="4270" y="33754"/>
                      <a:pt x="4903" y="33821"/>
                      <a:pt x="5270" y="33588"/>
                    </a:cubicBezTo>
                    <a:cubicBezTo>
                      <a:pt x="5671" y="33321"/>
                      <a:pt x="5504" y="32854"/>
                      <a:pt x="5771" y="32553"/>
                    </a:cubicBezTo>
                    <a:cubicBezTo>
                      <a:pt x="6071" y="32220"/>
                      <a:pt x="6471" y="32053"/>
                      <a:pt x="6705" y="31686"/>
                    </a:cubicBezTo>
                    <a:cubicBezTo>
                      <a:pt x="6771" y="31553"/>
                      <a:pt x="6738" y="31319"/>
                      <a:pt x="6571" y="31253"/>
                    </a:cubicBezTo>
                    <a:cubicBezTo>
                      <a:pt x="6538" y="31219"/>
                      <a:pt x="6505" y="31219"/>
                      <a:pt x="6471" y="31219"/>
                    </a:cubicBezTo>
                    <a:cubicBezTo>
                      <a:pt x="6438" y="31152"/>
                      <a:pt x="6404" y="31119"/>
                      <a:pt x="6371" y="31119"/>
                    </a:cubicBezTo>
                    <a:cubicBezTo>
                      <a:pt x="6371" y="31086"/>
                      <a:pt x="6338" y="31086"/>
                      <a:pt x="6338" y="31052"/>
                    </a:cubicBezTo>
                    <a:lnTo>
                      <a:pt x="6338" y="31052"/>
                    </a:lnTo>
                    <a:cubicBezTo>
                      <a:pt x="6369" y="31063"/>
                      <a:pt x="6398" y="31067"/>
                      <a:pt x="6426" y="31067"/>
                    </a:cubicBezTo>
                    <a:cubicBezTo>
                      <a:pt x="6576" y="31067"/>
                      <a:pt x="6671" y="30926"/>
                      <a:pt x="6671" y="30786"/>
                    </a:cubicBezTo>
                    <a:cubicBezTo>
                      <a:pt x="6805" y="30852"/>
                      <a:pt x="6905" y="30886"/>
                      <a:pt x="7038" y="30919"/>
                    </a:cubicBezTo>
                    <a:cubicBezTo>
                      <a:pt x="7238" y="30986"/>
                      <a:pt x="7472" y="31052"/>
                      <a:pt x="7705" y="31086"/>
                    </a:cubicBezTo>
                    <a:cubicBezTo>
                      <a:pt x="7639" y="31186"/>
                      <a:pt x="7639" y="31286"/>
                      <a:pt x="7739" y="31386"/>
                    </a:cubicBezTo>
                    <a:cubicBezTo>
                      <a:pt x="8072" y="31753"/>
                      <a:pt x="8473" y="32020"/>
                      <a:pt x="8906" y="32220"/>
                    </a:cubicBezTo>
                    <a:cubicBezTo>
                      <a:pt x="9073" y="32587"/>
                      <a:pt x="9340" y="32887"/>
                      <a:pt x="9573" y="33187"/>
                    </a:cubicBezTo>
                    <a:cubicBezTo>
                      <a:pt x="10107" y="33888"/>
                      <a:pt x="10307" y="34755"/>
                      <a:pt x="10407" y="35622"/>
                    </a:cubicBezTo>
                    <a:cubicBezTo>
                      <a:pt x="10441" y="35689"/>
                      <a:pt x="10474" y="35756"/>
                      <a:pt x="10507" y="35789"/>
                    </a:cubicBezTo>
                    <a:cubicBezTo>
                      <a:pt x="10507" y="35856"/>
                      <a:pt x="10474" y="35923"/>
                      <a:pt x="10474" y="35989"/>
                    </a:cubicBezTo>
                    <a:cubicBezTo>
                      <a:pt x="10452" y="36143"/>
                      <a:pt x="10575" y="36268"/>
                      <a:pt x="10700" y="36268"/>
                    </a:cubicBezTo>
                    <a:cubicBezTo>
                      <a:pt x="10764" y="36268"/>
                      <a:pt x="10829" y="36235"/>
                      <a:pt x="10874" y="36156"/>
                    </a:cubicBezTo>
                    <a:cubicBezTo>
                      <a:pt x="11141" y="35722"/>
                      <a:pt x="11341" y="35255"/>
                      <a:pt x="11675" y="34855"/>
                    </a:cubicBezTo>
                    <a:cubicBezTo>
                      <a:pt x="11975" y="34488"/>
                      <a:pt x="12342" y="34188"/>
                      <a:pt x="12776" y="33921"/>
                    </a:cubicBezTo>
                    <a:cubicBezTo>
                      <a:pt x="13243" y="33654"/>
                      <a:pt x="13810" y="33487"/>
                      <a:pt x="14343" y="33421"/>
                    </a:cubicBezTo>
                    <a:cubicBezTo>
                      <a:pt x="14452" y="33408"/>
                      <a:pt x="14559" y="33403"/>
                      <a:pt x="14665" y="33403"/>
                    </a:cubicBezTo>
                    <a:cubicBezTo>
                      <a:pt x="15114" y="33403"/>
                      <a:pt x="15546" y="33500"/>
                      <a:pt x="15978" y="33554"/>
                    </a:cubicBezTo>
                    <a:cubicBezTo>
                      <a:pt x="15997" y="33564"/>
                      <a:pt x="16017" y="33568"/>
                      <a:pt x="16036" y="33568"/>
                    </a:cubicBezTo>
                    <a:cubicBezTo>
                      <a:pt x="16081" y="33568"/>
                      <a:pt x="16121" y="33544"/>
                      <a:pt x="16145" y="33521"/>
                    </a:cubicBezTo>
                    <a:cubicBezTo>
                      <a:pt x="16779" y="34255"/>
                      <a:pt x="17479" y="34955"/>
                      <a:pt x="18113" y="35656"/>
                    </a:cubicBezTo>
                    <a:cubicBezTo>
                      <a:pt x="18480" y="36023"/>
                      <a:pt x="18813" y="36390"/>
                      <a:pt x="19180" y="36756"/>
                    </a:cubicBezTo>
                    <a:cubicBezTo>
                      <a:pt x="19514" y="37123"/>
                      <a:pt x="19847" y="37557"/>
                      <a:pt x="20248" y="37824"/>
                    </a:cubicBezTo>
                    <a:cubicBezTo>
                      <a:pt x="20279" y="37849"/>
                      <a:pt x="20313" y="37860"/>
                      <a:pt x="20347" y="37860"/>
                    </a:cubicBezTo>
                    <a:cubicBezTo>
                      <a:pt x="20491" y="37860"/>
                      <a:pt x="20629" y="37659"/>
                      <a:pt x="20548" y="37524"/>
                    </a:cubicBezTo>
                    <a:cubicBezTo>
                      <a:pt x="20481" y="37390"/>
                      <a:pt x="20381" y="37257"/>
                      <a:pt x="20281" y="37157"/>
                    </a:cubicBezTo>
                    <a:cubicBezTo>
                      <a:pt x="20481" y="37023"/>
                      <a:pt x="20581" y="36790"/>
                      <a:pt x="20515" y="36523"/>
                    </a:cubicBezTo>
                    <a:cubicBezTo>
                      <a:pt x="20281" y="35689"/>
                      <a:pt x="20048" y="34855"/>
                      <a:pt x="19881" y="33988"/>
                    </a:cubicBezTo>
                    <a:cubicBezTo>
                      <a:pt x="19847" y="33888"/>
                      <a:pt x="19847" y="33754"/>
                      <a:pt x="19814" y="33654"/>
                    </a:cubicBezTo>
                    <a:cubicBezTo>
                      <a:pt x="19914" y="33354"/>
                      <a:pt x="19914" y="33087"/>
                      <a:pt x="19881" y="32787"/>
                    </a:cubicBezTo>
                    <a:lnTo>
                      <a:pt x="20381" y="32787"/>
                    </a:lnTo>
                    <a:cubicBezTo>
                      <a:pt x="20586" y="32792"/>
                      <a:pt x="20791" y="32794"/>
                      <a:pt x="20996" y="32794"/>
                    </a:cubicBezTo>
                    <a:cubicBezTo>
                      <a:pt x="23593" y="32794"/>
                      <a:pt x="26185" y="32412"/>
                      <a:pt x="28720" y="31886"/>
                    </a:cubicBezTo>
                    <a:cubicBezTo>
                      <a:pt x="30088" y="31586"/>
                      <a:pt x="31422" y="31253"/>
                      <a:pt x="32757" y="30919"/>
                    </a:cubicBezTo>
                    <a:cubicBezTo>
                      <a:pt x="33257" y="30786"/>
                      <a:pt x="33724" y="30685"/>
                      <a:pt x="34224" y="30519"/>
                    </a:cubicBezTo>
                    <a:cubicBezTo>
                      <a:pt x="34258" y="30619"/>
                      <a:pt x="34291" y="30685"/>
                      <a:pt x="34324" y="30786"/>
                    </a:cubicBezTo>
                    <a:cubicBezTo>
                      <a:pt x="34558" y="31219"/>
                      <a:pt x="34825" y="31686"/>
                      <a:pt x="35092" y="32120"/>
                    </a:cubicBezTo>
                    <a:cubicBezTo>
                      <a:pt x="35192" y="32487"/>
                      <a:pt x="35292" y="32854"/>
                      <a:pt x="35325" y="33221"/>
                    </a:cubicBezTo>
                    <a:cubicBezTo>
                      <a:pt x="35353" y="33496"/>
                      <a:pt x="35562" y="33680"/>
                      <a:pt x="35784" y="33680"/>
                    </a:cubicBezTo>
                    <a:cubicBezTo>
                      <a:pt x="35831" y="33680"/>
                      <a:pt x="35879" y="33672"/>
                      <a:pt x="35926" y="33654"/>
                    </a:cubicBezTo>
                    <a:cubicBezTo>
                      <a:pt x="35974" y="33703"/>
                      <a:pt x="36023" y="33734"/>
                      <a:pt x="36085" y="33734"/>
                    </a:cubicBezTo>
                    <a:cubicBezTo>
                      <a:pt x="36108" y="33734"/>
                      <a:pt x="36132" y="33730"/>
                      <a:pt x="36159" y="33721"/>
                    </a:cubicBezTo>
                    <a:cubicBezTo>
                      <a:pt x="36626" y="33654"/>
                      <a:pt x="37026" y="33187"/>
                      <a:pt x="37393" y="32920"/>
                    </a:cubicBezTo>
                    <a:cubicBezTo>
                      <a:pt x="37794" y="32620"/>
                      <a:pt x="38194" y="32353"/>
                      <a:pt x="38594" y="32086"/>
                    </a:cubicBezTo>
                    <a:cubicBezTo>
                      <a:pt x="39028" y="31820"/>
                      <a:pt x="39461" y="31553"/>
                      <a:pt x="39895" y="31319"/>
                    </a:cubicBezTo>
                    <a:cubicBezTo>
                      <a:pt x="40162" y="31186"/>
                      <a:pt x="40596" y="31086"/>
                      <a:pt x="40829" y="30819"/>
                    </a:cubicBezTo>
                    <a:cubicBezTo>
                      <a:pt x="40829" y="30852"/>
                      <a:pt x="40862" y="30852"/>
                      <a:pt x="40862" y="30852"/>
                    </a:cubicBezTo>
                    <a:cubicBezTo>
                      <a:pt x="40881" y="30858"/>
                      <a:pt x="40900" y="30861"/>
                      <a:pt x="40920" y="30861"/>
                    </a:cubicBezTo>
                    <a:cubicBezTo>
                      <a:pt x="41008" y="30861"/>
                      <a:pt x="41102" y="30807"/>
                      <a:pt x="41129" y="30752"/>
                    </a:cubicBezTo>
                    <a:cubicBezTo>
                      <a:pt x="41163" y="30685"/>
                      <a:pt x="41163" y="30652"/>
                      <a:pt x="41163" y="30619"/>
                    </a:cubicBezTo>
                    <a:cubicBezTo>
                      <a:pt x="41196" y="30619"/>
                      <a:pt x="41196" y="30652"/>
                      <a:pt x="41229" y="30652"/>
                    </a:cubicBezTo>
                    <a:cubicBezTo>
                      <a:pt x="41396" y="30819"/>
                      <a:pt x="41563" y="30952"/>
                      <a:pt x="41730" y="31119"/>
                    </a:cubicBezTo>
                    <a:cubicBezTo>
                      <a:pt x="41796" y="31219"/>
                      <a:pt x="41863" y="31319"/>
                      <a:pt x="41963" y="31386"/>
                    </a:cubicBezTo>
                    <a:cubicBezTo>
                      <a:pt x="42030" y="31419"/>
                      <a:pt x="42097" y="31486"/>
                      <a:pt x="42163" y="31519"/>
                    </a:cubicBezTo>
                    <a:cubicBezTo>
                      <a:pt x="42530" y="31853"/>
                      <a:pt x="42897" y="32187"/>
                      <a:pt x="43231" y="32487"/>
                    </a:cubicBezTo>
                    <a:cubicBezTo>
                      <a:pt x="43598" y="32820"/>
                      <a:pt x="43965" y="33154"/>
                      <a:pt x="44332" y="33487"/>
                    </a:cubicBezTo>
                    <a:cubicBezTo>
                      <a:pt x="44632" y="33754"/>
                      <a:pt x="44965" y="34155"/>
                      <a:pt x="45399" y="34288"/>
                    </a:cubicBezTo>
                    <a:cubicBezTo>
                      <a:pt x="45423" y="34296"/>
                      <a:pt x="45446" y="34300"/>
                      <a:pt x="45468" y="34300"/>
                    </a:cubicBezTo>
                    <a:cubicBezTo>
                      <a:pt x="45628" y="34300"/>
                      <a:pt x="45721" y="34101"/>
                      <a:pt x="45632" y="33954"/>
                    </a:cubicBezTo>
                    <a:cubicBezTo>
                      <a:pt x="45566" y="33754"/>
                      <a:pt x="45399" y="33588"/>
                      <a:pt x="45232" y="33421"/>
                    </a:cubicBezTo>
                    <a:cubicBezTo>
                      <a:pt x="45299" y="33254"/>
                      <a:pt x="45199" y="33054"/>
                      <a:pt x="45132" y="32887"/>
                    </a:cubicBezTo>
                    <a:cubicBezTo>
                      <a:pt x="45132" y="32520"/>
                      <a:pt x="44965" y="32153"/>
                      <a:pt x="44832" y="31820"/>
                    </a:cubicBezTo>
                    <a:cubicBezTo>
                      <a:pt x="44799" y="31720"/>
                      <a:pt x="44765" y="31586"/>
                      <a:pt x="44698" y="31453"/>
                    </a:cubicBezTo>
                    <a:cubicBezTo>
                      <a:pt x="44865" y="31319"/>
                      <a:pt x="44932" y="31086"/>
                      <a:pt x="44865" y="30852"/>
                    </a:cubicBezTo>
                    <a:cubicBezTo>
                      <a:pt x="44465" y="29718"/>
                      <a:pt x="44198" y="28551"/>
                      <a:pt x="44031" y="27350"/>
                    </a:cubicBezTo>
                    <a:cubicBezTo>
                      <a:pt x="44031" y="27316"/>
                      <a:pt x="43998" y="27250"/>
                      <a:pt x="43998" y="27216"/>
                    </a:cubicBezTo>
                    <a:cubicBezTo>
                      <a:pt x="44498" y="27150"/>
                      <a:pt x="44965" y="26749"/>
                      <a:pt x="45332" y="26449"/>
                    </a:cubicBezTo>
                    <a:cubicBezTo>
                      <a:pt x="46200" y="25715"/>
                      <a:pt x="46833" y="24815"/>
                      <a:pt x="47334" y="23847"/>
                    </a:cubicBezTo>
                    <a:cubicBezTo>
                      <a:pt x="47601" y="23313"/>
                      <a:pt x="47834" y="22746"/>
                      <a:pt x="48034" y="22179"/>
                    </a:cubicBezTo>
                    <a:cubicBezTo>
                      <a:pt x="48134" y="21846"/>
                      <a:pt x="48301" y="21479"/>
                      <a:pt x="48268" y="21145"/>
                    </a:cubicBezTo>
                    <a:cubicBezTo>
                      <a:pt x="48535" y="20545"/>
                      <a:pt x="48735" y="19911"/>
                      <a:pt x="48935" y="19244"/>
                    </a:cubicBezTo>
                    <a:cubicBezTo>
                      <a:pt x="49268" y="18110"/>
                      <a:pt x="49535" y="16909"/>
                      <a:pt x="49669" y="15741"/>
                    </a:cubicBezTo>
                    <a:cubicBezTo>
                      <a:pt x="49769" y="15108"/>
                      <a:pt x="49835" y="14507"/>
                      <a:pt x="49869" y="13873"/>
                    </a:cubicBezTo>
                    <a:cubicBezTo>
                      <a:pt x="49902" y="13373"/>
                      <a:pt x="49936" y="12739"/>
                      <a:pt x="49769" y="12239"/>
                    </a:cubicBezTo>
                    <a:cubicBezTo>
                      <a:pt x="49869" y="11338"/>
                      <a:pt x="49902" y="10404"/>
                      <a:pt x="49902" y="9504"/>
                    </a:cubicBezTo>
                    <a:cubicBezTo>
                      <a:pt x="49902" y="6301"/>
                      <a:pt x="49435" y="3166"/>
                      <a:pt x="48568" y="97"/>
                    </a:cubicBezTo>
                    <a:cubicBezTo>
                      <a:pt x="48554" y="30"/>
                      <a:pt x="48497" y="0"/>
                      <a:pt x="484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3" name="Google Shape;13133;p39"/>
              <p:cNvSpPr/>
              <p:nvPr/>
            </p:nvSpPr>
            <p:spPr>
              <a:xfrm>
                <a:off x="6164075" y="2374200"/>
                <a:ext cx="45075" cy="38075"/>
              </a:xfrm>
              <a:custGeom>
                <a:rect b="b" l="l" r="r" t="t"/>
                <a:pathLst>
                  <a:path extrusionOk="0" h="1523" w="1803">
                    <a:moveTo>
                      <a:pt x="862" y="376"/>
                    </a:moveTo>
                    <a:cubicBezTo>
                      <a:pt x="952" y="376"/>
                      <a:pt x="1027" y="414"/>
                      <a:pt x="1102" y="489"/>
                    </a:cubicBezTo>
                    <a:cubicBezTo>
                      <a:pt x="1268" y="655"/>
                      <a:pt x="1235" y="956"/>
                      <a:pt x="1002" y="1089"/>
                    </a:cubicBezTo>
                    <a:cubicBezTo>
                      <a:pt x="949" y="1112"/>
                      <a:pt x="893" y="1122"/>
                      <a:pt x="838" y="1122"/>
                    </a:cubicBezTo>
                    <a:cubicBezTo>
                      <a:pt x="648" y="1122"/>
                      <a:pt x="468" y="996"/>
                      <a:pt x="468" y="789"/>
                    </a:cubicBezTo>
                    <a:cubicBezTo>
                      <a:pt x="468" y="622"/>
                      <a:pt x="601" y="489"/>
                      <a:pt x="768" y="388"/>
                    </a:cubicBezTo>
                    <a:cubicBezTo>
                      <a:pt x="801" y="380"/>
                      <a:pt x="833" y="376"/>
                      <a:pt x="862" y="376"/>
                    </a:cubicBezTo>
                    <a:close/>
                    <a:moveTo>
                      <a:pt x="845" y="1"/>
                    </a:moveTo>
                    <a:cubicBezTo>
                      <a:pt x="784" y="1"/>
                      <a:pt x="724" y="8"/>
                      <a:pt x="668" y="22"/>
                    </a:cubicBezTo>
                    <a:cubicBezTo>
                      <a:pt x="535" y="22"/>
                      <a:pt x="401" y="88"/>
                      <a:pt x="301" y="222"/>
                    </a:cubicBezTo>
                    <a:cubicBezTo>
                      <a:pt x="101" y="388"/>
                      <a:pt x="1" y="622"/>
                      <a:pt x="34" y="855"/>
                    </a:cubicBezTo>
                    <a:cubicBezTo>
                      <a:pt x="86" y="1269"/>
                      <a:pt x="458" y="1522"/>
                      <a:pt x="840" y="1522"/>
                    </a:cubicBezTo>
                    <a:cubicBezTo>
                      <a:pt x="951" y="1522"/>
                      <a:pt x="1063" y="1501"/>
                      <a:pt x="1168" y="1456"/>
                    </a:cubicBezTo>
                    <a:cubicBezTo>
                      <a:pt x="1669" y="1256"/>
                      <a:pt x="1802" y="655"/>
                      <a:pt x="1469" y="255"/>
                    </a:cubicBezTo>
                    <a:cubicBezTo>
                      <a:pt x="1337" y="97"/>
                      <a:pt x="1079" y="1"/>
                      <a:pt x="84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4" name="Google Shape;13134;p39"/>
              <p:cNvSpPr/>
              <p:nvPr/>
            </p:nvSpPr>
            <p:spPr>
              <a:xfrm>
                <a:off x="6853750" y="2372550"/>
                <a:ext cx="44225" cy="38775"/>
              </a:xfrm>
              <a:custGeom>
                <a:rect b="b" l="l" r="r" t="t"/>
                <a:pathLst>
                  <a:path extrusionOk="0" h="1551" w="1769">
                    <a:moveTo>
                      <a:pt x="767" y="388"/>
                    </a:moveTo>
                    <a:cubicBezTo>
                      <a:pt x="868" y="388"/>
                      <a:pt x="968" y="388"/>
                      <a:pt x="1068" y="488"/>
                    </a:cubicBezTo>
                    <a:cubicBezTo>
                      <a:pt x="1268" y="655"/>
                      <a:pt x="1234" y="988"/>
                      <a:pt x="1001" y="1088"/>
                    </a:cubicBezTo>
                    <a:cubicBezTo>
                      <a:pt x="948" y="1111"/>
                      <a:pt x="892" y="1122"/>
                      <a:pt x="837" y="1122"/>
                    </a:cubicBezTo>
                    <a:cubicBezTo>
                      <a:pt x="647" y="1122"/>
                      <a:pt x="467" y="995"/>
                      <a:pt x="467" y="788"/>
                    </a:cubicBezTo>
                    <a:cubicBezTo>
                      <a:pt x="467" y="621"/>
                      <a:pt x="601" y="488"/>
                      <a:pt x="767" y="388"/>
                    </a:cubicBezTo>
                    <a:close/>
                    <a:moveTo>
                      <a:pt x="825" y="0"/>
                    </a:moveTo>
                    <a:cubicBezTo>
                      <a:pt x="761" y="0"/>
                      <a:pt x="697" y="7"/>
                      <a:pt x="634" y="21"/>
                    </a:cubicBezTo>
                    <a:cubicBezTo>
                      <a:pt x="501" y="21"/>
                      <a:pt x="367" y="121"/>
                      <a:pt x="267" y="221"/>
                    </a:cubicBezTo>
                    <a:cubicBezTo>
                      <a:pt x="100" y="388"/>
                      <a:pt x="0" y="621"/>
                      <a:pt x="34" y="855"/>
                    </a:cubicBezTo>
                    <a:cubicBezTo>
                      <a:pt x="60" y="1275"/>
                      <a:pt x="438" y="1551"/>
                      <a:pt x="826" y="1551"/>
                    </a:cubicBezTo>
                    <a:cubicBezTo>
                      <a:pt x="930" y="1551"/>
                      <a:pt x="1035" y="1531"/>
                      <a:pt x="1134" y="1489"/>
                    </a:cubicBezTo>
                    <a:cubicBezTo>
                      <a:pt x="1635" y="1255"/>
                      <a:pt x="1768" y="655"/>
                      <a:pt x="1435" y="254"/>
                    </a:cubicBezTo>
                    <a:cubicBezTo>
                      <a:pt x="1303" y="96"/>
                      <a:pt x="1066" y="0"/>
                      <a:pt x="82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5" name="Google Shape;13135;p39"/>
              <p:cNvSpPr/>
              <p:nvPr/>
            </p:nvSpPr>
            <p:spPr>
              <a:xfrm>
                <a:off x="6587725" y="2457275"/>
                <a:ext cx="61725" cy="4200"/>
              </a:xfrm>
              <a:custGeom>
                <a:rect b="b" l="l" r="r" t="t"/>
                <a:pathLst>
                  <a:path extrusionOk="0" h="168" w="2469">
                    <a:moveTo>
                      <a:pt x="34" y="1"/>
                    </a:moveTo>
                    <a:cubicBezTo>
                      <a:pt x="0" y="1"/>
                      <a:pt x="0" y="101"/>
                      <a:pt x="67" y="101"/>
                    </a:cubicBezTo>
                    <a:cubicBezTo>
                      <a:pt x="834" y="134"/>
                      <a:pt x="1601" y="168"/>
                      <a:pt x="2402" y="168"/>
                    </a:cubicBezTo>
                    <a:cubicBezTo>
                      <a:pt x="2469" y="168"/>
                      <a:pt x="2435" y="68"/>
                      <a:pt x="2402" y="68"/>
                    </a:cubicBezTo>
                    <a:cubicBezTo>
                      <a:pt x="1601" y="34"/>
                      <a:pt x="834" y="1"/>
                      <a:pt x="3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6" name="Google Shape;13136;p39"/>
              <p:cNvSpPr/>
              <p:nvPr/>
            </p:nvSpPr>
            <p:spPr>
              <a:xfrm>
                <a:off x="6674450" y="2460625"/>
                <a:ext cx="33150" cy="5200"/>
              </a:xfrm>
              <a:custGeom>
                <a:rect b="b" l="l" r="r" t="t"/>
                <a:pathLst>
                  <a:path extrusionOk="0" h="208" w="1326">
                    <a:moveTo>
                      <a:pt x="67" y="0"/>
                    </a:moveTo>
                    <a:cubicBezTo>
                      <a:pt x="0" y="0"/>
                      <a:pt x="0" y="67"/>
                      <a:pt x="34" y="100"/>
                    </a:cubicBezTo>
                    <a:cubicBezTo>
                      <a:pt x="434" y="134"/>
                      <a:pt x="834" y="200"/>
                      <a:pt x="1268" y="200"/>
                    </a:cubicBezTo>
                    <a:cubicBezTo>
                      <a:pt x="1273" y="205"/>
                      <a:pt x="1278" y="207"/>
                      <a:pt x="1282" y="207"/>
                    </a:cubicBezTo>
                    <a:cubicBezTo>
                      <a:pt x="1309" y="207"/>
                      <a:pt x="1325" y="134"/>
                      <a:pt x="1268" y="134"/>
                    </a:cubicBezTo>
                    <a:cubicBezTo>
                      <a:pt x="868" y="67"/>
                      <a:pt x="467" y="34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7" name="Google Shape;13137;p39"/>
              <p:cNvSpPr/>
              <p:nvPr/>
            </p:nvSpPr>
            <p:spPr>
              <a:xfrm>
                <a:off x="6135775" y="2498975"/>
                <a:ext cx="20825" cy="8550"/>
              </a:xfrm>
              <a:custGeom>
                <a:rect b="b" l="l" r="r" t="t"/>
                <a:pathLst>
                  <a:path extrusionOk="0" h="342" w="833">
                    <a:moveTo>
                      <a:pt x="766" y="1"/>
                    </a:moveTo>
                    <a:cubicBezTo>
                      <a:pt x="532" y="34"/>
                      <a:pt x="266" y="134"/>
                      <a:pt x="65" y="234"/>
                    </a:cubicBezTo>
                    <a:cubicBezTo>
                      <a:pt x="8" y="263"/>
                      <a:pt x="0" y="341"/>
                      <a:pt x="63" y="341"/>
                    </a:cubicBezTo>
                    <a:cubicBezTo>
                      <a:pt x="73" y="341"/>
                      <a:pt x="85" y="339"/>
                      <a:pt x="99" y="334"/>
                    </a:cubicBezTo>
                    <a:cubicBezTo>
                      <a:pt x="332" y="301"/>
                      <a:pt x="599" y="201"/>
                      <a:pt x="799" y="101"/>
                    </a:cubicBezTo>
                    <a:cubicBezTo>
                      <a:pt x="833" y="68"/>
                      <a:pt x="833" y="1"/>
                      <a:pt x="766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8" name="Google Shape;13138;p39"/>
              <p:cNvSpPr/>
              <p:nvPr/>
            </p:nvSpPr>
            <p:spPr>
              <a:xfrm>
                <a:off x="6027325" y="2401400"/>
                <a:ext cx="43375" cy="15050"/>
              </a:xfrm>
              <a:custGeom>
                <a:rect b="b" l="l" r="r" t="t"/>
                <a:pathLst>
                  <a:path extrusionOk="0" h="602" w="1735">
                    <a:moveTo>
                      <a:pt x="1635" y="1"/>
                    </a:moveTo>
                    <a:cubicBezTo>
                      <a:pt x="1101" y="101"/>
                      <a:pt x="567" y="301"/>
                      <a:pt x="34" y="501"/>
                    </a:cubicBezTo>
                    <a:cubicBezTo>
                      <a:pt x="0" y="535"/>
                      <a:pt x="0" y="601"/>
                      <a:pt x="67" y="601"/>
                    </a:cubicBezTo>
                    <a:cubicBezTo>
                      <a:pt x="601" y="468"/>
                      <a:pt x="1168" y="301"/>
                      <a:pt x="1668" y="101"/>
                    </a:cubicBezTo>
                    <a:cubicBezTo>
                      <a:pt x="1735" y="68"/>
                      <a:pt x="1702" y="1"/>
                      <a:pt x="163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9" name="Google Shape;13139;p39"/>
              <p:cNvSpPr/>
              <p:nvPr/>
            </p:nvSpPr>
            <p:spPr>
              <a:xfrm>
                <a:off x="6049000" y="2410575"/>
                <a:ext cx="26725" cy="9200"/>
              </a:xfrm>
              <a:custGeom>
                <a:rect b="b" l="l" r="r" t="t"/>
                <a:pathLst>
                  <a:path extrusionOk="0" h="368" w="1069">
                    <a:moveTo>
                      <a:pt x="1001" y="1"/>
                    </a:moveTo>
                    <a:cubicBezTo>
                      <a:pt x="668" y="68"/>
                      <a:pt x="368" y="168"/>
                      <a:pt x="67" y="268"/>
                    </a:cubicBezTo>
                    <a:cubicBezTo>
                      <a:pt x="1" y="301"/>
                      <a:pt x="34" y="368"/>
                      <a:pt x="101" y="368"/>
                    </a:cubicBezTo>
                    <a:cubicBezTo>
                      <a:pt x="401" y="301"/>
                      <a:pt x="734" y="234"/>
                      <a:pt x="1001" y="134"/>
                    </a:cubicBezTo>
                    <a:cubicBezTo>
                      <a:pt x="1068" y="101"/>
                      <a:pt x="1068" y="1"/>
                      <a:pt x="10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0" name="Google Shape;13140;p39"/>
              <p:cNvSpPr/>
              <p:nvPr/>
            </p:nvSpPr>
            <p:spPr>
              <a:xfrm>
                <a:off x="6099200" y="2446450"/>
                <a:ext cx="42400" cy="15250"/>
              </a:xfrm>
              <a:custGeom>
                <a:rect b="b" l="l" r="r" t="t"/>
                <a:pathLst>
                  <a:path extrusionOk="0" h="610" w="1696">
                    <a:moveTo>
                      <a:pt x="1595" y="0"/>
                    </a:moveTo>
                    <a:cubicBezTo>
                      <a:pt x="1061" y="134"/>
                      <a:pt x="528" y="300"/>
                      <a:pt x="27" y="534"/>
                    </a:cubicBezTo>
                    <a:cubicBezTo>
                      <a:pt x="0" y="561"/>
                      <a:pt x="17" y="610"/>
                      <a:pt x="42" y="610"/>
                    </a:cubicBezTo>
                    <a:cubicBezTo>
                      <a:pt x="48" y="610"/>
                      <a:pt x="54" y="607"/>
                      <a:pt x="61" y="601"/>
                    </a:cubicBezTo>
                    <a:cubicBezTo>
                      <a:pt x="594" y="467"/>
                      <a:pt x="1128" y="300"/>
                      <a:pt x="1629" y="100"/>
                    </a:cubicBezTo>
                    <a:cubicBezTo>
                      <a:pt x="1695" y="100"/>
                      <a:pt x="1662" y="0"/>
                      <a:pt x="159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1" name="Google Shape;13141;p39"/>
              <p:cNvSpPr/>
              <p:nvPr/>
            </p:nvSpPr>
            <p:spPr>
              <a:xfrm>
                <a:off x="6111025" y="2441450"/>
                <a:ext cx="20550" cy="6925"/>
              </a:xfrm>
              <a:custGeom>
                <a:rect b="b" l="l" r="r" t="t"/>
                <a:pathLst>
                  <a:path extrusionOk="0" h="277" w="822">
                    <a:moveTo>
                      <a:pt x="722" y="0"/>
                    </a:moveTo>
                    <a:cubicBezTo>
                      <a:pt x="488" y="67"/>
                      <a:pt x="288" y="134"/>
                      <a:pt x="55" y="200"/>
                    </a:cubicBezTo>
                    <a:cubicBezTo>
                      <a:pt x="1" y="227"/>
                      <a:pt x="12" y="276"/>
                      <a:pt x="54" y="276"/>
                    </a:cubicBezTo>
                    <a:cubicBezTo>
                      <a:pt x="64" y="276"/>
                      <a:pt x="75" y="273"/>
                      <a:pt x="88" y="267"/>
                    </a:cubicBezTo>
                    <a:cubicBezTo>
                      <a:pt x="322" y="234"/>
                      <a:pt x="555" y="167"/>
                      <a:pt x="755" y="100"/>
                    </a:cubicBezTo>
                    <a:cubicBezTo>
                      <a:pt x="822" y="67"/>
                      <a:pt x="789" y="0"/>
                      <a:pt x="722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2" name="Google Shape;13142;p39"/>
              <p:cNvSpPr/>
              <p:nvPr/>
            </p:nvSpPr>
            <p:spPr>
              <a:xfrm>
                <a:off x="6998850" y="2456450"/>
                <a:ext cx="35650" cy="11050"/>
              </a:xfrm>
              <a:custGeom>
                <a:rect b="b" l="l" r="r" t="t"/>
                <a:pathLst>
                  <a:path extrusionOk="0" h="442" w="1426">
                    <a:moveTo>
                      <a:pt x="67" y="1"/>
                    </a:moveTo>
                    <a:cubicBezTo>
                      <a:pt x="34" y="1"/>
                      <a:pt x="0" y="67"/>
                      <a:pt x="67" y="67"/>
                    </a:cubicBezTo>
                    <a:cubicBezTo>
                      <a:pt x="467" y="234"/>
                      <a:pt x="901" y="367"/>
                      <a:pt x="1335" y="434"/>
                    </a:cubicBezTo>
                    <a:cubicBezTo>
                      <a:pt x="1344" y="439"/>
                      <a:pt x="1353" y="441"/>
                      <a:pt x="1361" y="441"/>
                    </a:cubicBezTo>
                    <a:cubicBezTo>
                      <a:pt x="1409" y="441"/>
                      <a:pt x="1425" y="367"/>
                      <a:pt x="1368" y="367"/>
                    </a:cubicBezTo>
                    <a:cubicBezTo>
                      <a:pt x="968" y="201"/>
                      <a:pt x="501" y="67"/>
                      <a:pt x="6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3" name="Google Shape;13143;p39"/>
              <p:cNvSpPr/>
              <p:nvPr/>
            </p:nvSpPr>
            <p:spPr>
              <a:xfrm>
                <a:off x="5798825" y="2296575"/>
                <a:ext cx="1381000" cy="1292175"/>
              </a:xfrm>
              <a:custGeom>
                <a:rect b="b" l="l" r="r" t="t"/>
                <a:pathLst>
                  <a:path extrusionOk="0" h="51687" w="55240">
                    <a:moveTo>
                      <a:pt x="27513" y="408"/>
                    </a:moveTo>
                    <a:cubicBezTo>
                      <a:pt x="28371" y="408"/>
                      <a:pt x="29230" y="435"/>
                      <a:pt x="30089" y="491"/>
                    </a:cubicBezTo>
                    <a:cubicBezTo>
                      <a:pt x="31656" y="591"/>
                      <a:pt x="33224" y="792"/>
                      <a:pt x="34759" y="1058"/>
                    </a:cubicBezTo>
                    <a:cubicBezTo>
                      <a:pt x="35492" y="1192"/>
                      <a:pt x="36260" y="1359"/>
                      <a:pt x="36994" y="1525"/>
                    </a:cubicBezTo>
                    <a:cubicBezTo>
                      <a:pt x="37494" y="1659"/>
                      <a:pt x="38061" y="1692"/>
                      <a:pt x="38595" y="1826"/>
                    </a:cubicBezTo>
                    <a:cubicBezTo>
                      <a:pt x="38895" y="1926"/>
                      <a:pt x="39128" y="2059"/>
                      <a:pt x="39362" y="2259"/>
                    </a:cubicBezTo>
                    <a:cubicBezTo>
                      <a:pt x="40296" y="3260"/>
                      <a:pt x="41197" y="4494"/>
                      <a:pt x="41997" y="5962"/>
                    </a:cubicBezTo>
                    <a:cubicBezTo>
                      <a:pt x="40496" y="5628"/>
                      <a:pt x="38995" y="5361"/>
                      <a:pt x="37494" y="5161"/>
                    </a:cubicBezTo>
                    <a:cubicBezTo>
                      <a:pt x="34831" y="4790"/>
                      <a:pt x="32140" y="4591"/>
                      <a:pt x="29446" y="4591"/>
                    </a:cubicBezTo>
                    <a:cubicBezTo>
                      <a:pt x="29238" y="4591"/>
                      <a:pt x="29029" y="4592"/>
                      <a:pt x="28821" y="4594"/>
                    </a:cubicBezTo>
                    <a:cubicBezTo>
                      <a:pt x="27320" y="4628"/>
                      <a:pt x="25819" y="4694"/>
                      <a:pt x="24351" y="4828"/>
                    </a:cubicBezTo>
                    <a:cubicBezTo>
                      <a:pt x="23617" y="4894"/>
                      <a:pt x="22883" y="4961"/>
                      <a:pt x="22150" y="5061"/>
                    </a:cubicBezTo>
                    <a:cubicBezTo>
                      <a:pt x="21549" y="5128"/>
                      <a:pt x="20849" y="5161"/>
                      <a:pt x="20282" y="5395"/>
                    </a:cubicBezTo>
                    <a:cubicBezTo>
                      <a:pt x="19081" y="3794"/>
                      <a:pt x="17780" y="2626"/>
                      <a:pt x="16412" y="1926"/>
                    </a:cubicBezTo>
                    <a:cubicBezTo>
                      <a:pt x="17913" y="1525"/>
                      <a:pt x="19414" y="1192"/>
                      <a:pt x="20915" y="925"/>
                    </a:cubicBezTo>
                    <a:cubicBezTo>
                      <a:pt x="23101" y="589"/>
                      <a:pt x="25305" y="408"/>
                      <a:pt x="27513" y="408"/>
                    </a:cubicBezTo>
                    <a:close/>
                    <a:moveTo>
                      <a:pt x="10608" y="3627"/>
                    </a:moveTo>
                    <a:cubicBezTo>
                      <a:pt x="10808" y="3627"/>
                      <a:pt x="11008" y="3660"/>
                      <a:pt x="11175" y="3694"/>
                    </a:cubicBezTo>
                    <a:cubicBezTo>
                      <a:pt x="12509" y="4227"/>
                      <a:pt x="13777" y="5228"/>
                      <a:pt x="14878" y="6529"/>
                    </a:cubicBezTo>
                    <a:cubicBezTo>
                      <a:pt x="14377" y="6629"/>
                      <a:pt x="13844" y="6796"/>
                      <a:pt x="13343" y="6963"/>
                    </a:cubicBezTo>
                    <a:cubicBezTo>
                      <a:pt x="13010" y="7029"/>
                      <a:pt x="12643" y="7129"/>
                      <a:pt x="12343" y="7263"/>
                    </a:cubicBezTo>
                    <a:cubicBezTo>
                      <a:pt x="12209" y="7296"/>
                      <a:pt x="12109" y="7330"/>
                      <a:pt x="12009" y="7396"/>
                    </a:cubicBezTo>
                    <a:cubicBezTo>
                      <a:pt x="10797" y="6120"/>
                      <a:pt x="9462" y="5424"/>
                      <a:pt x="8094" y="5424"/>
                    </a:cubicBezTo>
                    <a:cubicBezTo>
                      <a:pt x="8031" y="5424"/>
                      <a:pt x="7969" y="5425"/>
                      <a:pt x="7906" y="5428"/>
                    </a:cubicBezTo>
                    <a:cubicBezTo>
                      <a:pt x="7272" y="5462"/>
                      <a:pt x="6672" y="5628"/>
                      <a:pt x="6071" y="5962"/>
                    </a:cubicBezTo>
                    <a:cubicBezTo>
                      <a:pt x="6272" y="5795"/>
                      <a:pt x="6472" y="5628"/>
                      <a:pt x="6672" y="5462"/>
                    </a:cubicBezTo>
                    <a:cubicBezTo>
                      <a:pt x="7339" y="4995"/>
                      <a:pt x="8040" y="4594"/>
                      <a:pt x="8773" y="4261"/>
                    </a:cubicBezTo>
                    <a:cubicBezTo>
                      <a:pt x="9107" y="4127"/>
                      <a:pt x="9441" y="3994"/>
                      <a:pt x="9774" y="3860"/>
                    </a:cubicBezTo>
                    <a:cubicBezTo>
                      <a:pt x="10041" y="3794"/>
                      <a:pt x="10341" y="3727"/>
                      <a:pt x="10608" y="3627"/>
                    </a:cubicBezTo>
                    <a:close/>
                    <a:moveTo>
                      <a:pt x="45867" y="4061"/>
                    </a:moveTo>
                    <a:lnTo>
                      <a:pt x="45867" y="4061"/>
                    </a:lnTo>
                    <a:cubicBezTo>
                      <a:pt x="46133" y="4127"/>
                      <a:pt x="46400" y="4194"/>
                      <a:pt x="46467" y="4227"/>
                    </a:cubicBezTo>
                    <a:cubicBezTo>
                      <a:pt x="46801" y="4327"/>
                      <a:pt x="47167" y="4427"/>
                      <a:pt x="47501" y="4594"/>
                    </a:cubicBezTo>
                    <a:cubicBezTo>
                      <a:pt x="47735" y="4694"/>
                      <a:pt x="47935" y="4794"/>
                      <a:pt x="48135" y="4894"/>
                    </a:cubicBezTo>
                    <a:cubicBezTo>
                      <a:pt x="49069" y="5495"/>
                      <a:pt x="49936" y="6396"/>
                      <a:pt x="50737" y="7630"/>
                    </a:cubicBezTo>
                    <a:cubicBezTo>
                      <a:pt x="50703" y="7630"/>
                      <a:pt x="50703" y="7596"/>
                      <a:pt x="50670" y="7596"/>
                    </a:cubicBezTo>
                    <a:cubicBezTo>
                      <a:pt x="50336" y="7496"/>
                      <a:pt x="50003" y="7363"/>
                      <a:pt x="49669" y="7296"/>
                    </a:cubicBezTo>
                    <a:cubicBezTo>
                      <a:pt x="49302" y="7196"/>
                      <a:pt x="48902" y="7096"/>
                      <a:pt x="48535" y="6996"/>
                    </a:cubicBezTo>
                    <a:cubicBezTo>
                      <a:pt x="48373" y="6969"/>
                      <a:pt x="48211" y="6920"/>
                      <a:pt x="48067" y="6920"/>
                    </a:cubicBezTo>
                    <a:cubicBezTo>
                      <a:pt x="48033" y="6920"/>
                      <a:pt x="48000" y="6923"/>
                      <a:pt x="47968" y="6929"/>
                    </a:cubicBezTo>
                    <a:cubicBezTo>
                      <a:pt x="47368" y="5929"/>
                      <a:pt x="46734" y="4995"/>
                      <a:pt x="45967" y="4127"/>
                    </a:cubicBezTo>
                    <a:cubicBezTo>
                      <a:pt x="45933" y="4127"/>
                      <a:pt x="45900" y="4094"/>
                      <a:pt x="45867" y="4061"/>
                    </a:cubicBezTo>
                    <a:close/>
                    <a:moveTo>
                      <a:pt x="6839" y="6062"/>
                    </a:moveTo>
                    <a:cubicBezTo>
                      <a:pt x="6839" y="6229"/>
                      <a:pt x="6905" y="6362"/>
                      <a:pt x="6905" y="6496"/>
                    </a:cubicBezTo>
                    <a:cubicBezTo>
                      <a:pt x="6972" y="6796"/>
                      <a:pt x="7005" y="7196"/>
                      <a:pt x="7139" y="7496"/>
                    </a:cubicBezTo>
                    <a:cubicBezTo>
                      <a:pt x="6238" y="7697"/>
                      <a:pt x="5371" y="8330"/>
                      <a:pt x="4637" y="9398"/>
                    </a:cubicBezTo>
                    <a:cubicBezTo>
                      <a:pt x="4537" y="9298"/>
                      <a:pt x="4404" y="9231"/>
                      <a:pt x="4337" y="9131"/>
                    </a:cubicBezTo>
                    <a:cubicBezTo>
                      <a:pt x="4170" y="8997"/>
                      <a:pt x="4003" y="8864"/>
                      <a:pt x="3837" y="8764"/>
                    </a:cubicBezTo>
                    <a:cubicBezTo>
                      <a:pt x="4704" y="7396"/>
                      <a:pt x="5738" y="6462"/>
                      <a:pt x="6839" y="6062"/>
                    </a:cubicBezTo>
                    <a:close/>
                    <a:moveTo>
                      <a:pt x="8126" y="5857"/>
                    </a:moveTo>
                    <a:cubicBezTo>
                      <a:pt x="9361" y="5857"/>
                      <a:pt x="10564" y="6488"/>
                      <a:pt x="11675" y="7663"/>
                    </a:cubicBezTo>
                    <a:cubicBezTo>
                      <a:pt x="11542" y="7930"/>
                      <a:pt x="11442" y="8264"/>
                      <a:pt x="11442" y="8297"/>
                    </a:cubicBezTo>
                    <a:cubicBezTo>
                      <a:pt x="11309" y="8564"/>
                      <a:pt x="11208" y="8864"/>
                      <a:pt x="11108" y="9131"/>
                    </a:cubicBezTo>
                    <a:cubicBezTo>
                      <a:pt x="11075" y="9231"/>
                      <a:pt x="11008" y="9331"/>
                      <a:pt x="10975" y="9431"/>
                    </a:cubicBezTo>
                    <a:cubicBezTo>
                      <a:pt x="9986" y="8123"/>
                      <a:pt x="8875" y="7425"/>
                      <a:pt x="7759" y="7425"/>
                    </a:cubicBezTo>
                    <a:cubicBezTo>
                      <a:pt x="7708" y="7425"/>
                      <a:pt x="7657" y="7427"/>
                      <a:pt x="7606" y="7430"/>
                    </a:cubicBezTo>
                    <a:lnTo>
                      <a:pt x="7506" y="7430"/>
                    </a:lnTo>
                    <a:cubicBezTo>
                      <a:pt x="7506" y="7129"/>
                      <a:pt x="7372" y="6796"/>
                      <a:pt x="7339" y="6529"/>
                    </a:cubicBezTo>
                    <a:cubicBezTo>
                      <a:pt x="7272" y="6362"/>
                      <a:pt x="7272" y="6129"/>
                      <a:pt x="7206" y="5962"/>
                    </a:cubicBezTo>
                    <a:cubicBezTo>
                      <a:pt x="7439" y="5895"/>
                      <a:pt x="7673" y="5862"/>
                      <a:pt x="7939" y="5862"/>
                    </a:cubicBezTo>
                    <a:cubicBezTo>
                      <a:pt x="8002" y="5859"/>
                      <a:pt x="8064" y="5857"/>
                      <a:pt x="8126" y="5857"/>
                    </a:cubicBezTo>
                    <a:close/>
                    <a:moveTo>
                      <a:pt x="7735" y="7861"/>
                    </a:moveTo>
                    <a:cubicBezTo>
                      <a:pt x="8473" y="7861"/>
                      <a:pt x="9239" y="8227"/>
                      <a:pt x="9974" y="8931"/>
                    </a:cubicBezTo>
                    <a:cubicBezTo>
                      <a:pt x="9774" y="9164"/>
                      <a:pt x="9541" y="9398"/>
                      <a:pt x="9374" y="9665"/>
                    </a:cubicBezTo>
                    <a:cubicBezTo>
                      <a:pt x="9090" y="9640"/>
                      <a:pt x="8802" y="9633"/>
                      <a:pt x="8513" y="9633"/>
                    </a:cubicBezTo>
                    <a:cubicBezTo>
                      <a:pt x="8197" y="9633"/>
                      <a:pt x="7879" y="9641"/>
                      <a:pt x="7565" y="9641"/>
                    </a:cubicBezTo>
                    <a:cubicBezTo>
                      <a:pt x="7388" y="9641"/>
                      <a:pt x="7213" y="9639"/>
                      <a:pt x="7039" y="9631"/>
                    </a:cubicBezTo>
                    <a:cubicBezTo>
                      <a:pt x="6572" y="9631"/>
                      <a:pt x="6138" y="9598"/>
                      <a:pt x="5671" y="9598"/>
                    </a:cubicBezTo>
                    <a:cubicBezTo>
                      <a:pt x="5471" y="9598"/>
                      <a:pt x="5238" y="9565"/>
                      <a:pt x="5037" y="9565"/>
                    </a:cubicBezTo>
                    <a:cubicBezTo>
                      <a:pt x="5805" y="8497"/>
                      <a:pt x="6705" y="7897"/>
                      <a:pt x="7639" y="7863"/>
                    </a:cubicBezTo>
                    <a:cubicBezTo>
                      <a:pt x="7671" y="7862"/>
                      <a:pt x="7703" y="7861"/>
                      <a:pt x="7735" y="7861"/>
                    </a:cubicBezTo>
                    <a:close/>
                    <a:moveTo>
                      <a:pt x="29426" y="5026"/>
                    </a:moveTo>
                    <a:cubicBezTo>
                      <a:pt x="33733" y="5026"/>
                      <a:pt x="38035" y="5489"/>
                      <a:pt x="42264" y="6429"/>
                    </a:cubicBezTo>
                    <a:cubicBezTo>
                      <a:pt x="43065" y="7997"/>
                      <a:pt x="43765" y="9765"/>
                      <a:pt x="44365" y="11699"/>
                    </a:cubicBezTo>
                    <a:cubicBezTo>
                      <a:pt x="42864" y="11566"/>
                      <a:pt x="41397" y="11399"/>
                      <a:pt x="39929" y="11299"/>
                    </a:cubicBezTo>
                    <a:cubicBezTo>
                      <a:pt x="37094" y="11066"/>
                      <a:pt x="34258" y="10865"/>
                      <a:pt x="31423" y="10865"/>
                    </a:cubicBezTo>
                    <a:cubicBezTo>
                      <a:pt x="30022" y="10865"/>
                      <a:pt x="28621" y="10899"/>
                      <a:pt x="27220" y="10999"/>
                    </a:cubicBezTo>
                    <a:cubicBezTo>
                      <a:pt x="25952" y="11099"/>
                      <a:pt x="24651" y="11199"/>
                      <a:pt x="23417" y="11466"/>
                    </a:cubicBezTo>
                    <a:cubicBezTo>
                      <a:pt x="22950" y="10132"/>
                      <a:pt x="22383" y="8897"/>
                      <a:pt x="21749" y="7730"/>
                    </a:cubicBezTo>
                    <a:cubicBezTo>
                      <a:pt x="21349" y="6963"/>
                      <a:pt x="20915" y="6262"/>
                      <a:pt x="20448" y="5628"/>
                    </a:cubicBezTo>
                    <a:cubicBezTo>
                      <a:pt x="21116" y="5628"/>
                      <a:pt x="21816" y="5495"/>
                      <a:pt x="22450" y="5428"/>
                    </a:cubicBezTo>
                    <a:cubicBezTo>
                      <a:pt x="23250" y="5328"/>
                      <a:pt x="24084" y="5261"/>
                      <a:pt x="24918" y="5195"/>
                    </a:cubicBezTo>
                    <a:cubicBezTo>
                      <a:pt x="26420" y="5083"/>
                      <a:pt x="27923" y="5026"/>
                      <a:pt x="29426" y="5026"/>
                    </a:cubicBezTo>
                    <a:close/>
                    <a:moveTo>
                      <a:pt x="48168" y="7296"/>
                    </a:moveTo>
                    <a:lnTo>
                      <a:pt x="48168" y="7296"/>
                    </a:lnTo>
                    <a:cubicBezTo>
                      <a:pt x="48268" y="7330"/>
                      <a:pt x="48368" y="7363"/>
                      <a:pt x="48435" y="7363"/>
                    </a:cubicBezTo>
                    <a:cubicBezTo>
                      <a:pt x="48769" y="7463"/>
                      <a:pt x="49136" y="7563"/>
                      <a:pt x="49469" y="7663"/>
                    </a:cubicBezTo>
                    <a:cubicBezTo>
                      <a:pt x="49836" y="7763"/>
                      <a:pt x="50236" y="7863"/>
                      <a:pt x="50603" y="8030"/>
                    </a:cubicBezTo>
                    <a:cubicBezTo>
                      <a:pt x="50770" y="8097"/>
                      <a:pt x="50937" y="8197"/>
                      <a:pt x="51137" y="8264"/>
                    </a:cubicBezTo>
                    <a:cubicBezTo>
                      <a:pt x="51304" y="8564"/>
                      <a:pt x="51471" y="8864"/>
                      <a:pt x="51637" y="9198"/>
                    </a:cubicBezTo>
                    <a:cubicBezTo>
                      <a:pt x="52171" y="10265"/>
                      <a:pt x="52638" y="11433"/>
                      <a:pt x="53038" y="12700"/>
                    </a:cubicBezTo>
                    <a:cubicBezTo>
                      <a:pt x="52905" y="12667"/>
                      <a:pt x="52771" y="12633"/>
                      <a:pt x="52638" y="12600"/>
                    </a:cubicBezTo>
                    <a:cubicBezTo>
                      <a:pt x="52338" y="12500"/>
                      <a:pt x="52038" y="12400"/>
                      <a:pt x="51704" y="12333"/>
                    </a:cubicBezTo>
                    <a:cubicBezTo>
                      <a:pt x="51404" y="12233"/>
                      <a:pt x="51070" y="12166"/>
                      <a:pt x="50770" y="12100"/>
                    </a:cubicBezTo>
                    <a:cubicBezTo>
                      <a:pt x="50570" y="12066"/>
                      <a:pt x="50403" y="12000"/>
                      <a:pt x="50203" y="12000"/>
                    </a:cubicBezTo>
                    <a:cubicBezTo>
                      <a:pt x="49669" y="10298"/>
                      <a:pt x="48969" y="8731"/>
                      <a:pt x="48168" y="7296"/>
                    </a:cubicBezTo>
                    <a:close/>
                    <a:moveTo>
                      <a:pt x="15178" y="6896"/>
                    </a:moveTo>
                    <a:cubicBezTo>
                      <a:pt x="16412" y="8430"/>
                      <a:pt x="17480" y="10365"/>
                      <a:pt x="18314" y="12600"/>
                    </a:cubicBezTo>
                    <a:cubicBezTo>
                      <a:pt x="17780" y="12700"/>
                      <a:pt x="17246" y="12900"/>
                      <a:pt x="16712" y="13034"/>
                    </a:cubicBezTo>
                    <a:cubicBezTo>
                      <a:pt x="16379" y="13134"/>
                      <a:pt x="16045" y="13200"/>
                      <a:pt x="15745" y="13301"/>
                    </a:cubicBezTo>
                    <a:cubicBezTo>
                      <a:pt x="15612" y="13334"/>
                      <a:pt x="15478" y="13367"/>
                      <a:pt x="15378" y="13434"/>
                    </a:cubicBezTo>
                    <a:cubicBezTo>
                      <a:pt x="15045" y="12433"/>
                      <a:pt x="14644" y="11499"/>
                      <a:pt x="14211" y="10665"/>
                    </a:cubicBezTo>
                    <a:cubicBezTo>
                      <a:pt x="13610" y="9464"/>
                      <a:pt x="12943" y="8464"/>
                      <a:pt x="12243" y="7663"/>
                    </a:cubicBezTo>
                    <a:cubicBezTo>
                      <a:pt x="12309" y="7663"/>
                      <a:pt x="12376" y="7630"/>
                      <a:pt x="12443" y="7630"/>
                    </a:cubicBezTo>
                    <a:cubicBezTo>
                      <a:pt x="12776" y="7530"/>
                      <a:pt x="13076" y="7463"/>
                      <a:pt x="13410" y="7363"/>
                    </a:cubicBezTo>
                    <a:cubicBezTo>
                      <a:pt x="13977" y="7196"/>
                      <a:pt x="14611" y="7096"/>
                      <a:pt x="15178" y="6896"/>
                    </a:cubicBezTo>
                    <a:close/>
                    <a:moveTo>
                      <a:pt x="3636" y="9031"/>
                    </a:moveTo>
                    <a:cubicBezTo>
                      <a:pt x="3770" y="9164"/>
                      <a:pt x="3937" y="9298"/>
                      <a:pt x="4070" y="9398"/>
                    </a:cubicBezTo>
                    <a:cubicBezTo>
                      <a:pt x="4170" y="9498"/>
                      <a:pt x="4270" y="9631"/>
                      <a:pt x="4404" y="9731"/>
                    </a:cubicBezTo>
                    <a:cubicBezTo>
                      <a:pt x="3937" y="10499"/>
                      <a:pt x="3503" y="11433"/>
                      <a:pt x="3103" y="12533"/>
                    </a:cubicBezTo>
                    <a:cubicBezTo>
                      <a:pt x="2903" y="13100"/>
                      <a:pt x="2736" y="13734"/>
                      <a:pt x="2569" y="14401"/>
                    </a:cubicBezTo>
                    <a:cubicBezTo>
                      <a:pt x="2436" y="14301"/>
                      <a:pt x="2302" y="14168"/>
                      <a:pt x="2135" y="14068"/>
                    </a:cubicBezTo>
                    <a:cubicBezTo>
                      <a:pt x="2002" y="13968"/>
                      <a:pt x="1868" y="13868"/>
                      <a:pt x="1702" y="13768"/>
                    </a:cubicBezTo>
                    <a:cubicBezTo>
                      <a:pt x="1935" y="12900"/>
                      <a:pt x="2202" y="12100"/>
                      <a:pt x="2502" y="11332"/>
                    </a:cubicBezTo>
                    <a:cubicBezTo>
                      <a:pt x="2869" y="10465"/>
                      <a:pt x="3236" y="9698"/>
                      <a:pt x="3636" y="9031"/>
                    </a:cubicBezTo>
                    <a:close/>
                    <a:moveTo>
                      <a:pt x="4771" y="9965"/>
                    </a:moveTo>
                    <a:cubicBezTo>
                      <a:pt x="5104" y="9998"/>
                      <a:pt x="5438" y="9998"/>
                      <a:pt x="5771" y="9998"/>
                    </a:cubicBezTo>
                    <a:cubicBezTo>
                      <a:pt x="6172" y="10032"/>
                      <a:pt x="6572" y="10032"/>
                      <a:pt x="6972" y="10065"/>
                    </a:cubicBezTo>
                    <a:lnTo>
                      <a:pt x="8273" y="10065"/>
                    </a:lnTo>
                    <a:cubicBezTo>
                      <a:pt x="8540" y="10098"/>
                      <a:pt x="8807" y="10098"/>
                      <a:pt x="9074" y="10098"/>
                    </a:cubicBezTo>
                    <a:cubicBezTo>
                      <a:pt x="8740" y="10599"/>
                      <a:pt x="8473" y="11132"/>
                      <a:pt x="8240" y="11599"/>
                    </a:cubicBezTo>
                    <a:cubicBezTo>
                      <a:pt x="7739" y="12567"/>
                      <a:pt x="7372" y="13567"/>
                      <a:pt x="7072" y="14601"/>
                    </a:cubicBezTo>
                    <a:cubicBezTo>
                      <a:pt x="6965" y="14597"/>
                      <a:pt x="6857" y="14595"/>
                      <a:pt x="6749" y="14595"/>
                    </a:cubicBezTo>
                    <a:cubicBezTo>
                      <a:pt x="6081" y="14595"/>
                      <a:pt x="5393" y="14673"/>
                      <a:pt x="4704" y="14702"/>
                    </a:cubicBezTo>
                    <a:lnTo>
                      <a:pt x="2936" y="14702"/>
                    </a:lnTo>
                    <a:cubicBezTo>
                      <a:pt x="3103" y="14001"/>
                      <a:pt x="3303" y="13301"/>
                      <a:pt x="3536" y="12667"/>
                    </a:cubicBezTo>
                    <a:cubicBezTo>
                      <a:pt x="3903" y="11566"/>
                      <a:pt x="4304" y="10665"/>
                      <a:pt x="4771" y="9965"/>
                    </a:cubicBezTo>
                    <a:close/>
                    <a:moveTo>
                      <a:pt x="11976" y="8030"/>
                    </a:moveTo>
                    <a:cubicBezTo>
                      <a:pt x="12643" y="8764"/>
                      <a:pt x="13243" y="9731"/>
                      <a:pt x="13810" y="10832"/>
                    </a:cubicBezTo>
                    <a:cubicBezTo>
                      <a:pt x="14244" y="11699"/>
                      <a:pt x="14644" y="12667"/>
                      <a:pt x="15011" y="13667"/>
                    </a:cubicBezTo>
                    <a:cubicBezTo>
                      <a:pt x="14878" y="13801"/>
                      <a:pt x="14811" y="13934"/>
                      <a:pt x="14711" y="14068"/>
                    </a:cubicBezTo>
                    <a:cubicBezTo>
                      <a:pt x="14511" y="14335"/>
                      <a:pt x="14277" y="14635"/>
                      <a:pt x="14077" y="14902"/>
                    </a:cubicBezTo>
                    <a:cubicBezTo>
                      <a:pt x="13944" y="15068"/>
                      <a:pt x="13844" y="15202"/>
                      <a:pt x="13710" y="15369"/>
                    </a:cubicBezTo>
                    <a:cubicBezTo>
                      <a:pt x="13710" y="15369"/>
                      <a:pt x="13677" y="15369"/>
                      <a:pt x="13677" y="15402"/>
                    </a:cubicBezTo>
                    <a:cubicBezTo>
                      <a:pt x="13343" y="14201"/>
                      <a:pt x="12943" y="13100"/>
                      <a:pt x="12509" y="12100"/>
                    </a:cubicBezTo>
                    <a:cubicBezTo>
                      <a:pt x="12109" y="11232"/>
                      <a:pt x="11709" y="10465"/>
                      <a:pt x="11275" y="9831"/>
                    </a:cubicBezTo>
                    <a:cubicBezTo>
                      <a:pt x="11375" y="9731"/>
                      <a:pt x="11409" y="9565"/>
                      <a:pt x="11475" y="9398"/>
                    </a:cubicBezTo>
                    <a:cubicBezTo>
                      <a:pt x="11575" y="9131"/>
                      <a:pt x="11675" y="8897"/>
                      <a:pt x="11776" y="8631"/>
                    </a:cubicBezTo>
                    <a:cubicBezTo>
                      <a:pt x="11842" y="8430"/>
                      <a:pt x="11909" y="8230"/>
                      <a:pt x="11976" y="8030"/>
                    </a:cubicBezTo>
                    <a:close/>
                    <a:moveTo>
                      <a:pt x="31162" y="11279"/>
                    </a:moveTo>
                    <a:cubicBezTo>
                      <a:pt x="35617" y="11279"/>
                      <a:pt x="40062" y="11706"/>
                      <a:pt x="44466" y="12133"/>
                    </a:cubicBezTo>
                    <a:cubicBezTo>
                      <a:pt x="44966" y="13868"/>
                      <a:pt x="45366" y="15736"/>
                      <a:pt x="45666" y="17704"/>
                    </a:cubicBezTo>
                    <a:cubicBezTo>
                      <a:pt x="45400" y="17637"/>
                      <a:pt x="45099" y="17637"/>
                      <a:pt x="44799" y="17604"/>
                    </a:cubicBezTo>
                    <a:cubicBezTo>
                      <a:pt x="44399" y="17604"/>
                      <a:pt x="43999" y="17570"/>
                      <a:pt x="43565" y="17570"/>
                    </a:cubicBezTo>
                    <a:cubicBezTo>
                      <a:pt x="42798" y="17537"/>
                      <a:pt x="42030" y="17537"/>
                      <a:pt x="41263" y="17537"/>
                    </a:cubicBezTo>
                    <a:cubicBezTo>
                      <a:pt x="40571" y="17529"/>
                      <a:pt x="39877" y="17524"/>
                      <a:pt x="39182" y="17524"/>
                    </a:cubicBezTo>
                    <a:cubicBezTo>
                      <a:pt x="37096" y="17524"/>
                      <a:pt x="35000" y="17562"/>
                      <a:pt x="32924" y="17637"/>
                    </a:cubicBezTo>
                    <a:cubicBezTo>
                      <a:pt x="31523" y="17704"/>
                      <a:pt x="30155" y="17770"/>
                      <a:pt x="28754" y="17837"/>
                    </a:cubicBezTo>
                    <a:cubicBezTo>
                      <a:pt x="28054" y="17904"/>
                      <a:pt x="27353" y="17937"/>
                      <a:pt x="26686" y="18004"/>
                    </a:cubicBezTo>
                    <a:cubicBezTo>
                      <a:pt x="26152" y="18037"/>
                      <a:pt x="25652" y="18071"/>
                      <a:pt x="25118" y="18137"/>
                    </a:cubicBezTo>
                    <a:cubicBezTo>
                      <a:pt x="24751" y="15869"/>
                      <a:pt x="24218" y="13734"/>
                      <a:pt x="23517" y="11766"/>
                    </a:cubicBezTo>
                    <a:cubicBezTo>
                      <a:pt x="24952" y="11633"/>
                      <a:pt x="26386" y="11466"/>
                      <a:pt x="27820" y="11366"/>
                    </a:cubicBezTo>
                    <a:cubicBezTo>
                      <a:pt x="28934" y="11306"/>
                      <a:pt x="30049" y="11279"/>
                      <a:pt x="31162" y="11279"/>
                    </a:cubicBezTo>
                    <a:close/>
                    <a:moveTo>
                      <a:pt x="50336" y="12400"/>
                    </a:moveTo>
                    <a:cubicBezTo>
                      <a:pt x="50436" y="12400"/>
                      <a:pt x="50503" y="12433"/>
                      <a:pt x="50603" y="12467"/>
                    </a:cubicBezTo>
                    <a:cubicBezTo>
                      <a:pt x="50903" y="12533"/>
                      <a:pt x="51237" y="12633"/>
                      <a:pt x="51537" y="12700"/>
                    </a:cubicBezTo>
                    <a:cubicBezTo>
                      <a:pt x="52104" y="12867"/>
                      <a:pt x="52671" y="13000"/>
                      <a:pt x="53205" y="13200"/>
                    </a:cubicBezTo>
                    <a:cubicBezTo>
                      <a:pt x="53705" y="14835"/>
                      <a:pt x="54072" y="16636"/>
                      <a:pt x="54306" y="18504"/>
                    </a:cubicBezTo>
                    <a:cubicBezTo>
                      <a:pt x="53839" y="18371"/>
                      <a:pt x="53372" y="18271"/>
                      <a:pt x="52872" y="18171"/>
                    </a:cubicBezTo>
                    <a:cubicBezTo>
                      <a:pt x="52571" y="18104"/>
                      <a:pt x="52271" y="18037"/>
                      <a:pt x="51971" y="18004"/>
                    </a:cubicBezTo>
                    <a:cubicBezTo>
                      <a:pt x="51877" y="17980"/>
                      <a:pt x="51782" y="17957"/>
                      <a:pt x="51688" y="17957"/>
                    </a:cubicBezTo>
                    <a:cubicBezTo>
                      <a:pt x="51649" y="17957"/>
                      <a:pt x="51610" y="17961"/>
                      <a:pt x="51571" y="17971"/>
                    </a:cubicBezTo>
                    <a:cubicBezTo>
                      <a:pt x="51304" y="16002"/>
                      <a:pt x="50870" y="14134"/>
                      <a:pt x="50336" y="12400"/>
                    </a:cubicBezTo>
                    <a:close/>
                    <a:moveTo>
                      <a:pt x="10241" y="9231"/>
                    </a:moveTo>
                    <a:cubicBezTo>
                      <a:pt x="10675" y="9698"/>
                      <a:pt x="11042" y="10232"/>
                      <a:pt x="11409" y="10899"/>
                    </a:cubicBezTo>
                    <a:cubicBezTo>
                      <a:pt x="10942" y="11566"/>
                      <a:pt x="10575" y="12300"/>
                      <a:pt x="10141" y="13000"/>
                    </a:cubicBezTo>
                    <a:cubicBezTo>
                      <a:pt x="9707" y="13768"/>
                      <a:pt x="9274" y="14535"/>
                      <a:pt x="8807" y="15269"/>
                    </a:cubicBezTo>
                    <a:cubicBezTo>
                      <a:pt x="8373" y="16036"/>
                      <a:pt x="7906" y="16803"/>
                      <a:pt x="7406" y="17570"/>
                    </a:cubicBezTo>
                    <a:cubicBezTo>
                      <a:pt x="7206" y="17937"/>
                      <a:pt x="6972" y="18304"/>
                      <a:pt x="6739" y="18671"/>
                    </a:cubicBezTo>
                    <a:cubicBezTo>
                      <a:pt x="6721" y="18689"/>
                      <a:pt x="6713" y="18697"/>
                      <a:pt x="6709" y="18706"/>
                    </a:cubicBezTo>
                    <a:lnTo>
                      <a:pt x="6709" y="18706"/>
                    </a:lnTo>
                    <a:cubicBezTo>
                      <a:pt x="6876" y="17182"/>
                      <a:pt x="7176" y="15658"/>
                      <a:pt x="7673" y="14168"/>
                    </a:cubicBezTo>
                    <a:cubicBezTo>
                      <a:pt x="7973" y="13234"/>
                      <a:pt x="8373" y="12300"/>
                      <a:pt x="8840" y="11399"/>
                    </a:cubicBezTo>
                    <a:cubicBezTo>
                      <a:pt x="9240" y="10632"/>
                      <a:pt x="9774" y="9965"/>
                      <a:pt x="10241" y="9231"/>
                    </a:cubicBezTo>
                    <a:close/>
                    <a:moveTo>
                      <a:pt x="18480" y="13000"/>
                    </a:moveTo>
                    <a:cubicBezTo>
                      <a:pt x="19147" y="14835"/>
                      <a:pt x="19681" y="16836"/>
                      <a:pt x="20048" y="19005"/>
                    </a:cubicBezTo>
                    <a:cubicBezTo>
                      <a:pt x="19781" y="19005"/>
                      <a:pt x="19481" y="19071"/>
                      <a:pt x="19248" y="19138"/>
                    </a:cubicBezTo>
                    <a:cubicBezTo>
                      <a:pt x="18914" y="19171"/>
                      <a:pt x="18547" y="19238"/>
                      <a:pt x="18213" y="19305"/>
                    </a:cubicBezTo>
                    <a:cubicBezTo>
                      <a:pt x="17913" y="19338"/>
                      <a:pt x="17580" y="19405"/>
                      <a:pt x="17279" y="19472"/>
                    </a:cubicBezTo>
                    <a:cubicBezTo>
                      <a:pt x="17113" y="19472"/>
                      <a:pt x="16979" y="19505"/>
                      <a:pt x="16846" y="19538"/>
                    </a:cubicBezTo>
                    <a:cubicBezTo>
                      <a:pt x="16546" y="17470"/>
                      <a:pt x="16079" y="15535"/>
                      <a:pt x="15478" y="13768"/>
                    </a:cubicBezTo>
                    <a:cubicBezTo>
                      <a:pt x="15612" y="13768"/>
                      <a:pt x="15745" y="13701"/>
                      <a:pt x="15845" y="13667"/>
                    </a:cubicBezTo>
                    <a:cubicBezTo>
                      <a:pt x="16179" y="13601"/>
                      <a:pt x="16479" y="13534"/>
                      <a:pt x="16779" y="13434"/>
                    </a:cubicBezTo>
                    <a:cubicBezTo>
                      <a:pt x="17313" y="13301"/>
                      <a:pt x="17913" y="13200"/>
                      <a:pt x="18480" y="13000"/>
                    </a:cubicBezTo>
                    <a:close/>
                    <a:moveTo>
                      <a:pt x="15178" y="14201"/>
                    </a:moveTo>
                    <a:cubicBezTo>
                      <a:pt x="15712" y="15869"/>
                      <a:pt x="16145" y="17704"/>
                      <a:pt x="16412" y="19638"/>
                    </a:cubicBezTo>
                    <a:cubicBezTo>
                      <a:pt x="16145" y="19738"/>
                      <a:pt x="15878" y="19872"/>
                      <a:pt x="15645" y="19972"/>
                    </a:cubicBezTo>
                    <a:cubicBezTo>
                      <a:pt x="15311" y="20105"/>
                      <a:pt x="14978" y="20272"/>
                      <a:pt x="14611" y="20406"/>
                    </a:cubicBezTo>
                    <a:cubicBezTo>
                      <a:pt x="14444" y="18804"/>
                      <a:pt x="14144" y="17303"/>
                      <a:pt x="13810" y="15902"/>
                    </a:cubicBezTo>
                    <a:cubicBezTo>
                      <a:pt x="13810" y="15869"/>
                      <a:pt x="13844" y="15869"/>
                      <a:pt x="13844" y="15869"/>
                    </a:cubicBezTo>
                    <a:cubicBezTo>
                      <a:pt x="14211" y="15469"/>
                      <a:pt x="14511" y="15035"/>
                      <a:pt x="14844" y="14601"/>
                    </a:cubicBezTo>
                    <a:cubicBezTo>
                      <a:pt x="14911" y="14501"/>
                      <a:pt x="15045" y="14368"/>
                      <a:pt x="15178" y="14201"/>
                    </a:cubicBezTo>
                    <a:close/>
                    <a:moveTo>
                      <a:pt x="1602" y="14101"/>
                    </a:moveTo>
                    <a:cubicBezTo>
                      <a:pt x="1735" y="14168"/>
                      <a:pt x="1835" y="14268"/>
                      <a:pt x="1935" y="14335"/>
                    </a:cubicBezTo>
                    <a:cubicBezTo>
                      <a:pt x="2135" y="14501"/>
                      <a:pt x="2302" y="14668"/>
                      <a:pt x="2469" y="14802"/>
                    </a:cubicBezTo>
                    <a:cubicBezTo>
                      <a:pt x="2069" y="16636"/>
                      <a:pt x="1802" y="18704"/>
                      <a:pt x="1735" y="20873"/>
                    </a:cubicBezTo>
                    <a:cubicBezTo>
                      <a:pt x="1568" y="20806"/>
                      <a:pt x="1368" y="20773"/>
                      <a:pt x="1201" y="20739"/>
                    </a:cubicBezTo>
                    <a:cubicBezTo>
                      <a:pt x="1035" y="20706"/>
                      <a:pt x="834" y="20606"/>
                      <a:pt x="668" y="20606"/>
                    </a:cubicBezTo>
                    <a:cubicBezTo>
                      <a:pt x="768" y="18271"/>
                      <a:pt x="1101" y="16069"/>
                      <a:pt x="1602" y="14101"/>
                    </a:cubicBezTo>
                    <a:close/>
                    <a:moveTo>
                      <a:pt x="6972" y="15002"/>
                    </a:moveTo>
                    <a:cubicBezTo>
                      <a:pt x="6438" y="16936"/>
                      <a:pt x="6172" y="18905"/>
                      <a:pt x="6071" y="20906"/>
                    </a:cubicBezTo>
                    <a:cubicBezTo>
                      <a:pt x="5971" y="20895"/>
                      <a:pt x="5871" y="20891"/>
                      <a:pt x="5772" y="20891"/>
                    </a:cubicBezTo>
                    <a:cubicBezTo>
                      <a:pt x="5575" y="20891"/>
                      <a:pt x="5382" y="20906"/>
                      <a:pt x="5204" y="20906"/>
                    </a:cubicBezTo>
                    <a:cubicBezTo>
                      <a:pt x="4804" y="20939"/>
                      <a:pt x="4404" y="20939"/>
                      <a:pt x="4003" y="20939"/>
                    </a:cubicBezTo>
                    <a:lnTo>
                      <a:pt x="2736" y="20939"/>
                    </a:lnTo>
                    <a:cubicBezTo>
                      <a:pt x="2569" y="20906"/>
                      <a:pt x="2369" y="20906"/>
                      <a:pt x="2169" y="20906"/>
                    </a:cubicBezTo>
                    <a:cubicBezTo>
                      <a:pt x="2235" y="18838"/>
                      <a:pt x="2469" y="16836"/>
                      <a:pt x="2869" y="15068"/>
                    </a:cubicBezTo>
                    <a:cubicBezTo>
                      <a:pt x="3103" y="15102"/>
                      <a:pt x="3370" y="15102"/>
                      <a:pt x="3603" y="15102"/>
                    </a:cubicBezTo>
                    <a:lnTo>
                      <a:pt x="4804" y="15102"/>
                    </a:lnTo>
                    <a:cubicBezTo>
                      <a:pt x="5504" y="15068"/>
                      <a:pt x="6272" y="15102"/>
                      <a:pt x="6972" y="15002"/>
                    </a:cubicBezTo>
                    <a:close/>
                    <a:moveTo>
                      <a:pt x="11609" y="11232"/>
                    </a:moveTo>
                    <a:cubicBezTo>
                      <a:pt x="11776" y="11566"/>
                      <a:pt x="11942" y="11900"/>
                      <a:pt x="12109" y="12266"/>
                    </a:cubicBezTo>
                    <a:cubicBezTo>
                      <a:pt x="12810" y="13834"/>
                      <a:pt x="13343" y="15636"/>
                      <a:pt x="13744" y="17637"/>
                    </a:cubicBezTo>
                    <a:cubicBezTo>
                      <a:pt x="13443" y="17971"/>
                      <a:pt x="13177" y="18404"/>
                      <a:pt x="12910" y="18771"/>
                    </a:cubicBezTo>
                    <a:cubicBezTo>
                      <a:pt x="12609" y="19205"/>
                      <a:pt x="12309" y="19605"/>
                      <a:pt x="12009" y="20039"/>
                    </a:cubicBezTo>
                    <a:cubicBezTo>
                      <a:pt x="11409" y="20873"/>
                      <a:pt x="10808" y="21740"/>
                      <a:pt x="10208" y="22574"/>
                    </a:cubicBezTo>
                    <a:cubicBezTo>
                      <a:pt x="9574" y="23441"/>
                      <a:pt x="8974" y="24308"/>
                      <a:pt x="8340" y="25176"/>
                    </a:cubicBezTo>
                    <a:cubicBezTo>
                      <a:pt x="8240" y="25309"/>
                      <a:pt x="8140" y="25476"/>
                      <a:pt x="8040" y="25609"/>
                    </a:cubicBezTo>
                    <a:cubicBezTo>
                      <a:pt x="7723" y="25166"/>
                      <a:pt x="7196" y="24873"/>
                      <a:pt x="6658" y="24873"/>
                    </a:cubicBezTo>
                    <a:cubicBezTo>
                      <a:pt x="6629" y="24873"/>
                      <a:pt x="6601" y="24874"/>
                      <a:pt x="6572" y="24875"/>
                    </a:cubicBezTo>
                    <a:lnTo>
                      <a:pt x="6472" y="24875"/>
                    </a:lnTo>
                    <a:cubicBezTo>
                      <a:pt x="6372" y="23241"/>
                      <a:pt x="6438" y="21606"/>
                      <a:pt x="6572" y="19972"/>
                    </a:cubicBezTo>
                    <a:cubicBezTo>
                      <a:pt x="6572" y="19872"/>
                      <a:pt x="6572" y="19738"/>
                      <a:pt x="6605" y="19638"/>
                    </a:cubicBezTo>
                    <a:cubicBezTo>
                      <a:pt x="6672" y="19572"/>
                      <a:pt x="6705" y="19505"/>
                      <a:pt x="6772" y="19405"/>
                    </a:cubicBezTo>
                    <a:cubicBezTo>
                      <a:pt x="6905" y="19205"/>
                      <a:pt x="7005" y="19005"/>
                      <a:pt x="7139" y="18804"/>
                    </a:cubicBezTo>
                    <a:cubicBezTo>
                      <a:pt x="7372" y="18438"/>
                      <a:pt x="7606" y="18071"/>
                      <a:pt x="7839" y="17704"/>
                    </a:cubicBezTo>
                    <a:cubicBezTo>
                      <a:pt x="8306" y="16970"/>
                      <a:pt x="8740" y="16203"/>
                      <a:pt x="9207" y="15469"/>
                    </a:cubicBezTo>
                    <a:cubicBezTo>
                      <a:pt x="9674" y="14702"/>
                      <a:pt x="10108" y="13934"/>
                      <a:pt x="10541" y="13134"/>
                    </a:cubicBezTo>
                    <a:cubicBezTo>
                      <a:pt x="10908" y="12500"/>
                      <a:pt x="11309" y="11900"/>
                      <a:pt x="11609" y="11232"/>
                    </a:cubicBezTo>
                    <a:close/>
                    <a:moveTo>
                      <a:pt x="51637" y="18304"/>
                    </a:moveTo>
                    <a:lnTo>
                      <a:pt x="51637" y="18304"/>
                    </a:lnTo>
                    <a:cubicBezTo>
                      <a:pt x="51737" y="18337"/>
                      <a:pt x="51837" y="18337"/>
                      <a:pt x="51971" y="18371"/>
                    </a:cubicBezTo>
                    <a:cubicBezTo>
                      <a:pt x="52238" y="18438"/>
                      <a:pt x="52505" y="18504"/>
                      <a:pt x="52771" y="18571"/>
                    </a:cubicBezTo>
                    <a:cubicBezTo>
                      <a:pt x="53272" y="18671"/>
                      <a:pt x="53772" y="18804"/>
                      <a:pt x="54273" y="18905"/>
                    </a:cubicBezTo>
                    <a:cubicBezTo>
                      <a:pt x="54306" y="18938"/>
                      <a:pt x="54306" y="18938"/>
                      <a:pt x="54339" y="18971"/>
                    </a:cubicBezTo>
                    <a:lnTo>
                      <a:pt x="54373" y="18971"/>
                    </a:lnTo>
                    <a:cubicBezTo>
                      <a:pt x="54473" y="19939"/>
                      <a:pt x="54573" y="20939"/>
                      <a:pt x="54606" y="21940"/>
                    </a:cubicBezTo>
                    <a:cubicBezTo>
                      <a:pt x="54673" y="23108"/>
                      <a:pt x="54673" y="24242"/>
                      <a:pt x="54606" y="25376"/>
                    </a:cubicBezTo>
                    <a:cubicBezTo>
                      <a:pt x="54406" y="25376"/>
                      <a:pt x="54239" y="25409"/>
                      <a:pt x="54039" y="25443"/>
                    </a:cubicBezTo>
                    <a:cubicBezTo>
                      <a:pt x="53739" y="25509"/>
                      <a:pt x="53405" y="25509"/>
                      <a:pt x="53105" y="25543"/>
                    </a:cubicBezTo>
                    <a:cubicBezTo>
                      <a:pt x="52738" y="25576"/>
                      <a:pt x="52304" y="25543"/>
                      <a:pt x="51938" y="25609"/>
                    </a:cubicBezTo>
                    <a:cubicBezTo>
                      <a:pt x="52004" y="24542"/>
                      <a:pt x="52004" y="23474"/>
                      <a:pt x="51971" y="22374"/>
                    </a:cubicBezTo>
                    <a:cubicBezTo>
                      <a:pt x="51938" y="21006"/>
                      <a:pt x="51804" y="19638"/>
                      <a:pt x="51637" y="18304"/>
                    </a:cubicBezTo>
                    <a:close/>
                    <a:moveTo>
                      <a:pt x="2169" y="21273"/>
                    </a:moveTo>
                    <a:cubicBezTo>
                      <a:pt x="2369" y="21306"/>
                      <a:pt x="2636" y="21306"/>
                      <a:pt x="2836" y="21306"/>
                    </a:cubicBezTo>
                    <a:cubicBezTo>
                      <a:pt x="3236" y="21306"/>
                      <a:pt x="3636" y="21340"/>
                      <a:pt x="4037" y="21340"/>
                    </a:cubicBezTo>
                    <a:cubicBezTo>
                      <a:pt x="4437" y="21340"/>
                      <a:pt x="4871" y="21340"/>
                      <a:pt x="5271" y="21306"/>
                    </a:cubicBezTo>
                    <a:cubicBezTo>
                      <a:pt x="5404" y="21306"/>
                      <a:pt x="5538" y="21315"/>
                      <a:pt x="5667" y="21315"/>
                    </a:cubicBezTo>
                    <a:cubicBezTo>
                      <a:pt x="5796" y="21315"/>
                      <a:pt x="5921" y="21306"/>
                      <a:pt x="6038" y="21273"/>
                    </a:cubicBezTo>
                    <a:lnTo>
                      <a:pt x="6038" y="21273"/>
                    </a:lnTo>
                    <a:cubicBezTo>
                      <a:pt x="5971" y="22507"/>
                      <a:pt x="5971" y="23741"/>
                      <a:pt x="6038" y="24976"/>
                    </a:cubicBezTo>
                    <a:cubicBezTo>
                      <a:pt x="5871" y="25042"/>
                      <a:pt x="5738" y="25142"/>
                      <a:pt x="5604" y="25242"/>
                    </a:cubicBezTo>
                    <a:cubicBezTo>
                      <a:pt x="5438" y="25409"/>
                      <a:pt x="5271" y="25643"/>
                      <a:pt x="5071" y="25743"/>
                    </a:cubicBezTo>
                    <a:cubicBezTo>
                      <a:pt x="5037" y="25743"/>
                      <a:pt x="4971" y="25776"/>
                      <a:pt x="4937" y="25776"/>
                    </a:cubicBezTo>
                    <a:lnTo>
                      <a:pt x="4837" y="25776"/>
                    </a:lnTo>
                    <a:cubicBezTo>
                      <a:pt x="4771" y="25776"/>
                      <a:pt x="4737" y="25743"/>
                      <a:pt x="4704" y="25743"/>
                    </a:cubicBezTo>
                    <a:cubicBezTo>
                      <a:pt x="4470" y="25643"/>
                      <a:pt x="4337" y="25409"/>
                      <a:pt x="4170" y="25242"/>
                    </a:cubicBezTo>
                    <a:cubicBezTo>
                      <a:pt x="3870" y="25009"/>
                      <a:pt x="3536" y="24875"/>
                      <a:pt x="3169" y="24875"/>
                    </a:cubicBezTo>
                    <a:cubicBezTo>
                      <a:pt x="3126" y="24871"/>
                      <a:pt x="3083" y="24869"/>
                      <a:pt x="3040" y="24869"/>
                    </a:cubicBezTo>
                    <a:cubicBezTo>
                      <a:pt x="2751" y="24869"/>
                      <a:pt x="2468" y="24964"/>
                      <a:pt x="2235" y="25109"/>
                    </a:cubicBezTo>
                    <a:cubicBezTo>
                      <a:pt x="2202" y="24809"/>
                      <a:pt x="2202" y="24475"/>
                      <a:pt x="2169" y="24142"/>
                    </a:cubicBezTo>
                    <a:cubicBezTo>
                      <a:pt x="2135" y="23174"/>
                      <a:pt x="2135" y="22207"/>
                      <a:pt x="2169" y="21273"/>
                    </a:cubicBezTo>
                    <a:close/>
                    <a:moveTo>
                      <a:pt x="16479" y="20072"/>
                    </a:moveTo>
                    <a:cubicBezTo>
                      <a:pt x="16612" y="21206"/>
                      <a:pt x="16712" y="22374"/>
                      <a:pt x="16779" y="23575"/>
                    </a:cubicBezTo>
                    <a:cubicBezTo>
                      <a:pt x="16812" y="24408"/>
                      <a:pt x="16812" y="25276"/>
                      <a:pt x="16812" y="26110"/>
                    </a:cubicBezTo>
                    <a:cubicBezTo>
                      <a:pt x="16412" y="26043"/>
                      <a:pt x="16045" y="25976"/>
                      <a:pt x="15678" y="25910"/>
                    </a:cubicBezTo>
                    <a:cubicBezTo>
                      <a:pt x="15445" y="25876"/>
                      <a:pt x="15178" y="25776"/>
                      <a:pt x="14911" y="25776"/>
                    </a:cubicBezTo>
                    <a:cubicBezTo>
                      <a:pt x="14944" y="25042"/>
                      <a:pt x="14911" y="24308"/>
                      <a:pt x="14878" y="23575"/>
                    </a:cubicBezTo>
                    <a:cubicBezTo>
                      <a:pt x="14844" y="22641"/>
                      <a:pt x="14778" y="21740"/>
                      <a:pt x="14678" y="20839"/>
                    </a:cubicBezTo>
                    <a:cubicBezTo>
                      <a:pt x="15078" y="20672"/>
                      <a:pt x="15445" y="20506"/>
                      <a:pt x="15845" y="20339"/>
                    </a:cubicBezTo>
                    <a:cubicBezTo>
                      <a:pt x="16045" y="20272"/>
                      <a:pt x="16279" y="20172"/>
                      <a:pt x="16479" y="20072"/>
                    </a:cubicBezTo>
                    <a:close/>
                    <a:moveTo>
                      <a:pt x="20081" y="19405"/>
                    </a:moveTo>
                    <a:cubicBezTo>
                      <a:pt x="20348" y="20906"/>
                      <a:pt x="20482" y="22507"/>
                      <a:pt x="20548" y="24175"/>
                    </a:cubicBezTo>
                    <a:cubicBezTo>
                      <a:pt x="20548" y="24809"/>
                      <a:pt x="20582" y="25476"/>
                      <a:pt x="20548" y="26110"/>
                    </a:cubicBezTo>
                    <a:cubicBezTo>
                      <a:pt x="20359" y="26099"/>
                      <a:pt x="20167" y="26095"/>
                      <a:pt x="19973" y="26095"/>
                    </a:cubicBezTo>
                    <a:cubicBezTo>
                      <a:pt x="19585" y="26095"/>
                      <a:pt x="19192" y="26110"/>
                      <a:pt x="18814" y="26110"/>
                    </a:cubicBezTo>
                    <a:cubicBezTo>
                      <a:pt x="18447" y="26110"/>
                      <a:pt x="18113" y="26143"/>
                      <a:pt x="17780" y="26143"/>
                    </a:cubicBezTo>
                    <a:cubicBezTo>
                      <a:pt x="17613" y="26143"/>
                      <a:pt x="17413" y="26110"/>
                      <a:pt x="17246" y="26110"/>
                    </a:cubicBezTo>
                    <a:cubicBezTo>
                      <a:pt x="17246" y="25276"/>
                      <a:pt x="17246" y="24408"/>
                      <a:pt x="17213" y="23541"/>
                    </a:cubicBezTo>
                    <a:cubicBezTo>
                      <a:pt x="17146" y="22307"/>
                      <a:pt x="17046" y="21073"/>
                      <a:pt x="16879" y="19872"/>
                    </a:cubicBezTo>
                    <a:lnTo>
                      <a:pt x="16879" y="19872"/>
                    </a:lnTo>
                    <a:cubicBezTo>
                      <a:pt x="16913" y="19879"/>
                      <a:pt x="16945" y="19881"/>
                      <a:pt x="16976" y="19881"/>
                    </a:cubicBezTo>
                    <a:cubicBezTo>
                      <a:pt x="17101" y="19881"/>
                      <a:pt x="17213" y="19839"/>
                      <a:pt x="17346" y="19839"/>
                    </a:cubicBezTo>
                    <a:cubicBezTo>
                      <a:pt x="17680" y="19772"/>
                      <a:pt x="18013" y="19705"/>
                      <a:pt x="18380" y="19672"/>
                    </a:cubicBezTo>
                    <a:cubicBezTo>
                      <a:pt x="18714" y="19605"/>
                      <a:pt x="19047" y="19572"/>
                      <a:pt x="19414" y="19505"/>
                    </a:cubicBezTo>
                    <a:cubicBezTo>
                      <a:pt x="19614" y="19472"/>
                      <a:pt x="19881" y="19472"/>
                      <a:pt x="20081" y="19405"/>
                    </a:cubicBezTo>
                    <a:close/>
                    <a:moveTo>
                      <a:pt x="39062" y="17922"/>
                    </a:moveTo>
                    <a:cubicBezTo>
                      <a:pt x="39973" y="17922"/>
                      <a:pt x="40885" y="17937"/>
                      <a:pt x="41797" y="17937"/>
                    </a:cubicBezTo>
                    <a:cubicBezTo>
                      <a:pt x="42464" y="17971"/>
                      <a:pt x="43131" y="17971"/>
                      <a:pt x="43798" y="18004"/>
                    </a:cubicBezTo>
                    <a:cubicBezTo>
                      <a:pt x="44168" y="18004"/>
                      <a:pt x="44588" y="18054"/>
                      <a:pt x="44989" y="18054"/>
                    </a:cubicBezTo>
                    <a:cubicBezTo>
                      <a:pt x="45239" y="18054"/>
                      <a:pt x="45482" y="18035"/>
                      <a:pt x="45700" y="17971"/>
                    </a:cubicBezTo>
                    <a:cubicBezTo>
                      <a:pt x="45867" y="19271"/>
                      <a:pt x="46000" y="20572"/>
                      <a:pt x="46067" y="21907"/>
                    </a:cubicBezTo>
                    <a:cubicBezTo>
                      <a:pt x="46133" y="23341"/>
                      <a:pt x="46133" y="24742"/>
                      <a:pt x="46067" y="26176"/>
                    </a:cubicBezTo>
                    <a:cubicBezTo>
                      <a:pt x="45299" y="26176"/>
                      <a:pt x="44499" y="26276"/>
                      <a:pt x="43732" y="26343"/>
                    </a:cubicBezTo>
                    <a:cubicBezTo>
                      <a:pt x="42998" y="26377"/>
                      <a:pt x="42231" y="26410"/>
                      <a:pt x="41497" y="26477"/>
                    </a:cubicBezTo>
                    <a:cubicBezTo>
                      <a:pt x="39258" y="26587"/>
                      <a:pt x="37020" y="26652"/>
                      <a:pt x="34763" y="26652"/>
                    </a:cubicBezTo>
                    <a:cubicBezTo>
                      <a:pt x="34295" y="26652"/>
                      <a:pt x="33827" y="26649"/>
                      <a:pt x="33358" y="26643"/>
                    </a:cubicBezTo>
                    <a:cubicBezTo>
                      <a:pt x="31990" y="26643"/>
                      <a:pt x="30622" y="26643"/>
                      <a:pt x="29255" y="26610"/>
                    </a:cubicBezTo>
                    <a:cubicBezTo>
                      <a:pt x="28588" y="26577"/>
                      <a:pt x="27920" y="26543"/>
                      <a:pt x="27253" y="26510"/>
                    </a:cubicBezTo>
                    <a:cubicBezTo>
                      <a:pt x="26853" y="26510"/>
                      <a:pt x="26431" y="26467"/>
                      <a:pt x="26022" y="26467"/>
                    </a:cubicBezTo>
                    <a:cubicBezTo>
                      <a:pt x="25920" y="26467"/>
                      <a:pt x="25819" y="26470"/>
                      <a:pt x="25719" y="26477"/>
                    </a:cubicBezTo>
                    <a:cubicBezTo>
                      <a:pt x="25719" y="25643"/>
                      <a:pt x="25719" y="24809"/>
                      <a:pt x="25685" y="23975"/>
                    </a:cubicBezTo>
                    <a:cubicBezTo>
                      <a:pt x="25652" y="22140"/>
                      <a:pt x="25452" y="20306"/>
                      <a:pt x="25185" y="18571"/>
                    </a:cubicBezTo>
                    <a:cubicBezTo>
                      <a:pt x="25852" y="18538"/>
                      <a:pt x="26486" y="18438"/>
                      <a:pt x="27120" y="18404"/>
                    </a:cubicBezTo>
                    <a:cubicBezTo>
                      <a:pt x="27887" y="18337"/>
                      <a:pt x="28654" y="18271"/>
                      <a:pt x="29421" y="18237"/>
                    </a:cubicBezTo>
                    <a:cubicBezTo>
                      <a:pt x="32190" y="18071"/>
                      <a:pt x="34925" y="17971"/>
                      <a:pt x="37694" y="17937"/>
                    </a:cubicBezTo>
                    <a:cubicBezTo>
                      <a:pt x="38150" y="17926"/>
                      <a:pt x="38606" y="17922"/>
                      <a:pt x="39062" y="17922"/>
                    </a:cubicBezTo>
                    <a:close/>
                    <a:moveTo>
                      <a:pt x="634" y="20939"/>
                    </a:moveTo>
                    <a:cubicBezTo>
                      <a:pt x="768" y="20973"/>
                      <a:pt x="901" y="21006"/>
                      <a:pt x="1001" y="21039"/>
                    </a:cubicBezTo>
                    <a:cubicBezTo>
                      <a:pt x="1235" y="21106"/>
                      <a:pt x="1468" y="21206"/>
                      <a:pt x="1735" y="21240"/>
                    </a:cubicBezTo>
                    <a:cubicBezTo>
                      <a:pt x="1702" y="22174"/>
                      <a:pt x="1702" y="23174"/>
                      <a:pt x="1735" y="24142"/>
                    </a:cubicBezTo>
                    <a:cubicBezTo>
                      <a:pt x="1768" y="24609"/>
                      <a:pt x="1802" y="25042"/>
                      <a:pt x="1835" y="25509"/>
                    </a:cubicBezTo>
                    <a:cubicBezTo>
                      <a:pt x="1702" y="25643"/>
                      <a:pt x="1602" y="25809"/>
                      <a:pt x="1535" y="26010"/>
                    </a:cubicBezTo>
                    <a:cubicBezTo>
                      <a:pt x="1468" y="26210"/>
                      <a:pt x="1435" y="26410"/>
                      <a:pt x="1435" y="26610"/>
                    </a:cubicBezTo>
                    <a:cubicBezTo>
                      <a:pt x="1301" y="26643"/>
                      <a:pt x="1201" y="26677"/>
                      <a:pt x="1101" y="26710"/>
                    </a:cubicBezTo>
                    <a:cubicBezTo>
                      <a:pt x="1035" y="26743"/>
                      <a:pt x="934" y="26777"/>
                      <a:pt x="834" y="26810"/>
                    </a:cubicBezTo>
                    <a:cubicBezTo>
                      <a:pt x="768" y="25976"/>
                      <a:pt x="701" y="25142"/>
                      <a:pt x="668" y="24275"/>
                    </a:cubicBezTo>
                    <a:cubicBezTo>
                      <a:pt x="601" y="23141"/>
                      <a:pt x="601" y="22007"/>
                      <a:pt x="634" y="20939"/>
                    </a:cubicBezTo>
                    <a:close/>
                    <a:moveTo>
                      <a:pt x="4558" y="27769"/>
                    </a:moveTo>
                    <a:cubicBezTo>
                      <a:pt x="4679" y="27769"/>
                      <a:pt x="4804" y="27778"/>
                      <a:pt x="4904" y="27778"/>
                    </a:cubicBezTo>
                    <a:cubicBezTo>
                      <a:pt x="5137" y="27778"/>
                      <a:pt x="5438" y="27778"/>
                      <a:pt x="5638" y="27911"/>
                    </a:cubicBezTo>
                    <a:cubicBezTo>
                      <a:pt x="5905" y="28144"/>
                      <a:pt x="5771" y="28578"/>
                      <a:pt x="5671" y="28878"/>
                    </a:cubicBezTo>
                    <a:cubicBezTo>
                      <a:pt x="5571" y="29245"/>
                      <a:pt x="5404" y="29545"/>
                      <a:pt x="5238" y="29879"/>
                    </a:cubicBezTo>
                    <a:lnTo>
                      <a:pt x="4537" y="29879"/>
                    </a:lnTo>
                    <a:cubicBezTo>
                      <a:pt x="4404" y="29479"/>
                      <a:pt x="4203" y="29112"/>
                      <a:pt x="4103" y="28678"/>
                    </a:cubicBezTo>
                    <a:cubicBezTo>
                      <a:pt x="4037" y="28378"/>
                      <a:pt x="3870" y="27944"/>
                      <a:pt x="4237" y="27811"/>
                    </a:cubicBezTo>
                    <a:cubicBezTo>
                      <a:pt x="4320" y="27778"/>
                      <a:pt x="4437" y="27769"/>
                      <a:pt x="4558" y="27769"/>
                    </a:cubicBezTo>
                    <a:close/>
                    <a:moveTo>
                      <a:pt x="6709" y="25279"/>
                    </a:moveTo>
                    <a:cubicBezTo>
                      <a:pt x="7074" y="25279"/>
                      <a:pt x="7433" y="25440"/>
                      <a:pt x="7706" y="25809"/>
                    </a:cubicBezTo>
                    <a:cubicBezTo>
                      <a:pt x="8273" y="26577"/>
                      <a:pt x="7873" y="27711"/>
                      <a:pt x="7472" y="28478"/>
                    </a:cubicBezTo>
                    <a:cubicBezTo>
                      <a:pt x="7139" y="29045"/>
                      <a:pt x="6705" y="29479"/>
                      <a:pt x="6305" y="29979"/>
                    </a:cubicBezTo>
                    <a:cubicBezTo>
                      <a:pt x="6172" y="29979"/>
                      <a:pt x="6038" y="29946"/>
                      <a:pt x="5938" y="29946"/>
                    </a:cubicBezTo>
                    <a:cubicBezTo>
                      <a:pt x="5805" y="29946"/>
                      <a:pt x="5705" y="29912"/>
                      <a:pt x="5604" y="29912"/>
                    </a:cubicBezTo>
                    <a:cubicBezTo>
                      <a:pt x="5938" y="29445"/>
                      <a:pt x="6172" y="28845"/>
                      <a:pt x="6172" y="28278"/>
                    </a:cubicBezTo>
                    <a:cubicBezTo>
                      <a:pt x="6172" y="27511"/>
                      <a:pt x="5504" y="27377"/>
                      <a:pt x="4971" y="27377"/>
                    </a:cubicBezTo>
                    <a:cubicBezTo>
                      <a:pt x="4871" y="27370"/>
                      <a:pt x="4753" y="27363"/>
                      <a:pt x="4629" y="27363"/>
                    </a:cubicBezTo>
                    <a:cubicBezTo>
                      <a:pt x="4172" y="27363"/>
                      <a:pt x="3629" y="27460"/>
                      <a:pt x="3603" y="28011"/>
                    </a:cubicBezTo>
                    <a:cubicBezTo>
                      <a:pt x="3603" y="28378"/>
                      <a:pt x="3736" y="28812"/>
                      <a:pt x="3870" y="29145"/>
                    </a:cubicBezTo>
                    <a:cubicBezTo>
                      <a:pt x="3937" y="29379"/>
                      <a:pt x="4003" y="29612"/>
                      <a:pt x="4103" y="29846"/>
                    </a:cubicBezTo>
                    <a:cubicBezTo>
                      <a:pt x="3870" y="29846"/>
                      <a:pt x="3636" y="29879"/>
                      <a:pt x="3436" y="29946"/>
                    </a:cubicBezTo>
                    <a:cubicBezTo>
                      <a:pt x="3036" y="29479"/>
                      <a:pt x="2602" y="29045"/>
                      <a:pt x="2302" y="28478"/>
                    </a:cubicBezTo>
                    <a:cubicBezTo>
                      <a:pt x="1902" y="27711"/>
                      <a:pt x="1502" y="26577"/>
                      <a:pt x="2069" y="25809"/>
                    </a:cubicBezTo>
                    <a:cubicBezTo>
                      <a:pt x="2342" y="25440"/>
                      <a:pt x="2692" y="25279"/>
                      <a:pt x="3050" y="25279"/>
                    </a:cubicBezTo>
                    <a:cubicBezTo>
                      <a:pt x="3434" y="25279"/>
                      <a:pt x="3826" y="25465"/>
                      <a:pt x="4137" y="25776"/>
                    </a:cubicBezTo>
                    <a:cubicBezTo>
                      <a:pt x="4170" y="25809"/>
                      <a:pt x="4170" y="25809"/>
                      <a:pt x="4203" y="25843"/>
                    </a:cubicBezTo>
                    <a:cubicBezTo>
                      <a:pt x="4270" y="25910"/>
                      <a:pt x="4370" y="25976"/>
                      <a:pt x="4470" y="26010"/>
                    </a:cubicBezTo>
                    <a:cubicBezTo>
                      <a:pt x="4504" y="26043"/>
                      <a:pt x="4537" y="26076"/>
                      <a:pt x="4604" y="26076"/>
                    </a:cubicBezTo>
                    <a:cubicBezTo>
                      <a:pt x="4670" y="26143"/>
                      <a:pt x="4771" y="26143"/>
                      <a:pt x="4837" y="26143"/>
                    </a:cubicBezTo>
                    <a:lnTo>
                      <a:pt x="4904" y="26143"/>
                    </a:lnTo>
                    <a:cubicBezTo>
                      <a:pt x="5004" y="26143"/>
                      <a:pt x="5104" y="26143"/>
                      <a:pt x="5171" y="26076"/>
                    </a:cubicBezTo>
                    <a:cubicBezTo>
                      <a:pt x="5338" y="26010"/>
                      <a:pt x="5471" y="25910"/>
                      <a:pt x="5604" y="25776"/>
                    </a:cubicBezTo>
                    <a:cubicBezTo>
                      <a:pt x="5916" y="25465"/>
                      <a:pt x="6316" y="25279"/>
                      <a:pt x="6709" y="25279"/>
                    </a:cubicBezTo>
                    <a:close/>
                    <a:moveTo>
                      <a:pt x="2836" y="29812"/>
                    </a:moveTo>
                    <a:lnTo>
                      <a:pt x="2836" y="29812"/>
                    </a:lnTo>
                    <a:cubicBezTo>
                      <a:pt x="2903" y="29912"/>
                      <a:pt x="3003" y="29979"/>
                      <a:pt x="3103" y="30079"/>
                    </a:cubicBezTo>
                    <a:cubicBezTo>
                      <a:pt x="3036" y="30113"/>
                      <a:pt x="2969" y="30146"/>
                      <a:pt x="2936" y="30213"/>
                    </a:cubicBezTo>
                    <a:lnTo>
                      <a:pt x="2903" y="30213"/>
                    </a:lnTo>
                    <a:cubicBezTo>
                      <a:pt x="2869" y="30079"/>
                      <a:pt x="2869" y="29946"/>
                      <a:pt x="2836" y="29812"/>
                    </a:cubicBezTo>
                    <a:close/>
                    <a:moveTo>
                      <a:pt x="13844" y="18137"/>
                    </a:moveTo>
                    <a:cubicBezTo>
                      <a:pt x="14144" y="19872"/>
                      <a:pt x="14377" y="21707"/>
                      <a:pt x="14444" y="23608"/>
                    </a:cubicBezTo>
                    <a:cubicBezTo>
                      <a:pt x="14511" y="24775"/>
                      <a:pt x="14511" y="25943"/>
                      <a:pt x="14444" y="27077"/>
                    </a:cubicBezTo>
                    <a:cubicBezTo>
                      <a:pt x="14277" y="27244"/>
                      <a:pt x="14144" y="27477"/>
                      <a:pt x="13977" y="27677"/>
                    </a:cubicBezTo>
                    <a:cubicBezTo>
                      <a:pt x="13710" y="28044"/>
                      <a:pt x="13477" y="28378"/>
                      <a:pt x="13210" y="28745"/>
                    </a:cubicBezTo>
                    <a:cubicBezTo>
                      <a:pt x="12710" y="29379"/>
                      <a:pt x="12243" y="30012"/>
                      <a:pt x="11742" y="30646"/>
                    </a:cubicBezTo>
                    <a:cubicBezTo>
                      <a:pt x="11575" y="30346"/>
                      <a:pt x="11342" y="30079"/>
                      <a:pt x="10975" y="29946"/>
                    </a:cubicBezTo>
                    <a:cubicBezTo>
                      <a:pt x="10923" y="29932"/>
                      <a:pt x="10866" y="29925"/>
                      <a:pt x="10805" y="29925"/>
                    </a:cubicBezTo>
                    <a:cubicBezTo>
                      <a:pt x="10434" y="29925"/>
                      <a:pt x="9946" y="30178"/>
                      <a:pt x="9974" y="30580"/>
                    </a:cubicBezTo>
                    <a:lnTo>
                      <a:pt x="7573" y="30580"/>
                    </a:lnTo>
                    <a:cubicBezTo>
                      <a:pt x="7539" y="30580"/>
                      <a:pt x="7472" y="30588"/>
                      <a:pt x="7406" y="30588"/>
                    </a:cubicBezTo>
                    <a:cubicBezTo>
                      <a:pt x="7339" y="30588"/>
                      <a:pt x="7272" y="30580"/>
                      <a:pt x="7239" y="30546"/>
                    </a:cubicBezTo>
                    <a:cubicBezTo>
                      <a:pt x="7206" y="30513"/>
                      <a:pt x="7206" y="30346"/>
                      <a:pt x="7172" y="30279"/>
                    </a:cubicBezTo>
                    <a:cubicBezTo>
                      <a:pt x="7139" y="30213"/>
                      <a:pt x="7072" y="30146"/>
                      <a:pt x="7005" y="30113"/>
                    </a:cubicBezTo>
                    <a:cubicBezTo>
                      <a:pt x="6905" y="30079"/>
                      <a:pt x="6839" y="30046"/>
                      <a:pt x="6705" y="30012"/>
                    </a:cubicBezTo>
                    <a:cubicBezTo>
                      <a:pt x="7172" y="29646"/>
                      <a:pt x="7539" y="29112"/>
                      <a:pt x="7806" y="28611"/>
                    </a:cubicBezTo>
                    <a:cubicBezTo>
                      <a:pt x="8206" y="27878"/>
                      <a:pt x="8507" y="26910"/>
                      <a:pt x="8240" y="26043"/>
                    </a:cubicBezTo>
                    <a:cubicBezTo>
                      <a:pt x="8373" y="25843"/>
                      <a:pt x="8540" y="25643"/>
                      <a:pt x="8673" y="25409"/>
                    </a:cubicBezTo>
                    <a:cubicBezTo>
                      <a:pt x="9274" y="24575"/>
                      <a:pt x="9874" y="23741"/>
                      <a:pt x="10475" y="22874"/>
                    </a:cubicBezTo>
                    <a:cubicBezTo>
                      <a:pt x="11108" y="22007"/>
                      <a:pt x="11709" y="21139"/>
                      <a:pt x="12309" y="20272"/>
                    </a:cubicBezTo>
                    <a:cubicBezTo>
                      <a:pt x="12609" y="19872"/>
                      <a:pt x="12910" y="19438"/>
                      <a:pt x="13210" y="19005"/>
                    </a:cubicBezTo>
                    <a:cubicBezTo>
                      <a:pt x="13410" y="18704"/>
                      <a:pt x="13644" y="18438"/>
                      <a:pt x="13844" y="18137"/>
                    </a:cubicBezTo>
                    <a:close/>
                    <a:moveTo>
                      <a:pt x="14911" y="26143"/>
                    </a:moveTo>
                    <a:cubicBezTo>
                      <a:pt x="15145" y="26210"/>
                      <a:pt x="15378" y="26243"/>
                      <a:pt x="15578" y="26276"/>
                    </a:cubicBezTo>
                    <a:cubicBezTo>
                      <a:pt x="15979" y="26343"/>
                      <a:pt x="16379" y="26410"/>
                      <a:pt x="16812" y="26477"/>
                    </a:cubicBezTo>
                    <a:cubicBezTo>
                      <a:pt x="16746" y="28478"/>
                      <a:pt x="16546" y="30413"/>
                      <a:pt x="16179" y="32181"/>
                    </a:cubicBezTo>
                    <a:cubicBezTo>
                      <a:pt x="15979" y="31947"/>
                      <a:pt x="15678" y="31714"/>
                      <a:pt x="15478" y="31547"/>
                    </a:cubicBezTo>
                    <a:cubicBezTo>
                      <a:pt x="15278" y="31347"/>
                      <a:pt x="15078" y="31147"/>
                      <a:pt x="14878" y="30980"/>
                    </a:cubicBezTo>
                    <a:cubicBezTo>
                      <a:pt x="14778" y="30846"/>
                      <a:pt x="14678" y="30746"/>
                      <a:pt x="14578" y="30646"/>
                    </a:cubicBezTo>
                    <a:cubicBezTo>
                      <a:pt x="14778" y="29212"/>
                      <a:pt x="14878" y="27711"/>
                      <a:pt x="14911" y="26143"/>
                    </a:cubicBezTo>
                    <a:close/>
                    <a:moveTo>
                      <a:pt x="10541" y="31013"/>
                    </a:moveTo>
                    <a:cubicBezTo>
                      <a:pt x="10708" y="31080"/>
                      <a:pt x="10808" y="31380"/>
                      <a:pt x="10842" y="31547"/>
                    </a:cubicBezTo>
                    <a:cubicBezTo>
                      <a:pt x="10842" y="31580"/>
                      <a:pt x="10842" y="31614"/>
                      <a:pt x="10842" y="31647"/>
                    </a:cubicBezTo>
                    <a:cubicBezTo>
                      <a:pt x="10875" y="31880"/>
                      <a:pt x="10808" y="32181"/>
                      <a:pt x="10641" y="32347"/>
                    </a:cubicBezTo>
                    <a:cubicBezTo>
                      <a:pt x="10541" y="32448"/>
                      <a:pt x="10408" y="32481"/>
                      <a:pt x="10274" y="32481"/>
                    </a:cubicBezTo>
                    <a:cubicBezTo>
                      <a:pt x="9774" y="32448"/>
                      <a:pt x="9307" y="32448"/>
                      <a:pt x="8807" y="32414"/>
                    </a:cubicBezTo>
                    <a:cubicBezTo>
                      <a:pt x="8440" y="32414"/>
                      <a:pt x="8073" y="32381"/>
                      <a:pt x="7706" y="32347"/>
                    </a:cubicBezTo>
                    <a:cubicBezTo>
                      <a:pt x="7539" y="32314"/>
                      <a:pt x="7372" y="32314"/>
                      <a:pt x="7206" y="32314"/>
                    </a:cubicBezTo>
                    <a:cubicBezTo>
                      <a:pt x="7239" y="31914"/>
                      <a:pt x="7239" y="31480"/>
                      <a:pt x="7239" y="31047"/>
                    </a:cubicBezTo>
                    <a:lnTo>
                      <a:pt x="7272" y="31047"/>
                    </a:lnTo>
                    <a:cubicBezTo>
                      <a:pt x="7539" y="31013"/>
                      <a:pt x="7806" y="31013"/>
                      <a:pt x="8073" y="31013"/>
                    </a:cubicBezTo>
                    <a:close/>
                    <a:moveTo>
                      <a:pt x="1435" y="27010"/>
                    </a:moveTo>
                    <a:cubicBezTo>
                      <a:pt x="1502" y="27577"/>
                      <a:pt x="1702" y="28144"/>
                      <a:pt x="1969" y="28611"/>
                    </a:cubicBezTo>
                    <a:cubicBezTo>
                      <a:pt x="2069" y="28778"/>
                      <a:pt x="2135" y="28912"/>
                      <a:pt x="2269" y="29078"/>
                    </a:cubicBezTo>
                    <a:cubicBezTo>
                      <a:pt x="2335" y="29646"/>
                      <a:pt x="2469" y="30179"/>
                      <a:pt x="2569" y="30713"/>
                    </a:cubicBezTo>
                    <a:cubicBezTo>
                      <a:pt x="2436" y="31047"/>
                      <a:pt x="2369" y="31413"/>
                      <a:pt x="2302" y="31747"/>
                    </a:cubicBezTo>
                    <a:cubicBezTo>
                      <a:pt x="2302" y="32014"/>
                      <a:pt x="2269" y="32281"/>
                      <a:pt x="2302" y="32548"/>
                    </a:cubicBezTo>
                    <a:cubicBezTo>
                      <a:pt x="2202" y="32614"/>
                      <a:pt x="2069" y="32681"/>
                      <a:pt x="2002" y="32781"/>
                    </a:cubicBezTo>
                    <a:cubicBezTo>
                      <a:pt x="1502" y="31047"/>
                      <a:pt x="1101" y="29145"/>
                      <a:pt x="901" y="27177"/>
                    </a:cubicBezTo>
                    <a:cubicBezTo>
                      <a:pt x="1001" y="27144"/>
                      <a:pt x="1068" y="27110"/>
                      <a:pt x="1101" y="27110"/>
                    </a:cubicBezTo>
                    <a:cubicBezTo>
                      <a:pt x="1201" y="27077"/>
                      <a:pt x="1335" y="27044"/>
                      <a:pt x="1435" y="27010"/>
                    </a:cubicBezTo>
                    <a:close/>
                    <a:moveTo>
                      <a:pt x="54606" y="25809"/>
                    </a:moveTo>
                    <a:cubicBezTo>
                      <a:pt x="54473" y="28144"/>
                      <a:pt x="54139" y="30346"/>
                      <a:pt x="53605" y="32347"/>
                    </a:cubicBezTo>
                    <a:cubicBezTo>
                      <a:pt x="53072" y="32414"/>
                      <a:pt x="52571" y="32548"/>
                      <a:pt x="52071" y="32648"/>
                    </a:cubicBezTo>
                    <a:cubicBezTo>
                      <a:pt x="51704" y="32714"/>
                      <a:pt x="51304" y="32748"/>
                      <a:pt x="50903" y="32814"/>
                    </a:cubicBezTo>
                    <a:cubicBezTo>
                      <a:pt x="51437" y="30680"/>
                      <a:pt x="51804" y="28411"/>
                      <a:pt x="51938" y="26010"/>
                    </a:cubicBezTo>
                    <a:cubicBezTo>
                      <a:pt x="52034" y="26026"/>
                      <a:pt x="52134" y="26032"/>
                      <a:pt x="52236" y="26032"/>
                    </a:cubicBezTo>
                    <a:cubicBezTo>
                      <a:pt x="52559" y="26032"/>
                      <a:pt x="52901" y="25968"/>
                      <a:pt x="53205" y="25943"/>
                    </a:cubicBezTo>
                    <a:cubicBezTo>
                      <a:pt x="53505" y="25910"/>
                      <a:pt x="53806" y="25876"/>
                      <a:pt x="54139" y="25843"/>
                    </a:cubicBezTo>
                    <a:cubicBezTo>
                      <a:pt x="54273" y="25843"/>
                      <a:pt x="54439" y="25809"/>
                      <a:pt x="54606" y="25809"/>
                    </a:cubicBezTo>
                    <a:close/>
                    <a:moveTo>
                      <a:pt x="17246" y="26477"/>
                    </a:moveTo>
                    <a:cubicBezTo>
                      <a:pt x="17446" y="26543"/>
                      <a:pt x="17688" y="26560"/>
                      <a:pt x="17930" y="26560"/>
                    </a:cubicBezTo>
                    <a:cubicBezTo>
                      <a:pt x="18172" y="26560"/>
                      <a:pt x="18414" y="26543"/>
                      <a:pt x="18614" y="26543"/>
                    </a:cubicBezTo>
                    <a:cubicBezTo>
                      <a:pt x="18931" y="26543"/>
                      <a:pt x="19256" y="26552"/>
                      <a:pt x="19581" y="26552"/>
                    </a:cubicBezTo>
                    <a:cubicBezTo>
                      <a:pt x="19906" y="26552"/>
                      <a:pt x="20232" y="26543"/>
                      <a:pt x="20548" y="26510"/>
                    </a:cubicBezTo>
                    <a:lnTo>
                      <a:pt x="20548" y="26510"/>
                    </a:lnTo>
                    <a:cubicBezTo>
                      <a:pt x="20482" y="28845"/>
                      <a:pt x="20248" y="31080"/>
                      <a:pt x="19815" y="33148"/>
                    </a:cubicBezTo>
                    <a:cubicBezTo>
                      <a:pt x="19214" y="32981"/>
                      <a:pt x="18580" y="32915"/>
                      <a:pt x="18013" y="32814"/>
                    </a:cubicBezTo>
                    <a:cubicBezTo>
                      <a:pt x="17546" y="32748"/>
                      <a:pt x="17013" y="32614"/>
                      <a:pt x="16546" y="32614"/>
                    </a:cubicBezTo>
                    <a:cubicBezTo>
                      <a:pt x="16946" y="30713"/>
                      <a:pt x="17179" y="28645"/>
                      <a:pt x="17246" y="26477"/>
                    </a:cubicBezTo>
                    <a:close/>
                    <a:moveTo>
                      <a:pt x="10704" y="30362"/>
                    </a:moveTo>
                    <a:cubicBezTo>
                      <a:pt x="10914" y="30362"/>
                      <a:pt x="11152" y="30497"/>
                      <a:pt x="11309" y="30713"/>
                    </a:cubicBezTo>
                    <a:cubicBezTo>
                      <a:pt x="11575" y="31080"/>
                      <a:pt x="11575" y="31680"/>
                      <a:pt x="11509" y="32147"/>
                    </a:cubicBezTo>
                    <a:cubicBezTo>
                      <a:pt x="11442" y="32548"/>
                      <a:pt x="11275" y="33081"/>
                      <a:pt x="10875" y="33215"/>
                    </a:cubicBezTo>
                    <a:cubicBezTo>
                      <a:pt x="10835" y="33225"/>
                      <a:pt x="10797" y="33230"/>
                      <a:pt x="10763" y="33230"/>
                    </a:cubicBezTo>
                    <a:cubicBezTo>
                      <a:pt x="10569" y="33230"/>
                      <a:pt x="10465" y="33079"/>
                      <a:pt x="10408" y="32881"/>
                    </a:cubicBezTo>
                    <a:cubicBezTo>
                      <a:pt x="10608" y="32881"/>
                      <a:pt x="10808" y="32814"/>
                      <a:pt x="10975" y="32648"/>
                    </a:cubicBezTo>
                    <a:cubicBezTo>
                      <a:pt x="11175" y="32414"/>
                      <a:pt x="11242" y="32081"/>
                      <a:pt x="11242" y="31747"/>
                    </a:cubicBezTo>
                    <a:cubicBezTo>
                      <a:pt x="11242" y="31413"/>
                      <a:pt x="11175" y="30946"/>
                      <a:pt x="10908" y="30746"/>
                    </a:cubicBezTo>
                    <a:cubicBezTo>
                      <a:pt x="10741" y="30613"/>
                      <a:pt x="10541" y="30580"/>
                      <a:pt x="10341" y="30580"/>
                    </a:cubicBezTo>
                    <a:cubicBezTo>
                      <a:pt x="10424" y="30428"/>
                      <a:pt x="10557" y="30362"/>
                      <a:pt x="10704" y="30362"/>
                    </a:cubicBezTo>
                    <a:close/>
                    <a:moveTo>
                      <a:pt x="46033" y="26577"/>
                    </a:moveTo>
                    <a:lnTo>
                      <a:pt x="46033" y="26577"/>
                    </a:lnTo>
                    <a:cubicBezTo>
                      <a:pt x="45933" y="28678"/>
                      <a:pt x="45666" y="30746"/>
                      <a:pt x="45233" y="32814"/>
                    </a:cubicBezTo>
                    <a:cubicBezTo>
                      <a:pt x="45199" y="32981"/>
                      <a:pt x="45166" y="33181"/>
                      <a:pt x="45099" y="33348"/>
                    </a:cubicBezTo>
                    <a:cubicBezTo>
                      <a:pt x="44365" y="33348"/>
                      <a:pt x="43598" y="33515"/>
                      <a:pt x="42831" y="33582"/>
                    </a:cubicBezTo>
                    <a:cubicBezTo>
                      <a:pt x="42097" y="33648"/>
                      <a:pt x="41363" y="33715"/>
                      <a:pt x="40629" y="33782"/>
                    </a:cubicBezTo>
                    <a:cubicBezTo>
                      <a:pt x="37928" y="34015"/>
                      <a:pt x="35192" y="34149"/>
                      <a:pt x="32490" y="34215"/>
                    </a:cubicBezTo>
                    <a:cubicBezTo>
                      <a:pt x="31295" y="34247"/>
                      <a:pt x="30093" y="34278"/>
                      <a:pt x="28893" y="34278"/>
                    </a:cubicBezTo>
                    <a:cubicBezTo>
                      <a:pt x="27548" y="34278"/>
                      <a:pt x="26207" y="34239"/>
                      <a:pt x="24885" y="34115"/>
                    </a:cubicBezTo>
                    <a:cubicBezTo>
                      <a:pt x="25352" y="31814"/>
                      <a:pt x="25652" y="29379"/>
                      <a:pt x="25719" y="26844"/>
                    </a:cubicBezTo>
                    <a:cubicBezTo>
                      <a:pt x="26119" y="26932"/>
                      <a:pt x="26564" y="26947"/>
                      <a:pt x="26994" y="26947"/>
                    </a:cubicBezTo>
                    <a:cubicBezTo>
                      <a:pt x="27209" y="26947"/>
                      <a:pt x="27420" y="26944"/>
                      <a:pt x="27620" y="26944"/>
                    </a:cubicBezTo>
                    <a:cubicBezTo>
                      <a:pt x="28387" y="26977"/>
                      <a:pt x="29155" y="27010"/>
                      <a:pt x="29922" y="27044"/>
                    </a:cubicBezTo>
                    <a:cubicBezTo>
                      <a:pt x="31151" y="27074"/>
                      <a:pt x="32374" y="27090"/>
                      <a:pt x="33593" y="27090"/>
                    </a:cubicBezTo>
                    <a:cubicBezTo>
                      <a:pt x="35086" y="27090"/>
                      <a:pt x="36574" y="27065"/>
                      <a:pt x="38061" y="27010"/>
                    </a:cubicBezTo>
                    <a:cubicBezTo>
                      <a:pt x="39429" y="26977"/>
                      <a:pt x="40796" y="26944"/>
                      <a:pt x="42164" y="26844"/>
                    </a:cubicBezTo>
                    <a:cubicBezTo>
                      <a:pt x="42864" y="26810"/>
                      <a:pt x="43565" y="26777"/>
                      <a:pt x="44265" y="26710"/>
                    </a:cubicBezTo>
                    <a:cubicBezTo>
                      <a:pt x="44832" y="26677"/>
                      <a:pt x="45466" y="26677"/>
                      <a:pt x="46033" y="26577"/>
                    </a:cubicBezTo>
                    <a:close/>
                    <a:moveTo>
                      <a:pt x="8073" y="32814"/>
                    </a:moveTo>
                    <a:cubicBezTo>
                      <a:pt x="8306" y="32814"/>
                      <a:pt x="8573" y="32814"/>
                      <a:pt x="8807" y="32848"/>
                    </a:cubicBezTo>
                    <a:cubicBezTo>
                      <a:pt x="9174" y="32848"/>
                      <a:pt x="9541" y="32848"/>
                      <a:pt x="9908" y="32881"/>
                    </a:cubicBezTo>
                    <a:lnTo>
                      <a:pt x="9974" y="32881"/>
                    </a:lnTo>
                    <a:cubicBezTo>
                      <a:pt x="9774" y="33148"/>
                      <a:pt x="9541" y="33415"/>
                      <a:pt x="9340" y="33648"/>
                    </a:cubicBezTo>
                    <a:cubicBezTo>
                      <a:pt x="9140" y="33882"/>
                      <a:pt x="8907" y="34115"/>
                      <a:pt x="8740" y="34382"/>
                    </a:cubicBezTo>
                    <a:cubicBezTo>
                      <a:pt x="8507" y="33849"/>
                      <a:pt x="8273" y="33348"/>
                      <a:pt x="8073" y="32814"/>
                    </a:cubicBezTo>
                    <a:close/>
                    <a:moveTo>
                      <a:pt x="4037" y="30313"/>
                    </a:moveTo>
                    <a:cubicBezTo>
                      <a:pt x="4704" y="30313"/>
                      <a:pt x="5404" y="30346"/>
                      <a:pt x="6071" y="30413"/>
                    </a:cubicBezTo>
                    <a:cubicBezTo>
                      <a:pt x="6238" y="30446"/>
                      <a:pt x="6572" y="30413"/>
                      <a:pt x="6739" y="30513"/>
                    </a:cubicBezTo>
                    <a:cubicBezTo>
                      <a:pt x="6872" y="30580"/>
                      <a:pt x="6839" y="30613"/>
                      <a:pt x="6839" y="30780"/>
                    </a:cubicBezTo>
                    <a:cubicBezTo>
                      <a:pt x="6839" y="31380"/>
                      <a:pt x="6872" y="31981"/>
                      <a:pt x="6839" y="32581"/>
                    </a:cubicBezTo>
                    <a:cubicBezTo>
                      <a:pt x="6805" y="32814"/>
                      <a:pt x="6772" y="32915"/>
                      <a:pt x="6605" y="33048"/>
                    </a:cubicBezTo>
                    <a:cubicBezTo>
                      <a:pt x="6538" y="33115"/>
                      <a:pt x="6472" y="33181"/>
                      <a:pt x="6405" y="33248"/>
                    </a:cubicBezTo>
                    <a:cubicBezTo>
                      <a:pt x="6238" y="33448"/>
                      <a:pt x="6172" y="33682"/>
                      <a:pt x="6071" y="33882"/>
                    </a:cubicBezTo>
                    <a:cubicBezTo>
                      <a:pt x="5738" y="34649"/>
                      <a:pt x="5104" y="34749"/>
                      <a:pt x="4404" y="34749"/>
                    </a:cubicBezTo>
                    <a:cubicBezTo>
                      <a:pt x="4103" y="34716"/>
                      <a:pt x="3703" y="34749"/>
                      <a:pt x="3436" y="34582"/>
                    </a:cubicBezTo>
                    <a:cubicBezTo>
                      <a:pt x="3169" y="34382"/>
                      <a:pt x="3003" y="33949"/>
                      <a:pt x="2903" y="33615"/>
                    </a:cubicBezTo>
                    <a:cubicBezTo>
                      <a:pt x="2702" y="32948"/>
                      <a:pt x="2636" y="32247"/>
                      <a:pt x="2769" y="31547"/>
                    </a:cubicBezTo>
                    <a:cubicBezTo>
                      <a:pt x="2802" y="31213"/>
                      <a:pt x="2903" y="30846"/>
                      <a:pt x="3136" y="30613"/>
                    </a:cubicBezTo>
                    <a:cubicBezTo>
                      <a:pt x="3370" y="30346"/>
                      <a:pt x="3736" y="30313"/>
                      <a:pt x="4037" y="30313"/>
                    </a:cubicBezTo>
                    <a:close/>
                    <a:moveTo>
                      <a:pt x="2335" y="32948"/>
                    </a:moveTo>
                    <a:cubicBezTo>
                      <a:pt x="2369" y="33248"/>
                      <a:pt x="2436" y="33548"/>
                      <a:pt x="2536" y="33815"/>
                    </a:cubicBezTo>
                    <a:cubicBezTo>
                      <a:pt x="2702" y="34382"/>
                      <a:pt x="2969" y="34949"/>
                      <a:pt x="3570" y="35083"/>
                    </a:cubicBezTo>
                    <a:cubicBezTo>
                      <a:pt x="3570" y="35683"/>
                      <a:pt x="3536" y="36284"/>
                      <a:pt x="3536" y="36851"/>
                    </a:cubicBezTo>
                    <a:cubicBezTo>
                      <a:pt x="2969" y="35717"/>
                      <a:pt x="2502" y="34449"/>
                      <a:pt x="2069" y="33081"/>
                    </a:cubicBezTo>
                    <a:cubicBezTo>
                      <a:pt x="2169" y="33048"/>
                      <a:pt x="2235" y="33015"/>
                      <a:pt x="2335" y="32948"/>
                    </a:cubicBezTo>
                    <a:close/>
                    <a:moveTo>
                      <a:pt x="7206" y="32748"/>
                    </a:moveTo>
                    <a:cubicBezTo>
                      <a:pt x="7339" y="32781"/>
                      <a:pt x="7472" y="32781"/>
                      <a:pt x="7573" y="32781"/>
                    </a:cubicBezTo>
                    <a:cubicBezTo>
                      <a:pt x="7739" y="33215"/>
                      <a:pt x="7939" y="33682"/>
                      <a:pt x="8140" y="34115"/>
                    </a:cubicBezTo>
                    <a:cubicBezTo>
                      <a:pt x="8540" y="34983"/>
                      <a:pt x="9007" y="35883"/>
                      <a:pt x="9607" y="36651"/>
                    </a:cubicBezTo>
                    <a:cubicBezTo>
                      <a:pt x="9307" y="36651"/>
                      <a:pt x="8974" y="36717"/>
                      <a:pt x="8707" y="36751"/>
                    </a:cubicBezTo>
                    <a:cubicBezTo>
                      <a:pt x="8306" y="36784"/>
                      <a:pt x="7873" y="36817"/>
                      <a:pt x="7439" y="36817"/>
                    </a:cubicBezTo>
                    <a:cubicBezTo>
                      <a:pt x="6972" y="36851"/>
                      <a:pt x="6538" y="36884"/>
                      <a:pt x="6071" y="36884"/>
                    </a:cubicBezTo>
                    <a:cubicBezTo>
                      <a:pt x="5871" y="36884"/>
                      <a:pt x="5604" y="36884"/>
                      <a:pt x="5371" y="36917"/>
                    </a:cubicBezTo>
                    <a:cubicBezTo>
                      <a:pt x="5404" y="36584"/>
                      <a:pt x="5404" y="36250"/>
                      <a:pt x="5404" y="35917"/>
                    </a:cubicBezTo>
                    <a:cubicBezTo>
                      <a:pt x="5438" y="35616"/>
                      <a:pt x="5438" y="35350"/>
                      <a:pt x="5438" y="35049"/>
                    </a:cubicBezTo>
                    <a:cubicBezTo>
                      <a:pt x="5938" y="34883"/>
                      <a:pt x="6238" y="34516"/>
                      <a:pt x="6438" y="34015"/>
                    </a:cubicBezTo>
                    <a:cubicBezTo>
                      <a:pt x="6505" y="33815"/>
                      <a:pt x="6572" y="33648"/>
                      <a:pt x="6705" y="33515"/>
                    </a:cubicBezTo>
                    <a:cubicBezTo>
                      <a:pt x="6805" y="33415"/>
                      <a:pt x="6905" y="33382"/>
                      <a:pt x="7005" y="33281"/>
                    </a:cubicBezTo>
                    <a:cubicBezTo>
                      <a:pt x="7172" y="33148"/>
                      <a:pt x="7206" y="32948"/>
                      <a:pt x="7206" y="32748"/>
                    </a:cubicBezTo>
                    <a:close/>
                    <a:moveTo>
                      <a:pt x="5104" y="35149"/>
                    </a:moveTo>
                    <a:cubicBezTo>
                      <a:pt x="5071" y="35283"/>
                      <a:pt x="5071" y="35450"/>
                      <a:pt x="5071" y="35583"/>
                    </a:cubicBezTo>
                    <a:cubicBezTo>
                      <a:pt x="5071" y="36250"/>
                      <a:pt x="5071" y="36917"/>
                      <a:pt x="4971" y="37551"/>
                    </a:cubicBezTo>
                    <a:cubicBezTo>
                      <a:pt x="4937" y="37785"/>
                      <a:pt x="4771" y="37885"/>
                      <a:pt x="4570" y="37918"/>
                    </a:cubicBezTo>
                    <a:cubicBezTo>
                      <a:pt x="4304" y="37918"/>
                      <a:pt x="4003" y="37851"/>
                      <a:pt x="3937" y="37551"/>
                    </a:cubicBezTo>
                    <a:cubicBezTo>
                      <a:pt x="3903" y="37284"/>
                      <a:pt x="3937" y="36951"/>
                      <a:pt x="3937" y="36684"/>
                    </a:cubicBezTo>
                    <a:cubicBezTo>
                      <a:pt x="3937" y="36184"/>
                      <a:pt x="3937" y="35683"/>
                      <a:pt x="3937" y="35183"/>
                    </a:cubicBezTo>
                    <a:cubicBezTo>
                      <a:pt x="4089" y="35197"/>
                      <a:pt x="4252" y="35205"/>
                      <a:pt x="4417" y="35205"/>
                    </a:cubicBezTo>
                    <a:cubicBezTo>
                      <a:pt x="4651" y="35205"/>
                      <a:pt x="4889" y="35189"/>
                      <a:pt x="5104" y="35149"/>
                    </a:cubicBezTo>
                    <a:close/>
                    <a:moveTo>
                      <a:pt x="14411" y="27677"/>
                    </a:moveTo>
                    <a:lnTo>
                      <a:pt x="14411" y="27677"/>
                    </a:lnTo>
                    <a:cubicBezTo>
                      <a:pt x="14277" y="30446"/>
                      <a:pt x="13810" y="32981"/>
                      <a:pt x="13110" y="35083"/>
                    </a:cubicBezTo>
                    <a:cubicBezTo>
                      <a:pt x="12676" y="36284"/>
                      <a:pt x="12209" y="37284"/>
                      <a:pt x="11675" y="38052"/>
                    </a:cubicBezTo>
                    <a:cubicBezTo>
                      <a:pt x="10475" y="37218"/>
                      <a:pt x="9607" y="36017"/>
                      <a:pt x="8940" y="34749"/>
                    </a:cubicBezTo>
                    <a:cubicBezTo>
                      <a:pt x="9240" y="34482"/>
                      <a:pt x="9474" y="34115"/>
                      <a:pt x="9741" y="33815"/>
                    </a:cubicBezTo>
                    <a:cubicBezTo>
                      <a:pt x="9874" y="33682"/>
                      <a:pt x="10008" y="33515"/>
                      <a:pt x="10141" y="33348"/>
                    </a:cubicBezTo>
                    <a:cubicBezTo>
                      <a:pt x="10141" y="33382"/>
                      <a:pt x="10174" y="33415"/>
                      <a:pt x="10174" y="33415"/>
                    </a:cubicBezTo>
                    <a:cubicBezTo>
                      <a:pt x="10326" y="33592"/>
                      <a:pt x="10535" y="33673"/>
                      <a:pt x="10743" y="33673"/>
                    </a:cubicBezTo>
                    <a:cubicBezTo>
                      <a:pt x="10810" y="33673"/>
                      <a:pt x="10877" y="33665"/>
                      <a:pt x="10942" y="33648"/>
                    </a:cubicBezTo>
                    <a:cubicBezTo>
                      <a:pt x="11609" y="33482"/>
                      <a:pt x="11876" y="32581"/>
                      <a:pt x="11942" y="31914"/>
                    </a:cubicBezTo>
                    <a:cubicBezTo>
                      <a:pt x="11976" y="31647"/>
                      <a:pt x="11942" y="31380"/>
                      <a:pt x="11876" y="31113"/>
                    </a:cubicBezTo>
                    <a:cubicBezTo>
                      <a:pt x="11942" y="31047"/>
                      <a:pt x="12009" y="30980"/>
                      <a:pt x="12076" y="30913"/>
                    </a:cubicBezTo>
                    <a:cubicBezTo>
                      <a:pt x="12576" y="30213"/>
                      <a:pt x="13110" y="29545"/>
                      <a:pt x="13577" y="28845"/>
                    </a:cubicBezTo>
                    <a:cubicBezTo>
                      <a:pt x="13810" y="28545"/>
                      <a:pt x="14044" y="28211"/>
                      <a:pt x="14277" y="27911"/>
                    </a:cubicBezTo>
                    <a:cubicBezTo>
                      <a:pt x="14311" y="27844"/>
                      <a:pt x="14377" y="27778"/>
                      <a:pt x="14411" y="27677"/>
                    </a:cubicBezTo>
                    <a:close/>
                    <a:moveTo>
                      <a:pt x="14511" y="31080"/>
                    </a:moveTo>
                    <a:cubicBezTo>
                      <a:pt x="14678" y="31313"/>
                      <a:pt x="14911" y="31514"/>
                      <a:pt x="15111" y="31680"/>
                    </a:cubicBezTo>
                    <a:cubicBezTo>
                      <a:pt x="15311" y="31880"/>
                      <a:pt x="15512" y="32081"/>
                      <a:pt x="15745" y="32314"/>
                    </a:cubicBezTo>
                    <a:cubicBezTo>
                      <a:pt x="15845" y="32414"/>
                      <a:pt x="15945" y="32548"/>
                      <a:pt x="16079" y="32681"/>
                    </a:cubicBezTo>
                    <a:cubicBezTo>
                      <a:pt x="15778" y="34049"/>
                      <a:pt x="15378" y="35350"/>
                      <a:pt x="14911" y="36517"/>
                    </a:cubicBezTo>
                    <a:cubicBezTo>
                      <a:pt x="14578" y="37351"/>
                      <a:pt x="14211" y="38118"/>
                      <a:pt x="13810" y="38752"/>
                    </a:cubicBezTo>
                    <a:cubicBezTo>
                      <a:pt x="13677" y="38485"/>
                      <a:pt x="13477" y="38218"/>
                      <a:pt x="13343" y="37951"/>
                    </a:cubicBezTo>
                    <a:cubicBezTo>
                      <a:pt x="13210" y="37685"/>
                      <a:pt x="13043" y="37218"/>
                      <a:pt x="12810" y="36984"/>
                    </a:cubicBezTo>
                    <a:cubicBezTo>
                      <a:pt x="13110" y="36350"/>
                      <a:pt x="13310" y="35750"/>
                      <a:pt x="13510" y="35216"/>
                    </a:cubicBezTo>
                    <a:cubicBezTo>
                      <a:pt x="13944" y="33982"/>
                      <a:pt x="14277" y="32581"/>
                      <a:pt x="14511" y="31080"/>
                    </a:cubicBezTo>
                    <a:close/>
                    <a:moveTo>
                      <a:pt x="53472" y="32781"/>
                    </a:moveTo>
                    <a:lnTo>
                      <a:pt x="53472" y="32781"/>
                    </a:lnTo>
                    <a:cubicBezTo>
                      <a:pt x="53272" y="33515"/>
                      <a:pt x="53038" y="34215"/>
                      <a:pt x="52771" y="34883"/>
                    </a:cubicBezTo>
                    <a:cubicBezTo>
                      <a:pt x="52171" y="36317"/>
                      <a:pt x="51504" y="37518"/>
                      <a:pt x="50737" y="38385"/>
                    </a:cubicBezTo>
                    <a:cubicBezTo>
                      <a:pt x="50603" y="38385"/>
                      <a:pt x="50470" y="38485"/>
                      <a:pt x="50303" y="38519"/>
                    </a:cubicBezTo>
                    <a:cubicBezTo>
                      <a:pt x="50036" y="38619"/>
                      <a:pt x="49769" y="38685"/>
                      <a:pt x="49502" y="38752"/>
                    </a:cubicBezTo>
                    <a:cubicBezTo>
                      <a:pt x="49236" y="38819"/>
                      <a:pt x="48935" y="38852"/>
                      <a:pt x="48635" y="38919"/>
                    </a:cubicBezTo>
                    <a:cubicBezTo>
                      <a:pt x="48602" y="38919"/>
                      <a:pt x="48568" y="38952"/>
                      <a:pt x="48535" y="38952"/>
                    </a:cubicBezTo>
                    <a:cubicBezTo>
                      <a:pt x="48702" y="38619"/>
                      <a:pt x="48902" y="38252"/>
                      <a:pt x="49069" y="37918"/>
                    </a:cubicBezTo>
                    <a:cubicBezTo>
                      <a:pt x="49769" y="36484"/>
                      <a:pt x="50336" y="34916"/>
                      <a:pt x="50803" y="33248"/>
                    </a:cubicBezTo>
                    <a:cubicBezTo>
                      <a:pt x="51237" y="33248"/>
                      <a:pt x="51704" y="33115"/>
                      <a:pt x="52104" y="33048"/>
                    </a:cubicBezTo>
                    <a:cubicBezTo>
                      <a:pt x="52538" y="32981"/>
                      <a:pt x="53038" y="32881"/>
                      <a:pt x="53472" y="32781"/>
                    </a:cubicBezTo>
                    <a:close/>
                    <a:moveTo>
                      <a:pt x="9908" y="37017"/>
                    </a:moveTo>
                    <a:cubicBezTo>
                      <a:pt x="10341" y="37551"/>
                      <a:pt x="10842" y="38018"/>
                      <a:pt x="11409" y="38418"/>
                    </a:cubicBezTo>
                    <a:cubicBezTo>
                      <a:pt x="10675" y="39319"/>
                      <a:pt x="9874" y="39853"/>
                      <a:pt x="9007" y="39886"/>
                    </a:cubicBezTo>
                    <a:cubicBezTo>
                      <a:pt x="8985" y="39887"/>
                      <a:pt x="8963" y="39887"/>
                      <a:pt x="8941" y="39887"/>
                    </a:cubicBezTo>
                    <a:cubicBezTo>
                      <a:pt x="7729" y="39887"/>
                      <a:pt x="6519" y="38987"/>
                      <a:pt x="5438" y="37251"/>
                    </a:cubicBezTo>
                    <a:lnTo>
                      <a:pt x="6105" y="37251"/>
                    </a:lnTo>
                    <a:cubicBezTo>
                      <a:pt x="6538" y="37251"/>
                      <a:pt x="7005" y="37251"/>
                      <a:pt x="7472" y="37218"/>
                    </a:cubicBezTo>
                    <a:cubicBezTo>
                      <a:pt x="7906" y="37218"/>
                      <a:pt x="8373" y="37184"/>
                      <a:pt x="8807" y="37151"/>
                    </a:cubicBezTo>
                    <a:cubicBezTo>
                      <a:pt x="9140" y="37118"/>
                      <a:pt x="9574" y="37151"/>
                      <a:pt x="9908" y="37017"/>
                    </a:cubicBezTo>
                    <a:close/>
                    <a:moveTo>
                      <a:pt x="16446" y="32948"/>
                    </a:moveTo>
                    <a:cubicBezTo>
                      <a:pt x="16646" y="33015"/>
                      <a:pt x="16846" y="33048"/>
                      <a:pt x="17046" y="33081"/>
                    </a:cubicBezTo>
                    <a:cubicBezTo>
                      <a:pt x="17380" y="33115"/>
                      <a:pt x="17713" y="33181"/>
                      <a:pt x="18047" y="33248"/>
                    </a:cubicBezTo>
                    <a:cubicBezTo>
                      <a:pt x="18614" y="33348"/>
                      <a:pt x="19147" y="33448"/>
                      <a:pt x="19715" y="33515"/>
                    </a:cubicBezTo>
                    <a:cubicBezTo>
                      <a:pt x="19181" y="35983"/>
                      <a:pt x="18380" y="38185"/>
                      <a:pt x="17413" y="40020"/>
                    </a:cubicBezTo>
                    <a:lnTo>
                      <a:pt x="17380" y="40020"/>
                    </a:lnTo>
                    <a:cubicBezTo>
                      <a:pt x="16712" y="39819"/>
                      <a:pt x="16012" y="39686"/>
                      <a:pt x="15378" y="39486"/>
                    </a:cubicBezTo>
                    <a:cubicBezTo>
                      <a:pt x="15045" y="39419"/>
                      <a:pt x="14744" y="39319"/>
                      <a:pt x="14411" y="39252"/>
                    </a:cubicBezTo>
                    <a:cubicBezTo>
                      <a:pt x="14311" y="39219"/>
                      <a:pt x="14177" y="39186"/>
                      <a:pt x="14077" y="39152"/>
                    </a:cubicBezTo>
                    <a:cubicBezTo>
                      <a:pt x="14511" y="38452"/>
                      <a:pt x="14944" y="37618"/>
                      <a:pt x="15345" y="36651"/>
                    </a:cubicBezTo>
                    <a:cubicBezTo>
                      <a:pt x="15778" y="35516"/>
                      <a:pt x="16179" y="34282"/>
                      <a:pt x="16446" y="32948"/>
                    </a:cubicBezTo>
                    <a:close/>
                    <a:moveTo>
                      <a:pt x="50203" y="38986"/>
                    </a:moveTo>
                    <a:lnTo>
                      <a:pt x="50203" y="38986"/>
                    </a:lnTo>
                    <a:cubicBezTo>
                      <a:pt x="49936" y="39252"/>
                      <a:pt x="49669" y="39453"/>
                      <a:pt x="49369" y="39653"/>
                    </a:cubicBezTo>
                    <a:cubicBezTo>
                      <a:pt x="49136" y="39753"/>
                      <a:pt x="48902" y="39886"/>
                      <a:pt x="48669" y="39953"/>
                    </a:cubicBezTo>
                    <a:cubicBezTo>
                      <a:pt x="48335" y="40086"/>
                      <a:pt x="48035" y="40186"/>
                      <a:pt x="47701" y="40286"/>
                    </a:cubicBezTo>
                    <a:cubicBezTo>
                      <a:pt x="47901" y="39953"/>
                      <a:pt x="48101" y="39653"/>
                      <a:pt x="48302" y="39319"/>
                    </a:cubicBezTo>
                    <a:cubicBezTo>
                      <a:pt x="48366" y="39330"/>
                      <a:pt x="48434" y="39335"/>
                      <a:pt x="48505" y="39335"/>
                    </a:cubicBezTo>
                    <a:cubicBezTo>
                      <a:pt x="48869" y="39335"/>
                      <a:pt x="49289" y="39208"/>
                      <a:pt x="49569" y="39152"/>
                    </a:cubicBezTo>
                    <a:cubicBezTo>
                      <a:pt x="49769" y="39086"/>
                      <a:pt x="50003" y="39052"/>
                      <a:pt x="50203" y="38986"/>
                    </a:cubicBezTo>
                    <a:close/>
                    <a:moveTo>
                      <a:pt x="44999" y="33782"/>
                    </a:moveTo>
                    <a:cubicBezTo>
                      <a:pt x="44566" y="35616"/>
                      <a:pt x="43965" y="37451"/>
                      <a:pt x="43098" y="39152"/>
                    </a:cubicBezTo>
                    <a:cubicBezTo>
                      <a:pt x="42998" y="39352"/>
                      <a:pt x="42931" y="39553"/>
                      <a:pt x="42831" y="39753"/>
                    </a:cubicBezTo>
                    <a:cubicBezTo>
                      <a:pt x="42770" y="39747"/>
                      <a:pt x="42709" y="39744"/>
                      <a:pt x="42647" y="39744"/>
                    </a:cubicBezTo>
                    <a:cubicBezTo>
                      <a:pt x="42375" y="39744"/>
                      <a:pt x="42103" y="39798"/>
                      <a:pt x="41830" y="39853"/>
                    </a:cubicBezTo>
                    <a:cubicBezTo>
                      <a:pt x="41430" y="39920"/>
                      <a:pt x="41030" y="39986"/>
                      <a:pt x="40629" y="40053"/>
                    </a:cubicBezTo>
                    <a:cubicBezTo>
                      <a:pt x="39896" y="40186"/>
                      <a:pt x="39128" y="40286"/>
                      <a:pt x="38361" y="40420"/>
                    </a:cubicBezTo>
                    <a:cubicBezTo>
                      <a:pt x="35659" y="40787"/>
                      <a:pt x="32924" y="41020"/>
                      <a:pt x="30189" y="41154"/>
                    </a:cubicBezTo>
                    <a:cubicBezTo>
                      <a:pt x="28854" y="41220"/>
                      <a:pt x="27487" y="41254"/>
                      <a:pt x="26119" y="41287"/>
                    </a:cubicBezTo>
                    <a:cubicBezTo>
                      <a:pt x="25452" y="41287"/>
                      <a:pt x="24785" y="41287"/>
                      <a:pt x="24118" y="41254"/>
                    </a:cubicBezTo>
                    <a:cubicBezTo>
                      <a:pt x="23762" y="41254"/>
                      <a:pt x="23391" y="41239"/>
                      <a:pt x="23026" y="41239"/>
                    </a:cubicBezTo>
                    <a:cubicBezTo>
                      <a:pt x="22843" y="41239"/>
                      <a:pt x="22661" y="41243"/>
                      <a:pt x="22483" y="41254"/>
                    </a:cubicBezTo>
                    <a:cubicBezTo>
                      <a:pt x="22617" y="40987"/>
                      <a:pt x="22717" y="40753"/>
                      <a:pt x="22850" y="40453"/>
                    </a:cubicBezTo>
                    <a:cubicBezTo>
                      <a:pt x="23684" y="38685"/>
                      <a:pt x="24318" y="36651"/>
                      <a:pt x="24818" y="34482"/>
                    </a:cubicBezTo>
                    <a:cubicBezTo>
                      <a:pt x="25319" y="34649"/>
                      <a:pt x="25886" y="34616"/>
                      <a:pt x="26386" y="34649"/>
                    </a:cubicBezTo>
                    <a:cubicBezTo>
                      <a:pt x="27153" y="34649"/>
                      <a:pt x="27920" y="34682"/>
                      <a:pt x="28688" y="34682"/>
                    </a:cubicBezTo>
                    <a:cubicBezTo>
                      <a:pt x="31490" y="34682"/>
                      <a:pt x="34258" y="34616"/>
                      <a:pt x="37060" y="34482"/>
                    </a:cubicBezTo>
                    <a:cubicBezTo>
                      <a:pt x="38428" y="34382"/>
                      <a:pt x="39829" y="34282"/>
                      <a:pt x="41197" y="34182"/>
                    </a:cubicBezTo>
                    <a:cubicBezTo>
                      <a:pt x="41897" y="34115"/>
                      <a:pt x="42598" y="34049"/>
                      <a:pt x="43298" y="33982"/>
                    </a:cubicBezTo>
                    <a:cubicBezTo>
                      <a:pt x="43865" y="33915"/>
                      <a:pt x="44466" y="33882"/>
                      <a:pt x="44999" y="33782"/>
                    </a:cubicBezTo>
                    <a:close/>
                    <a:moveTo>
                      <a:pt x="5271" y="37785"/>
                    </a:moveTo>
                    <a:cubicBezTo>
                      <a:pt x="6338" y="39386"/>
                      <a:pt x="7539" y="40253"/>
                      <a:pt x="8773" y="40286"/>
                    </a:cubicBezTo>
                    <a:cubicBezTo>
                      <a:pt x="8707" y="40553"/>
                      <a:pt x="8740" y="40920"/>
                      <a:pt x="8740" y="41120"/>
                    </a:cubicBezTo>
                    <a:cubicBezTo>
                      <a:pt x="8707" y="41354"/>
                      <a:pt x="8707" y="41621"/>
                      <a:pt x="8673" y="41854"/>
                    </a:cubicBezTo>
                    <a:cubicBezTo>
                      <a:pt x="8673" y="41888"/>
                      <a:pt x="8673" y="41888"/>
                      <a:pt x="8673" y="41921"/>
                    </a:cubicBezTo>
                    <a:cubicBezTo>
                      <a:pt x="8673" y="41922"/>
                      <a:pt x="8671" y="41923"/>
                      <a:pt x="8668" y="41923"/>
                    </a:cubicBezTo>
                    <a:cubicBezTo>
                      <a:pt x="8588" y="41923"/>
                      <a:pt x="7670" y="41586"/>
                      <a:pt x="7606" y="41554"/>
                    </a:cubicBezTo>
                    <a:cubicBezTo>
                      <a:pt x="7206" y="41387"/>
                      <a:pt x="6872" y="41154"/>
                      <a:pt x="6538" y="40887"/>
                    </a:cubicBezTo>
                    <a:cubicBezTo>
                      <a:pt x="5738" y="40253"/>
                      <a:pt x="5171" y="39453"/>
                      <a:pt x="4570" y="38652"/>
                    </a:cubicBezTo>
                    <a:cubicBezTo>
                      <a:pt x="4537" y="38619"/>
                      <a:pt x="4437" y="38452"/>
                      <a:pt x="4370" y="38318"/>
                    </a:cubicBezTo>
                    <a:lnTo>
                      <a:pt x="4570" y="38318"/>
                    </a:lnTo>
                    <a:cubicBezTo>
                      <a:pt x="4904" y="38285"/>
                      <a:pt x="5171" y="38085"/>
                      <a:pt x="5271" y="37785"/>
                    </a:cubicBezTo>
                    <a:close/>
                    <a:moveTo>
                      <a:pt x="12609" y="37384"/>
                    </a:moveTo>
                    <a:cubicBezTo>
                      <a:pt x="12710" y="37618"/>
                      <a:pt x="12843" y="37851"/>
                      <a:pt x="12943" y="38018"/>
                    </a:cubicBezTo>
                    <a:cubicBezTo>
                      <a:pt x="13110" y="38385"/>
                      <a:pt x="13310" y="38852"/>
                      <a:pt x="13577" y="39152"/>
                    </a:cubicBezTo>
                    <a:cubicBezTo>
                      <a:pt x="12376" y="40920"/>
                      <a:pt x="10975" y="41921"/>
                      <a:pt x="9507" y="41988"/>
                    </a:cubicBezTo>
                    <a:lnTo>
                      <a:pt x="9074" y="41988"/>
                    </a:lnTo>
                    <a:cubicBezTo>
                      <a:pt x="9107" y="41721"/>
                      <a:pt x="9107" y="41487"/>
                      <a:pt x="9107" y="41220"/>
                    </a:cubicBezTo>
                    <a:cubicBezTo>
                      <a:pt x="9140" y="40987"/>
                      <a:pt x="9140" y="40720"/>
                      <a:pt x="9140" y="40487"/>
                    </a:cubicBezTo>
                    <a:cubicBezTo>
                      <a:pt x="9140" y="40420"/>
                      <a:pt x="9140" y="40353"/>
                      <a:pt x="9140" y="40286"/>
                    </a:cubicBezTo>
                    <a:cubicBezTo>
                      <a:pt x="10775" y="40153"/>
                      <a:pt x="11876" y="38819"/>
                      <a:pt x="12609" y="37384"/>
                    </a:cubicBezTo>
                    <a:close/>
                    <a:moveTo>
                      <a:pt x="38828" y="1192"/>
                    </a:moveTo>
                    <a:lnTo>
                      <a:pt x="38828" y="1192"/>
                    </a:lnTo>
                    <a:cubicBezTo>
                      <a:pt x="39062" y="1225"/>
                      <a:pt x="39295" y="1259"/>
                      <a:pt x="39495" y="1292"/>
                    </a:cubicBezTo>
                    <a:cubicBezTo>
                      <a:pt x="40229" y="1425"/>
                      <a:pt x="40930" y="1592"/>
                      <a:pt x="41630" y="1826"/>
                    </a:cubicBezTo>
                    <a:cubicBezTo>
                      <a:pt x="42497" y="2059"/>
                      <a:pt x="43498" y="2359"/>
                      <a:pt x="44232" y="2893"/>
                    </a:cubicBezTo>
                    <a:cubicBezTo>
                      <a:pt x="45033" y="3527"/>
                      <a:pt x="45666" y="4461"/>
                      <a:pt x="46300" y="5261"/>
                    </a:cubicBezTo>
                    <a:cubicBezTo>
                      <a:pt x="46934" y="6029"/>
                      <a:pt x="47468" y="6896"/>
                      <a:pt x="47935" y="7763"/>
                    </a:cubicBezTo>
                    <a:cubicBezTo>
                      <a:pt x="50370" y="12233"/>
                      <a:pt x="51370" y="17403"/>
                      <a:pt x="51537" y="22407"/>
                    </a:cubicBezTo>
                    <a:cubicBezTo>
                      <a:pt x="51637" y="25643"/>
                      <a:pt x="51370" y="28878"/>
                      <a:pt x="50637" y="32047"/>
                    </a:cubicBezTo>
                    <a:cubicBezTo>
                      <a:pt x="50136" y="34249"/>
                      <a:pt x="49402" y="36450"/>
                      <a:pt x="48335" y="38452"/>
                    </a:cubicBezTo>
                    <a:cubicBezTo>
                      <a:pt x="47868" y="39286"/>
                      <a:pt x="47334" y="40120"/>
                      <a:pt x="46734" y="40887"/>
                    </a:cubicBezTo>
                    <a:cubicBezTo>
                      <a:pt x="45967" y="41854"/>
                      <a:pt x="44899" y="42054"/>
                      <a:pt x="43732" y="42421"/>
                    </a:cubicBezTo>
                    <a:cubicBezTo>
                      <a:pt x="43098" y="42655"/>
                      <a:pt x="42431" y="42888"/>
                      <a:pt x="41764" y="43089"/>
                    </a:cubicBezTo>
                    <a:cubicBezTo>
                      <a:pt x="41430" y="43189"/>
                      <a:pt x="41096" y="43255"/>
                      <a:pt x="40763" y="43355"/>
                    </a:cubicBezTo>
                    <a:cubicBezTo>
                      <a:pt x="42131" y="41954"/>
                      <a:pt x="43131" y="40220"/>
                      <a:pt x="43898" y="38452"/>
                    </a:cubicBezTo>
                    <a:cubicBezTo>
                      <a:pt x="45867" y="33982"/>
                      <a:pt x="46801" y="28078"/>
                      <a:pt x="46500" y="21873"/>
                    </a:cubicBezTo>
                    <a:cubicBezTo>
                      <a:pt x="46200" y="15669"/>
                      <a:pt x="44699" y="9898"/>
                      <a:pt x="42297" y="5628"/>
                    </a:cubicBezTo>
                    <a:cubicBezTo>
                      <a:pt x="41263" y="3760"/>
                      <a:pt x="40096" y="2259"/>
                      <a:pt x="38828" y="1192"/>
                    </a:cubicBezTo>
                    <a:close/>
                    <a:moveTo>
                      <a:pt x="13877" y="39486"/>
                    </a:moveTo>
                    <a:cubicBezTo>
                      <a:pt x="14010" y="39553"/>
                      <a:pt x="14177" y="39586"/>
                      <a:pt x="14311" y="39619"/>
                    </a:cubicBezTo>
                    <a:cubicBezTo>
                      <a:pt x="14644" y="39719"/>
                      <a:pt x="14944" y="39819"/>
                      <a:pt x="15278" y="39886"/>
                    </a:cubicBezTo>
                    <a:cubicBezTo>
                      <a:pt x="15912" y="40086"/>
                      <a:pt x="16546" y="40286"/>
                      <a:pt x="17213" y="40387"/>
                    </a:cubicBezTo>
                    <a:cubicBezTo>
                      <a:pt x="16512" y="41621"/>
                      <a:pt x="15745" y="42688"/>
                      <a:pt x="14878" y="43556"/>
                    </a:cubicBezTo>
                    <a:cubicBezTo>
                      <a:pt x="14644" y="43722"/>
                      <a:pt x="14411" y="43822"/>
                      <a:pt x="14144" y="43922"/>
                    </a:cubicBezTo>
                    <a:cubicBezTo>
                      <a:pt x="13944" y="43822"/>
                      <a:pt x="13710" y="43789"/>
                      <a:pt x="13477" y="43722"/>
                    </a:cubicBezTo>
                    <a:cubicBezTo>
                      <a:pt x="13143" y="43656"/>
                      <a:pt x="12810" y="43589"/>
                      <a:pt x="12443" y="43489"/>
                    </a:cubicBezTo>
                    <a:cubicBezTo>
                      <a:pt x="11776" y="43289"/>
                      <a:pt x="11108" y="43089"/>
                      <a:pt x="10441" y="42855"/>
                    </a:cubicBezTo>
                    <a:cubicBezTo>
                      <a:pt x="10041" y="42722"/>
                      <a:pt x="9641" y="42555"/>
                      <a:pt x="9240" y="42388"/>
                    </a:cubicBezTo>
                    <a:lnTo>
                      <a:pt x="9240" y="42388"/>
                    </a:lnTo>
                    <a:cubicBezTo>
                      <a:pt x="9290" y="42405"/>
                      <a:pt x="9332" y="42413"/>
                      <a:pt x="9374" y="42413"/>
                    </a:cubicBezTo>
                    <a:cubicBezTo>
                      <a:pt x="9416" y="42413"/>
                      <a:pt x="9457" y="42405"/>
                      <a:pt x="9507" y="42388"/>
                    </a:cubicBezTo>
                    <a:cubicBezTo>
                      <a:pt x="11108" y="42321"/>
                      <a:pt x="12609" y="41321"/>
                      <a:pt x="13877" y="39486"/>
                    </a:cubicBezTo>
                    <a:close/>
                    <a:moveTo>
                      <a:pt x="15445" y="2026"/>
                    </a:moveTo>
                    <a:cubicBezTo>
                      <a:pt x="15512" y="2026"/>
                      <a:pt x="15545" y="2026"/>
                      <a:pt x="15578" y="2059"/>
                    </a:cubicBezTo>
                    <a:lnTo>
                      <a:pt x="15612" y="2059"/>
                    </a:lnTo>
                    <a:cubicBezTo>
                      <a:pt x="15645" y="2059"/>
                      <a:pt x="15678" y="2059"/>
                      <a:pt x="15712" y="2092"/>
                    </a:cubicBezTo>
                    <a:cubicBezTo>
                      <a:pt x="15745" y="2092"/>
                      <a:pt x="15745" y="2092"/>
                      <a:pt x="15745" y="2126"/>
                    </a:cubicBezTo>
                    <a:lnTo>
                      <a:pt x="15812" y="2092"/>
                    </a:lnTo>
                    <a:cubicBezTo>
                      <a:pt x="18714" y="3360"/>
                      <a:pt x="21282" y="6863"/>
                      <a:pt x="23017" y="11633"/>
                    </a:cubicBezTo>
                    <a:cubicBezTo>
                      <a:pt x="23017" y="11666"/>
                      <a:pt x="23017" y="11733"/>
                      <a:pt x="23050" y="11766"/>
                    </a:cubicBezTo>
                    <a:cubicBezTo>
                      <a:pt x="23851" y="13968"/>
                      <a:pt x="24385" y="16269"/>
                      <a:pt x="24751" y="18604"/>
                    </a:cubicBezTo>
                    <a:cubicBezTo>
                      <a:pt x="25052" y="20406"/>
                      <a:pt x="25218" y="22207"/>
                      <a:pt x="25252" y="24008"/>
                    </a:cubicBezTo>
                    <a:cubicBezTo>
                      <a:pt x="25319" y="25676"/>
                      <a:pt x="25285" y="27377"/>
                      <a:pt x="25152" y="29045"/>
                    </a:cubicBezTo>
                    <a:cubicBezTo>
                      <a:pt x="24952" y="31714"/>
                      <a:pt x="24518" y="34349"/>
                      <a:pt x="23717" y="36917"/>
                    </a:cubicBezTo>
                    <a:cubicBezTo>
                      <a:pt x="23451" y="37851"/>
                      <a:pt x="23117" y="38785"/>
                      <a:pt x="22717" y="39686"/>
                    </a:cubicBezTo>
                    <a:cubicBezTo>
                      <a:pt x="22150" y="41020"/>
                      <a:pt x="21449" y="42355"/>
                      <a:pt x="20582" y="43556"/>
                    </a:cubicBezTo>
                    <a:cubicBezTo>
                      <a:pt x="20482" y="43656"/>
                      <a:pt x="20382" y="43789"/>
                      <a:pt x="20282" y="43956"/>
                    </a:cubicBezTo>
                    <a:cubicBezTo>
                      <a:pt x="20148" y="44089"/>
                      <a:pt x="20015" y="44256"/>
                      <a:pt x="19881" y="44389"/>
                    </a:cubicBezTo>
                    <a:cubicBezTo>
                      <a:pt x="19748" y="44556"/>
                      <a:pt x="19581" y="44723"/>
                      <a:pt x="19414" y="44856"/>
                    </a:cubicBezTo>
                    <a:cubicBezTo>
                      <a:pt x="19348" y="44890"/>
                      <a:pt x="19281" y="44923"/>
                      <a:pt x="19181" y="44923"/>
                    </a:cubicBezTo>
                    <a:cubicBezTo>
                      <a:pt x="18969" y="44985"/>
                      <a:pt x="18752" y="45009"/>
                      <a:pt x="18533" y="45009"/>
                    </a:cubicBezTo>
                    <a:cubicBezTo>
                      <a:pt x="17926" y="45009"/>
                      <a:pt x="17301" y="44821"/>
                      <a:pt x="16712" y="44723"/>
                    </a:cubicBezTo>
                    <a:cubicBezTo>
                      <a:pt x="16145" y="44623"/>
                      <a:pt x="15578" y="44523"/>
                      <a:pt x="15011" y="44389"/>
                    </a:cubicBezTo>
                    <a:cubicBezTo>
                      <a:pt x="14911" y="44356"/>
                      <a:pt x="14778" y="44356"/>
                      <a:pt x="14644" y="44323"/>
                    </a:cubicBezTo>
                    <a:cubicBezTo>
                      <a:pt x="15945" y="43189"/>
                      <a:pt x="17113" y="41587"/>
                      <a:pt x="18080" y="39586"/>
                    </a:cubicBezTo>
                    <a:cubicBezTo>
                      <a:pt x="20148" y="35416"/>
                      <a:pt x="21182" y="29946"/>
                      <a:pt x="20982" y="24142"/>
                    </a:cubicBezTo>
                    <a:cubicBezTo>
                      <a:pt x="20782" y="18371"/>
                      <a:pt x="19414" y="12967"/>
                      <a:pt x="17079" y="8931"/>
                    </a:cubicBezTo>
                    <a:cubicBezTo>
                      <a:pt x="15345" y="5929"/>
                      <a:pt x="13243" y="3960"/>
                      <a:pt x="10975" y="3160"/>
                    </a:cubicBezTo>
                    <a:cubicBezTo>
                      <a:pt x="11675" y="2793"/>
                      <a:pt x="12409" y="2559"/>
                      <a:pt x="13177" y="2359"/>
                    </a:cubicBezTo>
                    <a:cubicBezTo>
                      <a:pt x="13677" y="2226"/>
                      <a:pt x="14244" y="2092"/>
                      <a:pt x="14778" y="2059"/>
                    </a:cubicBezTo>
                    <a:cubicBezTo>
                      <a:pt x="14978" y="2026"/>
                      <a:pt x="15211" y="2026"/>
                      <a:pt x="15411" y="2026"/>
                    </a:cubicBezTo>
                    <a:close/>
                    <a:moveTo>
                      <a:pt x="42598" y="40153"/>
                    </a:moveTo>
                    <a:cubicBezTo>
                      <a:pt x="42131" y="40987"/>
                      <a:pt x="41597" y="41821"/>
                      <a:pt x="40963" y="42521"/>
                    </a:cubicBezTo>
                    <a:cubicBezTo>
                      <a:pt x="39462" y="42922"/>
                      <a:pt x="37994" y="43389"/>
                      <a:pt x="36460" y="43789"/>
                    </a:cubicBezTo>
                    <a:cubicBezTo>
                      <a:pt x="33691" y="44490"/>
                      <a:pt x="30889" y="45023"/>
                      <a:pt x="28054" y="45223"/>
                    </a:cubicBezTo>
                    <a:cubicBezTo>
                      <a:pt x="27240" y="45282"/>
                      <a:pt x="26425" y="45317"/>
                      <a:pt x="25618" y="45317"/>
                    </a:cubicBezTo>
                    <a:cubicBezTo>
                      <a:pt x="25036" y="45317"/>
                      <a:pt x="24457" y="45299"/>
                      <a:pt x="23884" y="45257"/>
                    </a:cubicBezTo>
                    <a:cubicBezTo>
                      <a:pt x="23150" y="45223"/>
                      <a:pt x="22416" y="45157"/>
                      <a:pt x="21683" y="45023"/>
                    </a:cubicBezTo>
                    <a:cubicBezTo>
                      <a:pt x="21182" y="44957"/>
                      <a:pt x="20649" y="44823"/>
                      <a:pt x="20148" y="44790"/>
                    </a:cubicBezTo>
                    <a:cubicBezTo>
                      <a:pt x="20248" y="44656"/>
                      <a:pt x="20348" y="44490"/>
                      <a:pt x="20482" y="44356"/>
                    </a:cubicBezTo>
                    <a:cubicBezTo>
                      <a:pt x="21149" y="43556"/>
                      <a:pt x="21749" y="42655"/>
                      <a:pt x="22283" y="41587"/>
                    </a:cubicBezTo>
                    <a:cubicBezTo>
                      <a:pt x="22750" y="41676"/>
                      <a:pt x="23217" y="41691"/>
                      <a:pt x="23674" y="41691"/>
                    </a:cubicBezTo>
                    <a:cubicBezTo>
                      <a:pt x="23903" y="41691"/>
                      <a:pt x="24129" y="41687"/>
                      <a:pt x="24351" y="41687"/>
                    </a:cubicBezTo>
                    <a:cubicBezTo>
                      <a:pt x="24735" y="41704"/>
                      <a:pt x="25118" y="41713"/>
                      <a:pt x="25502" y="41713"/>
                    </a:cubicBezTo>
                    <a:cubicBezTo>
                      <a:pt x="25886" y="41713"/>
                      <a:pt x="26269" y="41704"/>
                      <a:pt x="26653" y="41687"/>
                    </a:cubicBezTo>
                    <a:cubicBezTo>
                      <a:pt x="29388" y="41687"/>
                      <a:pt x="32157" y="41521"/>
                      <a:pt x="34925" y="41254"/>
                    </a:cubicBezTo>
                    <a:cubicBezTo>
                      <a:pt x="36293" y="41120"/>
                      <a:pt x="37661" y="40954"/>
                      <a:pt x="39028" y="40753"/>
                    </a:cubicBezTo>
                    <a:cubicBezTo>
                      <a:pt x="39729" y="40653"/>
                      <a:pt x="40396" y="40520"/>
                      <a:pt x="41063" y="40420"/>
                    </a:cubicBezTo>
                    <a:cubicBezTo>
                      <a:pt x="41563" y="40353"/>
                      <a:pt x="42131" y="40320"/>
                      <a:pt x="42598" y="40153"/>
                    </a:cubicBezTo>
                    <a:close/>
                    <a:moveTo>
                      <a:pt x="5071" y="40053"/>
                    </a:moveTo>
                    <a:cubicBezTo>
                      <a:pt x="5538" y="40587"/>
                      <a:pt x="6005" y="41020"/>
                      <a:pt x="6505" y="41387"/>
                    </a:cubicBezTo>
                    <a:cubicBezTo>
                      <a:pt x="6505" y="41421"/>
                      <a:pt x="6505" y="41421"/>
                      <a:pt x="6538" y="41421"/>
                    </a:cubicBezTo>
                    <a:cubicBezTo>
                      <a:pt x="7573" y="42288"/>
                      <a:pt x="8974" y="42788"/>
                      <a:pt x="10241" y="43222"/>
                    </a:cubicBezTo>
                    <a:cubicBezTo>
                      <a:pt x="10541" y="43355"/>
                      <a:pt x="10875" y="43455"/>
                      <a:pt x="11175" y="43556"/>
                    </a:cubicBezTo>
                    <a:cubicBezTo>
                      <a:pt x="11063" y="43547"/>
                      <a:pt x="10951" y="43543"/>
                      <a:pt x="10839" y="43543"/>
                    </a:cubicBezTo>
                    <a:cubicBezTo>
                      <a:pt x="10045" y="43543"/>
                      <a:pt x="9245" y="43751"/>
                      <a:pt x="8573" y="44189"/>
                    </a:cubicBezTo>
                    <a:cubicBezTo>
                      <a:pt x="8140" y="44490"/>
                      <a:pt x="7739" y="44890"/>
                      <a:pt x="7439" y="45323"/>
                    </a:cubicBezTo>
                    <a:cubicBezTo>
                      <a:pt x="7306" y="45524"/>
                      <a:pt x="7039" y="45891"/>
                      <a:pt x="6972" y="46191"/>
                    </a:cubicBezTo>
                    <a:cubicBezTo>
                      <a:pt x="6872" y="46124"/>
                      <a:pt x="6739" y="46091"/>
                      <a:pt x="6639" y="46024"/>
                    </a:cubicBezTo>
                    <a:cubicBezTo>
                      <a:pt x="6272" y="45891"/>
                      <a:pt x="5938" y="45724"/>
                      <a:pt x="5571" y="45590"/>
                    </a:cubicBezTo>
                    <a:cubicBezTo>
                      <a:pt x="5204" y="45424"/>
                      <a:pt x="4837" y="45257"/>
                      <a:pt x="4470" y="45123"/>
                    </a:cubicBezTo>
                    <a:cubicBezTo>
                      <a:pt x="4337" y="45057"/>
                      <a:pt x="4203" y="44990"/>
                      <a:pt x="4037" y="44923"/>
                    </a:cubicBezTo>
                    <a:cubicBezTo>
                      <a:pt x="3970" y="44890"/>
                      <a:pt x="3903" y="44856"/>
                      <a:pt x="3837" y="44823"/>
                    </a:cubicBezTo>
                    <a:cubicBezTo>
                      <a:pt x="4070" y="43889"/>
                      <a:pt x="4304" y="42955"/>
                      <a:pt x="4537" y="42021"/>
                    </a:cubicBezTo>
                    <a:cubicBezTo>
                      <a:pt x="4670" y="41521"/>
                      <a:pt x="4804" y="41054"/>
                      <a:pt x="4937" y="40553"/>
                    </a:cubicBezTo>
                    <a:cubicBezTo>
                      <a:pt x="4971" y="40387"/>
                      <a:pt x="5037" y="40220"/>
                      <a:pt x="5071" y="40053"/>
                    </a:cubicBezTo>
                    <a:close/>
                    <a:moveTo>
                      <a:pt x="10809" y="44020"/>
                    </a:moveTo>
                    <a:cubicBezTo>
                      <a:pt x="11098" y="44020"/>
                      <a:pt x="11390" y="44054"/>
                      <a:pt x="11675" y="44123"/>
                    </a:cubicBezTo>
                    <a:cubicBezTo>
                      <a:pt x="11375" y="44223"/>
                      <a:pt x="11075" y="44423"/>
                      <a:pt x="10875" y="44590"/>
                    </a:cubicBezTo>
                    <a:cubicBezTo>
                      <a:pt x="10641" y="44856"/>
                      <a:pt x="10441" y="45157"/>
                      <a:pt x="10274" y="45490"/>
                    </a:cubicBezTo>
                    <a:cubicBezTo>
                      <a:pt x="10208" y="45657"/>
                      <a:pt x="10074" y="45957"/>
                      <a:pt x="10041" y="46191"/>
                    </a:cubicBezTo>
                    <a:lnTo>
                      <a:pt x="9674" y="46191"/>
                    </a:lnTo>
                    <a:cubicBezTo>
                      <a:pt x="9374" y="46224"/>
                      <a:pt x="9040" y="46224"/>
                      <a:pt x="8740" y="46224"/>
                    </a:cubicBezTo>
                    <a:cubicBezTo>
                      <a:pt x="8440" y="46224"/>
                      <a:pt x="8106" y="46257"/>
                      <a:pt x="7806" y="46257"/>
                    </a:cubicBezTo>
                    <a:lnTo>
                      <a:pt x="7506" y="46257"/>
                    </a:lnTo>
                    <a:cubicBezTo>
                      <a:pt x="7506" y="46257"/>
                      <a:pt x="7506" y="46224"/>
                      <a:pt x="7506" y="46224"/>
                    </a:cubicBezTo>
                    <a:cubicBezTo>
                      <a:pt x="7639" y="45991"/>
                      <a:pt x="7739" y="45757"/>
                      <a:pt x="7906" y="45557"/>
                    </a:cubicBezTo>
                    <a:cubicBezTo>
                      <a:pt x="8173" y="45157"/>
                      <a:pt x="8507" y="44856"/>
                      <a:pt x="8873" y="44590"/>
                    </a:cubicBezTo>
                    <a:cubicBezTo>
                      <a:pt x="9438" y="44213"/>
                      <a:pt x="10118" y="44020"/>
                      <a:pt x="10809" y="44020"/>
                    </a:cubicBezTo>
                    <a:close/>
                    <a:moveTo>
                      <a:pt x="45433" y="42321"/>
                    </a:moveTo>
                    <a:cubicBezTo>
                      <a:pt x="45533" y="42822"/>
                      <a:pt x="45633" y="43322"/>
                      <a:pt x="45733" y="43822"/>
                    </a:cubicBezTo>
                    <a:cubicBezTo>
                      <a:pt x="46000" y="45190"/>
                      <a:pt x="46233" y="46591"/>
                      <a:pt x="46534" y="47992"/>
                    </a:cubicBezTo>
                    <a:cubicBezTo>
                      <a:pt x="45733" y="47759"/>
                      <a:pt x="44966" y="47525"/>
                      <a:pt x="44165" y="47258"/>
                    </a:cubicBezTo>
                    <a:cubicBezTo>
                      <a:pt x="44032" y="47225"/>
                      <a:pt x="43898" y="47191"/>
                      <a:pt x="43765" y="47158"/>
                    </a:cubicBezTo>
                    <a:cubicBezTo>
                      <a:pt x="42731" y="46825"/>
                      <a:pt x="41730" y="46524"/>
                      <a:pt x="40696" y="46257"/>
                    </a:cubicBezTo>
                    <a:cubicBezTo>
                      <a:pt x="40529" y="46191"/>
                      <a:pt x="40496" y="46191"/>
                      <a:pt x="40496" y="46024"/>
                    </a:cubicBezTo>
                    <a:cubicBezTo>
                      <a:pt x="40329" y="45257"/>
                      <a:pt x="40062" y="44456"/>
                      <a:pt x="39662" y="43789"/>
                    </a:cubicBezTo>
                    <a:lnTo>
                      <a:pt x="39662" y="43789"/>
                    </a:lnTo>
                    <a:cubicBezTo>
                      <a:pt x="39929" y="43856"/>
                      <a:pt x="40263" y="43856"/>
                      <a:pt x="40496" y="43856"/>
                    </a:cubicBezTo>
                    <a:cubicBezTo>
                      <a:pt x="41030" y="43822"/>
                      <a:pt x="41530" y="43589"/>
                      <a:pt x="42030" y="43455"/>
                    </a:cubicBezTo>
                    <a:cubicBezTo>
                      <a:pt x="42798" y="43222"/>
                      <a:pt x="43532" y="42955"/>
                      <a:pt x="44265" y="42688"/>
                    </a:cubicBezTo>
                    <a:cubicBezTo>
                      <a:pt x="44666" y="42588"/>
                      <a:pt x="45033" y="42455"/>
                      <a:pt x="45433" y="42321"/>
                    </a:cubicBezTo>
                    <a:close/>
                    <a:moveTo>
                      <a:pt x="48635" y="40420"/>
                    </a:moveTo>
                    <a:cubicBezTo>
                      <a:pt x="48669" y="40620"/>
                      <a:pt x="48735" y="40787"/>
                      <a:pt x="48769" y="40987"/>
                    </a:cubicBezTo>
                    <a:cubicBezTo>
                      <a:pt x="48935" y="41721"/>
                      <a:pt x="49102" y="42455"/>
                      <a:pt x="49269" y="43155"/>
                    </a:cubicBezTo>
                    <a:cubicBezTo>
                      <a:pt x="49436" y="43956"/>
                      <a:pt x="49603" y="44756"/>
                      <a:pt x="49769" y="45524"/>
                    </a:cubicBezTo>
                    <a:cubicBezTo>
                      <a:pt x="49869" y="46157"/>
                      <a:pt x="49969" y="46825"/>
                      <a:pt x="50103" y="47458"/>
                    </a:cubicBezTo>
                    <a:cubicBezTo>
                      <a:pt x="49903" y="47492"/>
                      <a:pt x="49669" y="47558"/>
                      <a:pt x="49469" y="47625"/>
                    </a:cubicBezTo>
                    <a:cubicBezTo>
                      <a:pt x="49136" y="47692"/>
                      <a:pt x="48802" y="47759"/>
                      <a:pt x="48435" y="47825"/>
                    </a:cubicBezTo>
                    <a:cubicBezTo>
                      <a:pt x="48101" y="47892"/>
                      <a:pt x="47768" y="47959"/>
                      <a:pt x="47434" y="47992"/>
                    </a:cubicBezTo>
                    <a:cubicBezTo>
                      <a:pt x="47268" y="48025"/>
                      <a:pt x="47134" y="48025"/>
                      <a:pt x="46967" y="48059"/>
                    </a:cubicBezTo>
                    <a:cubicBezTo>
                      <a:pt x="46734" y="46624"/>
                      <a:pt x="46500" y="45157"/>
                      <a:pt x="46200" y="43722"/>
                    </a:cubicBezTo>
                    <a:cubicBezTo>
                      <a:pt x="46067" y="43189"/>
                      <a:pt x="45967" y="42688"/>
                      <a:pt x="45833" y="42155"/>
                    </a:cubicBezTo>
                    <a:cubicBezTo>
                      <a:pt x="45967" y="42088"/>
                      <a:pt x="46100" y="42021"/>
                      <a:pt x="46200" y="41954"/>
                    </a:cubicBezTo>
                    <a:cubicBezTo>
                      <a:pt x="46700" y="41654"/>
                      <a:pt x="47034" y="41187"/>
                      <a:pt x="47368" y="40720"/>
                    </a:cubicBezTo>
                    <a:cubicBezTo>
                      <a:pt x="47768" y="40720"/>
                      <a:pt x="48235" y="40587"/>
                      <a:pt x="48635" y="40420"/>
                    </a:cubicBezTo>
                    <a:close/>
                    <a:moveTo>
                      <a:pt x="12676" y="43989"/>
                    </a:moveTo>
                    <a:lnTo>
                      <a:pt x="12676" y="43989"/>
                    </a:lnTo>
                    <a:cubicBezTo>
                      <a:pt x="12910" y="44056"/>
                      <a:pt x="13143" y="44089"/>
                      <a:pt x="13343" y="44156"/>
                    </a:cubicBezTo>
                    <a:cubicBezTo>
                      <a:pt x="13343" y="44156"/>
                      <a:pt x="13343" y="44189"/>
                      <a:pt x="13377" y="44189"/>
                    </a:cubicBezTo>
                    <a:cubicBezTo>
                      <a:pt x="13343" y="44223"/>
                      <a:pt x="13343" y="44256"/>
                      <a:pt x="13377" y="44256"/>
                    </a:cubicBezTo>
                    <a:cubicBezTo>
                      <a:pt x="13810" y="44590"/>
                      <a:pt x="14477" y="44690"/>
                      <a:pt x="14978" y="44823"/>
                    </a:cubicBezTo>
                    <a:cubicBezTo>
                      <a:pt x="15612" y="44957"/>
                      <a:pt x="16245" y="45090"/>
                      <a:pt x="16879" y="45190"/>
                    </a:cubicBezTo>
                    <a:cubicBezTo>
                      <a:pt x="17447" y="45289"/>
                      <a:pt x="18015" y="45406"/>
                      <a:pt x="18583" y="45406"/>
                    </a:cubicBezTo>
                    <a:cubicBezTo>
                      <a:pt x="18782" y="45406"/>
                      <a:pt x="18982" y="45391"/>
                      <a:pt x="19181" y="45357"/>
                    </a:cubicBezTo>
                    <a:cubicBezTo>
                      <a:pt x="19448" y="45323"/>
                      <a:pt x="19648" y="45223"/>
                      <a:pt x="19815" y="45090"/>
                    </a:cubicBezTo>
                    <a:cubicBezTo>
                      <a:pt x="20115" y="45223"/>
                      <a:pt x="20448" y="45290"/>
                      <a:pt x="20782" y="45323"/>
                    </a:cubicBezTo>
                    <a:cubicBezTo>
                      <a:pt x="20849" y="45857"/>
                      <a:pt x="20915" y="46358"/>
                      <a:pt x="20982" y="46858"/>
                    </a:cubicBezTo>
                    <a:cubicBezTo>
                      <a:pt x="21149" y="48259"/>
                      <a:pt x="21282" y="49660"/>
                      <a:pt x="21449" y="51061"/>
                    </a:cubicBezTo>
                    <a:cubicBezTo>
                      <a:pt x="20682" y="50761"/>
                      <a:pt x="19948" y="50494"/>
                      <a:pt x="19181" y="50194"/>
                    </a:cubicBezTo>
                    <a:cubicBezTo>
                      <a:pt x="19047" y="50127"/>
                      <a:pt x="18914" y="50094"/>
                      <a:pt x="18781" y="50027"/>
                    </a:cubicBezTo>
                    <a:cubicBezTo>
                      <a:pt x="17780" y="49627"/>
                      <a:pt x="16779" y="49226"/>
                      <a:pt x="15778" y="48893"/>
                    </a:cubicBezTo>
                    <a:cubicBezTo>
                      <a:pt x="15612" y="48826"/>
                      <a:pt x="15612" y="48826"/>
                      <a:pt x="15578" y="48659"/>
                    </a:cubicBezTo>
                    <a:cubicBezTo>
                      <a:pt x="15478" y="47658"/>
                      <a:pt x="15178" y="46624"/>
                      <a:pt x="14611" y="45790"/>
                    </a:cubicBezTo>
                    <a:cubicBezTo>
                      <a:pt x="14144" y="45023"/>
                      <a:pt x="13477" y="44389"/>
                      <a:pt x="12676" y="43989"/>
                    </a:cubicBezTo>
                    <a:close/>
                    <a:moveTo>
                      <a:pt x="21249" y="45424"/>
                    </a:moveTo>
                    <a:cubicBezTo>
                      <a:pt x="21482" y="45424"/>
                      <a:pt x="21716" y="45457"/>
                      <a:pt x="21916" y="45490"/>
                    </a:cubicBezTo>
                    <a:cubicBezTo>
                      <a:pt x="22717" y="45590"/>
                      <a:pt x="23517" y="45657"/>
                      <a:pt x="24284" y="45690"/>
                    </a:cubicBezTo>
                    <a:lnTo>
                      <a:pt x="24451" y="45690"/>
                    </a:lnTo>
                    <a:cubicBezTo>
                      <a:pt x="24485" y="45957"/>
                      <a:pt x="24518" y="46224"/>
                      <a:pt x="24551" y="46491"/>
                    </a:cubicBezTo>
                    <a:cubicBezTo>
                      <a:pt x="24685" y="47292"/>
                      <a:pt x="24785" y="48092"/>
                      <a:pt x="24885" y="48893"/>
                    </a:cubicBezTo>
                    <a:cubicBezTo>
                      <a:pt x="24952" y="49526"/>
                      <a:pt x="24985" y="50194"/>
                      <a:pt x="25085" y="50827"/>
                    </a:cubicBezTo>
                    <a:cubicBezTo>
                      <a:pt x="24852" y="50861"/>
                      <a:pt x="24618" y="50894"/>
                      <a:pt x="24418" y="50927"/>
                    </a:cubicBezTo>
                    <a:cubicBezTo>
                      <a:pt x="24084" y="50994"/>
                      <a:pt x="23717" y="51028"/>
                      <a:pt x="23384" y="51061"/>
                    </a:cubicBezTo>
                    <a:cubicBezTo>
                      <a:pt x="23050" y="51094"/>
                      <a:pt x="22717" y="51128"/>
                      <a:pt x="22350" y="51161"/>
                    </a:cubicBezTo>
                    <a:cubicBezTo>
                      <a:pt x="22216" y="51161"/>
                      <a:pt x="22050" y="51161"/>
                      <a:pt x="21916" y="51194"/>
                    </a:cubicBezTo>
                    <a:cubicBezTo>
                      <a:pt x="21783" y="49727"/>
                      <a:pt x="21649" y="48259"/>
                      <a:pt x="21449" y="46791"/>
                    </a:cubicBezTo>
                    <a:cubicBezTo>
                      <a:pt x="21382" y="46324"/>
                      <a:pt x="21316" y="45857"/>
                      <a:pt x="21249" y="45424"/>
                    </a:cubicBezTo>
                    <a:close/>
                    <a:moveTo>
                      <a:pt x="27499" y="0"/>
                    </a:moveTo>
                    <a:cubicBezTo>
                      <a:pt x="23571" y="0"/>
                      <a:pt x="19640" y="550"/>
                      <a:pt x="15845" y="1659"/>
                    </a:cubicBezTo>
                    <a:cubicBezTo>
                      <a:pt x="15665" y="1599"/>
                      <a:pt x="15437" y="1587"/>
                      <a:pt x="15233" y="1587"/>
                    </a:cubicBezTo>
                    <a:cubicBezTo>
                      <a:pt x="15097" y="1587"/>
                      <a:pt x="14971" y="1592"/>
                      <a:pt x="14878" y="1592"/>
                    </a:cubicBezTo>
                    <a:cubicBezTo>
                      <a:pt x="14311" y="1659"/>
                      <a:pt x="13744" y="1759"/>
                      <a:pt x="13210" y="1892"/>
                    </a:cubicBezTo>
                    <a:cubicBezTo>
                      <a:pt x="12076" y="2193"/>
                      <a:pt x="10942" y="2559"/>
                      <a:pt x="10008" y="3260"/>
                    </a:cubicBezTo>
                    <a:cubicBezTo>
                      <a:pt x="9941" y="3293"/>
                      <a:pt x="9908" y="3360"/>
                      <a:pt x="9908" y="3427"/>
                    </a:cubicBezTo>
                    <a:cubicBezTo>
                      <a:pt x="9807" y="3460"/>
                      <a:pt x="9741" y="3493"/>
                      <a:pt x="9674" y="3493"/>
                    </a:cubicBezTo>
                    <a:cubicBezTo>
                      <a:pt x="9274" y="3627"/>
                      <a:pt x="8873" y="3760"/>
                      <a:pt x="8473" y="3927"/>
                    </a:cubicBezTo>
                    <a:cubicBezTo>
                      <a:pt x="7739" y="4261"/>
                      <a:pt x="7039" y="4694"/>
                      <a:pt x="6372" y="5161"/>
                    </a:cubicBezTo>
                    <a:cubicBezTo>
                      <a:pt x="5238" y="6029"/>
                      <a:pt x="4137" y="7096"/>
                      <a:pt x="3536" y="8397"/>
                    </a:cubicBezTo>
                    <a:cubicBezTo>
                      <a:pt x="3003" y="9164"/>
                      <a:pt x="2536" y="10098"/>
                      <a:pt x="2102" y="11166"/>
                    </a:cubicBezTo>
                    <a:cubicBezTo>
                      <a:pt x="668" y="14735"/>
                      <a:pt x="0" y="19372"/>
                      <a:pt x="234" y="24275"/>
                    </a:cubicBezTo>
                    <a:cubicBezTo>
                      <a:pt x="434" y="29179"/>
                      <a:pt x="1502" y="33782"/>
                      <a:pt x="3236" y="37184"/>
                    </a:cubicBezTo>
                    <a:cubicBezTo>
                      <a:pt x="3703" y="38118"/>
                      <a:pt x="4203" y="38919"/>
                      <a:pt x="4737" y="39619"/>
                    </a:cubicBezTo>
                    <a:cubicBezTo>
                      <a:pt x="4604" y="39886"/>
                      <a:pt x="4570" y="40220"/>
                      <a:pt x="4504" y="40487"/>
                    </a:cubicBezTo>
                    <a:cubicBezTo>
                      <a:pt x="4370" y="40987"/>
                      <a:pt x="4237" y="41454"/>
                      <a:pt x="4103" y="41954"/>
                    </a:cubicBezTo>
                    <a:cubicBezTo>
                      <a:pt x="3870" y="42922"/>
                      <a:pt x="3603" y="43922"/>
                      <a:pt x="3370" y="44890"/>
                    </a:cubicBezTo>
                    <a:cubicBezTo>
                      <a:pt x="3336" y="44923"/>
                      <a:pt x="3336" y="44923"/>
                      <a:pt x="3336" y="44957"/>
                    </a:cubicBezTo>
                    <a:cubicBezTo>
                      <a:pt x="3336" y="44957"/>
                      <a:pt x="3336" y="44957"/>
                      <a:pt x="3336" y="44990"/>
                    </a:cubicBezTo>
                    <a:cubicBezTo>
                      <a:pt x="3303" y="45123"/>
                      <a:pt x="3403" y="45190"/>
                      <a:pt x="3503" y="45223"/>
                    </a:cubicBezTo>
                    <a:cubicBezTo>
                      <a:pt x="3703" y="45323"/>
                      <a:pt x="3937" y="45390"/>
                      <a:pt x="4137" y="45490"/>
                    </a:cubicBezTo>
                    <a:cubicBezTo>
                      <a:pt x="4504" y="45657"/>
                      <a:pt x="4871" y="45790"/>
                      <a:pt x="5238" y="45957"/>
                    </a:cubicBezTo>
                    <a:cubicBezTo>
                      <a:pt x="5504" y="46057"/>
                      <a:pt x="5771" y="46191"/>
                      <a:pt x="6071" y="46291"/>
                    </a:cubicBezTo>
                    <a:cubicBezTo>
                      <a:pt x="6305" y="46391"/>
                      <a:pt x="6538" y="46524"/>
                      <a:pt x="6805" y="46624"/>
                    </a:cubicBezTo>
                    <a:cubicBezTo>
                      <a:pt x="7172" y="46758"/>
                      <a:pt x="7539" y="46758"/>
                      <a:pt x="7906" y="46758"/>
                    </a:cubicBezTo>
                    <a:cubicBezTo>
                      <a:pt x="8306" y="46724"/>
                      <a:pt x="8707" y="46724"/>
                      <a:pt x="9107" y="46724"/>
                    </a:cubicBezTo>
                    <a:lnTo>
                      <a:pt x="9841" y="46724"/>
                    </a:lnTo>
                    <a:cubicBezTo>
                      <a:pt x="9895" y="46724"/>
                      <a:pt x="9948" y="46726"/>
                      <a:pt x="9998" y="46726"/>
                    </a:cubicBezTo>
                    <a:cubicBezTo>
                      <a:pt x="10223" y="46726"/>
                      <a:pt x="10399" y="46703"/>
                      <a:pt x="10508" y="46458"/>
                    </a:cubicBezTo>
                    <a:cubicBezTo>
                      <a:pt x="10541" y="46257"/>
                      <a:pt x="10575" y="46057"/>
                      <a:pt x="10608" y="45857"/>
                    </a:cubicBezTo>
                    <a:cubicBezTo>
                      <a:pt x="10675" y="45690"/>
                      <a:pt x="10741" y="45557"/>
                      <a:pt x="10808" y="45424"/>
                    </a:cubicBezTo>
                    <a:cubicBezTo>
                      <a:pt x="10975" y="45123"/>
                      <a:pt x="11208" y="44856"/>
                      <a:pt x="11509" y="44690"/>
                    </a:cubicBezTo>
                    <a:cubicBezTo>
                      <a:pt x="11809" y="44490"/>
                      <a:pt x="12109" y="44456"/>
                      <a:pt x="12443" y="44389"/>
                    </a:cubicBezTo>
                    <a:cubicBezTo>
                      <a:pt x="13210" y="44790"/>
                      <a:pt x="13877" y="45424"/>
                      <a:pt x="14311" y="46191"/>
                    </a:cubicBezTo>
                    <a:cubicBezTo>
                      <a:pt x="14578" y="46658"/>
                      <a:pt x="14811" y="47158"/>
                      <a:pt x="14944" y="47692"/>
                    </a:cubicBezTo>
                    <a:cubicBezTo>
                      <a:pt x="14978" y="47925"/>
                      <a:pt x="15011" y="48226"/>
                      <a:pt x="15045" y="48492"/>
                    </a:cubicBezTo>
                    <a:cubicBezTo>
                      <a:pt x="15045" y="48592"/>
                      <a:pt x="15078" y="48726"/>
                      <a:pt x="15078" y="48826"/>
                    </a:cubicBezTo>
                    <a:cubicBezTo>
                      <a:pt x="15111" y="49026"/>
                      <a:pt x="15178" y="49126"/>
                      <a:pt x="15378" y="49226"/>
                    </a:cubicBezTo>
                    <a:lnTo>
                      <a:pt x="15411" y="49226"/>
                    </a:lnTo>
                    <a:cubicBezTo>
                      <a:pt x="15445" y="49260"/>
                      <a:pt x="15478" y="49260"/>
                      <a:pt x="15545" y="49293"/>
                    </a:cubicBezTo>
                    <a:cubicBezTo>
                      <a:pt x="16079" y="49526"/>
                      <a:pt x="16612" y="49727"/>
                      <a:pt x="17179" y="49927"/>
                    </a:cubicBezTo>
                    <a:cubicBezTo>
                      <a:pt x="17746" y="50160"/>
                      <a:pt x="18314" y="50360"/>
                      <a:pt x="18881" y="50594"/>
                    </a:cubicBezTo>
                    <a:cubicBezTo>
                      <a:pt x="18947" y="50627"/>
                      <a:pt x="19047" y="50661"/>
                      <a:pt x="19114" y="50694"/>
                    </a:cubicBezTo>
                    <a:cubicBezTo>
                      <a:pt x="19147" y="50694"/>
                      <a:pt x="19181" y="50727"/>
                      <a:pt x="19248" y="50727"/>
                    </a:cubicBezTo>
                    <a:cubicBezTo>
                      <a:pt x="19648" y="50894"/>
                      <a:pt x="20048" y="51061"/>
                      <a:pt x="20482" y="51194"/>
                    </a:cubicBezTo>
                    <a:cubicBezTo>
                      <a:pt x="20682" y="51294"/>
                      <a:pt x="20882" y="51361"/>
                      <a:pt x="21116" y="51461"/>
                    </a:cubicBezTo>
                    <a:cubicBezTo>
                      <a:pt x="21282" y="51528"/>
                      <a:pt x="21482" y="51628"/>
                      <a:pt x="21649" y="51661"/>
                    </a:cubicBezTo>
                    <a:cubicBezTo>
                      <a:pt x="21733" y="51678"/>
                      <a:pt x="21808" y="51686"/>
                      <a:pt x="21879" y="51686"/>
                    </a:cubicBezTo>
                    <a:cubicBezTo>
                      <a:pt x="21949" y="51686"/>
                      <a:pt x="22016" y="51678"/>
                      <a:pt x="22083" y="51661"/>
                    </a:cubicBezTo>
                    <a:cubicBezTo>
                      <a:pt x="22283" y="51661"/>
                      <a:pt x="22450" y="51628"/>
                      <a:pt x="22617" y="51595"/>
                    </a:cubicBezTo>
                    <a:cubicBezTo>
                      <a:pt x="23117" y="51561"/>
                      <a:pt x="23617" y="51528"/>
                      <a:pt x="24118" y="51461"/>
                    </a:cubicBezTo>
                    <a:cubicBezTo>
                      <a:pt x="24418" y="51428"/>
                      <a:pt x="24685" y="51361"/>
                      <a:pt x="24985" y="51328"/>
                    </a:cubicBezTo>
                    <a:cubicBezTo>
                      <a:pt x="25152" y="51294"/>
                      <a:pt x="25519" y="51261"/>
                      <a:pt x="25585" y="51061"/>
                    </a:cubicBezTo>
                    <a:cubicBezTo>
                      <a:pt x="25619" y="50994"/>
                      <a:pt x="25585" y="50927"/>
                      <a:pt x="25585" y="50861"/>
                    </a:cubicBezTo>
                    <a:cubicBezTo>
                      <a:pt x="25585" y="50727"/>
                      <a:pt x="25552" y="50594"/>
                      <a:pt x="25519" y="50460"/>
                    </a:cubicBezTo>
                    <a:cubicBezTo>
                      <a:pt x="25352" y="49160"/>
                      <a:pt x="25185" y="47859"/>
                      <a:pt x="25018" y="46524"/>
                    </a:cubicBezTo>
                    <a:cubicBezTo>
                      <a:pt x="24952" y="46257"/>
                      <a:pt x="24918" y="45991"/>
                      <a:pt x="24885" y="45724"/>
                    </a:cubicBezTo>
                    <a:lnTo>
                      <a:pt x="24885" y="45724"/>
                    </a:lnTo>
                    <a:cubicBezTo>
                      <a:pt x="25134" y="45730"/>
                      <a:pt x="25383" y="45733"/>
                      <a:pt x="25632" y="45733"/>
                    </a:cubicBezTo>
                    <a:cubicBezTo>
                      <a:pt x="28051" y="45733"/>
                      <a:pt x="30465" y="45447"/>
                      <a:pt x="32824" y="45023"/>
                    </a:cubicBezTo>
                    <a:cubicBezTo>
                      <a:pt x="34859" y="44623"/>
                      <a:pt x="36927" y="44156"/>
                      <a:pt x="38962" y="43589"/>
                    </a:cubicBezTo>
                    <a:cubicBezTo>
                      <a:pt x="38995" y="43622"/>
                      <a:pt x="38995" y="43622"/>
                      <a:pt x="39028" y="43656"/>
                    </a:cubicBezTo>
                    <a:cubicBezTo>
                      <a:pt x="39329" y="44089"/>
                      <a:pt x="39595" y="44590"/>
                      <a:pt x="39762" y="45123"/>
                    </a:cubicBezTo>
                    <a:cubicBezTo>
                      <a:pt x="39829" y="45357"/>
                      <a:pt x="39862" y="45657"/>
                      <a:pt x="39929" y="45924"/>
                    </a:cubicBezTo>
                    <a:cubicBezTo>
                      <a:pt x="39962" y="46024"/>
                      <a:pt x="39962" y="46124"/>
                      <a:pt x="39996" y="46224"/>
                    </a:cubicBezTo>
                    <a:cubicBezTo>
                      <a:pt x="40029" y="46458"/>
                      <a:pt x="40129" y="46524"/>
                      <a:pt x="40329" y="46624"/>
                    </a:cubicBezTo>
                    <a:lnTo>
                      <a:pt x="40363" y="46624"/>
                    </a:lnTo>
                    <a:cubicBezTo>
                      <a:pt x="40396" y="46624"/>
                      <a:pt x="40429" y="46658"/>
                      <a:pt x="40496" y="46658"/>
                    </a:cubicBezTo>
                    <a:cubicBezTo>
                      <a:pt x="41030" y="46858"/>
                      <a:pt x="41597" y="46991"/>
                      <a:pt x="42164" y="47158"/>
                    </a:cubicBezTo>
                    <a:cubicBezTo>
                      <a:pt x="42764" y="47358"/>
                      <a:pt x="43331" y="47525"/>
                      <a:pt x="43932" y="47692"/>
                    </a:cubicBezTo>
                    <a:cubicBezTo>
                      <a:pt x="43999" y="47725"/>
                      <a:pt x="44065" y="47759"/>
                      <a:pt x="44165" y="47792"/>
                    </a:cubicBezTo>
                    <a:cubicBezTo>
                      <a:pt x="44199" y="47792"/>
                      <a:pt x="44232" y="47792"/>
                      <a:pt x="44265" y="47825"/>
                    </a:cubicBezTo>
                    <a:cubicBezTo>
                      <a:pt x="44699" y="47959"/>
                      <a:pt x="45133" y="48059"/>
                      <a:pt x="45566" y="48192"/>
                    </a:cubicBezTo>
                    <a:cubicBezTo>
                      <a:pt x="45766" y="48259"/>
                      <a:pt x="46000" y="48326"/>
                      <a:pt x="46200" y="48392"/>
                    </a:cubicBezTo>
                    <a:cubicBezTo>
                      <a:pt x="46400" y="48459"/>
                      <a:pt x="46567" y="48526"/>
                      <a:pt x="46767" y="48559"/>
                    </a:cubicBezTo>
                    <a:cubicBezTo>
                      <a:pt x="46934" y="48559"/>
                      <a:pt x="47067" y="48559"/>
                      <a:pt x="47201" y="48526"/>
                    </a:cubicBezTo>
                    <a:cubicBezTo>
                      <a:pt x="47401" y="48492"/>
                      <a:pt x="47568" y="48459"/>
                      <a:pt x="47735" y="48426"/>
                    </a:cubicBezTo>
                    <a:cubicBezTo>
                      <a:pt x="48235" y="48359"/>
                      <a:pt x="48735" y="48259"/>
                      <a:pt x="49202" y="48159"/>
                    </a:cubicBezTo>
                    <a:cubicBezTo>
                      <a:pt x="49502" y="48092"/>
                      <a:pt x="49769" y="48025"/>
                      <a:pt x="50036" y="47959"/>
                    </a:cubicBezTo>
                    <a:cubicBezTo>
                      <a:pt x="50203" y="47925"/>
                      <a:pt x="50603" y="47859"/>
                      <a:pt x="50637" y="47658"/>
                    </a:cubicBezTo>
                    <a:cubicBezTo>
                      <a:pt x="50670" y="47592"/>
                      <a:pt x="50637" y="47525"/>
                      <a:pt x="50637" y="47458"/>
                    </a:cubicBezTo>
                    <a:cubicBezTo>
                      <a:pt x="50603" y="47325"/>
                      <a:pt x="50570" y="47191"/>
                      <a:pt x="50537" y="47058"/>
                    </a:cubicBezTo>
                    <a:cubicBezTo>
                      <a:pt x="50270" y="45790"/>
                      <a:pt x="50003" y="44490"/>
                      <a:pt x="49703" y="43189"/>
                    </a:cubicBezTo>
                    <a:cubicBezTo>
                      <a:pt x="49536" y="42421"/>
                      <a:pt x="49369" y="41687"/>
                      <a:pt x="49202" y="40920"/>
                    </a:cubicBezTo>
                    <a:cubicBezTo>
                      <a:pt x="49136" y="40720"/>
                      <a:pt x="49102" y="40487"/>
                      <a:pt x="49035" y="40286"/>
                    </a:cubicBezTo>
                    <a:cubicBezTo>
                      <a:pt x="49202" y="40220"/>
                      <a:pt x="49336" y="40153"/>
                      <a:pt x="49469" y="40086"/>
                    </a:cubicBezTo>
                    <a:cubicBezTo>
                      <a:pt x="49502" y="40053"/>
                      <a:pt x="49502" y="40053"/>
                      <a:pt x="49502" y="40053"/>
                    </a:cubicBezTo>
                    <a:cubicBezTo>
                      <a:pt x="50937" y="39186"/>
                      <a:pt x="52171" y="37451"/>
                      <a:pt x="53172" y="35016"/>
                    </a:cubicBezTo>
                    <a:cubicBezTo>
                      <a:pt x="54573" y="31480"/>
                      <a:pt x="55240" y="26844"/>
                      <a:pt x="55040" y="21907"/>
                    </a:cubicBezTo>
                    <a:cubicBezTo>
                      <a:pt x="54906" y="18738"/>
                      <a:pt x="54406" y="15702"/>
                      <a:pt x="53605" y="13034"/>
                    </a:cubicBezTo>
                    <a:cubicBezTo>
                      <a:pt x="53605" y="13000"/>
                      <a:pt x="53605" y="12967"/>
                      <a:pt x="53572" y="12934"/>
                    </a:cubicBezTo>
                    <a:cubicBezTo>
                      <a:pt x="53138" y="11533"/>
                      <a:pt x="52638" y="10198"/>
                      <a:pt x="52038" y="9031"/>
                    </a:cubicBezTo>
                    <a:cubicBezTo>
                      <a:pt x="50570" y="6129"/>
                      <a:pt x="48769" y="4361"/>
                      <a:pt x="46901" y="3927"/>
                    </a:cubicBezTo>
                    <a:cubicBezTo>
                      <a:pt x="46567" y="3827"/>
                      <a:pt x="46233" y="3727"/>
                      <a:pt x="45900" y="3627"/>
                    </a:cubicBezTo>
                    <a:cubicBezTo>
                      <a:pt x="45733" y="3594"/>
                      <a:pt x="45566" y="3527"/>
                      <a:pt x="45400" y="3527"/>
                    </a:cubicBezTo>
                    <a:cubicBezTo>
                      <a:pt x="44933" y="2960"/>
                      <a:pt x="44365" y="2393"/>
                      <a:pt x="43765" y="2092"/>
                    </a:cubicBezTo>
                    <a:cubicBezTo>
                      <a:pt x="43231" y="1826"/>
                      <a:pt x="42664" y="1659"/>
                      <a:pt x="42064" y="1492"/>
                    </a:cubicBezTo>
                    <a:cubicBezTo>
                      <a:pt x="41230" y="1259"/>
                      <a:pt x="40396" y="1025"/>
                      <a:pt x="39529" y="892"/>
                    </a:cubicBezTo>
                    <a:cubicBezTo>
                      <a:pt x="39362" y="858"/>
                      <a:pt x="39162" y="825"/>
                      <a:pt x="38995" y="792"/>
                    </a:cubicBezTo>
                    <a:cubicBezTo>
                      <a:pt x="38745" y="738"/>
                      <a:pt x="38486" y="704"/>
                      <a:pt x="38227" y="704"/>
                    </a:cubicBezTo>
                    <a:cubicBezTo>
                      <a:pt x="38002" y="704"/>
                      <a:pt x="37778" y="730"/>
                      <a:pt x="37561" y="792"/>
                    </a:cubicBezTo>
                    <a:cubicBezTo>
                      <a:pt x="37461" y="825"/>
                      <a:pt x="37327" y="858"/>
                      <a:pt x="37227" y="892"/>
                    </a:cubicBezTo>
                    <a:cubicBezTo>
                      <a:pt x="37227" y="925"/>
                      <a:pt x="37027" y="1125"/>
                      <a:pt x="37027" y="1125"/>
                    </a:cubicBezTo>
                    <a:cubicBezTo>
                      <a:pt x="36927" y="1092"/>
                      <a:pt x="36827" y="1058"/>
                      <a:pt x="36727" y="1058"/>
                    </a:cubicBezTo>
                    <a:cubicBezTo>
                      <a:pt x="35859" y="858"/>
                      <a:pt x="34992" y="658"/>
                      <a:pt x="34125" y="525"/>
                    </a:cubicBezTo>
                    <a:cubicBezTo>
                      <a:pt x="31934" y="176"/>
                      <a:pt x="29717" y="0"/>
                      <a:pt x="27499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4" name="Google Shape;13144;p39"/>
              <p:cNvSpPr/>
              <p:nvPr/>
            </p:nvSpPr>
            <p:spPr>
              <a:xfrm>
                <a:off x="6353375" y="3033850"/>
                <a:ext cx="44225" cy="38800"/>
              </a:xfrm>
              <a:custGeom>
                <a:rect b="b" l="l" r="r" t="t"/>
                <a:pathLst>
                  <a:path extrusionOk="0" h="1552" w="1769">
                    <a:moveTo>
                      <a:pt x="735" y="388"/>
                    </a:moveTo>
                    <a:cubicBezTo>
                      <a:pt x="868" y="388"/>
                      <a:pt x="968" y="388"/>
                      <a:pt x="1068" y="488"/>
                    </a:cubicBezTo>
                    <a:cubicBezTo>
                      <a:pt x="1235" y="655"/>
                      <a:pt x="1202" y="988"/>
                      <a:pt x="968" y="1089"/>
                    </a:cubicBezTo>
                    <a:cubicBezTo>
                      <a:pt x="916" y="1111"/>
                      <a:pt x="860" y="1122"/>
                      <a:pt x="805" y="1122"/>
                    </a:cubicBezTo>
                    <a:cubicBezTo>
                      <a:pt x="615" y="1122"/>
                      <a:pt x="435" y="995"/>
                      <a:pt x="435" y="788"/>
                    </a:cubicBezTo>
                    <a:cubicBezTo>
                      <a:pt x="435" y="622"/>
                      <a:pt x="601" y="488"/>
                      <a:pt x="735" y="388"/>
                    </a:cubicBezTo>
                    <a:close/>
                    <a:moveTo>
                      <a:pt x="812" y="1"/>
                    </a:moveTo>
                    <a:cubicBezTo>
                      <a:pt x="750" y="1"/>
                      <a:pt x="690" y="7"/>
                      <a:pt x="635" y="21"/>
                    </a:cubicBezTo>
                    <a:cubicBezTo>
                      <a:pt x="501" y="21"/>
                      <a:pt x="368" y="121"/>
                      <a:pt x="268" y="221"/>
                    </a:cubicBezTo>
                    <a:cubicBezTo>
                      <a:pt x="101" y="388"/>
                      <a:pt x="1" y="622"/>
                      <a:pt x="1" y="855"/>
                    </a:cubicBezTo>
                    <a:cubicBezTo>
                      <a:pt x="54" y="1276"/>
                      <a:pt x="438" y="1551"/>
                      <a:pt x="826" y="1551"/>
                    </a:cubicBezTo>
                    <a:cubicBezTo>
                      <a:pt x="931" y="1551"/>
                      <a:pt x="1036" y="1531"/>
                      <a:pt x="1135" y="1489"/>
                    </a:cubicBezTo>
                    <a:cubicBezTo>
                      <a:pt x="1635" y="1255"/>
                      <a:pt x="1769" y="655"/>
                      <a:pt x="1435" y="255"/>
                    </a:cubicBezTo>
                    <a:cubicBezTo>
                      <a:pt x="1303" y="96"/>
                      <a:pt x="1046" y="1"/>
                      <a:pt x="812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5" name="Google Shape;13145;p39"/>
              <p:cNvSpPr/>
              <p:nvPr/>
            </p:nvSpPr>
            <p:spPr>
              <a:xfrm>
                <a:off x="6359225" y="2842875"/>
                <a:ext cx="44225" cy="38075"/>
              </a:xfrm>
              <a:custGeom>
                <a:rect b="b" l="l" r="r" t="t"/>
                <a:pathLst>
                  <a:path extrusionOk="0" h="1523" w="1769">
                    <a:moveTo>
                      <a:pt x="843" y="376"/>
                    </a:moveTo>
                    <a:cubicBezTo>
                      <a:pt x="920" y="376"/>
                      <a:pt x="1001" y="413"/>
                      <a:pt x="1101" y="488"/>
                    </a:cubicBezTo>
                    <a:cubicBezTo>
                      <a:pt x="1268" y="655"/>
                      <a:pt x="1235" y="955"/>
                      <a:pt x="1001" y="1089"/>
                    </a:cubicBezTo>
                    <a:cubicBezTo>
                      <a:pt x="949" y="1111"/>
                      <a:pt x="893" y="1122"/>
                      <a:pt x="837" y="1122"/>
                    </a:cubicBezTo>
                    <a:cubicBezTo>
                      <a:pt x="648" y="1122"/>
                      <a:pt x="467" y="995"/>
                      <a:pt x="467" y="789"/>
                    </a:cubicBezTo>
                    <a:cubicBezTo>
                      <a:pt x="467" y="622"/>
                      <a:pt x="601" y="488"/>
                      <a:pt x="768" y="388"/>
                    </a:cubicBezTo>
                    <a:cubicBezTo>
                      <a:pt x="793" y="380"/>
                      <a:pt x="818" y="376"/>
                      <a:pt x="843" y="376"/>
                    </a:cubicBezTo>
                    <a:close/>
                    <a:moveTo>
                      <a:pt x="828" y="1"/>
                    </a:moveTo>
                    <a:cubicBezTo>
                      <a:pt x="762" y="1"/>
                      <a:pt x="697" y="7"/>
                      <a:pt x="634" y="21"/>
                    </a:cubicBezTo>
                    <a:cubicBezTo>
                      <a:pt x="501" y="21"/>
                      <a:pt x="401" y="88"/>
                      <a:pt x="267" y="221"/>
                    </a:cubicBezTo>
                    <a:cubicBezTo>
                      <a:pt x="101" y="388"/>
                      <a:pt x="0" y="622"/>
                      <a:pt x="34" y="855"/>
                    </a:cubicBezTo>
                    <a:cubicBezTo>
                      <a:pt x="60" y="1269"/>
                      <a:pt x="426" y="1522"/>
                      <a:pt x="822" y="1522"/>
                    </a:cubicBezTo>
                    <a:cubicBezTo>
                      <a:pt x="938" y="1522"/>
                      <a:pt x="1055" y="1501"/>
                      <a:pt x="1168" y="1456"/>
                    </a:cubicBezTo>
                    <a:cubicBezTo>
                      <a:pt x="1635" y="1256"/>
                      <a:pt x="1768" y="655"/>
                      <a:pt x="1435" y="255"/>
                    </a:cubicBezTo>
                    <a:cubicBezTo>
                      <a:pt x="1329" y="96"/>
                      <a:pt x="1077" y="1"/>
                      <a:pt x="82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6" name="Google Shape;13146;p39"/>
              <p:cNvSpPr/>
              <p:nvPr/>
            </p:nvSpPr>
            <p:spPr>
              <a:xfrm>
                <a:off x="6329200" y="2656925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848" y="375"/>
                    </a:moveTo>
                    <a:cubicBezTo>
                      <a:pt x="933" y="375"/>
                      <a:pt x="1026" y="413"/>
                      <a:pt x="1101" y="488"/>
                    </a:cubicBezTo>
                    <a:cubicBezTo>
                      <a:pt x="1268" y="654"/>
                      <a:pt x="1235" y="955"/>
                      <a:pt x="1001" y="1088"/>
                    </a:cubicBezTo>
                    <a:cubicBezTo>
                      <a:pt x="949" y="1111"/>
                      <a:pt x="893" y="1121"/>
                      <a:pt x="838" y="1121"/>
                    </a:cubicBezTo>
                    <a:cubicBezTo>
                      <a:pt x="648" y="1121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ubicBezTo>
                      <a:pt x="793" y="379"/>
                      <a:pt x="820" y="375"/>
                      <a:pt x="848" y="375"/>
                    </a:cubicBezTo>
                    <a:close/>
                    <a:moveTo>
                      <a:pt x="829" y="0"/>
                    </a:moveTo>
                    <a:cubicBezTo>
                      <a:pt x="763" y="0"/>
                      <a:pt x="697" y="7"/>
                      <a:pt x="634" y="21"/>
                    </a:cubicBezTo>
                    <a:cubicBezTo>
                      <a:pt x="501" y="21"/>
                      <a:pt x="401" y="87"/>
                      <a:pt x="267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60" y="1268"/>
                      <a:pt x="426" y="1521"/>
                      <a:pt x="823" y="1521"/>
                    </a:cubicBezTo>
                    <a:cubicBezTo>
                      <a:pt x="938" y="1521"/>
                      <a:pt x="1055" y="1500"/>
                      <a:pt x="1168" y="1455"/>
                    </a:cubicBezTo>
                    <a:cubicBezTo>
                      <a:pt x="1635" y="1255"/>
                      <a:pt x="1769" y="654"/>
                      <a:pt x="1468" y="254"/>
                    </a:cubicBezTo>
                    <a:cubicBezTo>
                      <a:pt x="1336" y="96"/>
                      <a:pt x="1079" y="0"/>
                      <a:pt x="829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7" name="Google Shape;13147;p39"/>
              <p:cNvSpPr/>
              <p:nvPr/>
            </p:nvSpPr>
            <p:spPr>
              <a:xfrm>
                <a:off x="6256650" y="2486800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768" y="388"/>
                    </a:moveTo>
                    <a:cubicBezTo>
                      <a:pt x="868" y="388"/>
                      <a:pt x="968" y="388"/>
                      <a:pt x="1101" y="488"/>
                    </a:cubicBezTo>
                    <a:cubicBezTo>
                      <a:pt x="1268" y="655"/>
                      <a:pt x="1235" y="955"/>
                      <a:pt x="1001" y="1088"/>
                    </a:cubicBezTo>
                    <a:cubicBezTo>
                      <a:pt x="949" y="1111"/>
                      <a:pt x="893" y="1121"/>
                      <a:pt x="838" y="1121"/>
                    </a:cubicBezTo>
                    <a:cubicBezTo>
                      <a:pt x="648" y="1121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lose/>
                    <a:moveTo>
                      <a:pt x="825" y="0"/>
                    </a:moveTo>
                    <a:cubicBezTo>
                      <a:pt x="761" y="0"/>
                      <a:pt x="697" y="7"/>
                      <a:pt x="634" y="21"/>
                    </a:cubicBezTo>
                    <a:cubicBezTo>
                      <a:pt x="501" y="21"/>
                      <a:pt x="401" y="88"/>
                      <a:pt x="267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60" y="1268"/>
                      <a:pt x="426" y="1522"/>
                      <a:pt x="807" y="1522"/>
                    </a:cubicBezTo>
                    <a:cubicBezTo>
                      <a:pt x="918" y="1522"/>
                      <a:pt x="1030" y="1500"/>
                      <a:pt x="1135" y="1455"/>
                    </a:cubicBezTo>
                    <a:cubicBezTo>
                      <a:pt x="1635" y="1255"/>
                      <a:pt x="1768" y="655"/>
                      <a:pt x="1435" y="254"/>
                    </a:cubicBezTo>
                    <a:cubicBezTo>
                      <a:pt x="1303" y="96"/>
                      <a:pt x="1066" y="0"/>
                      <a:pt x="82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8" name="Google Shape;13148;p39"/>
              <p:cNvSpPr/>
              <p:nvPr/>
            </p:nvSpPr>
            <p:spPr>
              <a:xfrm>
                <a:off x="6311700" y="3223150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848" y="376"/>
                    </a:moveTo>
                    <a:cubicBezTo>
                      <a:pt x="932" y="376"/>
                      <a:pt x="1026" y="413"/>
                      <a:pt x="1101" y="488"/>
                    </a:cubicBezTo>
                    <a:cubicBezTo>
                      <a:pt x="1268" y="655"/>
                      <a:pt x="1234" y="955"/>
                      <a:pt x="1001" y="1055"/>
                    </a:cubicBezTo>
                    <a:cubicBezTo>
                      <a:pt x="938" y="1091"/>
                      <a:pt x="871" y="1108"/>
                      <a:pt x="806" y="1108"/>
                    </a:cubicBezTo>
                    <a:cubicBezTo>
                      <a:pt x="628" y="1108"/>
                      <a:pt x="467" y="984"/>
                      <a:pt x="467" y="788"/>
                    </a:cubicBezTo>
                    <a:cubicBezTo>
                      <a:pt x="467" y="588"/>
                      <a:pt x="601" y="488"/>
                      <a:pt x="767" y="388"/>
                    </a:cubicBezTo>
                    <a:cubicBezTo>
                      <a:pt x="792" y="380"/>
                      <a:pt x="819" y="376"/>
                      <a:pt x="848" y="376"/>
                    </a:cubicBezTo>
                    <a:close/>
                    <a:moveTo>
                      <a:pt x="845" y="1"/>
                    </a:moveTo>
                    <a:cubicBezTo>
                      <a:pt x="783" y="1"/>
                      <a:pt x="723" y="7"/>
                      <a:pt x="667" y="21"/>
                    </a:cubicBezTo>
                    <a:cubicBezTo>
                      <a:pt x="534" y="21"/>
                      <a:pt x="400" y="88"/>
                      <a:pt x="300" y="221"/>
                    </a:cubicBezTo>
                    <a:cubicBezTo>
                      <a:pt x="100" y="388"/>
                      <a:pt x="0" y="622"/>
                      <a:pt x="33" y="855"/>
                    </a:cubicBezTo>
                    <a:cubicBezTo>
                      <a:pt x="85" y="1269"/>
                      <a:pt x="437" y="1522"/>
                      <a:pt x="826" y="1522"/>
                    </a:cubicBezTo>
                    <a:cubicBezTo>
                      <a:pt x="939" y="1522"/>
                      <a:pt x="1055" y="1501"/>
                      <a:pt x="1168" y="1456"/>
                    </a:cubicBezTo>
                    <a:cubicBezTo>
                      <a:pt x="1635" y="1255"/>
                      <a:pt x="1768" y="655"/>
                      <a:pt x="1468" y="255"/>
                    </a:cubicBezTo>
                    <a:cubicBezTo>
                      <a:pt x="1336" y="96"/>
                      <a:pt x="1079" y="1"/>
                      <a:pt x="84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9" name="Google Shape;13149;p39"/>
              <p:cNvSpPr/>
              <p:nvPr/>
            </p:nvSpPr>
            <p:spPr>
              <a:xfrm>
                <a:off x="6235800" y="3360750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848" y="376"/>
                    </a:moveTo>
                    <a:cubicBezTo>
                      <a:pt x="933" y="376"/>
                      <a:pt x="1026" y="413"/>
                      <a:pt x="1101" y="488"/>
                    </a:cubicBezTo>
                    <a:cubicBezTo>
                      <a:pt x="1268" y="655"/>
                      <a:pt x="1235" y="955"/>
                      <a:pt x="1001" y="1055"/>
                    </a:cubicBezTo>
                    <a:cubicBezTo>
                      <a:pt x="942" y="1081"/>
                      <a:pt x="878" y="1093"/>
                      <a:pt x="815" y="1093"/>
                    </a:cubicBezTo>
                    <a:cubicBezTo>
                      <a:pt x="634" y="1093"/>
                      <a:pt x="468" y="987"/>
                      <a:pt x="468" y="788"/>
                    </a:cubicBezTo>
                    <a:cubicBezTo>
                      <a:pt x="468" y="588"/>
                      <a:pt x="601" y="488"/>
                      <a:pt x="768" y="388"/>
                    </a:cubicBezTo>
                    <a:cubicBezTo>
                      <a:pt x="793" y="380"/>
                      <a:pt x="820" y="376"/>
                      <a:pt x="848" y="376"/>
                    </a:cubicBezTo>
                    <a:close/>
                    <a:moveTo>
                      <a:pt x="829" y="1"/>
                    </a:moveTo>
                    <a:cubicBezTo>
                      <a:pt x="763" y="1"/>
                      <a:pt x="697" y="7"/>
                      <a:pt x="634" y="21"/>
                    </a:cubicBezTo>
                    <a:cubicBezTo>
                      <a:pt x="534" y="21"/>
                      <a:pt x="401" y="88"/>
                      <a:pt x="267" y="221"/>
                    </a:cubicBezTo>
                    <a:cubicBezTo>
                      <a:pt x="101" y="388"/>
                      <a:pt x="1" y="622"/>
                      <a:pt x="34" y="855"/>
                    </a:cubicBezTo>
                    <a:cubicBezTo>
                      <a:pt x="86" y="1269"/>
                      <a:pt x="438" y="1522"/>
                      <a:pt x="826" y="1522"/>
                    </a:cubicBezTo>
                    <a:cubicBezTo>
                      <a:pt x="939" y="1522"/>
                      <a:pt x="1055" y="1501"/>
                      <a:pt x="1168" y="1456"/>
                    </a:cubicBezTo>
                    <a:cubicBezTo>
                      <a:pt x="1635" y="1255"/>
                      <a:pt x="1769" y="655"/>
                      <a:pt x="1468" y="255"/>
                    </a:cubicBezTo>
                    <a:cubicBezTo>
                      <a:pt x="1336" y="96"/>
                      <a:pt x="1079" y="1"/>
                      <a:pt x="829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0" name="Google Shape;13150;p39"/>
              <p:cNvSpPr/>
              <p:nvPr/>
            </p:nvSpPr>
            <p:spPr>
              <a:xfrm>
                <a:off x="7001350" y="3014675"/>
                <a:ext cx="44225" cy="38775"/>
              </a:xfrm>
              <a:custGeom>
                <a:rect b="b" l="l" r="r" t="t"/>
                <a:pathLst>
                  <a:path extrusionOk="0" h="1551" w="1769">
                    <a:moveTo>
                      <a:pt x="768" y="388"/>
                    </a:moveTo>
                    <a:cubicBezTo>
                      <a:pt x="868" y="388"/>
                      <a:pt x="968" y="388"/>
                      <a:pt x="1101" y="488"/>
                    </a:cubicBezTo>
                    <a:cubicBezTo>
                      <a:pt x="1268" y="655"/>
                      <a:pt x="1235" y="988"/>
                      <a:pt x="1001" y="1088"/>
                    </a:cubicBezTo>
                    <a:cubicBezTo>
                      <a:pt x="949" y="1111"/>
                      <a:pt x="893" y="1122"/>
                      <a:pt x="838" y="1122"/>
                    </a:cubicBezTo>
                    <a:cubicBezTo>
                      <a:pt x="648" y="1122"/>
                      <a:pt x="467" y="995"/>
                      <a:pt x="467" y="788"/>
                    </a:cubicBezTo>
                    <a:cubicBezTo>
                      <a:pt x="467" y="621"/>
                      <a:pt x="601" y="488"/>
                      <a:pt x="768" y="388"/>
                    </a:cubicBezTo>
                    <a:close/>
                    <a:moveTo>
                      <a:pt x="828" y="0"/>
                    </a:moveTo>
                    <a:cubicBezTo>
                      <a:pt x="762" y="0"/>
                      <a:pt x="697" y="7"/>
                      <a:pt x="634" y="21"/>
                    </a:cubicBezTo>
                    <a:cubicBezTo>
                      <a:pt x="501" y="21"/>
                      <a:pt x="401" y="121"/>
                      <a:pt x="267" y="221"/>
                    </a:cubicBezTo>
                    <a:cubicBezTo>
                      <a:pt x="101" y="388"/>
                      <a:pt x="0" y="621"/>
                      <a:pt x="34" y="855"/>
                    </a:cubicBezTo>
                    <a:cubicBezTo>
                      <a:pt x="60" y="1275"/>
                      <a:pt x="439" y="1551"/>
                      <a:pt x="843" y="1551"/>
                    </a:cubicBezTo>
                    <a:cubicBezTo>
                      <a:pt x="951" y="1551"/>
                      <a:pt x="1062" y="1531"/>
                      <a:pt x="1168" y="1489"/>
                    </a:cubicBezTo>
                    <a:cubicBezTo>
                      <a:pt x="1635" y="1255"/>
                      <a:pt x="1768" y="655"/>
                      <a:pt x="1435" y="254"/>
                    </a:cubicBezTo>
                    <a:cubicBezTo>
                      <a:pt x="1329" y="96"/>
                      <a:pt x="1077" y="0"/>
                      <a:pt x="82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1" name="Google Shape;13151;p39"/>
              <p:cNvSpPr/>
              <p:nvPr/>
            </p:nvSpPr>
            <p:spPr>
              <a:xfrm>
                <a:off x="7009700" y="2823700"/>
                <a:ext cx="44200" cy="38050"/>
              </a:xfrm>
              <a:custGeom>
                <a:rect b="b" l="l" r="r" t="t"/>
                <a:pathLst>
                  <a:path extrusionOk="0" h="1522" w="1768">
                    <a:moveTo>
                      <a:pt x="842" y="376"/>
                    </a:moveTo>
                    <a:cubicBezTo>
                      <a:pt x="917" y="376"/>
                      <a:pt x="992" y="413"/>
                      <a:pt x="1067" y="488"/>
                    </a:cubicBezTo>
                    <a:cubicBezTo>
                      <a:pt x="1268" y="655"/>
                      <a:pt x="1201" y="955"/>
                      <a:pt x="967" y="1089"/>
                    </a:cubicBezTo>
                    <a:cubicBezTo>
                      <a:pt x="922" y="1111"/>
                      <a:pt x="872" y="1122"/>
                      <a:pt x="822" y="1122"/>
                    </a:cubicBezTo>
                    <a:cubicBezTo>
                      <a:pt x="647" y="1122"/>
                      <a:pt x="467" y="995"/>
                      <a:pt x="467" y="788"/>
                    </a:cubicBezTo>
                    <a:cubicBezTo>
                      <a:pt x="467" y="622"/>
                      <a:pt x="600" y="488"/>
                      <a:pt x="767" y="388"/>
                    </a:cubicBezTo>
                    <a:cubicBezTo>
                      <a:pt x="792" y="380"/>
                      <a:pt x="817" y="376"/>
                      <a:pt x="842" y="376"/>
                    </a:cubicBezTo>
                    <a:close/>
                    <a:moveTo>
                      <a:pt x="824" y="1"/>
                    </a:moveTo>
                    <a:cubicBezTo>
                      <a:pt x="761" y="1"/>
                      <a:pt x="696" y="7"/>
                      <a:pt x="634" y="21"/>
                    </a:cubicBezTo>
                    <a:cubicBezTo>
                      <a:pt x="500" y="21"/>
                      <a:pt x="367" y="88"/>
                      <a:pt x="267" y="221"/>
                    </a:cubicBezTo>
                    <a:cubicBezTo>
                      <a:pt x="100" y="388"/>
                      <a:pt x="0" y="622"/>
                      <a:pt x="33" y="855"/>
                    </a:cubicBezTo>
                    <a:cubicBezTo>
                      <a:pt x="59" y="1269"/>
                      <a:pt x="426" y="1522"/>
                      <a:pt x="806" y="1522"/>
                    </a:cubicBezTo>
                    <a:cubicBezTo>
                      <a:pt x="917" y="1522"/>
                      <a:pt x="1029" y="1501"/>
                      <a:pt x="1134" y="1455"/>
                    </a:cubicBezTo>
                    <a:cubicBezTo>
                      <a:pt x="1635" y="1255"/>
                      <a:pt x="1768" y="655"/>
                      <a:pt x="1434" y="255"/>
                    </a:cubicBezTo>
                    <a:cubicBezTo>
                      <a:pt x="1302" y="96"/>
                      <a:pt x="1066" y="1"/>
                      <a:pt x="82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2" name="Google Shape;13152;p39"/>
              <p:cNvSpPr/>
              <p:nvPr/>
            </p:nvSpPr>
            <p:spPr>
              <a:xfrm>
                <a:off x="6981325" y="2641075"/>
                <a:ext cx="44225" cy="38050"/>
              </a:xfrm>
              <a:custGeom>
                <a:rect b="b" l="l" r="r" t="t"/>
                <a:pathLst>
                  <a:path extrusionOk="0" h="1522" w="1769">
                    <a:moveTo>
                      <a:pt x="768" y="388"/>
                    </a:moveTo>
                    <a:cubicBezTo>
                      <a:pt x="868" y="388"/>
                      <a:pt x="1002" y="388"/>
                      <a:pt x="1102" y="488"/>
                    </a:cubicBezTo>
                    <a:cubicBezTo>
                      <a:pt x="1268" y="655"/>
                      <a:pt x="1235" y="955"/>
                      <a:pt x="1002" y="1088"/>
                    </a:cubicBezTo>
                    <a:cubicBezTo>
                      <a:pt x="949" y="1111"/>
                      <a:pt x="893" y="1122"/>
                      <a:pt x="838" y="1122"/>
                    </a:cubicBezTo>
                    <a:cubicBezTo>
                      <a:pt x="648" y="1122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lose/>
                    <a:moveTo>
                      <a:pt x="845" y="0"/>
                    </a:moveTo>
                    <a:cubicBezTo>
                      <a:pt x="784" y="0"/>
                      <a:pt x="724" y="7"/>
                      <a:pt x="668" y="21"/>
                    </a:cubicBezTo>
                    <a:cubicBezTo>
                      <a:pt x="535" y="21"/>
                      <a:pt x="401" y="88"/>
                      <a:pt x="301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86" y="1268"/>
                      <a:pt x="438" y="1522"/>
                      <a:pt x="827" y="1522"/>
                    </a:cubicBezTo>
                    <a:cubicBezTo>
                      <a:pt x="940" y="1522"/>
                      <a:pt x="1056" y="1500"/>
                      <a:pt x="1168" y="1455"/>
                    </a:cubicBezTo>
                    <a:cubicBezTo>
                      <a:pt x="1635" y="1255"/>
                      <a:pt x="1769" y="655"/>
                      <a:pt x="1469" y="254"/>
                    </a:cubicBezTo>
                    <a:cubicBezTo>
                      <a:pt x="1337" y="96"/>
                      <a:pt x="1079" y="0"/>
                      <a:pt x="84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3" name="Google Shape;13153;p39"/>
              <p:cNvSpPr/>
              <p:nvPr/>
            </p:nvSpPr>
            <p:spPr>
              <a:xfrm>
                <a:off x="6922125" y="2486325"/>
                <a:ext cx="44225" cy="38425"/>
              </a:xfrm>
              <a:custGeom>
                <a:rect b="b" l="l" r="r" t="t"/>
                <a:pathLst>
                  <a:path extrusionOk="0" h="1537" w="1769">
                    <a:moveTo>
                      <a:pt x="876" y="388"/>
                    </a:moveTo>
                    <a:cubicBezTo>
                      <a:pt x="953" y="388"/>
                      <a:pt x="1035" y="418"/>
                      <a:pt x="1101" y="507"/>
                    </a:cubicBezTo>
                    <a:cubicBezTo>
                      <a:pt x="1268" y="674"/>
                      <a:pt x="1235" y="974"/>
                      <a:pt x="1001" y="1074"/>
                    </a:cubicBezTo>
                    <a:cubicBezTo>
                      <a:pt x="949" y="1096"/>
                      <a:pt x="893" y="1107"/>
                      <a:pt x="838" y="1107"/>
                    </a:cubicBezTo>
                    <a:cubicBezTo>
                      <a:pt x="648" y="1107"/>
                      <a:pt x="468" y="980"/>
                      <a:pt x="468" y="774"/>
                    </a:cubicBezTo>
                    <a:cubicBezTo>
                      <a:pt x="468" y="607"/>
                      <a:pt x="601" y="473"/>
                      <a:pt x="768" y="407"/>
                    </a:cubicBezTo>
                    <a:cubicBezTo>
                      <a:pt x="801" y="396"/>
                      <a:pt x="838" y="388"/>
                      <a:pt x="876" y="388"/>
                    </a:cubicBezTo>
                    <a:close/>
                    <a:moveTo>
                      <a:pt x="751" y="0"/>
                    </a:moveTo>
                    <a:cubicBezTo>
                      <a:pt x="712" y="0"/>
                      <a:pt x="672" y="2"/>
                      <a:pt x="634" y="6"/>
                    </a:cubicBezTo>
                    <a:cubicBezTo>
                      <a:pt x="501" y="40"/>
                      <a:pt x="401" y="107"/>
                      <a:pt x="267" y="207"/>
                    </a:cubicBezTo>
                    <a:cubicBezTo>
                      <a:pt x="101" y="373"/>
                      <a:pt x="1" y="640"/>
                      <a:pt x="34" y="874"/>
                    </a:cubicBezTo>
                    <a:cubicBezTo>
                      <a:pt x="60" y="1267"/>
                      <a:pt x="437" y="1537"/>
                      <a:pt x="840" y="1537"/>
                    </a:cubicBezTo>
                    <a:cubicBezTo>
                      <a:pt x="950" y="1537"/>
                      <a:pt x="1061" y="1517"/>
                      <a:pt x="1168" y="1474"/>
                    </a:cubicBezTo>
                    <a:cubicBezTo>
                      <a:pt x="1635" y="1274"/>
                      <a:pt x="1768" y="674"/>
                      <a:pt x="1468" y="273"/>
                    </a:cubicBezTo>
                    <a:cubicBezTo>
                      <a:pt x="1323" y="99"/>
                      <a:pt x="1025" y="0"/>
                      <a:pt x="751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4" name="Google Shape;13154;p39"/>
              <p:cNvSpPr/>
              <p:nvPr/>
            </p:nvSpPr>
            <p:spPr>
              <a:xfrm>
                <a:off x="6957975" y="3189800"/>
                <a:ext cx="44225" cy="38400"/>
              </a:xfrm>
              <a:custGeom>
                <a:rect b="b" l="l" r="r" t="t"/>
                <a:pathLst>
                  <a:path extrusionOk="0" h="1536" w="1769">
                    <a:moveTo>
                      <a:pt x="768" y="388"/>
                    </a:moveTo>
                    <a:cubicBezTo>
                      <a:pt x="868" y="388"/>
                      <a:pt x="968" y="388"/>
                      <a:pt x="1102" y="488"/>
                    </a:cubicBezTo>
                    <a:cubicBezTo>
                      <a:pt x="1268" y="655"/>
                      <a:pt x="1235" y="955"/>
                      <a:pt x="1002" y="1088"/>
                    </a:cubicBezTo>
                    <a:cubicBezTo>
                      <a:pt x="949" y="1111"/>
                      <a:pt x="893" y="1122"/>
                      <a:pt x="838" y="1122"/>
                    </a:cubicBezTo>
                    <a:cubicBezTo>
                      <a:pt x="648" y="1122"/>
                      <a:pt x="468" y="995"/>
                      <a:pt x="468" y="788"/>
                    </a:cubicBezTo>
                    <a:cubicBezTo>
                      <a:pt x="468" y="621"/>
                      <a:pt x="601" y="488"/>
                      <a:pt x="768" y="388"/>
                    </a:cubicBezTo>
                    <a:close/>
                    <a:moveTo>
                      <a:pt x="829" y="0"/>
                    </a:moveTo>
                    <a:cubicBezTo>
                      <a:pt x="763" y="0"/>
                      <a:pt x="697" y="7"/>
                      <a:pt x="635" y="21"/>
                    </a:cubicBezTo>
                    <a:cubicBezTo>
                      <a:pt x="501" y="21"/>
                      <a:pt x="401" y="88"/>
                      <a:pt x="268" y="221"/>
                    </a:cubicBezTo>
                    <a:cubicBezTo>
                      <a:pt x="101" y="388"/>
                      <a:pt x="1" y="621"/>
                      <a:pt x="34" y="855"/>
                    </a:cubicBezTo>
                    <a:cubicBezTo>
                      <a:pt x="60" y="1264"/>
                      <a:pt x="418" y="1535"/>
                      <a:pt x="809" y="1535"/>
                    </a:cubicBezTo>
                    <a:cubicBezTo>
                      <a:pt x="929" y="1535"/>
                      <a:pt x="1051" y="1510"/>
                      <a:pt x="1168" y="1455"/>
                    </a:cubicBezTo>
                    <a:cubicBezTo>
                      <a:pt x="1635" y="1255"/>
                      <a:pt x="1769" y="655"/>
                      <a:pt x="1435" y="254"/>
                    </a:cubicBezTo>
                    <a:cubicBezTo>
                      <a:pt x="1330" y="96"/>
                      <a:pt x="1078" y="0"/>
                      <a:pt x="829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5" name="Google Shape;13155;p39"/>
              <p:cNvSpPr/>
              <p:nvPr/>
            </p:nvSpPr>
            <p:spPr>
              <a:xfrm>
                <a:off x="6897100" y="3303575"/>
                <a:ext cx="45075" cy="38525"/>
              </a:xfrm>
              <a:custGeom>
                <a:rect b="b" l="l" r="r" t="t"/>
                <a:pathLst>
                  <a:path extrusionOk="0" h="1541" w="1803">
                    <a:moveTo>
                      <a:pt x="862" y="394"/>
                    </a:moveTo>
                    <a:cubicBezTo>
                      <a:pt x="952" y="394"/>
                      <a:pt x="1027" y="432"/>
                      <a:pt x="1102" y="507"/>
                    </a:cubicBezTo>
                    <a:cubicBezTo>
                      <a:pt x="1268" y="674"/>
                      <a:pt x="1235" y="974"/>
                      <a:pt x="1002" y="1074"/>
                    </a:cubicBezTo>
                    <a:cubicBezTo>
                      <a:pt x="948" y="1097"/>
                      <a:pt x="891" y="1108"/>
                      <a:pt x="835" y="1108"/>
                    </a:cubicBezTo>
                    <a:cubicBezTo>
                      <a:pt x="646" y="1108"/>
                      <a:pt x="468" y="987"/>
                      <a:pt x="468" y="807"/>
                    </a:cubicBezTo>
                    <a:cubicBezTo>
                      <a:pt x="468" y="607"/>
                      <a:pt x="601" y="473"/>
                      <a:pt x="768" y="407"/>
                    </a:cubicBezTo>
                    <a:cubicBezTo>
                      <a:pt x="801" y="398"/>
                      <a:pt x="833" y="394"/>
                      <a:pt x="862" y="394"/>
                    </a:cubicBezTo>
                    <a:close/>
                    <a:moveTo>
                      <a:pt x="774" y="0"/>
                    </a:moveTo>
                    <a:cubicBezTo>
                      <a:pt x="737" y="0"/>
                      <a:pt x="702" y="2"/>
                      <a:pt x="668" y="6"/>
                    </a:cubicBezTo>
                    <a:cubicBezTo>
                      <a:pt x="535" y="40"/>
                      <a:pt x="401" y="107"/>
                      <a:pt x="301" y="240"/>
                    </a:cubicBezTo>
                    <a:cubicBezTo>
                      <a:pt x="101" y="407"/>
                      <a:pt x="1" y="640"/>
                      <a:pt x="34" y="874"/>
                    </a:cubicBezTo>
                    <a:cubicBezTo>
                      <a:pt x="86" y="1287"/>
                      <a:pt x="458" y="1541"/>
                      <a:pt x="840" y="1541"/>
                    </a:cubicBezTo>
                    <a:cubicBezTo>
                      <a:pt x="951" y="1541"/>
                      <a:pt x="1063" y="1519"/>
                      <a:pt x="1168" y="1474"/>
                    </a:cubicBezTo>
                    <a:cubicBezTo>
                      <a:pt x="1669" y="1274"/>
                      <a:pt x="1802" y="674"/>
                      <a:pt x="1469" y="273"/>
                    </a:cubicBezTo>
                    <a:cubicBezTo>
                      <a:pt x="1323" y="99"/>
                      <a:pt x="1025" y="0"/>
                      <a:pt x="774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6" name="Google Shape;13156;p39"/>
              <p:cNvSpPr/>
              <p:nvPr/>
            </p:nvSpPr>
            <p:spPr>
              <a:xfrm>
                <a:off x="6468475" y="2773050"/>
                <a:ext cx="289400" cy="16400"/>
              </a:xfrm>
              <a:custGeom>
                <a:rect b="b" l="l" r="r" t="t"/>
                <a:pathLst>
                  <a:path extrusionOk="0" h="656" w="11576">
                    <a:moveTo>
                      <a:pt x="7886" y="1"/>
                    </a:moveTo>
                    <a:cubicBezTo>
                      <a:pt x="7166" y="1"/>
                      <a:pt x="6447" y="21"/>
                      <a:pt x="5738" y="46"/>
                    </a:cubicBezTo>
                    <a:cubicBezTo>
                      <a:pt x="4770" y="79"/>
                      <a:pt x="3803" y="112"/>
                      <a:pt x="2836" y="212"/>
                    </a:cubicBezTo>
                    <a:cubicBezTo>
                      <a:pt x="1902" y="279"/>
                      <a:pt x="934" y="313"/>
                      <a:pt x="34" y="546"/>
                    </a:cubicBezTo>
                    <a:cubicBezTo>
                      <a:pt x="0" y="579"/>
                      <a:pt x="0" y="646"/>
                      <a:pt x="67" y="646"/>
                    </a:cubicBezTo>
                    <a:cubicBezTo>
                      <a:pt x="163" y="652"/>
                      <a:pt x="258" y="655"/>
                      <a:pt x="354" y="655"/>
                    </a:cubicBezTo>
                    <a:cubicBezTo>
                      <a:pt x="758" y="655"/>
                      <a:pt x="1163" y="606"/>
                      <a:pt x="1568" y="579"/>
                    </a:cubicBezTo>
                    <a:cubicBezTo>
                      <a:pt x="2035" y="513"/>
                      <a:pt x="2502" y="479"/>
                      <a:pt x="2969" y="446"/>
                    </a:cubicBezTo>
                    <a:cubicBezTo>
                      <a:pt x="3903" y="379"/>
                      <a:pt x="4837" y="346"/>
                      <a:pt x="5738" y="346"/>
                    </a:cubicBezTo>
                    <a:cubicBezTo>
                      <a:pt x="6221" y="329"/>
                      <a:pt x="6697" y="321"/>
                      <a:pt x="7172" y="321"/>
                    </a:cubicBezTo>
                    <a:cubicBezTo>
                      <a:pt x="7647" y="321"/>
                      <a:pt x="8123" y="329"/>
                      <a:pt x="8606" y="346"/>
                    </a:cubicBezTo>
                    <a:cubicBezTo>
                      <a:pt x="9540" y="346"/>
                      <a:pt x="10508" y="413"/>
                      <a:pt x="11442" y="413"/>
                    </a:cubicBezTo>
                    <a:cubicBezTo>
                      <a:pt x="11542" y="413"/>
                      <a:pt x="11575" y="246"/>
                      <a:pt x="11475" y="246"/>
                    </a:cubicBezTo>
                    <a:cubicBezTo>
                      <a:pt x="10304" y="58"/>
                      <a:pt x="9094" y="1"/>
                      <a:pt x="7886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7" name="Google Shape;13157;p39"/>
              <p:cNvSpPr/>
              <p:nvPr/>
            </p:nvSpPr>
            <p:spPr>
              <a:xfrm>
                <a:off x="6551850" y="2793875"/>
                <a:ext cx="122625" cy="11175"/>
              </a:xfrm>
              <a:custGeom>
                <a:rect b="b" l="l" r="r" t="t"/>
                <a:pathLst>
                  <a:path extrusionOk="0" h="447" w="4905">
                    <a:moveTo>
                      <a:pt x="4173" y="0"/>
                    </a:moveTo>
                    <a:cubicBezTo>
                      <a:pt x="3572" y="0"/>
                      <a:pt x="2980" y="31"/>
                      <a:pt x="2369" y="80"/>
                    </a:cubicBezTo>
                    <a:cubicBezTo>
                      <a:pt x="1602" y="147"/>
                      <a:pt x="835" y="180"/>
                      <a:pt x="68" y="347"/>
                    </a:cubicBezTo>
                    <a:cubicBezTo>
                      <a:pt x="1" y="347"/>
                      <a:pt x="34" y="447"/>
                      <a:pt x="101" y="447"/>
                    </a:cubicBezTo>
                    <a:cubicBezTo>
                      <a:pt x="868" y="447"/>
                      <a:pt x="1669" y="347"/>
                      <a:pt x="2469" y="313"/>
                    </a:cubicBezTo>
                    <a:cubicBezTo>
                      <a:pt x="3270" y="247"/>
                      <a:pt x="4037" y="247"/>
                      <a:pt x="4838" y="113"/>
                    </a:cubicBezTo>
                    <a:cubicBezTo>
                      <a:pt x="4904" y="113"/>
                      <a:pt x="4904" y="13"/>
                      <a:pt x="4838" y="13"/>
                    </a:cubicBezTo>
                    <a:cubicBezTo>
                      <a:pt x="4614" y="4"/>
                      <a:pt x="4393" y="0"/>
                      <a:pt x="417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8" name="Google Shape;13158;p39"/>
              <p:cNvSpPr/>
              <p:nvPr/>
            </p:nvSpPr>
            <p:spPr>
              <a:xfrm>
                <a:off x="6590225" y="2806700"/>
                <a:ext cx="53400" cy="6325"/>
              </a:xfrm>
              <a:custGeom>
                <a:rect b="b" l="l" r="r" t="t"/>
                <a:pathLst>
                  <a:path extrusionOk="0" h="253" w="2136">
                    <a:moveTo>
                      <a:pt x="2069" y="1"/>
                    </a:moveTo>
                    <a:cubicBezTo>
                      <a:pt x="1401" y="34"/>
                      <a:pt x="734" y="101"/>
                      <a:pt x="67" y="167"/>
                    </a:cubicBezTo>
                    <a:cubicBezTo>
                      <a:pt x="0" y="167"/>
                      <a:pt x="0" y="234"/>
                      <a:pt x="67" y="234"/>
                    </a:cubicBezTo>
                    <a:cubicBezTo>
                      <a:pt x="289" y="245"/>
                      <a:pt x="512" y="253"/>
                      <a:pt x="734" y="253"/>
                    </a:cubicBezTo>
                    <a:cubicBezTo>
                      <a:pt x="1179" y="253"/>
                      <a:pt x="1624" y="223"/>
                      <a:pt x="2069" y="134"/>
                    </a:cubicBezTo>
                    <a:cubicBezTo>
                      <a:pt x="2135" y="134"/>
                      <a:pt x="2135" y="1"/>
                      <a:pt x="2069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9" name="Google Shape;13159;p39"/>
              <p:cNvSpPr/>
              <p:nvPr/>
            </p:nvSpPr>
            <p:spPr>
              <a:xfrm>
                <a:off x="6475150" y="2940975"/>
                <a:ext cx="215175" cy="11125"/>
              </a:xfrm>
              <a:custGeom>
                <a:rect b="b" l="l" r="r" t="t"/>
                <a:pathLst>
                  <a:path extrusionOk="0" h="445" w="8607">
                    <a:moveTo>
                      <a:pt x="67" y="0"/>
                    </a:moveTo>
                    <a:cubicBezTo>
                      <a:pt x="0" y="0"/>
                      <a:pt x="0" y="67"/>
                      <a:pt x="33" y="67"/>
                    </a:cubicBezTo>
                    <a:cubicBezTo>
                      <a:pt x="1401" y="300"/>
                      <a:pt x="2835" y="367"/>
                      <a:pt x="4203" y="400"/>
                    </a:cubicBezTo>
                    <a:cubicBezTo>
                      <a:pt x="4797" y="428"/>
                      <a:pt x="5391" y="444"/>
                      <a:pt x="5985" y="444"/>
                    </a:cubicBezTo>
                    <a:cubicBezTo>
                      <a:pt x="6826" y="444"/>
                      <a:pt x="7666" y="412"/>
                      <a:pt x="8506" y="334"/>
                    </a:cubicBezTo>
                    <a:cubicBezTo>
                      <a:pt x="8606" y="334"/>
                      <a:pt x="8573" y="234"/>
                      <a:pt x="8506" y="234"/>
                    </a:cubicBezTo>
                    <a:cubicBezTo>
                      <a:pt x="7105" y="200"/>
                      <a:pt x="5671" y="167"/>
                      <a:pt x="4270" y="134"/>
                    </a:cubicBezTo>
                    <a:cubicBezTo>
                      <a:pt x="2869" y="100"/>
                      <a:pt x="1468" y="0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0" name="Google Shape;13160;p39"/>
              <p:cNvSpPr/>
              <p:nvPr/>
            </p:nvSpPr>
            <p:spPr>
              <a:xfrm>
                <a:off x="6705300" y="2946625"/>
                <a:ext cx="55875" cy="5250"/>
              </a:xfrm>
              <a:custGeom>
                <a:rect b="b" l="l" r="r" t="t"/>
                <a:pathLst>
                  <a:path extrusionOk="0" h="210" w="2235">
                    <a:moveTo>
                      <a:pt x="2193" y="1"/>
                    </a:moveTo>
                    <a:cubicBezTo>
                      <a:pt x="2186" y="1"/>
                      <a:pt x="2178" y="3"/>
                      <a:pt x="2169" y="8"/>
                    </a:cubicBezTo>
                    <a:cubicBezTo>
                      <a:pt x="1468" y="8"/>
                      <a:pt x="768" y="8"/>
                      <a:pt x="67" y="41"/>
                    </a:cubicBezTo>
                    <a:cubicBezTo>
                      <a:pt x="1" y="41"/>
                      <a:pt x="1" y="108"/>
                      <a:pt x="67" y="108"/>
                    </a:cubicBezTo>
                    <a:cubicBezTo>
                      <a:pt x="361" y="181"/>
                      <a:pt x="674" y="209"/>
                      <a:pt x="989" y="209"/>
                    </a:cubicBezTo>
                    <a:cubicBezTo>
                      <a:pt x="1391" y="209"/>
                      <a:pt x="1795" y="164"/>
                      <a:pt x="2169" y="108"/>
                    </a:cubicBezTo>
                    <a:cubicBezTo>
                      <a:pt x="2226" y="79"/>
                      <a:pt x="2234" y="1"/>
                      <a:pt x="2193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1" name="Google Shape;13161;p39"/>
              <p:cNvSpPr/>
              <p:nvPr/>
            </p:nvSpPr>
            <p:spPr>
              <a:xfrm>
                <a:off x="6428450" y="3177625"/>
                <a:ext cx="206000" cy="10700"/>
              </a:xfrm>
              <a:custGeom>
                <a:rect b="b" l="l" r="r" t="t"/>
                <a:pathLst>
                  <a:path extrusionOk="0" h="428" w="8240">
                    <a:moveTo>
                      <a:pt x="627" y="1"/>
                    </a:moveTo>
                    <a:cubicBezTo>
                      <a:pt x="440" y="1"/>
                      <a:pt x="253" y="3"/>
                      <a:pt x="67" y="8"/>
                    </a:cubicBezTo>
                    <a:cubicBezTo>
                      <a:pt x="0" y="8"/>
                      <a:pt x="0" y="141"/>
                      <a:pt x="67" y="141"/>
                    </a:cubicBezTo>
                    <a:cubicBezTo>
                      <a:pt x="1368" y="308"/>
                      <a:pt x="2702" y="341"/>
                      <a:pt x="4036" y="374"/>
                    </a:cubicBezTo>
                    <a:cubicBezTo>
                      <a:pt x="4867" y="395"/>
                      <a:pt x="5698" y="427"/>
                      <a:pt x="6529" y="427"/>
                    </a:cubicBezTo>
                    <a:cubicBezTo>
                      <a:pt x="7066" y="427"/>
                      <a:pt x="7603" y="414"/>
                      <a:pt x="8139" y="374"/>
                    </a:cubicBezTo>
                    <a:cubicBezTo>
                      <a:pt x="8239" y="374"/>
                      <a:pt x="8239" y="241"/>
                      <a:pt x="8139" y="208"/>
                    </a:cubicBezTo>
                    <a:cubicBezTo>
                      <a:pt x="6805" y="108"/>
                      <a:pt x="5437" y="141"/>
                      <a:pt x="4103" y="108"/>
                    </a:cubicBezTo>
                    <a:cubicBezTo>
                      <a:pt x="2955" y="79"/>
                      <a:pt x="1782" y="1"/>
                      <a:pt x="62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2" name="Google Shape;13162;p39"/>
              <p:cNvSpPr/>
              <p:nvPr/>
            </p:nvSpPr>
            <p:spPr>
              <a:xfrm>
                <a:off x="6422600" y="3194175"/>
                <a:ext cx="70075" cy="7200"/>
              </a:xfrm>
              <a:custGeom>
                <a:rect b="b" l="l" r="r" t="t"/>
                <a:pathLst>
                  <a:path extrusionOk="0" h="288" w="2803">
                    <a:moveTo>
                      <a:pt x="691" y="1"/>
                    </a:moveTo>
                    <a:cubicBezTo>
                      <a:pt x="481" y="1"/>
                      <a:pt x="272" y="5"/>
                      <a:pt x="67" y="13"/>
                    </a:cubicBezTo>
                    <a:cubicBezTo>
                      <a:pt x="34" y="13"/>
                      <a:pt x="1" y="79"/>
                      <a:pt x="67" y="79"/>
                    </a:cubicBezTo>
                    <a:cubicBezTo>
                      <a:pt x="762" y="218"/>
                      <a:pt x="1550" y="288"/>
                      <a:pt x="2295" y="288"/>
                    </a:cubicBezTo>
                    <a:cubicBezTo>
                      <a:pt x="2444" y="288"/>
                      <a:pt x="2591" y="285"/>
                      <a:pt x="2736" y="280"/>
                    </a:cubicBezTo>
                    <a:cubicBezTo>
                      <a:pt x="2769" y="246"/>
                      <a:pt x="2803" y="179"/>
                      <a:pt x="2736" y="146"/>
                    </a:cubicBezTo>
                    <a:cubicBezTo>
                      <a:pt x="2073" y="44"/>
                      <a:pt x="1372" y="1"/>
                      <a:pt x="69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3" name="Google Shape;13163;p39"/>
              <p:cNvSpPr/>
              <p:nvPr/>
            </p:nvSpPr>
            <p:spPr>
              <a:xfrm>
                <a:off x="6425100" y="3207475"/>
                <a:ext cx="30875" cy="4200"/>
              </a:xfrm>
              <a:custGeom>
                <a:rect b="b" l="l" r="r" t="t"/>
                <a:pathLst>
                  <a:path extrusionOk="0" h="168" w="1235">
                    <a:moveTo>
                      <a:pt x="390" y="1"/>
                    </a:moveTo>
                    <a:cubicBezTo>
                      <a:pt x="282" y="1"/>
                      <a:pt x="175" y="5"/>
                      <a:pt x="67" y="14"/>
                    </a:cubicBezTo>
                    <a:cubicBezTo>
                      <a:pt x="1" y="14"/>
                      <a:pt x="1" y="81"/>
                      <a:pt x="67" y="81"/>
                    </a:cubicBezTo>
                    <a:cubicBezTo>
                      <a:pt x="279" y="145"/>
                      <a:pt x="531" y="168"/>
                      <a:pt x="771" y="168"/>
                    </a:cubicBezTo>
                    <a:cubicBezTo>
                      <a:pt x="911" y="168"/>
                      <a:pt x="1046" y="160"/>
                      <a:pt x="1168" y="148"/>
                    </a:cubicBezTo>
                    <a:cubicBezTo>
                      <a:pt x="1235" y="148"/>
                      <a:pt x="1235" y="48"/>
                      <a:pt x="1168" y="48"/>
                    </a:cubicBezTo>
                    <a:cubicBezTo>
                      <a:pt x="909" y="24"/>
                      <a:pt x="649" y="1"/>
                      <a:pt x="390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4" name="Google Shape;13164;p39"/>
              <p:cNvSpPr/>
              <p:nvPr/>
            </p:nvSpPr>
            <p:spPr>
              <a:xfrm>
                <a:off x="6386750" y="2539850"/>
                <a:ext cx="175150" cy="19200"/>
              </a:xfrm>
              <a:custGeom>
                <a:rect b="b" l="l" r="r" t="t"/>
                <a:pathLst>
                  <a:path extrusionOk="0" h="768" w="7006">
                    <a:moveTo>
                      <a:pt x="6939" y="0"/>
                    </a:moveTo>
                    <a:cubicBezTo>
                      <a:pt x="5771" y="0"/>
                      <a:pt x="4604" y="67"/>
                      <a:pt x="3436" y="200"/>
                    </a:cubicBezTo>
                    <a:cubicBezTo>
                      <a:pt x="2335" y="301"/>
                      <a:pt x="1134" y="367"/>
                      <a:pt x="67" y="667"/>
                    </a:cubicBezTo>
                    <a:cubicBezTo>
                      <a:pt x="0" y="667"/>
                      <a:pt x="34" y="768"/>
                      <a:pt x="100" y="768"/>
                    </a:cubicBezTo>
                    <a:cubicBezTo>
                      <a:pt x="1234" y="768"/>
                      <a:pt x="2369" y="534"/>
                      <a:pt x="3503" y="434"/>
                    </a:cubicBezTo>
                    <a:cubicBezTo>
                      <a:pt x="4637" y="334"/>
                      <a:pt x="5804" y="234"/>
                      <a:pt x="6939" y="134"/>
                    </a:cubicBezTo>
                    <a:cubicBezTo>
                      <a:pt x="7005" y="134"/>
                      <a:pt x="7005" y="0"/>
                      <a:pt x="6939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5" name="Google Shape;13165;p39"/>
              <p:cNvSpPr/>
              <p:nvPr/>
            </p:nvSpPr>
            <p:spPr>
              <a:xfrm>
                <a:off x="6383400" y="2525675"/>
                <a:ext cx="89275" cy="13350"/>
              </a:xfrm>
              <a:custGeom>
                <a:rect b="b" l="l" r="r" t="t"/>
                <a:pathLst>
                  <a:path extrusionOk="0" h="534" w="3571">
                    <a:moveTo>
                      <a:pt x="3470" y="0"/>
                    </a:moveTo>
                    <a:cubicBezTo>
                      <a:pt x="2336" y="100"/>
                      <a:pt x="1168" y="200"/>
                      <a:pt x="68" y="434"/>
                    </a:cubicBezTo>
                    <a:cubicBezTo>
                      <a:pt x="1" y="434"/>
                      <a:pt x="34" y="534"/>
                      <a:pt x="68" y="534"/>
                    </a:cubicBezTo>
                    <a:cubicBezTo>
                      <a:pt x="1202" y="467"/>
                      <a:pt x="2336" y="300"/>
                      <a:pt x="3470" y="134"/>
                    </a:cubicBezTo>
                    <a:cubicBezTo>
                      <a:pt x="3570" y="134"/>
                      <a:pt x="3570" y="0"/>
                      <a:pt x="3470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6" name="Google Shape;13166;p39"/>
              <p:cNvSpPr/>
              <p:nvPr/>
            </p:nvSpPr>
            <p:spPr>
              <a:xfrm>
                <a:off x="6557700" y="3372950"/>
                <a:ext cx="157625" cy="34200"/>
              </a:xfrm>
              <a:custGeom>
                <a:rect b="b" l="l" r="r" t="t"/>
                <a:pathLst>
                  <a:path extrusionOk="0" h="1368" w="6305">
                    <a:moveTo>
                      <a:pt x="6205" y="0"/>
                    </a:moveTo>
                    <a:cubicBezTo>
                      <a:pt x="5204" y="167"/>
                      <a:pt x="4203" y="467"/>
                      <a:pt x="3203" y="701"/>
                    </a:cubicBezTo>
                    <a:cubicBezTo>
                      <a:pt x="2135" y="901"/>
                      <a:pt x="1068" y="1068"/>
                      <a:pt x="34" y="1268"/>
                    </a:cubicBezTo>
                    <a:cubicBezTo>
                      <a:pt x="0" y="1301"/>
                      <a:pt x="0" y="1368"/>
                      <a:pt x="67" y="1368"/>
                    </a:cubicBezTo>
                    <a:cubicBezTo>
                      <a:pt x="1101" y="1334"/>
                      <a:pt x="2102" y="1168"/>
                      <a:pt x="3136" y="934"/>
                    </a:cubicBezTo>
                    <a:cubicBezTo>
                      <a:pt x="4170" y="734"/>
                      <a:pt x="5271" y="534"/>
                      <a:pt x="6238" y="134"/>
                    </a:cubicBezTo>
                    <a:cubicBezTo>
                      <a:pt x="6305" y="100"/>
                      <a:pt x="6305" y="0"/>
                      <a:pt x="620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7" name="Google Shape;13167;p39"/>
              <p:cNvSpPr/>
              <p:nvPr/>
            </p:nvSpPr>
            <p:spPr>
              <a:xfrm>
                <a:off x="6596900" y="3372950"/>
                <a:ext cx="75075" cy="15025"/>
              </a:xfrm>
              <a:custGeom>
                <a:rect b="b" l="l" r="r" t="t"/>
                <a:pathLst>
                  <a:path extrusionOk="0" h="601" w="3003">
                    <a:moveTo>
                      <a:pt x="2902" y="0"/>
                    </a:moveTo>
                    <a:cubicBezTo>
                      <a:pt x="1968" y="167"/>
                      <a:pt x="1034" y="400"/>
                      <a:pt x="67" y="534"/>
                    </a:cubicBezTo>
                    <a:cubicBezTo>
                      <a:pt x="0" y="534"/>
                      <a:pt x="0" y="601"/>
                      <a:pt x="67" y="601"/>
                    </a:cubicBezTo>
                    <a:cubicBezTo>
                      <a:pt x="1034" y="534"/>
                      <a:pt x="2002" y="434"/>
                      <a:pt x="2936" y="100"/>
                    </a:cubicBezTo>
                    <a:cubicBezTo>
                      <a:pt x="3002" y="100"/>
                      <a:pt x="2969" y="0"/>
                      <a:pt x="2902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8" name="Google Shape;13168;p39"/>
              <p:cNvSpPr/>
              <p:nvPr/>
            </p:nvSpPr>
            <p:spPr>
              <a:xfrm>
                <a:off x="6616925" y="3367100"/>
                <a:ext cx="40875" cy="9375"/>
              </a:xfrm>
              <a:custGeom>
                <a:rect b="b" l="l" r="r" t="t"/>
                <a:pathLst>
                  <a:path extrusionOk="0" h="375" w="1635">
                    <a:moveTo>
                      <a:pt x="1568" y="1"/>
                    </a:moveTo>
                    <a:cubicBezTo>
                      <a:pt x="1067" y="67"/>
                      <a:pt x="534" y="167"/>
                      <a:pt x="33" y="301"/>
                    </a:cubicBezTo>
                    <a:cubicBezTo>
                      <a:pt x="5" y="301"/>
                      <a:pt x="0" y="374"/>
                      <a:pt x="21" y="374"/>
                    </a:cubicBezTo>
                    <a:cubicBezTo>
                      <a:pt x="24" y="374"/>
                      <a:pt x="28" y="372"/>
                      <a:pt x="33" y="368"/>
                    </a:cubicBezTo>
                    <a:cubicBezTo>
                      <a:pt x="567" y="334"/>
                      <a:pt x="1067" y="234"/>
                      <a:pt x="1601" y="101"/>
                    </a:cubicBezTo>
                    <a:cubicBezTo>
                      <a:pt x="1634" y="101"/>
                      <a:pt x="1634" y="1"/>
                      <a:pt x="156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9" name="Google Shape;13169;p39"/>
              <p:cNvSpPr/>
              <p:nvPr/>
            </p:nvSpPr>
            <p:spPr>
              <a:xfrm>
                <a:off x="6850400" y="2775725"/>
                <a:ext cx="80100" cy="9050"/>
              </a:xfrm>
              <a:custGeom>
                <a:rect b="b" l="l" r="r" t="t"/>
                <a:pathLst>
                  <a:path extrusionOk="0" h="362" w="3204">
                    <a:moveTo>
                      <a:pt x="728" y="0"/>
                    </a:moveTo>
                    <a:cubicBezTo>
                      <a:pt x="502" y="0"/>
                      <a:pt x="279" y="11"/>
                      <a:pt x="68" y="39"/>
                    </a:cubicBezTo>
                    <a:cubicBezTo>
                      <a:pt x="1" y="39"/>
                      <a:pt x="1" y="105"/>
                      <a:pt x="34" y="139"/>
                    </a:cubicBezTo>
                    <a:cubicBezTo>
                      <a:pt x="535" y="206"/>
                      <a:pt x="1035" y="239"/>
                      <a:pt x="1535" y="272"/>
                    </a:cubicBezTo>
                    <a:cubicBezTo>
                      <a:pt x="1915" y="298"/>
                      <a:pt x="2334" y="361"/>
                      <a:pt x="2732" y="361"/>
                    </a:cubicBezTo>
                    <a:cubicBezTo>
                      <a:pt x="2859" y="361"/>
                      <a:pt x="2983" y="355"/>
                      <a:pt x="3103" y="339"/>
                    </a:cubicBezTo>
                    <a:cubicBezTo>
                      <a:pt x="3203" y="339"/>
                      <a:pt x="3203" y="239"/>
                      <a:pt x="3136" y="206"/>
                    </a:cubicBezTo>
                    <a:cubicBezTo>
                      <a:pt x="2669" y="39"/>
                      <a:pt x="2136" y="39"/>
                      <a:pt x="1635" y="39"/>
                    </a:cubicBezTo>
                    <a:cubicBezTo>
                      <a:pt x="1346" y="19"/>
                      <a:pt x="1035" y="0"/>
                      <a:pt x="72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0" name="Google Shape;13170;p39"/>
              <p:cNvSpPr/>
              <p:nvPr/>
            </p:nvSpPr>
            <p:spPr>
              <a:xfrm>
                <a:off x="6883775" y="2793275"/>
                <a:ext cx="40050" cy="5650"/>
              </a:xfrm>
              <a:custGeom>
                <a:rect b="b" l="l" r="r" t="t"/>
                <a:pathLst>
                  <a:path extrusionOk="0" h="226" w="1602">
                    <a:moveTo>
                      <a:pt x="551" y="0"/>
                    </a:moveTo>
                    <a:cubicBezTo>
                      <a:pt x="386" y="0"/>
                      <a:pt x="222" y="4"/>
                      <a:pt x="67" y="4"/>
                    </a:cubicBezTo>
                    <a:cubicBezTo>
                      <a:pt x="0" y="4"/>
                      <a:pt x="0" y="71"/>
                      <a:pt x="67" y="71"/>
                    </a:cubicBezTo>
                    <a:cubicBezTo>
                      <a:pt x="429" y="148"/>
                      <a:pt x="810" y="226"/>
                      <a:pt x="1197" y="226"/>
                    </a:cubicBezTo>
                    <a:cubicBezTo>
                      <a:pt x="1309" y="226"/>
                      <a:pt x="1422" y="219"/>
                      <a:pt x="1535" y="204"/>
                    </a:cubicBezTo>
                    <a:cubicBezTo>
                      <a:pt x="1601" y="204"/>
                      <a:pt x="1601" y="104"/>
                      <a:pt x="1535" y="104"/>
                    </a:cubicBezTo>
                    <a:cubicBezTo>
                      <a:pt x="1223" y="15"/>
                      <a:pt x="882" y="0"/>
                      <a:pt x="551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1" name="Google Shape;13171;p39"/>
              <p:cNvSpPr/>
              <p:nvPr/>
            </p:nvSpPr>
            <p:spPr>
              <a:xfrm>
                <a:off x="6766175" y="2603225"/>
                <a:ext cx="135125" cy="11025"/>
              </a:xfrm>
              <a:custGeom>
                <a:rect b="b" l="l" r="r" t="t"/>
                <a:pathLst>
                  <a:path extrusionOk="0" h="441" w="5405">
                    <a:moveTo>
                      <a:pt x="67" y="0"/>
                    </a:moveTo>
                    <a:cubicBezTo>
                      <a:pt x="34" y="0"/>
                      <a:pt x="1" y="67"/>
                      <a:pt x="67" y="67"/>
                    </a:cubicBezTo>
                    <a:cubicBezTo>
                      <a:pt x="901" y="201"/>
                      <a:pt x="1769" y="234"/>
                      <a:pt x="2636" y="301"/>
                    </a:cubicBezTo>
                    <a:cubicBezTo>
                      <a:pt x="3414" y="358"/>
                      <a:pt x="4191" y="441"/>
                      <a:pt x="4969" y="441"/>
                    </a:cubicBezTo>
                    <a:cubicBezTo>
                      <a:pt x="5092" y="441"/>
                      <a:pt x="5215" y="439"/>
                      <a:pt x="5338" y="434"/>
                    </a:cubicBezTo>
                    <a:cubicBezTo>
                      <a:pt x="5405" y="434"/>
                      <a:pt x="5405" y="334"/>
                      <a:pt x="5338" y="334"/>
                    </a:cubicBezTo>
                    <a:cubicBezTo>
                      <a:pt x="4504" y="201"/>
                      <a:pt x="3637" y="167"/>
                      <a:pt x="2769" y="134"/>
                    </a:cubicBezTo>
                    <a:cubicBezTo>
                      <a:pt x="1869" y="67"/>
                      <a:pt x="968" y="0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2" name="Google Shape;13172;p39"/>
              <p:cNvSpPr/>
              <p:nvPr/>
            </p:nvSpPr>
            <p:spPr>
              <a:xfrm>
                <a:off x="6823725" y="2617400"/>
                <a:ext cx="62575" cy="8150"/>
              </a:xfrm>
              <a:custGeom>
                <a:rect b="b" l="l" r="r" t="t"/>
                <a:pathLst>
                  <a:path extrusionOk="0" h="326" w="2503">
                    <a:moveTo>
                      <a:pt x="34" y="1"/>
                    </a:moveTo>
                    <a:cubicBezTo>
                      <a:pt x="0" y="1"/>
                      <a:pt x="0" y="67"/>
                      <a:pt x="34" y="101"/>
                    </a:cubicBezTo>
                    <a:cubicBezTo>
                      <a:pt x="584" y="251"/>
                      <a:pt x="1210" y="326"/>
                      <a:pt x="1812" y="326"/>
                    </a:cubicBezTo>
                    <a:cubicBezTo>
                      <a:pt x="2012" y="326"/>
                      <a:pt x="2210" y="317"/>
                      <a:pt x="2402" y="301"/>
                    </a:cubicBezTo>
                    <a:cubicBezTo>
                      <a:pt x="2469" y="301"/>
                      <a:pt x="2502" y="201"/>
                      <a:pt x="2435" y="201"/>
                    </a:cubicBezTo>
                    <a:cubicBezTo>
                      <a:pt x="1635" y="101"/>
                      <a:pt x="834" y="34"/>
                      <a:pt x="3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3" name="Google Shape;13173;p39"/>
              <p:cNvSpPr/>
              <p:nvPr/>
            </p:nvSpPr>
            <p:spPr>
              <a:xfrm>
                <a:off x="6727850" y="2598825"/>
                <a:ext cx="24175" cy="3675"/>
              </a:xfrm>
              <a:custGeom>
                <a:rect b="b" l="l" r="r" t="t"/>
                <a:pathLst>
                  <a:path extrusionOk="0" h="147" w="967">
                    <a:moveTo>
                      <a:pt x="35" y="1"/>
                    </a:moveTo>
                    <a:cubicBezTo>
                      <a:pt x="1" y="1"/>
                      <a:pt x="6" y="49"/>
                      <a:pt x="33" y="76"/>
                    </a:cubicBezTo>
                    <a:cubicBezTo>
                      <a:pt x="218" y="118"/>
                      <a:pt x="404" y="146"/>
                      <a:pt x="589" y="146"/>
                    </a:cubicBezTo>
                    <a:cubicBezTo>
                      <a:pt x="704" y="146"/>
                      <a:pt x="819" y="135"/>
                      <a:pt x="933" y="110"/>
                    </a:cubicBezTo>
                    <a:cubicBezTo>
                      <a:pt x="967" y="76"/>
                      <a:pt x="967" y="10"/>
                      <a:pt x="900" y="10"/>
                    </a:cubicBezTo>
                    <a:lnTo>
                      <a:pt x="66" y="10"/>
                    </a:lnTo>
                    <a:cubicBezTo>
                      <a:pt x="53" y="3"/>
                      <a:pt x="43" y="1"/>
                      <a:pt x="3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4" name="Google Shape;13174;p39"/>
              <p:cNvSpPr/>
              <p:nvPr/>
            </p:nvSpPr>
            <p:spPr>
              <a:xfrm>
                <a:off x="6575200" y="2540300"/>
                <a:ext cx="19225" cy="2900"/>
              </a:xfrm>
              <a:custGeom>
                <a:rect b="b" l="l" r="r" t="t"/>
                <a:pathLst>
                  <a:path extrusionOk="0" h="116" w="769">
                    <a:moveTo>
                      <a:pt x="478" y="1"/>
                    </a:moveTo>
                    <a:cubicBezTo>
                      <a:pt x="335" y="1"/>
                      <a:pt x="201" y="16"/>
                      <a:pt x="68" y="16"/>
                    </a:cubicBezTo>
                    <a:cubicBezTo>
                      <a:pt x="1" y="49"/>
                      <a:pt x="1" y="116"/>
                      <a:pt x="68" y="116"/>
                    </a:cubicBezTo>
                    <a:cubicBezTo>
                      <a:pt x="268" y="116"/>
                      <a:pt x="501" y="116"/>
                      <a:pt x="701" y="82"/>
                    </a:cubicBezTo>
                    <a:cubicBezTo>
                      <a:pt x="768" y="82"/>
                      <a:pt x="768" y="16"/>
                      <a:pt x="701" y="16"/>
                    </a:cubicBezTo>
                    <a:cubicBezTo>
                      <a:pt x="624" y="5"/>
                      <a:pt x="549" y="1"/>
                      <a:pt x="47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5" name="Google Shape;13175;p39"/>
              <p:cNvSpPr/>
              <p:nvPr/>
            </p:nvSpPr>
            <p:spPr>
              <a:xfrm>
                <a:off x="6443450" y="2787675"/>
                <a:ext cx="18375" cy="4875"/>
              </a:xfrm>
              <a:custGeom>
                <a:rect b="b" l="l" r="r" t="t"/>
                <a:pathLst>
                  <a:path extrusionOk="0" h="195" w="735">
                    <a:moveTo>
                      <a:pt x="404" y="1"/>
                    </a:moveTo>
                    <a:cubicBezTo>
                      <a:pt x="278" y="1"/>
                      <a:pt x="150" y="36"/>
                      <a:pt x="34" y="94"/>
                    </a:cubicBezTo>
                    <a:cubicBezTo>
                      <a:pt x="1" y="128"/>
                      <a:pt x="34" y="195"/>
                      <a:pt x="67" y="195"/>
                    </a:cubicBezTo>
                    <a:cubicBezTo>
                      <a:pt x="214" y="146"/>
                      <a:pt x="342" y="115"/>
                      <a:pt x="479" y="115"/>
                    </a:cubicBezTo>
                    <a:cubicBezTo>
                      <a:pt x="529" y="115"/>
                      <a:pt x="581" y="119"/>
                      <a:pt x="634" y="128"/>
                    </a:cubicBezTo>
                    <a:cubicBezTo>
                      <a:pt x="701" y="128"/>
                      <a:pt x="734" y="61"/>
                      <a:pt x="668" y="61"/>
                    </a:cubicBezTo>
                    <a:cubicBezTo>
                      <a:pt x="584" y="19"/>
                      <a:pt x="494" y="1"/>
                      <a:pt x="40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6" name="Google Shape;13176;p39"/>
              <p:cNvSpPr/>
              <p:nvPr/>
            </p:nvSpPr>
            <p:spPr>
              <a:xfrm>
                <a:off x="6777025" y="2944300"/>
                <a:ext cx="14200" cy="2525"/>
              </a:xfrm>
              <a:custGeom>
                <a:rect b="b" l="l" r="r" t="t"/>
                <a:pathLst>
                  <a:path extrusionOk="0" h="101" w="568">
                    <a:moveTo>
                      <a:pt x="301" y="1"/>
                    </a:moveTo>
                    <a:cubicBezTo>
                      <a:pt x="201" y="1"/>
                      <a:pt x="134" y="1"/>
                      <a:pt x="67" y="34"/>
                    </a:cubicBezTo>
                    <a:cubicBezTo>
                      <a:pt x="0" y="34"/>
                      <a:pt x="0" y="101"/>
                      <a:pt x="67" y="101"/>
                    </a:cubicBezTo>
                    <a:lnTo>
                      <a:pt x="534" y="101"/>
                    </a:lnTo>
                    <a:cubicBezTo>
                      <a:pt x="567" y="67"/>
                      <a:pt x="567" y="1"/>
                      <a:pt x="5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7" name="Google Shape;13177;p39"/>
              <p:cNvSpPr/>
              <p:nvPr/>
            </p:nvSpPr>
            <p:spPr>
              <a:xfrm>
                <a:off x="6645250" y="3182800"/>
                <a:ext cx="24225" cy="3375"/>
              </a:xfrm>
              <a:custGeom>
                <a:rect b="b" l="l" r="r" t="t"/>
                <a:pathLst>
                  <a:path extrusionOk="0" h="135" w="969">
                    <a:moveTo>
                      <a:pt x="902" y="1"/>
                    </a:moveTo>
                    <a:cubicBezTo>
                      <a:pt x="601" y="1"/>
                      <a:pt x="335" y="1"/>
                      <a:pt x="34" y="34"/>
                    </a:cubicBezTo>
                    <a:cubicBezTo>
                      <a:pt x="1" y="67"/>
                      <a:pt x="1" y="134"/>
                      <a:pt x="34" y="134"/>
                    </a:cubicBezTo>
                    <a:cubicBezTo>
                      <a:pt x="335" y="134"/>
                      <a:pt x="635" y="134"/>
                      <a:pt x="902" y="101"/>
                    </a:cubicBezTo>
                    <a:cubicBezTo>
                      <a:pt x="968" y="101"/>
                      <a:pt x="968" y="1"/>
                      <a:pt x="902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8" name="Google Shape;13178;p39"/>
              <p:cNvSpPr/>
              <p:nvPr/>
            </p:nvSpPr>
            <p:spPr>
              <a:xfrm>
                <a:off x="6531850" y="3403625"/>
                <a:ext cx="18125" cy="4675"/>
              </a:xfrm>
              <a:custGeom>
                <a:rect b="b" l="l" r="r" t="t"/>
                <a:pathLst>
                  <a:path extrusionOk="0" h="187" w="725">
                    <a:moveTo>
                      <a:pt x="650" y="1"/>
                    </a:moveTo>
                    <a:cubicBezTo>
                      <a:pt x="644" y="1"/>
                      <a:pt x="639" y="3"/>
                      <a:pt x="634" y="7"/>
                    </a:cubicBezTo>
                    <a:cubicBezTo>
                      <a:pt x="434" y="41"/>
                      <a:pt x="267" y="74"/>
                      <a:pt x="67" y="74"/>
                    </a:cubicBezTo>
                    <a:cubicBezTo>
                      <a:pt x="0" y="74"/>
                      <a:pt x="0" y="141"/>
                      <a:pt x="67" y="174"/>
                    </a:cubicBezTo>
                    <a:cubicBezTo>
                      <a:pt x="117" y="182"/>
                      <a:pt x="167" y="187"/>
                      <a:pt x="217" y="187"/>
                    </a:cubicBezTo>
                    <a:cubicBezTo>
                      <a:pt x="367" y="187"/>
                      <a:pt x="517" y="149"/>
                      <a:pt x="668" y="74"/>
                    </a:cubicBezTo>
                    <a:cubicBezTo>
                      <a:pt x="725" y="74"/>
                      <a:pt x="684" y="1"/>
                      <a:pt x="650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9" name="Google Shape;13179;p39"/>
              <p:cNvSpPr/>
              <p:nvPr/>
            </p:nvSpPr>
            <p:spPr>
              <a:xfrm>
                <a:off x="6770350" y="3166950"/>
                <a:ext cx="123450" cy="14325"/>
              </a:xfrm>
              <a:custGeom>
                <a:rect b="b" l="l" r="r" t="t"/>
                <a:pathLst>
                  <a:path extrusionOk="0" h="573" w="4938">
                    <a:moveTo>
                      <a:pt x="4837" y="1"/>
                    </a:moveTo>
                    <a:cubicBezTo>
                      <a:pt x="4070" y="34"/>
                      <a:pt x="3270" y="168"/>
                      <a:pt x="2469" y="234"/>
                    </a:cubicBezTo>
                    <a:cubicBezTo>
                      <a:pt x="1668" y="301"/>
                      <a:pt x="868" y="268"/>
                      <a:pt x="101" y="401"/>
                    </a:cubicBezTo>
                    <a:cubicBezTo>
                      <a:pt x="34" y="401"/>
                      <a:pt x="1" y="468"/>
                      <a:pt x="67" y="468"/>
                    </a:cubicBezTo>
                    <a:cubicBezTo>
                      <a:pt x="440" y="546"/>
                      <a:pt x="820" y="573"/>
                      <a:pt x="1197" y="573"/>
                    </a:cubicBezTo>
                    <a:cubicBezTo>
                      <a:pt x="1630" y="573"/>
                      <a:pt x="2059" y="537"/>
                      <a:pt x="2469" y="501"/>
                    </a:cubicBezTo>
                    <a:cubicBezTo>
                      <a:pt x="3270" y="468"/>
                      <a:pt x="4103" y="401"/>
                      <a:pt x="4871" y="134"/>
                    </a:cubicBezTo>
                    <a:cubicBezTo>
                      <a:pt x="4937" y="134"/>
                      <a:pt x="4937" y="1"/>
                      <a:pt x="483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0" name="Google Shape;13180;p39"/>
              <p:cNvSpPr/>
              <p:nvPr/>
            </p:nvSpPr>
            <p:spPr>
              <a:xfrm>
                <a:off x="6812875" y="3188475"/>
                <a:ext cx="63400" cy="9375"/>
              </a:xfrm>
              <a:custGeom>
                <a:rect b="b" l="l" r="r" t="t"/>
                <a:pathLst>
                  <a:path extrusionOk="0" h="375" w="2536">
                    <a:moveTo>
                      <a:pt x="2135" y="1"/>
                    </a:moveTo>
                    <a:cubicBezTo>
                      <a:pt x="1454" y="1"/>
                      <a:pt x="736" y="95"/>
                      <a:pt x="67" y="241"/>
                    </a:cubicBezTo>
                    <a:cubicBezTo>
                      <a:pt x="1" y="274"/>
                      <a:pt x="34" y="374"/>
                      <a:pt x="101" y="374"/>
                    </a:cubicBezTo>
                    <a:cubicBezTo>
                      <a:pt x="868" y="374"/>
                      <a:pt x="1702" y="307"/>
                      <a:pt x="2469" y="107"/>
                    </a:cubicBezTo>
                    <a:cubicBezTo>
                      <a:pt x="2536" y="107"/>
                      <a:pt x="2503" y="7"/>
                      <a:pt x="2436" y="7"/>
                    </a:cubicBezTo>
                    <a:cubicBezTo>
                      <a:pt x="2337" y="3"/>
                      <a:pt x="2237" y="1"/>
                      <a:pt x="213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1" name="Google Shape;13181;p39"/>
              <p:cNvSpPr/>
              <p:nvPr/>
            </p:nvSpPr>
            <p:spPr>
              <a:xfrm>
                <a:off x="6828725" y="3204325"/>
                <a:ext cx="31700" cy="5225"/>
              </a:xfrm>
              <a:custGeom>
                <a:rect b="b" l="l" r="r" t="t"/>
                <a:pathLst>
                  <a:path extrusionOk="0" h="209" w="1268">
                    <a:moveTo>
                      <a:pt x="1226" y="0"/>
                    </a:moveTo>
                    <a:cubicBezTo>
                      <a:pt x="1219" y="0"/>
                      <a:pt x="1211" y="2"/>
                      <a:pt x="1201" y="7"/>
                    </a:cubicBezTo>
                    <a:cubicBezTo>
                      <a:pt x="834" y="40"/>
                      <a:pt x="434" y="40"/>
                      <a:pt x="67" y="107"/>
                    </a:cubicBezTo>
                    <a:cubicBezTo>
                      <a:pt x="1" y="107"/>
                      <a:pt x="1" y="174"/>
                      <a:pt x="34" y="174"/>
                    </a:cubicBezTo>
                    <a:cubicBezTo>
                      <a:pt x="176" y="197"/>
                      <a:pt x="322" y="208"/>
                      <a:pt x="467" y="208"/>
                    </a:cubicBezTo>
                    <a:cubicBezTo>
                      <a:pt x="733" y="208"/>
                      <a:pt x="998" y="172"/>
                      <a:pt x="1235" y="107"/>
                    </a:cubicBezTo>
                    <a:cubicBezTo>
                      <a:pt x="1263" y="78"/>
                      <a:pt x="1267" y="0"/>
                      <a:pt x="122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2" name="Google Shape;13182;p39"/>
              <p:cNvSpPr/>
              <p:nvPr/>
            </p:nvSpPr>
            <p:spPr>
              <a:xfrm>
                <a:off x="6837900" y="3215000"/>
                <a:ext cx="15875" cy="4525"/>
              </a:xfrm>
              <a:custGeom>
                <a:rect b="b" l="l" r="r" t="t"/>
                <a:pathLst>
                  <a:path extrusionOk="0" h="181" w="635">
                    <a:moveTo>
                      <a:pt x="428" y="1"/>
                    </a:moveTo>
                    <a:cubicBezTo>
                      <a:pt x="296" y="1"/>
                      <a:pt x="156" y="32"/>
                      <a:pt x="34" y="80"/>
                    </a:cubicBezTo>
                    <a:cubicBezTo>
                      <a:pt x="0" y="114"/>
                      <a:pt x="0" y="180"/>
                      <a:pt x="67" y="180"/>
                    </a:cubicBezTo>
                    <a:cubicBezTo>
                      <a:pt x="234" y="114"/>
                      <a:pt x="401" y="114"/>
                      <a:pt x="568" y="114"/>
                    </a:cubicBezTo>
                    <a:cubicBezTo>
                      <a:pt x="601" y="114"/>
                      <a:pt x="634" y="47"/>
                      <a:pt x="568" y="14"/>
                    </a:cubicBezTo>
                    <a:cubicBezTo>
                      <a:pt x="523" y="5"/>
                      <a:pt x="476" y="1"/>
                      <a:pt x="42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3" name="Google Shape;13183;p39"/>
              <p:cNvSpPr/>
              <p:nvPr/>
            </p:nvSpPr>
            <p:spPr>
              <a:xfrm>
                <a:off x="6700300" y="3281200"/>
                <a:ext cx="111775" cy="11700"/>
              </a:xfrm>
              <a:custGeom>
                <a:rect b="b" l="l" r="r" t="t"/>
                <a:pathLst>
                  <a:path extrusionOk="0" h="468" w="4471">
                    <a:moveTo>
                      <a:pt x="4404" y="1"/>
                    </a:moveTo>
                    <a:cubicBezTo>
                      <a:pt x="2936" y="68"/>
                      <a:pt x="1502" y="268"/>
                      <a:pt x="34" y="401"/>
                    </a:cubicBezTo>
                    <a:cubicBezTo>
                      <a:pt x="1" y="401"/>
                      <a:pt x="1" y="468"/>
                      <a:pt x="34" y="468"/>
                    </a:cubicBezTo>
                    <a:cubicBezTo>
                      <a:pt x="1502" y="434"/>
                      <a:pt x="2969" y="334"/>
                      <a:pt x="4404" y="101"/>
                    </a:cubicBezTo>
                    <a:cubicBezTo>
                      <a:pt x="4470" y="101"/>
                      <a:pt x="4470" y="1"/>
                      <a:pt x="440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4" name="Google Shape;13184;p39"/>
              <p:cNvSpPr/>
              <p:nvPr/>
            </p:nvSpPr>
            <p:spPr>
              <a:xfrm>
                <a:off x="6330025" y="3397950"/>
                <a:ext cx="73425" cy="9725"/>
              </a:xfrm>
              <a:custGeom>
                <a:rect b="b" l="l" r="r" t="t"/>
                <a:pathLst>
                  <a:path extrusionOk="0" h="389" w="2937">
                    <a:moveTo>
                      <a:pt x="101" y="1"/>
                    </a:moveTo>
                    <a:cubicBezTo>
                      <a:pt x="34" y="1"/>
                      <a:pt x="1" y="101"/>
                      <a:pt x="68" y="101"/>
                    </a:cubicBezTo>
                    <a:cubicBezTo>
                      <a:pt x="784" y="287"/>
                      <a:pt x="1543" y="388"/>
                      <a:pt x="2277" y="388"/>
                    </a:cubicBezTo>
                    <a:cubicBezTo>
                      <a:pt x="2466" y="388"/>
                      <a:pt x="2652" y="381"/>
                      <a:pt x="2836" y="368"/>
                    </a:cubicBezTo>
                    <a:cubicBezTo>
                      <a:pt x="2936" y="368"/>
                      <a:pt x="2903" y="268"/>
                      <a:pt x="2836" y="268"/>
                    </a:cubicBezTo>
                    <a:cubicBezTo>
                      <a:pt x="1902" y="201"/>
                      <a:pt x="1002" y="134"/>
                      <a:pt x="1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5" name="Google Shape;13185;p39"/>
              <p:cNvSpPr/>
              <p:nvPr/>
            </p:nvSpPr>
            <p:spPr>
              <a:xfrm>
                <a:off x="6355900" y="3389625"/>
                <a:ext cx="35875" cy="6700"/>
              </a:xfrm>
              <a:custGeom>
                <a:rect b="b" l="l" r="r" t="t"/>
                <a:pathLst>
                  <a:path extrusionOk="0" h="268" w="1435">
                    <a:moveTo>
                      <a:pt x="67" y="0"/>
                    </a:moveTo>
                    <a:cubicBezTo>
                      <a:pt x="0" y="0"/>
                      <a:pt x="0" y="67"/>
                      <a:pt x="33" y="100"/>
                    </a:cubicBezTo>
                    <a:cubicBezTo>
                      <a:pt x="467" y="200"/>
                      <a:pt x="901" y="267"/>
                      <a:pt x="1368" y="267"/>
                    </a:cubicBezTo>
                    <a:cubicBezTo>
                      <a:pt x="1434" y="267"/>
                      <a:pt x="1401" y="200"/>
                      <a:pt x="1368" y="200"/>
                    </a:cubicBezTo>
                    <a:cubicBezTo>
                      <a:pt x="934" y="167"/>
                      <a:pt x="500" y="100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6" name="Google Shape;13186;p39"/>
              <p:cNvSpPr/>
              <p:nvPr/>
            </p:nvSpPr>
            <p:spPr>
              <a:xfrm>
                <a:off x="6793700" y="2989325"/>
                <a:ext cx="138450" cy="6075"/>
              </a:xfrm>
              <a:custGeom>
                <a:rect b="b" l="l" r="r" t="t"/>
                <a:pathLst>
                  <a:path extrusionOk="0" h="243" w="5538">
                    <a:moveTo>
                      <a:pt x="2736" y="1"/>
                    </a:moveTo>
                    <a:cubicBezTo>
                      <a:pt x="1869" y="1"/>
                      <a:pt x="968" y="1"/>
                      <a:pt x="67" y="34"/>
                    </a:cubicBezTo>
                    <a:cubicBezTo>
                      <a:pt x="1" y="68"/>
                      <a:pt x="1" y="134"/>
                      <a:pt x="67" y="134"/>
                    </a:cubicBezTo>
                    <a:cubicBezTo>
                      <a:pt x="968" y="201"/>
                      <a:pt x="1869" y="201"/>
                      <a:pt x="2769" y="234"/>
                    </a:cubicBezTo>
                    <a:cubicBezTo>
                      <a:pt x="3203" y="234"/>
                      <a:pt x="3645" y="243"/>
                      <a:pt x="4091" y="243"/>
                    </a:cubicBezTo>
                    <a:cubicBezTo>
                      <a:pt x="4537" y="243"/>
                      <a:pt x="4987" y="234"/>
                      <a:pt x="5438" y="201"/>
                    </a:cubicBezTo>
                    <a:cubicBezTo>
                      <a:pt x="5538" y="201"/>
                      <a:pt x="5504" y="68"/>
                      <a:pt x="5438" y="68"/>
                    </a:cubicBezTo>
                    <a:cubicBezTo>
                      <a:pt x="4537" y="1"/>
                      <a:pt x="3636" y="1"/>
                      <a:pt x="2736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7" name="Google Shape;13187;p39"/>
              <p:cNvSpPr/>
              <p:nvPr/>
            </p:nvSpPr>
            <p:spPr>
              <a:xfrm>
                <a:off x="6863750" y="3008725"/>
                <a:ext cx="53400" cy="3500"/>
              </a:xfrm>
              <a:custGeom>
                <a:rect b="b" l="l" r="r" t="t"/>
                <a:pathLst>
                  <a:path extrusionOk="0" h="140" w="2136">
                    <a:moveTo>
                      <a:pt x="1068" y="0"/>
                    </a:moveTo>
                    <a:cubicBezTo>
                      <a:pt x="734" y="0"/>
                      <a:pt x="401" y="9"/>
                      <a:pt x="67" y="25"/>
                    </a:cubicBezTo>
                    <a:cubicBezTo>
                      <a:pt x="1" y="25"/>
                      <a:pt x="34" y="92"/>
                      <a:pt x="67" y="92"/>
                    </a:cubicBezTo>
                    <a:cubicBezTo>
                      <a:pt x="539" y="116"/>
                      <a:pt x="1011" y="139"/>
                      <a:pt x="1482" y="139"/>
                    </a:cubicBezTo>
                    <a:cubicBezTo>
                      <a:pt x="1678" y="139"/>
                      <a:pt x="1873" y="135"/>
                      <a:pt x="2069" y="125"/>
                    </a:cubicBezTo>
                    <a:cubicBezTo>
                      <a:pt x="2135" y="125"/>
                      <a:pt x="2135" y="59"/>
                      <a:pt x="2069" y="25"/>
                    </a:cubicBezTo>
                    <a:cubicBezTo>
                      <a:pt x="1735" y="9"/>
                      <a:pt x="1402" y="0"/>
                      <a:pt x="10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8" name="Google Shape;13188;p39"/>
              <p:cNvSpPr/>
              <p:nvPr/>
            </p:nvSpPr>
            <p:spPr>
              <a:xfrm>
                <a:off x="6882100" y="3021025"/>
                <a:ext cx="30875" cy="3350"/>
              </a:xfrm>
              <a:custGeom>
                <a:rect b="b" l="l" r="r" t="t"/>
                <a:pathLst>
                  <a:path extrusionOk="0" h="134" w="1235">
                    <a:moveTo>
                      <a:pt x="1168" y="0"/>
                    </a:moveTo>
                    <a:cubicBezTo>
                      <a:pt x="801" y="0"/>
                      <a:pt x="401" y="34"/>
                      <a:pt x="34" y="67"/>
                    </a:cubicBezTo>
                    <a:cubicBezTo>
                      <a:pt x="0" y="67"/>
                      <a:pt x="0" y="134"/>
                      <a:pt x="34" y="134"/>
                    </a:cubicBezTo>
                    <a:cubicBezTo>
                      <a:pt x="434" y="134"/>
                      <a:pt x="801" y="134"/>
                      <a:pt x="1168" y="100"/>
                    </a:cubicBezTo>
                    <a:cubicBezTo>
                      <a:pt x="1235" y="100"/>
                      <a:pt x="1235" y="34"/>
                      <a:pt x="11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9" name="Google Shape;13189;p39"/>
              <p:cNvSpPr/>
              <p:nvPr/>
            </p:nvSpPr>
            <p:spPr>
              <a:xfrm>
                <a:off x="6640250" y="3116100"/>
                <a:ext cx="82600" cy="9200"/>
              </a:xfrm>
              <a:custGeom>
                <a:rect b="b" l="l" r="r" t="t"/>
                <a:pathLst>
                  <a:path extrusionOk="0" h="368" w="3304">
                    <a:moveTo>
                      <a:pt x="3236" y="0"/>
                    </a:moveTo>
                    <a:cubicBezTo>
                      <a:pt x="2169" y="0"/>
                      <a:pt x="1102" y="167"/>
                      <a:pt x="34" y="267"/>
                    </a:cubicBezTo>
                    <a:cubicBezTo>
                      <a:pt x="1" y="267"/>
                      <a:pt x="1" y="367"/>
                      <a:pt x="68" y="367"/>
                    </a:cubicBezTo>
                    <a:cubicBezTo>
                      <a:pt x="1102" y="300"/>
                      <a:pt x="2202" y="267"/>
                      <a:pt x="3236" y="134"/>
                    </a:cubicBezTo>
                    <a:cubicBezTo>
                      <a:pt x="3303" y="100"/>
                      <a:pt x="3303" y="0"/>
                      <a:pt x="323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0" name="Google Shape;13190;p39"/>
              <p:cNvSpPr/>
              <p:nvPr/>
            </p:nvSpPr>
            <p:spPr>
              <a:xfrm>
                <a:off x="6669450" y="3101075"/>
                <a:ext cx="44225" cy="4200"/>
              </a:xfrm>
              <a:custGeom>
                <a:rect b="b" l="l" r="r" t="t"/>
                <a:pathLst>
                  <a:path extrusionOk="0" h="168" w="1769">
                    <a:moveTo>
                      <a:pt x="1702" y="1"/>
                    </a:moveTo>
                    <a:cubicBezTo>
                      <a:pt x="1134" y="1"/>
                      <a:pt x="601" y="67"/>
                      <a:pt x="67" y="101"/>
                    </a:cubicBezTo>
                    <a:cubicBezTo>
                      <a:pt x="0" y="101"/>
                      <a:pt x="0" y="167"/>
                      <a:pt x="67" y="167"/>
                    </a:cubicBezTo>
                    <a:cubicBezTo>
                      <a:pt x="601" y="134"/>
                      <a:pt x="1168" y="134"/>
                      <a:pt x="1702" y="101"/>
                    </a:cubicBezTo>
                    <a:cubicBezTo>
                      <a:pt x="1768" y="101"/>
                      <a:pt x="1768" y="1"/>
                      <a:pt x="1702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1" name="Google Shape;13191;p39"/>
              <p:cNvSpPr/>
              <p:nvPr/>
            </p:nvSpPr>
            <p:spPr>
              <a:xfrm>
                <a:off x="6681950" y="3087725"/>
                <a:ext cx="33375" cy="3375"/>
              </a:xfrm>
              <a:custGeom>
                <a:rect b="b" l="l" r="r" t="t"/>
                <a:pathLst>
                  <a:path extrusionOk="0" h="135" w="1335">
                    <a:moveTo>
                      <a:pt x="34" y="1"/>
                    </a:moveTo>
                    <a:cubicBezTo>
                      <a:pt x="1" y="1"/>
                      <a:pt x="1" y="68"/>
                      <a:pt x="34" y="68"/>
                    </a:cubicBezTo>
                    <a:cubicBezTo>
                      <a:pt x="434" y="101"/>
                      <a:pt x="868" y="134"/>
                      <a:pt x="1268" y="134"/>
                    </a:cubicBezTo>
                    <a:cubicBezTo>
                      <a:pt x="1302" y="134"/>
                      <a:pt x="1335" y="34"/>
                      <a:pt x="1268" y="34"/>
                    </a:cubicBezTo>
                    <a:cubicBezTo>
                      <a:pt x="868" y="1"/>
                      <a:pt x="468" y="1"/>
                      <a:pt x="3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2" name="Google Shape;13192;p39"/>
              <p:cNvSpPr/>
              <p:nvPr/>
            </p:nvSpPr>
            <p:spPr>
              <a:xfrm>
                <a:off x="6694475" y="3076900"/>
                <a:ext cx="20025" cy="4200"/>
              </a:xfrm>
              <a:custGeom>
                <a:rect b="b" l="l" r="r" t="t"/>
                <a:pathLst>
                  <a:path extrusionOk="0" h="168" w="801">
                    <a:moveTo>
                      <a:pt x="67" y="0"/>
                    </a:moveTo>
                    <a:cubicBezTo>
                      <a:pt x="0" y="0"/>
                      <a:pt x="0" y="67"/>
                      <a:pt x="33" y="67"/>
                    </a:cubicBezTo>
                    <a:cubicBezTo>
                      <a:pt x="267" y="100"/>
                      <a:pt x="500" y="134"/>
                      <a:pt x="734" y="167"/>
                    </a:cubicBezTo>
                    <a:cubicBezTo>
                      <a:pt x="801" y="167"/>
                      <a:pt x="801" y="67"/>
                      <a:pt x="734" y="67"/>
                    </a:cubicBezTo>
                    <a:cubicBezTo>
                      <a:pt x="534" y="34"/>
                      <a:pt x="300" y="34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3" name="Google Shape;13193;p39"/>
              <p:cNvSpPr/>
              <p:nvPr/>
            </p:nvSpPr>
            <p:spPr>
              <a:xfrm>
                <a:off x="6606900" y="2695450"/>
                <a:ext cx="78425" cy="3900"/>
              </a:xfrm>
              <a:custGeom>
                <a:rect b="b" l="l" r="r" t="t"/>
                <a:pathLst>
                  <a:path extrusionOk="0" h="156" w="3137">
                    <a:moveTo>
                      <a:pt x="2183" y="0"/>
                    </a:moveTo>
                    <a:cubicBezTo>
                      <a:pt x="1466" y="0"/>
                      <a:pt x="741" y="24"/>
                      <a:pt x="34" y="47"/>
                    </a:cubicBezTo>
                    <a:cubicBezTo>
                      <a:pt x="1" y="47"/>
                      <a:pt x="1" y="148"/>
                      <a:pt x="34" y="148"/>
                    </a:cubicBezTo>
                    <a:cubicBezTo>
                      <a:pt x="534" y="148"/>
                      <a:pt x="1043" y="156"/>
                      <a:pt x="1552" y="156"/>
                    </a:cubicBezTo>
                    <a:cubicBezTo>
                      <a:pt x="2060" y="156"/>
                      <a:pt x="2569" y="148"/>
                      <a:pt x="3069" y="114"/>
                    </a:cubicBezTo>
                    <a:cubicBezTo>
                      <a:pt x="3136" y="114"/>
                      <a:pt x="3136" y="14"/>
                      <a:pt x="3069" y="14"/>
                    </a:cubicBezTo>
                    <a:cubicBezTo>
                      <a:pt x="2776" y="4"/>
                      <a:pt x="2480" y="0"/>
                      <a:pt x="218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4" name="Google Shape;13194;p39"/>
              <p:cNvSpPr/>
              <p:nvPr/>
            </p:nvSpPr>
            <p:spPr>
              <a:xfrm>
                <a:off x="6627750" y="2681625"/>
                <a:ext cx="37550" cy="4175"/>
              </a:xfrm>
              <a:custGeom>
                <a:rect b="b" l="l" r="r" t="t"/>
                <a:pathLst>
                  <a:path extrusionOk="0" h="167" w="1502">
                    <a:moveTo>
                      <a:pt x="1435" y="0"/>
                    </a:moveTo>
                    <a:cubicBezTo>
                      <a:pt x="968" y="0"/>
                      <a:pt x="501" y="33"/>
                      <a:pt x="34" y="67"/>
                    </a:cubicBezTo>
                    <a:cubicBezTo>
                      <a:pt x="0" y="67"/>
                      <a:pt x="0" y="167"/>
                      <a:pt x="67" y="167"/>
                    </a:cubicBezTo>
                    <a:cubicBezTo>
                      <a:pt x="501" y="133"/>
                      <a:pt x="968" y="133"/>
                      <a:pt x="1435" y="100"/>
                    </a:cubicBezTo>
                    <a:cubicBezTo>
                      <a:pt x="1502" y="100"/>
                      <a:pt x="1502" y="0"/>
                      <a:pt x="143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5" name="Google Shape;13195;p39"/>
              <p:cNvSpPr/>
              <p:nvPr/>
            </p:nvSpPr>
            <p:spPr>
              <a:xfrm>
                <a:off x="6637750" y="2670225"/>
                <a:ext cx="20050" cy="3900"/>
              </a:xfrm>
              <a:custGeom>
                <a:rect b="b" l="l" r="r" t="t"/>
                <a:pathLst>
                  <a:path extrusionOk="0" h="156" w="802">
                    <a:moveTo>
                      <a:pt x="358" y="0"/>
                    </a:moveTo>
                    <a:cubicBezTo>
                      <a:pt x="261" y="0"/>
                      <a:pt x="164" y="9"/>
                      <a:pt x="67" y="22"/>
                    </a:cubicBezTo>
                    <a:cubicBezTo>
                      <a:pt x="1" y="22"/>
                      <a:pt x="1" y="89"/>
                      <a:pt x="67" y="89"/>
                    </a:cubicBezTo>
                    <a:cubicBezTo>
                      <a:pt x="130" y="80"/>
                      <a:pt x="193" y="76"/>
                      <a:pt x="255" y="76"/>
                    </a:cubicBezTo>
                    <a:cubicBezTo>
                      <a:pt x="424" y="76"/>
                      <a:pt x="588" y="107"/>
                      <a:pt x="735" y="156"/>
                    </a:cubicBezTo>
                    <a:cubicBezTo>
                      <a:pt x="801" y="156"/>
                      <a:pt x="801" y="89"/>
                      <a:pt x="768" y="56"/>
                    </a:cubicBezTo>
                    <a:cubicBezTo>
                      <a:pt x="631" y="17"/>
                      <a:pt x="494" y="0"/>
                      <a:pt x="35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6" name="Google Shape;13196;p39"/>
              <p:cNvSpPr/>
              <p:nvPr/>
            </p:nvSpPr>
            <p:spPr>
              <a:xfrm>
                <a:off x="6561025" y="2696625"/>
                <a:ext cx="26725" cy="2525"/>
              </a:xfrm>
              <a:custGeom>
                <a:rect b="b" l="l" r="r" t="t"/>
                <a:pathLst>
                  <a:path extrusionOk="0" h="101" w="1069">
                    <a:moveTo>
                      <a:pt x="68" y="0"/>
                    </a:moveTo>
                    <a:cubicBezTo>
                      <a:pt x="1" y="0"/>
                      <a:pt x="34" y="67"/>
                      <a:pt x="68" y="67"/>
                    </a:cubicBezTo>
                    <a:cubicBezTo>
                      <a:pt x="401" y="101"/>
                      <a:pt x="701" y="101"/>
                      <a:pt x="1035" y="101"/>
                    </a:cubicBezTo>
                    <a:cubicBezTo>
                      <a:pt x="1068" y="101"/>
                      <a:pt x="1068" y="34"/>
                      <a:pt x="1002" y="34"/>
                    </a:cubicBezTo>
                    <a:cubicBezTo>
                      <a:pt x="701" y="0"/>
                      <a:pt x="368" y="0"/>
                      <a:pt x="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7" name="Google Shape;13197;p39"/>
              <p:cNvSpPr/>
              <p:nvPr/>
            </p:nvSpPr>
            <p:spPr>
              <a:xfrm>
                <a:off x="6470125" y="2632400"/>
                <a:ext cx="65075" cy="5350"/>
              </a:xfrm>
              <a:custGeom>
                <a:rect b="b" l="l" r="r" t="t"/>
                <a:pathLst>
                  <a:path extrusionOk="0" h="214" w="2603">
                    <a:moveTo>
                      <a:pt x="2569" y="1"/>
                    </a:moveTo>
                    <a:cubicBezTo>
                      <a:pt x="1932" y="103"/>
                      <a:pt x="1295" y="146"/>
                      <a:pt x="658" y="146"/>
                    </a:cubicBezTo>
                    <a:cubicBezTo>
                      <a:pt x="461" y="146"/>
                      <a:pt x="265" y="142"/>
                      <a:pt x="68" y="134"/>
                    </a:cubicBezTo>
                    <a:cubicBezTo>
                      <a:pt x="1" y="134"/>
                      <a:pt x="1" y="201"/>
                      <a:pt x="68" y="201"/>
                    </a:cubicBezTo>
                    <a:cubicBezTo>
                      <a:pt x="276" y="209"/>
                      <a:pt x="485" y="214"/>
                      <a:pt x="693" y="214"/>
                    </a:cubicBezTo>
                    <a:cubicBezTo>
                      <a:pt x="1319" y="214"/>
                      <a:pt x="1944" y="176"/>
                      <a:pt x="2569" y="101"/>
                    </a:cubicBezTo>
                    <a:cubicBezTo>
                      <a:pt x="2603" y="101"/>
                      <a:pt x="2603" y="1"/>
                      <a:pt x="2569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8" name="Google Shape;13198;p39"/>
              <p:cNvSpPr/>
              <p:nvPr/>
            </p:nvSpPr>
            <p:spPr>
              <a:xfrm>
                <a:off x="6742825" y="2852575"/>
                <a:ext cx="50075" cy="3275"/>
              </a:xfrm>
              <a:custGeom>
                <a:rect b="b" l="l" r="r" t="t"/>
                <a:pathLst>
                  <a:path extrusionOk="0" h="131" w="2003">
                    <a:moveTo>
                      <a:pt x="67" y="0"/>
                    </a:moveTo>
                    <a:cubicBezTo>
                      <a:pt x="1" y="0"/>
                      <a:pt x="1" y="67"/>
                      <a:pt x="34" y="67"/>
                    </a:cubicBezTo>
                    <a:cubicBezTo>
                      <a:pt x="400" y="104"/>
                      <a:pt x="756" y="130"/>
                      <a:pt x="1107" y="130"/>
                    </a:cubicBezTo>
                    <a:cubicBezTo>
                      <a:pt x="1397" y="130"/>
                      <a:pt x="1683" y="112"/>
                      <a:pt x="1969" y="67"/>
                    </a:cubicBezTo>
                    <a:cubicBezTo>
                      <a:pt x="2002" y="67"/>
                      <a:pt x="2002" y="0"/>
                      <a:pt x="1969" y="0"/>
                    </a:cubicBezTo>
                    <a:cubicBezTo>
                      <a:pt x="1652" y="34"/>
                      <a:pt x="1335" y="50"/>
                      <a:pt x="1018" y="50"/>
                    </a:cubicBezTo>
                    <a:cubicBezTo>
                      <a:pt x="701" y="50"/>
                      <a:pt x="384" y="34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9" name="Google Shape;13199;p39"/>
              <p:cNvSpPr/>
              <p:nvPr/>
            </p:nvSpPr>
            <p:spPr>
              <a:xfrm>
                <a:off x="6506825" y="2887600"/>
                <a:ext cx="74250" cy="3350"/>
              </a:xfrm>
              <a:custGeom>
                <a:rect b="b" l="l" r="r" t="t"/>
                <a:pathLst>
                  <a:path extrusionOk="0" h="134" w="2970">
                    <a:moveTo>
                      <a:pt x="67" y="0"/>
                    </a:moveTo>
                    <a:cubicBezTo>
                      <a:pt x="1" y="0"/>
                      <a:pt x="1" y="100"/>
                      <a:pt x="67" y="100"/>
                    </a:cubicBezTo>
                    <a:cubicBezTo>
                      <a:pt x="1001" y="100"/>
                      <a:pt x="1969" y="134"/>
                      <a:pt x="2903" y="134"/>
                    </a:cubicBezTo>
                    <a:cubicBezTo>
                      <a:pt x="2969" y="134"/>
                      <a:pt x="2969" y="67"/>
                      <a:pt x="2903" y="67"/>
                    </a:cubicBezTo>
                    <a:cubicBezTo>
                      <a:pt x="1969" y="34"/>
                      <a:pt x="1001" y="34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0" name="Google Shape;13200;p39"/>
              <p:cNvSpPr/>
              <p:nvPr/>
            </p:nvSpPr>
            <p:spPr>
              <a:xfrm>
                <a:off x="6604400" y="2891775"/>
                <a:ext cx="20050" cy="4175"/>
              </a:xfrm>
              <a:custGeom>
                <a:rect b="b" l="l" r="r" t="t"/>
                <a:pathLst>
                  <a:path extrusionOk="0" h="167" w="802">
                    <a:moveTo>
                      <a:pt x="67" y="0"/>
                    </a:moveTo>
                    <a:cubicBezTo>
                      <a:pt x="0" y="0"/>
                      <a:pt x="0" y="100"/>
                      <a:pt x="34" y="100"/>
                    </a:cubicBezTo>
                    <a:cubicBezTo>
                      <a:pt x="267" y="100"/>
                      <a:pt x="501" y="133"/>
                      <a:pt x="734" y="167"/>
                    </a:cubicBezTo>
                    <a:cubicBezTo>
                      <a:pt x="801" y="167"/>
                      <a:pt x="801" y="100"/>
                      <a:pt x="768" y="67"/>
                    </a:cubicBezTo>
                    <a:cubicBezTo>
                      <a:pt x="534" y="67"/>
                      <a:pt x="301" y="33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1" name="Google Shape;13201;p39"/>
              <p:cNvSpPr/>
              <p:nvPr/>
            </p:nvSpPr>
            <p:spPr>
              <a:xfrm>
                <a:off x="6480975" y="3045200"/>
                <a:ext cx="65900" cy="2325"/>
              </a:xfrm>
              <a:custGeom>
                <a:rect b="b" l="l" r="r" t="t"/>
                <a:pathLst>
                  <a:path extrusionOk="0" h="93" w="2636">
                    <a:moveTo>
                      <a:pt x="67" y="1"/>
                    </a:moveTo>
                    <a:cubicBezTo>
                      <a:pt x="1" y="1"/>
                      <a:pt x="1" y="67"/>
                      <a:pt x="67" y="67"/>
                    </a:cubicBezTo>
                    <a:cubicBezTo>
                      <a:pt x="484" y="84"/>
                      <a:pt x="901" y="92"/>
                      <a:pt x="1318" y="92"/>
                    </a:cubicBezTo>
                    <a:cubicBezTo>
                      <a:pt x="1735" y="92"/>
                      <a:pt x="2152" y="84"/>
                      <a:pt x="2569" y="67"/>
                    </a:cubicBezTo>
                    <a:cubicBezTo>
                      <a:pt x="2636" y="67"/>
                      <a:pt x="2636" y="1"/>
                      <a:pt x="2569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2" name="Google Shape;13202;p39"/>
              <p:cNvSpPr/>
              <p:nvPr/>
            </p:nvSpPr>
            <p:spPr>
              <a:xfrm>
                <a:off x="6565450" y="3046700"/>
                <a:ext cx="11450" cy="3525"/>
              </a:xfrm>
              <a:custGeom>
                <a:rect b="b" l="l" r="r" t="t"/>
                <a:pathLst>
                  <a:path extrusionOk="0" h="141" w="458">
                    <a:moveTo>
                      <a:pt x="43" y="1"/>
                    </a:moveTo>
                    <a:cubicBezTo>
                      <a:pt x="17" y="1"/>
                      <a:pt x="0" y="74"/>
                      <a:pt x="57" y="74"/>
                    </a:cubicBezTo>
                    <a:lnTo>
                      <a:pt x="391" y="141"/>
                    </a:lnTo>
                    <a:cubicBezTo>
                      <a:pt x="458" y="141"/>
                      <a:pt x="458" y="74"/>
                      <a:pt x="424" y="74"/>
                    </a:cubicBezTo>
                    <a:cubicBezTo>
                      <a:pt x="291" y="41"/>
                      <a:pt x="191" y="7"/>
                      <a:pt x="57" y="7"/>
                    </a:cubicBezTo>
                    <a:cubicBezTo>
                      <a:pt x="53" y="3"/>
                      <a:pt x="48" y="1"/>
                      <a:pt x="43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3" name="Google Shape;13203;p39"/>
              <p:cNvSpPr/>
              <p:nvPr/>
            </p:nvSpPr>
            <p:spPr>
              <a:xfrm>
                <a:off x="6504325" y="3066050"/>
                <a:ext cx="13375" cy="2525"/>
              </a:xfrm>
              <a:custGeom>
                <a:rect b="b" l="l" r="r" t="t"/>
                <a:pathLst>
                  <a:path extrusionOk="0" h="101" w="535">
                    <a:moveTo>
                      <a:pt x="34" y="1"/>
                    </a:moveTo>
                    <a:cubicBezTo>
                      <a:pt x="1" y="1"/>
                      <a:pt x="1" y="101"/>
                      <a:pt x="34" y="101"/>
                    </a:cubicBezTo>
                    <a:lnTo>
                      <a:pt x="468" y="67"/>
                    </a:lnTo>
                    <a:cubicBezTo>
                      <a:pt x="534" y="67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4" name="Google Shape;13204;p39"/>
              <p:cNvSpPr/>
              <p:nvPr/>
            </p:nvSpPr>
            <p:spPr>
              <a:xfrm>
                <a:off x="6420100" y="3279550"/>
                <a:ext cx="37550" cy="2525"/>
              </a:xfrm>
              <a:custGeom>
                <a:rect b="b" l="l" r="r" t="t"/>
                <a:pathLst>
                  <a:path extrusionOk="0" h="101" w="1502">
                    <a:moveTo>
                      <a:pt x="67" y="0"/>
                    </a:moveTo>
                    <a:cubicBezTo>
                      <a:pt x="1" y="0"/>
                      <a:pt x="1" y="67"/>
                      <a:pt x="67" y="67"/>
                    </a:cubicBezTo>
                    <a:cubicBezTo>
                      <a:pt x="534" y="100"/>
                      <a:pt x="968" y="100"/>
                      <a:pt x="1435" y="100"/>
                    </a:cubicBezTo>
                    <a:cubicBezTo>
                      <a:pt x="1502" y="100"/>
                      <a:pt x="1502" y="33"/>
                      <a:pt x="1435" y="33"/>
                    </a:cubicBezTo>
                    <a:cubicBezTo>
                      <a:pt x="968" y="33"/>
                      <a:pt x="534" y="0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5" name="Google Shape;13205;p39"/>
              <p:cNvSpPr/>
              <p:nvPr/>
            </p:nvSpPr>
            <p:spPr>
              <a:xfrm>
                <a:off x="6474300" y="3281200"/>
                <a:ext cx="11700" cy="2525"/>
              </a:xfrm>
              <a:custGeom>
                <a:rect b="b" l="l" r="r" t="t"/>
                <a:pathLst>
                  <a:path extrusionOk="0" h="101" w="468">
                    <a:moveTo>
                      <a:pt x="67" y="1"/>
                    </a:moveTo>
                    <a:cubicBezTo>
                      <a:pt x="1" y="1"/>
                      <a:pt x="1" y="101"/>
                      <a:pt x="67" y="101"/>
                    </a:cubicBezTo>
                    <a:lnTo>
                      <a:pt x="401" y="68"/>
                    </a:lnTo>
                    <a:cubicBezTo>
                      <a:pt x="468" y="68"/>
                      <a:pt x="434" y="1"/>
                      <a:pt x="4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6" name="Google Shape;13206;p39"/>
              <p:cNvSpPr/>
              <p:nvPr/>
            </p:nvSpPr>
            <p:spPr>
              <a:xfrm>
                <a:off x="6469300" y="3367100"/>
                <a:ext cx="26725" cy="4500"/>
              </a:xfrm>
              <a:custGeom>
                <a:rect b="b" l="l" r="r" t="t"/>
                <a:pathLst>
                  <a:path extrusionOk="0" h="180" w="1069">
                    <a:moveTo>
                      <a:pt x="1001" y="1"/>
                    </a:moveTo>
                    <a:cubicBezTo>
                      <a:pt x="776" y="76"/>
                      <a:pt x="532" y="113"/>
                      <a:pt x="298" y="113"/>
                    </a:cubicBezTo>
                    <a:cubicBezTo>
                      <a:pt x="220" y="113"/>
                      <a:pt x="142" y="109"/>
                      <a:pt x="67" y="101"/>
                    </a:cubicBezTo>
                    <a:cubicBezTo>
                      <a:pt x="1" y="101"/>
                      <a:pt x="1" y="167"/>
                      <a:pt x="67" y="167"/>
                    </a:cubicBezTo>
                    <a:cubicBezTo>
                      <a:pt x="142" y="176"/>
                      <a:pt x="220" y="180"/>
                      <a:pt x="298" y="180"/>
                    </a:cubicBezTo>
                    <a:cubicBezTo>
                      <a:pt x="534" y="180"/>
                      <a:pt x="784" y="142"/>
                      <a:pt x="1035" y="67"/>
                    </a:cubicBezTo>
                    <a:cubicBezTo>
                      <a:pt x="1068" y="67"/>
                      <a:pt x="1035" y="1"/>
                      <a:pt x="10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7" name="Google Shape;13207;p39"/>
              <p:cNvSpPr/>
              <p:nvPr/>
            </p:nvSpPr>
            <p:spPr>
              <a:xfrm>
                <a:off x="6780350" y="2514000"/>
                <a:ext cx="45900" cy="5850"/>
              </a:xfrm>
              <a:custGeom>
                <a:rect b="b" l="l" r="r" t="t"/>
                <a:pathLst>
                  <a:path extrusionOk="0" h="234" w="1836">
                    <a:moveTo>
                      <a:pt x="34" y="0"/>
                    </a:moveTo>
                    <a:cubicBezTo>
                      <a:pt x="1" y="0"/>
                      <a:pt x="1" y="67"/>
                      <a:pt x="34" y="100"/>
                    </a:cubicBezTo>
                    <a:cubicBezTo>
                      <a:pt x="635" y="134"/>
                      <a:pt x="1202" y="200"/>
                      <a:pt x="1769" y="234"/>
                    </a:cubicBezTo>
                    <a:cubicBezTo>
                      <a:pt x="1835" y="234"/>
                      <a:pt x="1835" y="134"/>
                      <a:pt x="1802" y="134"/>
                    </a:cubicBezTo>
                    <a:cubicBezTo>
                      <a:pt x="1202" y="67"/>
                      <a:pt x="635" y="34"/>
                      <a:pt x="34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8" name="Google Shape;13208;p39"/>
              <p:cNvSpPr/>
              <p:nvPr/>
            </p:nvSpPr>
            <p:spPr>
              <a:xfrm>
                <a:off x="6838725" y="2542350"/>
                <a:ext cx="20875" cy="3350"/>
              </a:xfrm>
              <a:custGeom>
                <a:rect b="b" l="l" r="r" t="t"/>
                <a:pathLst>
                  <a:path extrusionOk="0" h="134" w="835">
                    <a:moveTo>
                      <a:pt x="68" y="0"/>
                    </a:moveTo>
                    <a:cubicBezTo>
                      <a:pt x="34" y="0"/>
                      <a:pt x="1" y="67"/>
                      <a:pt x="68" y="67"/>
                    </a:cubicBezTo>
                    <a:cubicBezTo>
                      <a:pt x="268" y="100"/>
                      <a:pt x="501" y="134"/>
                      <a:pt x="735" y="134"/>
                    </a:cubicBezTo>
                    <a:cubicBezTo>
                      <a:pt x="801" y="134"/>
                      <a:pt x="835" y="67"/>
                      <a:pt x="768" y="67"/>
                    </a:cubicBezTo>
                    <a:cubicBezTo>
                      <a:pt x="535" y="34"/>
                      <a:pt x="301" y="0"/>
                      <a:pt x="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9" name="Google Shape;13209;p39"/>
              <p:cNvSpPr/>
              <p:nvPr/>
            </p:nvSpPr>
            <p:spPr>
              <a:xfrm>
                <a:off x="6035325" y="2814825"/>
                <a:ext cx="95275" cy="119350"/>
              </a:xfrm>
              <a:custGeom>
                <a:rect b="b" l="l" r="r" t="t"/>
                <a:pathLst>
                  <a:path extrusionOk="0" h="4774" w="3811">
                    <a:moveTo>
                      <a:pt x="3708" y="0"/>
                    </a:moveTo>
                    <a:cubicBezTo>
                      <a:pt x="3698" y="0"/>
                      <a:pt x="3690" y="3"/>
                      <a:pt x="3683" y="9"/>
                    </a:cubicBezTo>
                    <a:cubicBezTo>
                      <a:pt x="3016" y="776"/>
                      <a:pt x="2416" y="1577"/>
                      <a:pt x="1782" y="2378"/>
                    </a:cubicBezTo>
                    <a:cubicBezTo>
                      <a:pt x="1181" y="3111"/>
                      <a:pt x="581" y="3879"/>
                      <a:pt x="47" y="4679"/>
                    </a:cubicBezTo>
                    <a:cubicBezTo>
                      <a:pt x="0" y="4726"/>
                      <a:pt x="53" y="4774"/>
                      <a:pt x="100" y="4774"/>
                    </a:cubicBezTo>
                    <a:cubicBezTo>
                      <a:pt x="119" y="4774"/>
                      <a:pt x="138" y="4765"/>
                      <a:pt x="147" y="4746"/>
                    </a:cubicBezTo>
                    <a:cubicBezTo>
                      <a:pt x="814" y="4012"/>
                      <a:pt x="1448" y="3211"/>
                      <a:pt x="2049" y="2411"/>
                    </a:cubicBezTo>
                    <a:cubicBezTo>
                      <a:pt x="2616" y="1644"/>
                      <a:pt x="3216" y="876"/>
                      <a:pt x="3783" y="76"/>
                    </a:cubicBezTo>
                    <a:cubicBezTo>
                      <a:pt x="3810" y="49"/>
                      <a:pt x="3750" y="0"/>
                      <a:pt x="370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0" name="Google Shape;13210;p39"/>
              <p:cNvSpPr/>
              <p:nvPr/>
            </p:nvSpPr>
            <p:spPr>
              <a:xfrm>
                <a:off x="6075150" y="2860200"/>
                <a:ext cx="42825" cy="51825"/>
              </a:xfrm>
              <a:custGeom>
                <a:rect b="b" l="l" r="r" t="t"/>
                <a:pathLst>
                  <a:path extrusionOk="0" h="2073" w="1713">
                    <a:moveTo>
                      <a:pt x="1634" y="0"/>
                    </a:moveTo>
                    <a:cubicBezTo>
                      <a:pt x="1617" y="0"/>
                      <a:pt x="1600" y="8"/>
                      <a:pt x="1590" y="29"/>
                    </a:cubicBezTo>
                    <a:cubicBezTo>
                      <a:pt x="1056" y="629"/>
                      <a:pt x="522" y="1296"/>
                      <a:pt x="55" y="1964"/>
                    </a:cubicBezTo>
                    <a:cubicBezTo>
                      <a:pt x="1" y="2018"/>
                      <a:pt x="80" y="2072"/>
                      <a:pt x="129" y="2072"/>
                    </a:cubicBezTo>
                    <a:cubicBezTo>
                      <a:pt x="140" y="2072"/>
                      <a:pt x="149" y="2070"/>
                      <a:pt x="155" y="2064"/>
                    </a:cubicBezTo>
                    <a:cubicBezTo>
                      <a:pt x="689" y="1430"/>
                      <a:pt x="1223" y="763"/>
                      <a:pt x="1690" y="62"/>
                    </a:cubicBezTo>
                    <a:cubicBezTo>
                      <a:pt x="1713" y="39"/>
                      <a:pt x="1672" y="0"/>
                      <a:pt x="1634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1" name="Google Shape;13211;p39"/>
              <p:cNvSpPr/>
              <p:nvPr/>
            </p:nvSpPr>
            <p:spPr>
              <a:xfrm>
                <a:off x="6097025" y="2888200"/>
                <a:ext cx="16900" cy="16800"/>
              </a:xfrm>
              <a:custGeom>
                <a:rect b="b" l="l" r="r" t="t"/>
                <a:pathLst>
                  <a:path extrusionOk="0" h="672" w="676">
                    <a:moveTo>
                      <a:pt x="633" y="1"/>
                    </a:moveTo>
                    <a:cubicBezTo>
                      <a:pt x="627" y="1"/>
                      <a:pt x="621" y="3"/>
                      <a:pt x="615" y="10"/>
                    </a:cubicBezTo>
                    <a:cubicBezTo>
                      <a:pt x="415" y="210"/>
                      <a:pt x="214" y="377"/>
                      <a:pt x="48" y="577"/>
                    </a:cubicBezTo>
                    <a:cubicBezTo>
                      <a:pt x="0" y="624"/>
                      <a:pt x="37" y="671"/>
                      <a:pt x="74" y="671"/>
                    </a:cubicBezTo>
                    <a:cubicBezTo>
                      <a:pt x="89" y="671"/>
                      <a:pt x="105" y="663"/>
                      <a:pt x="114" y="643"/>
                    </a:cubicBezTo>
                    <a:cubicBezTo>
                      <a:pt x="315" y="477"/>
                      <a:pt x="481" y="276"/>
                      <a:pt x="648" y="76"/>
                    </a:cubicBezTo>
                    <a:cubicBezTo>
                      <a:pt x="675" y="49"/>
                      <a:pt x="658" y="1"/>
                      <a:pt x="633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2" name="Google Shape;13212;p39"/>
              <p:cNvSpPr/>
              <p:nvPr/>
            </p:nvSpPr>
            <p:spPr>
              <a:xfrm>
                <a:off x="6088425" y="3020700"/>
                <a:ext cx="16250" cy="18175"/>
              </a:xfrm>
              <a:custGeom>
                <a:rect b="b" l="l" r="r" t="t"/>
                <a:pathLst>
                  <a:path extrusionOk="0" h="727" w="650">
                    <a:moveTo>
                      <a:pt x="590" y="0"/>
                    </a:moveTo>
                    <a:cubicBezTo>
                      <a:pt x="579" y="0"/>
                      <a:pt x="567" y="4"/>
                      <a:pt x="558" y="13"/>
                    </a:cubicBezTo>
                    <a:cubicBezTo>
                      <a:pt x="358" y="214"/>
                      <a:pt x="192" y="414"/>
                      <a:pt x="25" y="647"/>
                    </a:cubicBezTo>
                    <a:cubicBezTo>
                      <a:pt x="0" y="696"/>
                      <a:pt x="47" y="727"/>
                      <a:pt x="87" y="727"/>
                    </a:cubicBezTo>
                    <a:cubicBezTo>
                      <a:pt x="102" y="727"/>
                      <a:pt x="116" y="723"/>
                      <a:pt x="125" y="714"/>
                    </a:cubicBezTo>
                    <a:cubicBezTo>
                      <a:pt x="325" y="514"/>
                      <a:pt x="492" y="280"/>
                      <a:pt x="625" y="80"/>
                    </a:cubicBezTo>
                    <a:cubicBezTo>
                      <a:pt x="650" y="31"/>
                      <a:pt x="620" y="0"/>
                      <a:pt x="590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3" name="Google Shape;13213;p39"/>
              <p:cNvSpPr/>
              <p:nvPr/>
            </p:nvSpPr>
            <p:spPr>
              <a:xfrm>
                <a:off x="6102600" y="3054975"/>
                <a:ext cx="34000" cy="37275"/>
              </a:xfrm>
              <a:custGeom>
                <a:rect b="b" l="l" r="r" t="t"/>
                <a:pathLst>
                  <a:path extrusionOk="0" h="1491" w="1360">
                    <a:moveTo>
                      <a:pt x="1311" y="1"/>
                    </a:moveTo>
                    <a:cubicBezTo>
                      <a:pt x="1305" y="1"/>
                      <a:pt x="1299" y="4"/>
                      <a:pt x="1292" y="10"/>
                    </a:cubicBezTo>
                    <a:cubicBezTo>
                      <a:pt x="792" y="377"/>
                      <a:pt x="358" y="911"/>
                      <a:pt x="25" y="1411"/>
                    </a:cubicBezTo>
                    <a:cubicBezTo>
                      <a:pt x="0" y="1460"/>
                      <a:pt x="30" y="1491"/>
                      <a:pt x="60" y="1491"/>
                    </a:cubicBezTo>
                    <a:cubicBezTo>
                      <a:pt x="71" y="1491"/>
                      <a:pt x="83" y="1487"/>
                      <a:pt x="92" y="1478"/>
                    </a:cubicBezTo>
                    <a:cubicBezTo>
                      <a:pt x="292" y="1244"/>
                      <a:pt x="492" y="1011"/>
                      <a:pt x="725" y="777"/>
                    </a:cubicBezTo>
                    <a:cubicBezTo>
                      <a:pt x="925" y="510"/>
                      <a:pt x="1159" y="310"/>
                      <a:pt x="1359" y="77"/>
                    </a:cubicBezTo>
                    <a:cubicBezTo>
                      <a:pt x="1359" y="50"/>
                      <a:pt x="1337" y="1"/>
                      <a:pt x="131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4" name="Google Shape;13214;p39"/>
              <p:cNvSpPr/>
              <p:nvPr/>
            </p:nvSpPr>
            <p:spPr>
              <a:xfrm>
                <a:off x="6116775" y="3074525"/>
                <a:ext cx="17075" cy="16900"/>
              </a:xfrm>
              <a:custGeom>
                <a:rect b="b" l="l" r="r" t="t"/>
                <a:pathLst>
                  <a:path extrusionOk="0" h="676" w="683">
                    <a:moveTo>
                      <a:pt x="626" y="1"/>
                    </a:moveTo>
                    <a:cubicBezTo>
                      <a:pt x="614" y="1"/>
                      <a:pt x="602" y="9"/>
                      <a:pt x="592" y="29"/>
                    </a:cubicBezTo>
                    <a:cubicBezTo>
                      <a:pt x="392" y="195"/>
                      <a:pt x="192" y="396"/>
                      <a:pt x="25" y="596"/>
                    </a:cubicBezTo>
                    <a:cubicBezTo>
                      <a:pt x="0" y="645"/>
                      <a:pt x="30" y="675"/>
                      <a:pt x="60" y="675"/>
                    </a:cubicBezTo>
                    <a:cubicBezTo>
                      <a:pt x="71" y="675"/>
                      <a:pt x="83" y="671"/>
                      <a:pt x="92" y="662"/>
                    </a:cubicBezTo>
                    <a:cubicBezTo>
                      <a:pt x="292" y="496"/>
                      <a:pt x="492" y="295"/>
                      <a:pt x="659" y="95"/>
                    </a:cubicBezTo>
                    <a:cubicBezTo>
                      <a:pt x="682" y="48"/>
                      <a:pt x="656" y="1"/>
                      <a:pt x="626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5" name="Google Shape;13215;p39"/>
              <p:cNvSpPr/>
              <p:nvPr/>
            </p:nvSpPr>
            <p:spPr>
              <a:xfrm>
                <a:off x="6120100" y="3091675"/>
                <a:ext cx="13000" cy="12250"/>
              </a:xfrm>
              <a:custGeom>
                <a:rect b="b" l="l" r="r" t="t"/>
                <a:pathLst>
                  <a:path extrusionOk="0" h="490" w="520">
                    <a:moveTo>
                      <a:pt x="447" y="1"/>
                    </a:moveTo>
                    <a:cubicBezTo>
                      <a:pt x="440" y="1"/>
                      <a:pt x="432" y="3"/>
                      <a:pt x="426" y="10"/>
                    </a:cubicBezTo>
                    <a:cubicBezTo>
                      <a:pt x="259" y="110"/>
                      <a:pt x="125" y="243"/>
                      <a:pt x="25" y="410"/>
                    </a:cubicBezTo>
                    <a:cubicBezTo>
                      <a:pt x="1" y="459"/>
                      <a:pt x="30" y="490"/>
                      <a:pt x="61" y="490"/>
                    </a:cubicBezTo>
                    <a:cubicBezTo>
                      <a:pt x="72" y="490"/>
                      <a:pt x="83" y="486"/>
                      <a:pt x="92" y="477"/>
                    </a:cubicBezTo>
                    <a:cubicBezTo>
                      <a:pt x="225" y="343"/>
                      <a:pt x="359" y="177"/>
                      <a:pt x="492" y="76"/>
                    </a:cubicBezTo>
                    <a:cubicBezTo>
                      <a:pt x="519" y="49"/>
                      <a:pt x="481" y="1"/>
                      <a:pt x="44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6" name="Google Shape;13216;p39"/>
              <p:cNvSpPr/>
              <p:nvPr/>
            </p:nvSpPr>
            <p:spPr>
              <a:xfrm>
                <a:off x="6040825" y="3146625"/>
                <a:ext cx="17150" cy="18075"/>
              </a:xfrm>
              <a:custGeom>
                <a:rect b="b" l="l" r="r" t="t"/>
                <a:pathLst>
                  <a:path extrusionOk="0" h="723" w="686">
                    <a:moveTo>
                      <a:pt x="626" y="0"/>
                    </a:moveTo>
                    <a:cubicBezTo>
                      <a:pt x="615" y="0"/>
                      <a:pt x="603" y="4"/>
                      <a:pt x="594" y="13"/>
                    </a:cubicBezTo>
                    <a:cubicBezTo>
                      <a:pt x="394" y="213"/>
                      <a:pt x="194" y="414"/>
                      <a:pt x="27" y="647"/>
                    </a:cubicBezTo>
                    <a:cubicBezTo>
                      <a:pt x="0" y="674"/>
                      <a:pt x="39" y="723"/>
                      <a:pt x="72" y="723"/>
                    </a:cubicBezTo>
                    <a:cubicBezTo>
                      <a:pt x="80" y="723"/>
                      <a:pt x="88" y="720"/>
                      <a:pt x="94" y="714"/>
                    </a:cubicBezTo>
                    <a:cubicBezTo>
                      <a:pt x="294" y="514"/>
                      <a:pt x="461" y="280"/>
                      <a:pt x="661" y="80"/>
                    </a:cubicBezTo>
                    <a:cubicBezTo>
                      <a:pt x="686" y="31"/>
                      <a:pt x="656" y="0"/>
                      <a:pt x="62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7" name="Google Shape;13217;p39"/>
              <p:cNvSpPr/>
              <p:nvPr/>
            </p:nvSpPr>
            <p:spPr>
              <a:xfrm>
                <a:off x="5988350" y="2842225"/>
                <a:ext cx="57350" cy="80750"/>
              </a:xfrm>
              <a:custGeom>
                <a:rect b="b" l="l" r="r" t="t"/>
                <a:pathLst>
                  <a:path extrusionOk="0" h="3230" w="2294">
                    <a:moveTo>
                      <a:pt x="2228" y="0"/>
                    </a:moveTo>
                    <a:cubicBezTo>
                      <a:pt x="2215" y="0"/>
                      <a:pt x="2203" y="4"/>
                      <a:pt x="2193" y="14"/>
                    </a:cubicBezTo>
                    <a:cubicBezTo>
                      <a:pt x="1526" y="1081"/>
                      <a:pt x="759" y="2082"/>
                      <a:pt x="25" y="3150"/>
                    </a:cubicBezTo>
                    <a:cubicBezTo>
                      <a:pt x="0" y="3198"/>
                      <a:pt x="48" y="3229"/>
                      <a:pt x="101" y="3229"/>
                    </a:cubicBezTo>
                    <a:cubicBezTo>
                      <a:pt x="120" y="3229"/>
                      <a:pt x="140" y="3225"/>
                      <a:pt x="158" y="3216"/>
                    </a:cubicBezTo>
                    <a:cubicBezTo>
                      <a:pt x="992" y="2282"/>
                      <a:pt x="1693" y="1148"/>
                      <a:pt x="2293" y="47"/>
                    </a:cubicBezTo>
                    <a:cubicBezTo>
                      <a:pt x="2293" y="24"/>
                      <a:pt x="2260" y="0"/>
                      <a:pt x="222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8" name="Google Shape;13218;p39"/>
              <p:cNvSpPr/>
              <p:nvPr/>
            </p:nvSpPr>
            <p:spPr>
              <a:xfrm>
                <a:off x="5992525" y="2860575"/>
                <a:ext cx="24575" cy="33200"/>
              </a:xfrm>
              <a:custGeom>
                <a:rect b="b" l="l" r="r" t="t"/>
                <a:pathLst>
                  <a:path extrusionOk="0" h="1328" w="983">
                    <a:moveTo>
                      <a:pt x="926" y="0"/>
                    </a:moveTo>
                    <a:cubicBezTo>
                      <a:pt x="914" y="0"/>
                      <a:pt x="902" y="4"/>
                      <a:pt x="892" y="14"/>
                    </a:cubicBezTo>
                    <a:cubicBezTo>
                      <a:pt x="592" y="414"/>
                      <a:pt x="292" y="848"/>
                      <a:pt x="25" y="1248"/>
                    </a:cubicBezTo>
                    <a:cubicBezTo>
                      <a:pt x="0" y="1297"/>
                      <a:pt x="29" y="1328"/>
                      <a:pt x="73" y="1328"/>
                    </a:cubicBezTo>
                    <a:cubicBezTo>
                      <a:pt x="89" y="1328"/>
                      <a:pt x="107" y="1324"/>
                      <a:pt x="125" y="1315"/>
                    </a:cubicBezTo>
                    <a:cubicBezTo>
                      <a:pt x="458" y="948"/>
                      <a:pt x="759" y="514"/>
                      <a:pt x="959" y="47"/>
                    </a:cubicBezTo>
                    <a:cubicBezTo>
                      <a:pt x="982" y="24"/>
                      <a:pt x="956" y="0"/>
                      <a:pt x="92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9" name="Google Shape;13219;p39"/>
              <p:cNvSpPr/>
              <p:nvPr/>
            </p:nvSpPr>
            <p:spPr>
              <a:xfrm>
                <a:off x="6048400" y="2620850"/>
                <a:ext cx="39825" cy="59450"/>
              </a:xfrm>
              <a:custGeom>
                <a:rect b="b" l="l" r="r" t="t"/>
                <a:pathLst>
                  <a:path extrusionOk="0" h="2378" w="1593">
                    <a:moveTo>
                      <a:pt x="1530" y="1"/>
                    </a:moveTo>
                    <a:cubicBezTo>
                      <a:pt x="1516" y="1"/>
                      <a:pt x="1503" y="9"/>
                      <a:pt x="1492" y="29"/>
                    </a:cubicBezTo>
                    <a:cubicBezTo>
                      <a:pt x="959" y="730"/>
                      <a:pt x="492" y="1530"/>
                      <a:pt x="25" y="2298"/>
                    </a:cubicBezTo>
                    <a:cubicBezTo>
                      <a:pt x="0" y="2346"/>
                      <a:pt x="29" y="2377"/>
                      <a:pt x="60" y="2377"/>
                    </a:cubicBezTo>
                    <a:cubicBezTo>
                      <a:pt x="71" y="2377"/>
                      <a:pt x="82" y="2373"/>
                      <a:pt x="91" y="2364"/>
                    </a:cubicBezTo>
                    <a:cubicBezTo>
                      <a:pt x="625" y="1630"/>
                      <a:pt x="1159" y="863"/>
                      <a:pt x="1592" y="63"/>
                    </a:cubicBezTo>
                    <a:cubicBezTo>
                      <a:pt x="1592" y="40"/>
                      <a:pt x="1561" y="1"/>
                      <a:pt x="1530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0" name="Google Shape;13220;p39"/>
              <p:cNvSpPr/>
              <p:nvPr/>
            </p:nvSpPr>
            <p:spPr>
              <a:xfrm>
                <a:off x="6030900" y="2688400"/>
                <a:ext cx="14525" cy="17775"/>
              </a:xfrm>
              <a:custGeom>
                <a:rect b="b" l="l" r="r" t="t"/>
                <a:pathLst>
                  <a:path extrusionOk="0" h="711" w="581">
                    <a:moveTo>
                      <a:pt x="502" y="1"/>
                    </a:moveTo>
                    <a:cubicBezTo>
                      <a:pt x="485" y="1"/>
                      <a:pt x="468" y="9"/>
                      <a:pt x="458" y="29"/>
                    </a:cubicBezTo>
                    <a:cubicBezTo>
                      <a:pt x="324" y="229"/>
                      <a:pt x="158" y="430"/>
                      <a:pt x="24" y="663"/>
                    </a:cubicBezTo>
                    <a:cubicBezTo>
                      <a:pt x="1" y="687"/>
                      <a:pt x="27" y="710"/>
                      <a:pt x="56" y="710"/>
                    </a:cubicBezTo>
                    <a:cubicBezTo>
                      <a:pt x="68" y="710"/>
                      <a:pt x="81" y="706"/>
                      <a:pt x="91" y="696"/>
                    </a:cubicBezTo>
                    <a:cubicBezTo>
                      <a:pt x="258" y="496"/>
                      <a:pt x="424" y="296"/>
                      <a:pt x="558" y="63"/>
                    </a:cubicBezTo>
                    <a:cubicBezTo>
                      <a:pt x="581" y="40"/>
                      <a:pt x="540" y="1"/>
                      <a:pt x="502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1" name="Google Shape;13221;p39"/>
              <p:cNvSpPr/>
              <p:nvPr/>
            </p:nvSpPr>
            <p:spPr>
              <a:xfrm>
                <a:off x="6010875" y="2705925"/>
                <a:ext cx="50400" cy="64450"/>
              </a:xfrm>
              <a:custGeom>
                <a:rect b="b" l="l" r="r" t="t"/>
                <a:pathLst>
                  <a:path extrusionOk="0" h="2578" w="2016">
                    <a:moveTo>
                      <a:pt x="1963" y="0"/>
                    </a:moveTo>
                    <a:cubicBezTo>
                      <a:pt x="1950" y="0"/>
                      <a:pt x="1936" y="8"/>
                      <a:pt x="1926" y="29"/>
                    </a:cubicBezTo>
                    <a:cubicBezTo>
                      <a:pt x="1259" y="829"/>
                      <a:pt x="625" y="1663"/>
                      <a:pt x="25" y="2531"/>
                    </a:cubicBezTo>
                    <a:cubicBezTo>
                      <a:pt x="1" y="2554"/>
                      <a:pt x="44" y="2578"/>
                      <a:pt x="83" y="2578"/>
                    </a:cubicBezTo>
                    <a:cubicBezTo>
                      <a:pt x="99" y="2578"/>
                      <a:pt x="115" y="2574"/>
                      <a:pt x="125" y="2564"/>
                    </a:cubicBezTo>
                    <a:cubicBezTo>
                      <a:pt x="725" y="1697"/>
                      <a:pt x="1359" y="863"/>
                      <a:pt x="1993" y="62"/>
                    </a:cubicBezTo>
                    <a:cubicBezTo>
                      <a:pt x="2016" y="39"/>
                      <a:pt x="1991" y="0"/>
                      <a:pt x="196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2" name="Google Shape;13222;p39"/>
              <p:cNvSpPr/>
              <p:nvPr/>
            </p:nvSpPr>
            <p:spPr>
              <a:xfrm>
                <a:off x="6020050" y="2588825"/>
                <a:ext cx="31150" cy="38125"/>
              </a:xfrm>
              <a:custGeom>
                <a:rect b="b" l="l" r="r" t="t"/>
                <a:pathLst>
                  <a:path extrusionOk="0" h="1525" w="1246">
                    <a:moveTo>
                      <a:pt x="1163" y="0"/>
                    </a:moveTo>
                    <a:cubicBezTo>
                      <a:pt x="1151" y="0"/>
                      <a:pt x="1138" y="3"/>
                      <a:pt x="1125" y="9"/>
                    </a:cubicBezTo>
                    <a:cubicBezTo>
                      <a:pt x="692" y="443"/>
                      <a:pt x="325" y="943"/>
                      <a:pt x="24" y="1477"/>
                    </a:cubicBezTo>
                    <a:cubicBezTo>
                      <a:pt x="1" y="1501"/>
                      <a:pt x="44" y="1524"/>
                      <a:pt x="71" y="1524"/>
                    </a:cubicBezTo>
                    <a:cubicBezTo>
                      <a:pt x="83" y="1524"/>
                      <a:pt x="91" y="1520"/>
                      <a:pt x="91" y="1510"/>
                    </a:cubicBezTo>
                    <a:cubicBezTo>
                      <a:pt x="425" y="977"/>
                      <a:pt x="792" y="510"/>
                      <a:pt x="1192" y="76"/>
                    </a:cubicBezTo>
                    <a:cubicBezTo>
                      <a:pt x="1246" y="49"/>
                      <a:pt x="1213" y="0"/>
                      <a:pt x="116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3" name="Google Shape;13223;p39"/>
              <p:cNvSpPr/>
              <p:nvPr/>
            </p:nvSpPr>
            <p:spPr>
              <a:xfrm>
                <a:off x="6010800" y="3003175"/>
                <a:ext cx="24650" cy="27275"/>
              </a:xfrm>
              <a:custGeom>
                <a:rect b="b" l="l" r="r" t="t"/>
                <a:pathLst>
                  <a:path extrusionOk="0" h="1091" w="986">
                    <a:moveTo>
                      <a:pt x="926" y="1"/>
                    </a:moveTo>
                    <a:cubicBezTo>
                      <a:pt x="915" y="1"/>
                      <a:pt x="904" y="5"/>
                      <a:pt x="895" y="14"/>
                    </a:cubicBezTo>
                    <a:cubicBezTo>
                      <a:pt x="595" y="347"/>
                      <a:pt x="294" y="681"/>
                      <a:pt x="28" y="1015"/>
                    </a:cubicBezTo>
                    <a:cubicBezTo>
                      <a:pt x="1" y="1042"/>
                      <a:pt x="39" y="1090"/>
                      <a:pt x="72" y="1090"/>
                    </a:cubicBezTo>
                    <a:cubicBezTo>
                      <a:pt x="80" y="1090"/>
                      <a:pt x="88" y="1088"/>
                      <a:pt x="94" y="1081"/>
                    </a:cubicBezTo>
                    <a:cubicBezTo>
                      <a:pt x="394" y="748"/>
                      <a:pt x="661" y="414"/>
                      <a:pt x="962" y="81"/>
                    </a:cubicBezTo>
                    <a:cubicBezTo>
                      <a:pt x="986" y="32"/>
                      <a:pt x="957" y="1"/>
                      <a:pt x="926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4" name="Google Shape;13224;p39"/>
              <p:cNvSpPr/>
              <p:nvPr/>
            </p:nvSpPr>
            <p:spPr>
              <a:xfrm>
                <a:off x="5966675" y="2831875"/>
                <a:ext cx="18725" cy="22725"/>
              </a:xfrm>
              <a:custGeom>
                <a:rect b="b" l="l" r="r" t="t"/>
                <a:pathLst>
                  <a:path extrusionOk="0" h="909" w="749">
                    <a:moveTo>
                      <a:pt x="666" y="0"/>
                    </a:moveTo>
                    <a:cubicBezTo>
                      <a:pt x="650" y="0"/>
                      <a:pt x="635" y="8"/>
                      <a:pt x="625" y="28"/>
                    </a:cubicBezTo>
                    <a:cubicBezTo>
                      <a:pt x="425" y="295"/>
                      <a:pt x="191" y="561"/>
                      <a:pt x="25" y="828"/>
                    </a:cubicBezTo>
                    <a:cubicBezTo>
                      <a:pt x="0" y="877"/>
                      <a:pt x="29" y="908"/>
                      <a:pt x="73" y="908"/>
                    </a:cubicBezTo>
                    <a:cubicBezTo>
                      <a:pt x="89" y="908"/>
                      <a:pt x="107" y="904"/>
                      <a:pt x="125" y="895"/>
                    </a:cubicBezTo>
                    <a:cubicBezTo>
                      <a:pt x="325" y="628"/>
                      <a:pt x="525" y="361"/>
                      <a:pt x="725" y="94"/>
                    </a:cubicBezTo>
                    <a:cubicBezTo>
                      <a:pt x="749" y="47"/>
                      <a:pt x="706" y="0"/>
                      <a:pt x="66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5" name="Google Shape;13225;p39"/>
              <p:cNvSpPr/>
              <p:nvPr/>
            </p:nvSpPr>
            <p:spPr>
              <a:xfrm>
                <a:off x="5973350" y="2850550"/>
                <a:ext cx="9550" cy="10725"/>
              </a:xfrm>
              <a:custGeom>
                <a:rect b="b" l="l" r="r" t="t"/>
                <a:pathLst>
                  <a:path extrusionOk="0" h="429" w="382">
                    <a:moveTo>
                      <a:pt x="326" y="1"/>
                    </a:moveTo>
                    <a:cubicBezTo>
                      <a:pt x="314" y="1"/>
                      <a:pt x="301" y="5"/>
                      <a:pt x="291" y="15"/>
                    </a:cubicBezTo>
                    <a:cubicBezTo>
                      <a:pt x="191" y="115"/>
                      <a:pt x="91" y="248"/>
                      <a:pt x="24" y="381"/>
                    </a:cubicBezTo>
                    <a:cubicBezTo>
                      <a:pt x="1" y="405"/>
                      <a:pt x="27" y="429"/>
                      <a:pt x="57" y="429"/>
                    </a:cubicBezTo>
                    <a:cubicBezTo>
                      <a:pt x="69" y="429"/>
                      <a:pt x="81" y="425"/>
                      <a:pt x="91" y="415"/>
                    </a:cubicBezTo>
                    <a:cubicBezTo>
                      <a:pt x="191" y="315"/>
                      <a:pt x="291" y="181"/>
                      <a:pt x="358" y="48"/>
                    </a:cubicBezTo>
                    <a:cubicBezTo>
                      <a:pt x="382" y="24"/>
                      <a:pt x="355" y="1"/>
                      <a:pt x="326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6" name="Google Shape;13226;p39"/>
              <p:cNvSpPr/>
              <p:nvPr/>
            </p:nvSpPr>
            <p:spPr>
              <a:xfrm>
                <a:off x="6110875" y="2732250"/>
                <a:ext cx="19725" cy="21325"/>
              </a:xfrm>
              <a:custGeom>
                <a:rect b="b" l="l" r="r" t="t"/>
                <a:pathLst>
                  <a:path extrusionOk="0" h="853" w="789">
                    <a:moveTo>
                      <a:pt x="716" y="1"/>
                    </a:moveTo>
                    <a:cubicBezTo>
                      <a:pt x="708" y="1"/>
                      <a:pt x="701" y="3"/>
                      <a:pt x="695" y="10"/>
                    </a:cubicBezTo>
                    <a:cubicBezTo>
                      <a:pt x="461" y="243"/>
                      <a:pt x="228" y="510"/>
                      <a:pt x="27" y="777"/>
                    </a:cubicBezTo>
                    <a:cubicBezTo>
                      <a:pt x="0" y="804"/>
                      <a:pt x="39" y="853"/>
                      <a:pt x="72" y="853"/>
                    </a:cubicBezTo>
                    <a:cubicBezTo>
                      <a:pt x="80" y="853"/>
                      <a:pt x="88" y="850"/>
                      <a:pt x="94" y="844"/>
                    </a:cubicBezTo>
                    <a:cubicBezTo>
                      <a:pt x="328" y="610"/>
                      <a:pt x="561" y="343"/>
                      <a:pt x="761" y="77"/>
                    </a:cubicBezTo>
                    <a:cubicBezTo>
                      <a:pt x="788" y="50"/>
                      <a:pt x="750" y="1"/>
                      <a:pt x="716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7" name="Google Shape;13227;p39"/>
              <p:cNvSpPr/>
              <p:nvPr/>
            </p:nvSpPr>
            <p:spPr>
              <a:xfrm>
                <a:off x="6118450" y="2719750"/>
                <a:ext cx="11475" cy="13925"/>
              </a:xfrm>
              <a:custGeom>
                <a:rect b="b" l="l" r="r" t="t"/>
                <a:pathLst>
                  <a:path extrusionOk="0" h="557" w="459">
                    <a:moveTo>
                      <a:pt x="410" y="0"/>
                    </a:moveTo>
                    <a:cubicBezTo>
                      <a:pt x="404" y="0"/>
                      <a:pt x="398" y="3"/>
                      <a:pt x="392" y="9"/>
                    </a:cubicBezTo>
                    <a:cubicBezTo>
                      <a:pt x="258" y="176"/>
                      <a:pt x="125" y="310"/>
                      <a:pt x="25" y="476"/>
                    </a:cubicBezTo>
                    <a:cubicBezTo>
                      <a:pt x="0" y="525"/>
                      <a:pt x="47" y="556"/>
                      <a:pt x="87" y="556"/>
                    </a:cubicBezTo>
                    <a:cubicBezTo>
                      <a:pt x="102" y="556"/>
                      <a:pt x="116" y="552"/>
                      <a:pt x="125" y="543"/>
                    </a:cubicBezTo>
                    <a:cubicBezTo>
                      <a:pt x="225" y="410"/>
                      <a:pt x="358" y="243"/>
                      <a:pt x="458" y="76"/>
                    </a:cubicBezTo>
                    <a:cubicBezTo>
                      <a:pt x="458" y="49"/>
                      <a:pt x="436" y="0"/>
                      <a:pt x="410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8" name="Google Shape;13228;p39"/>
              <p:cNvSpPr/>
              <p:nvPr/>
            </p:nvSpPr>
            <p:spPr>
              <a:xfrm>
                <a:off x="5861375" y="2841725"/>
                <a:ext cx="77575" cy="6100"/>
              </a:xfrm>
              <a:custGeom>
                <a:rect b="b" l="l" r="r" t="t"/>
                <a:pathLst>
                  <a:path extrusionOk="0" h="244" w="3103">
                    <a:moveTo>
                      <a:pt x="1601" y="1"/>
                    </a:moveTo>
                    <a:cubicBezTo>
                      <a:pt x="1101" y="1"/>
                      <a:pt x="567" y="1"/>
                      <a:pt x="67" y="67"/>
                    </a:cubicBezTo>
                    <a:cubicBezTo>
                      <a:pt x="0" y="67"/>
                      <a:pt x="34" y="134"/>
                      <a:pt x="67" y="134"/>
                    </a:cubicBezTo>
                    <a:cubicBezTo>
                      <a:pt x="567" y="167"/>
                      <a:pt x="1068" y="167"/>
                      <a:pt x="1535" y="167"/>
                    </a:cubicBezTo>
                    <a:cubicBezTo>
                      <a:pt x="1939" y="194"/>
                      <a:pt x="2344" y="243"/>
                      <a:pt x="2731" y="243"/>
                    </a:cubicBezTo>
                    <a:cubicBezTo>
                      <a:pt x="2823" y="243"/>
                      <a:pt x="2913" y="240"/>
                      <a:pt x="3002" y="234"/>
                    </a:cubicBezTo>
                    <a:cubicBezTo>
                      <a:pt x="3102" y="234"/>
                      <a:pt x="3102" y="101"/>
                      <a:pt x="3036" y="101"/>
                    </a:cubicBezTo>
                    <a:cubicBezTo>
                      <a:pt x="2569" y="1"/>
                      <a:pt x="2068" y="1"/>
                      <a:pt x="16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9" name="Google Shape;13229;p39"/>
              <p:cNvSpPr/>
              <p:nvPr/>
            </p:nvSpPr>
            <p:spPr>
              <a:xfrm>
                <a:off x="5902225" y="2858875"/>
                <a:ext cx="28375" cy="3950"/>
              </a:xfrm>
              <a:custGeom>
                <a:rect b="b" l="l" r="r" t="t"/>
                <a:pathLst>
                  <a:path extrusionOk="0" h="158" w="1135">
                    <a:moveTo>
                      <a:pt x="735" y="0"/>
                    </a:moveTo>
                    <a:cubicBezTo>
                      <a:pt x="512" y="0"/>
                      <a:pt x="290" y="15"/>
                      <a:pt x="67" y="15"/>
                    </a:cubicBezTo>
                    <a:cubicBezTo>
                      <a:pt x="1" y="15"/>
                      <a:pt x="34" y="115"/>
                      <a:pt x="67" y="115"/>
                    </a:cubicBezTo>
                    <a:cubicBezTo>
                      <a:pt x="334" y="115"/>
                      <a:pt x="601" y="158"/>
                      <a:pt x="868" y="158"/>
                    </a:cubicBezTo>
                    <a:cubicBezTo>
                      <a:pt x="935" y="158"/>
                      <a:pt x="1001" y="155"/>
                      <a:pt x="1068" y="149"/>
                    </a:cubicBezTo>
                    <a:cubicBezTo>
                      <a:pt x="1135" y="149"/>
                      <a:pt x="1135" y="48"/>
                      <a:pt x="1068" y="15"/>
                    </a:cubicBezTo>
                    <a:cubicBezTo>
                      <a:pt x="957" y="4"/>
                      <a:pt x="846" y="0"/>
                      <a:pt x="73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0" name="Google Shape;13230;p39"/>
              <p:cNvSpPr/>
              <p:nvPr/>
            </p:nvSpPr>
            <p:spPr>
              <a:xfrm>
                <a:off x="5874700" y="2684750"/>
                <a:ext cx="73425" cy="5425"/>
              </a:xfrm>
              <a:custGeom>
                <a:rect b="b" l="l" r="r" t="t"/>
                <a:pathLst>
                  <a:path extrusionOk="0" h="217" w="2937">
                    <a:moveTo>
                      <a:pt x="2203" y="0"/>
                    </a:moveTo>
                    <a:cubicBezTo>
                      <a:pt x="1977" y="0"/>
                      <a:pt x="1752" y="8"/>
                      <a:pt x="1535" y="8"/>
                    </a:cubicBezTo>
                    <a:cubicBezTo>
                      <a:pt x="1035" y="8"/>
                      <a:pt x="535" y="8"/>
                      <a:pt x="68" y="42"/>
                    </a:cubicBezTo>
                    <a:cubicBezTo>
                      <a:pt x="34" y="75"/>
                      <a:pt x="1" y="142"/>
                      <a:pt x="68" y="142"/>
                    </a:cubicBezTo>
                    <a:cubicBezTo>
                      <a:pt x="535" y="209"/>
                      <a:pt x="1002" y="209"/>
                      <a:pt x="1469" y="209"/>
                    </a:cubicBezTo>
                    <a:cubicBezTo>
                      <a:pt x="1702" y="209"/>
                      <a:pt x="1936" y="217"/>
                      <a:pt x="2169" y="217"/>
                    </a:cubicBezTo>
                    <a:cubicBezTo>
                      <a:pt x="2403" y="217"/>
                      <a:pt x="2636" y="209"/>
                      <a:pt x="2870" y="175"/>
                    </a:cubicBezTo>
                    <a:cubicBezTo>
                      <a:pt x="2936" y="142"/>
                      <a:pt x="2903" y="42"/>
                      <a:pt x="2870" y="42"/>
                    </a:cubicBezTo>
                    <a:cubicBezTo>
                      <a:pt x="2653" y="8"/>
                      <a:pt x="2428" y="0"/>
                      <a:pt x="220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1" name="Google Shape;13231;p39"/>
              <p:cNvSpPr/>
              <p:nvPr/>
            </p:nvSpPr>
            <p:spPr>
              <a:xfrm>
                <a:off x="5901400" y="2697325"/>
                <a:ext cx="50050" cy="5225"/>
              </a:xfrm>
              <a:custGeom>
                <a:rect b="b" l="l" r="r" t="t"/>
                <a:pathLst>
                  <a:path extrusionOk="0" h="209" w="2002">
                    <a:moveTo>
                      <a:pt x="1148" y="1"/>
                    </a:moveTo>
                    <a:cubicBezTo>
                      <a:pt x="783" y="1"/>
                      <a:pt x="414" y="20"/>
                      <a:pt x="67" y="39"/>
                    </a:cubicBezTo>
                    <a:cubicBezTo>
                      <a:pt x="34" y="39"/>
                      <a:pt x="0" y="106"/>
                      <a:pt x="67" y="139"/>
                    </a:cubicBezTo>
                    <a:cubicBezTo>
                      <a:pt x="438" y="180"/>
                      <a:pt x="822" y="209"/>
                      <a:pt x="1203" y="209"/>
                    </a:cubicBezTo>
                    <a:cubicBezTo>
                      <a:pt x="1438" y="209"/>
                      <a:pt x="1672" y="198"/>
                      <a:pt x="1902" y="173"/>
                    </a:cubicBezTo>
                    <a:cubicBezTo>
                      <a:pt x="2002" y="173"/>
                      <a:pt x="2002" y="73"/>
                      <a:pt x="1935" y="39"/>
                    </a:cubicBezTo>
                    <a:cubicBezTo>
                      <a:pt x="1681" y="11"/>
                      <a:pt x="1416" y="1"/>
                      <a:pt x="114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2" name="Google Shape;13232;p39"/>
              <p:cNvSpPr/>
              <p:nvPr/>
            </p:nvSpPr>
            <p:spPr>
              <a:xfrm>
                <a:off x="5918075" y="2711025"/>
                <a:ext cx="23125" cy="4800"/>
              </a:xfrm>
              <a:custGeom>
                <a:rect b="b" l="l" r="r" t="t"/>
                <a:pathLst>
                  <a:path extrusionOk="0" h="192" w="925">
                    <a:moveTo>
                      <a:pt x="541" y="0"/>
                    </a:moveTo>
                    <a:cubicBezTo>
                      <a:pt x="369" y="0"/>
                      <a:pt x="195" y="44"/>
                      <a:pt x="34" y="125"/>
                    </a:cubicBezTo>
                    <a:cubicBezTo>
                      <a:pt x="1" y="125"/>
                      <a:pt x="34" y="192"/>
                      <a:pt x="67" y="192"/>
                    </a:cubicBezTo>
                    <a:cubicBezTo>
                      <a:pt x="334" y="125"/>
                      <a:pt x="568" y="125"/>
                      <a:pt x="834" y="125"/>
                    </a:cubicBezTo>
                    <a:cubicBezTo>
                      <a:pt x="844" y="130"/>
                      <a:pt x="853" y="132"/>
                      <a:pt x="861" y="132"/>
                    </a:cubicBezTo>
                    <a:cubicBezTo>
                      <a:pt x="909" y="132"/>
                      <a:pt x="925" y="58"/>
                      <a:pt x="868" y="58"/>
                    </a:cubicBezTo>
                    <a:cubicBezTo>
                      <a:pt x="763" y="19"/>
                      <a:pt x="652" y="0"/>
                      <a:pt x="541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3" name="Google Shape;13233;p39"/>
              <p:cNvSpPr/>
              <p:nvPr/>
            </p:nvSpPr>
            <p:spPr>
              <a:xfrm>
                <a:off x="5882225" y="2788775"/>
                <a:ext cx="62550" cy="4600"/>
              </a:xfrm>
              <a:custGeom>
                <a:rect b="b" l="l" r="r" t="t"/>
                <a:pathLst>
                  <a:path extrusionOk="0" h="184" w="2502">
                    <a:moveTo>
                      <a:pt x="1614" y="1"/>
                    </a:moveTo>
                    <a:cubicBezTo>
                      <a:pt x="1095" y="1"/>
                      <a:pt x="567" y="52"/>
                      <a:pt x="67" y="117"/>
                    </a:cubicBezTo>
                    <a:cubicBezTo>
                      <a:pt x="0" y="117"/>
                      <a:pt x="0" y="184"/>
                      <a:pt x="67" y="184"/>
                    </a:cubicBezTo>
                    <a:cubicBezTo>
                      <a:pt x="867" y="117"/>
                      <a:pt x="1635" y="151"/>
                      <a:pt x="2435" y="117"/>
                    </a:cubicBezTo>
                    <a:cubicBezTo>
                      <a:pt x="2469" y="117"/>
                      <a:pt x="2502" y="50"/>
                      <a:pt x="2435" y="50"/>
                    </a:cubicBezTo>
                    <a:cubicBezTo>
                      <a:pt x="2168" y="16"/>
                      <a:pt x="1892" y="1"/>
                      <a:pt x="161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4" name="Google Shape;13234;p39"/>
              <p:cNvSpPr/>
              <p:nvPr/>
            </p:nvSpPr>
            <p:spPr>
              <a:xfrm>
                <a:off x="5921400" y="2559525"/>
                <a:ext cx="80925" cy="4250"/>
              </a:xfrm>
              <a:custGeom>
                <a:rect b="b" l="l" r="r" t="t"/>
                <a:pathLst>
                  <a:path extrusionOk="0" h="170" w="3237">
                    <a:moveTo>
                      <a:pt x="2261" y="0"/>
                    </a:moveTo>
                    <a:cubicBezTo>
                      <a:pt x="1530" y="0"/>
                      <a:pt x="799" y="24"/>
                      <a:pt x="68" y="47"/>
                    </a:cubicBezTo>
                    <a:cubicBezTo>
                      <a:pt x="1" y="47"/>
                      <a:pt x="1" y="114"/>
                      <a:pt x="68" y="114"/>
                    </a:cubicBezTo>
                    <a:cubicBezTo>
                      <a:pt x="673" y="153"/>
                      <a:pt x="1279" y="169"/>
                      <a:pt x="1885" y="169"/>
                    </a:cubicBezTo>
                    <a:cubicBezTo>
                      <a:pt x="2313" y="169"/>
                      <a:pt x="2742" y="161"/>
                      <a:pt x="3170" y="147"/>
                    </a:cubicBezTo>
                    <a:cubicBezTo>
                      <a:pt x="3237" y="147"/>
                      <a:pt x="3237" y="47"/>
                      <a:pt x="3170" y="14"/>
                    </a:cubicBezTo>
                    <a:cubicBezTo>
                      <a:pt x="2867" y="4"/>
                      <a:pt x="2564" y="0"/>
                      <a:pt x="2261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5" name="Google Shape;13235;p39"/>
              <p:cNvSpPr/>
              <p:nvPr/>
            </p:nvSpPr>
            <p:spPr>
              <a:xfrm>
                <a:off x="5960600" y="2571975"/>
                <a:ext cx="35050" cy="5425"/>
              </a:xfrm>
              <a:custGeom>
                <a:rect b="b" l="l" r="r" t="t"/>
                <a:pathLst>
                  <a:path extrusionOk="0" h="217" w="1402">
                    <a:moveTo>
                      <a:pt x="898" y="0"/>
                    </a:moveTo>
                    <a:cubicBezTo>
                      <a:pt x="617" y="0"/>
                      <a:pt x="328" y="51"/>
                      <a:pt x="67" y="116"/>
                    </a:cubicBezTo>
                    <a:cubicBezTo>
                      <a:pt x="1" y="116"/>
                      <a:pt x="34" y="216"/>
                      <a:pt x="101" y="216"/>
                    </a:cubicBezTo>
                    <a:cubicBezTo>
                      <a:pt x="501" y="150"/>
                      <a:pt x="901" y="150"/>
                      <a:pt x="1335" y="150"/>
                    </a:cubicBezTo>
                    <a:cubicBezTo>
                      <a:pt x="1402" y="150"/>
                      <a:pt x="1402" y="50"/>
                      <a:pt x="1335" y="50"/>
                    </a:cubicBezTo>
                    <a:cubicBezTo>
                      <a:pt x="1195" y="15"/>
                      <a:pt x="1048" y="0"/>
                      <a:pt x="89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6" name="Google Shape;13236;p39"/>
              <p:cNvSpPr/>
              <p:nvPr/>
            </p:nvSpPr>
            <p:spPr>
              <a:xfrm>
                <a:off x="5973125" y="2518450"/>
                <a:ext cx="56725" cy="4625"/>
              </a:xfrm>
              <a:custGeom>
                <a:rect b="b" l="l" r="r" t="t"/>
                <a:pathLst>
                  <a:path extrusionOk="0" h="185" w="2269">
                    <a:moveTo>
                      <a:pt x="1275" y="1"/>
                    </a:moveTo>
                    <a:cubicBezTo>
                      <a:pt x="856" y="1"/>
                      <a:pt x="434" y="22"/>
                      <a:pt x="33" y="22"/>
                    </a:cubicBezTo>
                    <a:cubicBezTo>
                      <a:pt x="0" y="22"/>
                      <a:pt x="0" y="122"/>
                      <a:pt x="67" y="122"/>
                    </a:cubicBezTo>
                    <a:cubicBezTo>
                      <a:pt x="527" y="145"/>
                      <a:pt x="1035" y="184"/>
                      <a:pt x="1525" y="184"/>
                    </a:cubicBezTo>
                    <a:cubicBezTo>
                      <a:pt x="1745" y="184"/>
                      <a:pt x="1961" y="176"/>
                      <a:pt x="2168" y="156"/>
                    </a:cubicBezTo>
                    <a:cubicBezTo>
                      <a:pt x="2235" y="156"/>
                      <a:pt x="2268" y="56"/>
                      <a:pt x="2202" y="56"/>
                    </a:cubicBezTo>
                    <a:cubicBezTo>
                      <a:pt x="1901" y="13"/>
                      <a:pt x="1589" y="1"/>
                      <a:pt x="127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7" name="Google Shape;13237;p39"/>
              <p:cNvSpPr/>
              <p:nvPr/>
            </p:nvSpPr>
            <p:spPr>
              <a:xfrm>
                <a:off x="5989800" y="2509825"/>
                <a:ext cx="23375" cy="4200"/>
              </a:xfrm>
              <a:custGeom>
                <a:rect b="b" l="l" r="r" t="t"/>
                <a:pathLst>
                  <a:path extrusionOk="0" h="168" w="935">
                    <a:moveTo>
                      <a:pt x="67" y="0"/>
                    </a:moveTo>
                    <a:cubicBezTo>
                      <a:pt x="0" y="0"/>
                      <a:pt x="0" y="101"/>
                      <a:pt x="67" y="101"/>
                    </a:cubicBezTo>
                    <a:cubicBezTo>
                      <a:pt x="334" y="134"/>
                      <a:pt x="601" y="167"/>
                      <a:pt x="868" y="167"/>
                    </a:cubicBezTo>
                    <a:cubicBezTo>
                      <a:pt x="934" y="167"/>
                      <a:pt x="934" y="101"/>
                      <a:pt x="868" y="101"/>
                    </a:cubicBezTo>
                    <a:cubicBezTo>
                      <a:pt x="601" y="34"/>
                      <a:pt x="334" y="34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8" name="Google Shape;13238;p39"/>
              <p:cNvSpPr/>
              <p:nvPr/>
            </p:nvSpPr>
            <p:spPr>
              <a:xfrm>
                <a:off x="5959775" y="3237725"/>
                <a:ext cx="79250" cy="9325"/>
              </a:xfrm>
              <a:custGeom>
                <a:rect b="b" l="l" r="r" t="t"/>
                <a:pathLst>
                  <a:path extrusionOk="0" h="373" w="3170">
                    <a:moveTo>
                      <a:pt x="2787" y="0"/>
                    </a:moveTo>
                    <a:cubicBezTo>
                      <a:pt x="1880" y="0"/>
                      <a:pt x="930" y="123"/>
                      <a:pt x="34" y="272"/>
                    </a:cubicBezTo>
                    <a:cubicBezTo>
                      <a:pt x="0" y="305"/>
                      <a:pt x="0" y="372"/>
                      <a:pt x="67" y="372"/>
                    </a:cubicBezTo>
                    <a:cubicBezTo>
                      <a:pt x="1068" y="305"/>
                      <a:pt x="2102" y="239"/>
                      <a:pt x="3103" y="105"/>
                    </a:cubicBezTo>
                    <a:cubicBezTo>
                      <a:pt x="3169" y="105"/>
                      <a:pt x="3169" y="5"/>
                      <a:pt x="3103" y="5"/>
                    </a:cubicBezTo>
                    <a:cubicBezTo>
                      <a:pt x="2998" y="2"/>
                      <a:pt x="2893" y="0"/>
                      <a:pt x="278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9" name="Google Shape;13239;p39"/>
              <p:cNvSpPr/>
              <p:nvPr/>
            </p:nvSpPr>
            <p:spPr>
              <a:xfrm>
                <a:off x="5971450" y="3252025"/>
                <a:ext cx="30050" cy="5850"/>
              </a:xfrm>
              <a:custGeom>
                <a:rect b="b" l="l" r="r" t="t"/>
                <a:pathLst>
                  <a:path extrusionOk="0" h="234" w="1202">
                    <a:moveTo>
                      <a:pt x="1135" y="0"/>
                    </a:moveTo>
                    <a:cubicBezTo>
                      <a:pt x="801" y="34"/>
                      <a:pt x="434" y="100"/>
                      <a:pt x="67" y="134"/>
                    </a:cubicBezTo>
                    <a:cubicBezTo>
                      <a:pt x="0" y="167"/>
                      <a:pt x="0" y="234"/>
                      <a:pt x="67" y="234"/>
                    </a:cubicBezTo>
                    <a:cubicBezTo>
                      <a:pt x="434" y="200"/>
                      <a:pt x="801" y="167"/>
                      <a:pt x="1168" y="100"/>
                    </a:cubicBezTo>
                    <a:cubicBezTo>
                      <a:pt x="1201" y="67"/>
                      <a:pt x="1201" y="0"/>
                      <a:pt x="113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0" name="Google Shape;13240;p39"/>
              <p:cNvSpPr/>
              <p:nvPr/>
            </p:nvSpPr>
            <p:spPr>
              <a:xfrm>
                <a:off x="5980650" y="3261200"/>
                <a:ext cx="17500" cy="5250"/>
              </a:xfrm>
              <a:custGeom>
                <a:rect b="b" l="l" r="r" t="t"/>
                <a:pathLst>
                  <a:path extrusionOk="0" h="210" w="700">
                    <a:moveTo>
                      <a:pt x="633" y="0"/>
                    </a:moveTo>
                    <a:cubicBezTo>
                      <a:pt x="433" y="34"/>
                      <a:pt x="233" y="67"/>
                      <a:pt x="33" y="134"/>
                    </a:cubicBezTo>
                    <a:cubicBezTo>
                      <a:pt x="6" y="161"/>
                      <a:pt x="1" y="210"/>
                      <a:pt x="35" y="210"/>
                    </a:cubicBezTo>
                    <a:cubicBezTo>
                      <a:pt x="43" y="210"/>
                      <a:pt x="53" y="207"/>
                      <a:pt x="66" y="200"/>
                    </a:cubicBezTo>
                    <a:cubicBezTo>
                      <a:pt x="266" y="200"/>
                      <a:pt x="466" y="134"/>
                      <a:pt x="633" y="100"/>
                    </a:cubicBezTo>
                    <a:cubicBezTo>
                      <a:pt x="700" y="67"/>
                      <a:pt x="666" y="0"/>
                      <a:pt x="63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1" name="Google Shape;13241;p39"/>
              <p:cNvSpPr/>
              <p:nvPr/>
            </p:nvSpPr>
            <p:spPr>
              <a:xfrm>
                <a:off x="6087375" y="3356275"/>
                <a:ext cx="70075" cy="23350"/>
              </a:xfrm>
              <a:custGeom>
                <a:rect b="b" l="l" r="r" t="t"/>
                <a:pathLst>
                  <a:path extrusionOk="0" h="934" w="2803">
                    <a:moveTo>
                      <a:pt x="100" y="0"/>
                    </a:moveTo>
                    <a:cubicBezTo>
                      <a:pt x="33" y="0"/>
                      <a:pt x="0" y="67"/>
                      <a:pt x="67" y="100"/>
                    </a:cubicBezTo>
                    <a:cubicBezTo>
                      <a:pt x="767" y="567"/>
                      <a:pt x="1835" y="934"/>
                      <a:pt x="2702" y="934"/>
                    </a:cubicBezTo>
                    <a:cubicBezTo>
                      <a:pt x="2802" y="934"/>
                      <a:pt x="2802" y="801"/>
                      <a:pt x="2702" y="801"/>
                    </a:cubicBezTo>
                    <a:cubicBezTo>
                      <a:pt x="2268" y="634"/>
                      <a:pt x="1835" y="567"/>
                      <a:pt x="1401" y="434"/>
                    </a:cubicBezTo>
                    <a:cubicBezTo>
                      <a:pt x="934" y="300"/>
                      <a:pt x="534" y="133"/>
                      <a:pt x="100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2" name="Google Shape;13242;p39"/>
              <p:cNvSpPr/>
              <p:nvPr/>
            </p:nvSpPr>
            <p:spPr>
              <a:xfrm>
                <a:off x="6122400" y="3356275"/>
                <a:ext cx="38150" cy="13525"/>
              </a:xfrm>
              <a:custGeom>
                <a:rect b="b" l="l" r="r" t="t"/>
                <a:pathLst>
                  <a:path extrusionOk="0" h="541" w="1526">
                    <a:moveTo>
                      <a:pt x="100" y="0"/>
                    </a:moveTo>
                    <a:cubicBezTo>
                      <a:pt x="33" y="0"/>
                      <a:pt x="0" y="67"/>
                      <a:pt x="67" y="67"/>
                    </a:cubicBezTo>
                    <a:cubicBezTo>
                      <a:pt x="467" y="267"/>
                      <a:pt x="967" y="467"/>
                      <a:pt x="1401" y="534"/>
                    </a:cubicBezTo>
                    <a:cubicBezTo>
                      <a:pt x="1410" y="538"/>
                      <a:pt x="1420" y="540"/>
                      <a:pt x="1429" y="540"/>
                    </a:cubicBezTo>
                    <a:cubicBezTo>
                      <a:pt x="1484" y="540"/>
                      <a:pt x="1525" y="462"/>
                      <a:pt x="1468" y="434"/>
                    </a:cubicBezTo>
                    <a:cubicBezTo>
                      <a:pt x="1034" y="234"/>
                      <a:pt x="534" y="100"/>
                      <a:pt x="100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3" name="Google Shape;13243;p39"/>
              <p:cNvSpPr/>
              <p:nvPr/>
            </p:nvSpPr>
            <p:spPr>
              <a:xfrm>
                <a:off x="6146800" y="3354425"/>
                <a:ext cx="16350" cy="6200"/>
              </a:xfrm>
              <a:custGeom>
                <a:rect b="b" l="l" r="r" t="t"/>
                <a:pathLst>
                  <a:path extrusionOk="0" h="248" w="654">
                    <a:moveTo>
                      <a:pt x="44" y="0"/>
                    </a:moveTo>
                    <a:cubicBezTo>
                      <a:pt x="17" y="0"/>
                      <a:pt x="1" y="74"/>
                      <a:pt x="58" y="74"/>
                    </a:cubicBezTo>
                    <a:cubicBezTo>
                      <a:pt x="225" y="141"/>
                      <a:pt x="392" y="207"/>
                      <a:pt x="592" y="241"/>
                    </a:cubicBezTo>
                    <a:cubicBezTo>
                      <a:pt x="597" y="246"/>
                      <a:pt x="601" y="248"/>
                      <a:pt x="606" y="248"/>
                    </a:cubicBezTo>
                    <a:cubicBezTo>
                      <a:pt x="633" y="248"/>
                      <a:pt x="654" y="174"/>
                      <a:pt x="625" y="174"/>
                    </a:cubicBezTo>
                    <a:cubicBezTo>
                      <a:pt x="425" y="107"/>
                      <a:pt x="258" y="41"/>
                      <a:pt x="58" y="7"/>
                    </a:cubicBezTo>
                    <a:cubicBezTo>
                      <a:pt x="53" y="3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4" name="Google Shape;13244;p39"/>
              <p:cNvSpPr/>
              <p:nvPr/>
            </p:nvSpPr>
            <p:spPr>
              <a:xfrm>
                <a:off x="6174100" y="3257850"/>
                <a:ext cx="61725" cy="13375"/>
              </a:xfrm>
              <a:custGeom>
                <a:rect b="b" l="l" r="r" t="t"/>
                <a:pathLst>
                  <a:path extrusionOk="0" h="535" w="2469">
                    <a:moveTo>
                      <a:pt x="67" y="1"/>
                    </a:moveTo>
                    <a:cubicBezTo>
                      <a:pt x="34" y="1"/>
                      <a:pt x="0" y="68"/>
                      <a:pt x="67" y="68"/>
                    </a:cubicBezTo>
                    <a:cubicBezTo>
                      <a:pt x="801" y="268"/>
                      <a:pt x="1635" y="468"/>
                      <a:pt x="2402" y="535"/>
                    </a:cubicBezTo>
                    <a:cubicBezTo>
                      <a:pt x="2469" y="535"/>
                      <a:pt x="2469" y="434"/>
                      <a:pt x="2435" y="401"/>
                    </a:cubicBezTo>
                    <a:cubicBezTo>
                      <a:pt x="1701" y="168"/>
                      <a:pt x="834" y="68"/>
                      <a:pt x="6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5" name="Google Shape;13245;p39"/>
              <p:cNvSpPr/>
              <p:nvPr/>
            </p:nvSpPr>
            <p:spPr>
              <a:xfrm>
                <a:off x="6209125" y="3252850"/>
                <a:ext cx="24200" cy="7525"/>
              </a:xfrm>
              <a:custGeom>
                <a:rect b="b" l="l" r="r" t="t"/>
                <a:pathLst>
                  <a:path extrusionOk="0" h="301" w="968">
                    <a:moveTo>
                      <a:pt x="67" y="1"/>
                    </a:moveTo>
                    <a:cubicBezTo>
                      <a:pt x="34" y="1"/>
                      <a:pt x="0" y="67"/>
                      <a:pt x="67" y="67"/>
                    </a:cubicBezTo>
                    <a:cubicBezTo>
                      <a:pt x="334" y="167"/>
                      <a:pt x="634" y="234"/>
                      <a:pt x="901" y="301"/>
                    </a:cubicBezTo>
                    <a:cubicBezTo>
                      <a:pt x="968" y="301"/>
                      <a:pt x="968" y="234"/>
                      <a:pt x="934" y="201"/>
                    </a:cubicBezTo>
                    <a:cubicBezTo>
                      <a:pt x="634" y="134"/>
                      <a:pt x="367" y="67"/>
                      <a:pt x="6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6" name="Google Shape;13246;p39"/>
              <p:cNvSpPr/>
              <p:nvPr/>
            </p:nvSpPr>
            <p:spPr>
              <a:xfrm>
                <a:off x="6219950" y="3146950"/>
                <a:ext cx="42575" cy="8350"/>
              </a:xfrm>
              <a:custGeom>
                <a:rect b="b" l="l" r="r" t="t"/>
                <a:pathLst>
                  <a:path extrusionOk="0" h="334" w="1703">
                    <a:moveTo>
                      <a:pt x="68" y="0"/>
                    </a:moveTo>
                    <a:cubicBezTo>
                      <a:pt x="1" y="0"/>
                      <a:pt x="1" y="67"/>
                      <a:pt x="68" y="100"/>
                    </a:cubicBezTo>
                    <a:cubicBezTo>
                      <a:pt x="568" y="234"/>
                      <a:pt x="1102" y="301"/>
                      <a:pt x="1602" y="334"/>
                    </a:cubicBezTo>
                    <a:cubicBezTo>
                      <a:pt x="1702" y="334"/>
                      <a:pt x="1702" y="200"/>
                      <a:pt x="1635" y="200"/>
                    </a:cubicBezTo>
                    <a:cubicBezTo>
                      <a:pt x="1102" y="100"/>
                      <a:pt x="601" y="34"/>
                      <a:pt x="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7" name="Google Shape;13247;p39"/>
              <p:cNvSpPr/>
              <p:nvPr/>
            </p:nvSpPr>
            <p:spPr>
              <a:xfrm>
                <a:off x="6238300" y="2974525"/>
                <a:ext cx="58400" cy="6925"/>
              </a:xfrm>
              <a:custGeom>
                <a:rect b="b" l="l" r="r" t="t"/>
                <a:pathLst>
                  <a:path extrusionOk="0" h="277" w="2336">
                    <a:moveTo>
                      <a:pt x="1151" y="1"/>
                    </a:moveTo>
                    <a:cubicBezTo>
                      <a:pt x="785" y="1"/>
                      <a:pt x="418" y="26"/>
                      <a:pt x="67" y="59"/>
                    </a:cubicBezTo>
                    <a:cubicBezTo>
                      <a:pt x="1" y="92"/>
                      <a:pt x="1" y="159"/>
                      <a:pt x="67" y="193"/>
                    </a:cubicBezTo>
                    <a:cubicBezTo>
                      <a:pt x="510" y="235"/>
                      <a:pt x="980" y="277"/>
                      <a:pt x="1443" y="277"/>
                    </a:cubicBezTo>
                    <a:cubicBezTo>
                      <a:pt x="1712" y="277"/>
                      <a:pt x="1978" y="263"/>
                      <a:pt x="2236" y="226"/>
                    </a:cubicBezTo>
                    <a:cubicBezTo>
                      <a:pt x="2302" y="193"/>
                      <a:pt x="2336" y="92"/>
                      <a:pt x="2236" y="92"/>
                    </a:cubicBezTo>
                    <a:cubicBezTo>
                      <a:pt x="1885" y="26"/>
                      <a:pt x="1518" y="1"/>
                      <a:pt x="115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8" name="Google Shape;13248;p39"/>
              <p:cNvSpPr/>
              <p:nvPr/>
            </p:nvSpPr>
            <p:spPr>
              <a:xfrm>
                <a:off x="6264150" y="2987675"/>
                <a:ext cx="26725" cy="4175"/>
              </a:xfrm>
              <a:custGeom>
                <a:rect b="b" l="l" r="r" t="t"/>
                <a:pathLst>
                  <a:path extrusionOk="0" h="167" w="1069">
                    <a:moveTo>
                      <a:pt x="67" y="0"/>
                    </a:moveTo>
                    <a:cubicBezTo>
                      <a:pt x="1" y="0"/>
                      <a:pt x="1" y="67"/>
                      <a:pt x="34" y="100"/>
                    </a:cubicBezTo>
                    <a:cubicBezTo>
                      <a:pt x="334" y="134"/>
                      <a:pt x="668" y="167"/>
                      <a:pt x="1001" y="167"/>
                    </a:cubicBezTo>
                    <a:cubicBezTo>
                      <a:pt x="1035" y="134"/>
                      <a:pt x="1068" y="67"/>
                      <a:pt x="1001" y="67"/>
                    </a:cubicBezTo>
                    <a:cubicBezTo>
                      <a:pt x="701" y="0"/>
                      <a:pt x="368" y="0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9" name="Google Shape;13249;p39"/>
              <p:cNvSpPr/>
              <p:nvPr/>
            </p:nvSpPr>
            <p:spPr>
              <a:xfrm>
                <a:off x="6227475" y="3078575"/>
                <a:ext cx="21700" cy="5025"/>
              </a:xfrm>
              <a:custGeom>
                <a:rect b="b" l="l" r="r" t="t"/>
                <a:pathLst>
                  <a:path extrusionOk="0" h="201" w="868">
                    <a:moveTo>
                      <a:pt x="67" y="0"/>
                    </a:moveTo>
                    <a:cubicBezTo>
                      <a:pt x="0" y="0"/>
                      <a:pt x="0" y="67"/>
                      <a:pt x="67" y="100"/>
                    </a:cubicBezTo>
                    <a:cubicBezTo>
                      <a:pt x="300" y="167"/>
                      <a:pt x="567" y="200"/>
                      <a:pt x="801" y="200"/>
                    </a:cubicBezTo>
                    <a:cubicBezTo>
                      <a:pt x="867" y="200"/>
                      <a:pt x="867" y="100"/>
                      <a:pt x="801" y="100"/>
                    </a:cubicBezTo>
                    <a:cubicBezTo>
                      <a:pt x="567" y="33"/>
                      <a:pt x="300" y="0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0" name="Google Shape;13250;p39"/>
              <p:cNvSpPr/>
              <p:nvPr/>
            </p:nvSpPr>
            <p:spPr>
              <a:xfrm>
                <a:off x="6229125" y="3086900"/>
                <a:ext cx="15875" cy="3375"/>
              </a:xfrm>
              <a:custGeom>
                <a:rect b="b" l="l" r="r" t="t"/>
                <a:pathLst>
                  <a:path extrusionOk="0" h="135" w="635">
                    <a:moveTo>
                      <a:pt x="67" y="1"/>
                    </a:moveTo>
                    <a:cubicBezTo>
                      <a:pt x="1" y="1"/>
                      <a:pt x="1" y="67"/>
                      <a:pt x="34" y="101"/>
                    </a:cubicBezTo>
                    <a:cubicBezTo>
                      <a:pt x="234" y="134"/>
                      <a:pt x="401" y="134"/>
                      <a:pt x="568" y="134"/>
                    </a:cubicBezTo>
                    <a:cubicBezTo>
                      <a:pt x="601" y="134"/>
                      <a:pt x="635" y="67"/>
                      <a:pt x="568" y="67"/>
                    </a:cubicBezTo>
                    <a:cubicBezTo>
                      <a:pt x="401" y="34"/>
                      <a:pt x="234" y="1"/>
                      <a:pt x="6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1" name="Google Shape;13251;p39"/>
              <p:cNvSpPr/>
              <p:nvPr/>
            </p:nvSpPr>
            <p:spPr>
              <a:xfrm>
                <a:off x="6247475" y="3103575"/>
                <a:ext cx="32550" cy="5025"/>
              </a:xfrm>
              <a:custGeom>
                <a:rect b="b" l="l" r="r" t="t"/>
                <a:pathLst>
                  <a:path extrusionOk="0" h="201" w="1302">
                    <a:moveTo>
                      <a:pt x="34" y="1"/>
                    </a:moveTo>
                    <a:cubicBezTo>
                      <a:pt x="1" y="1"/>
                      <a:pt x="1" y="101"/>
                      <a:pt x="34" y="101"/>
                    </a:cubicBezTo>
                    <a:cubicBezTo>
                      <a:pt x="434" y="134"/>
                      <a:pt x="835" y="201"/>
                      <a:pt x="1235" y="201"/>
                    </a:cubicBezTo>
                    <a:cubicBezTo>
                      <a:pt x="1302" y="201"/>
                      <a:pt x="1302" y="101"/>
                      <a:pt x="1235" y="101"/>
                    </a:cubicBezTo>
                    <a:cubicBezTo>
                      <a:pt x="835" y="34"/>
                      <a:pt x="434" y="34"/>
                      <a:pt x="3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2" name="Google Shape;13252;p39"/>
              <p:cNvSpPr/>
              <p:nvPr/>
            </p:nvSpPr>
            <p:spPr>
              <a:xfrm>
                <a:off x="6234975" y="2804200"/>
                <a:ext cx="55050" cy="6075"/>
              </a:xfrm>
              <a:custGeom>
                <a:rect b="b" l="l" r="r" t="t"/>
                <a:pathLst>
                  <a:path extrusionOk="0" h="243" w="2202">
                    <a:moveTo>
                      <a:pt x="2102" y="1"/>
                    </a:moveTo>
                    <a:cubicBezTo>
                      <a:pt x="1735" y="1"/>
                      <a:pt x="1368" y="34"/>
                      <a:pt x="1001" y="67"/>
                    </a:cubicBezTo>
                    <a:cubicBezTo>
                      <a:pt x="701" y="67"/>
                      <a:pt x="367" y="67"/>
                      <a:pt x="67" y="134"/>
                    </a:cubicBezTo>
                    <a:cubicBezTo>
                      <a:pt x="0" y="134"/>
                      <a:pt x="34" y="201"/>
                      <a:pt x="67" y="201"/>
                    </a:cubicBezTo>
                    <a:cubicBezTo>
                      <a:pt x="234" y="234"/>
                      <a:pt x="409" y="242"/>
                      <a:pt x="584" y="242"/>
                    </a:cubicBezTo>
                    <a:cubicBezTo>
                      <a:pt x="759" y="242"/>
                      <a:pt x="934" y="234"/>
                      <a:pt x="1101" y="234"/>
                    </a:cubicBezTo>
                    <a:cubicBezTo>
                      <a:pt x="1435" y="234"/>
                      <a:pt x="1768" y="201"/>
                      <a:pt x="2135" y="134"/>
                    </a:cubicBezTo>
                    <a:cubicBezTo>
                      <a:pt x="2202" y="101"/>
                      <a:pt x="2168" y="1"/>
                      <a:pt x="2102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3" name="Google Shape;13253;p39"/>
              <p:cNvSpPr/>
              <p:nvPr/>
            </p:nvSpPr>
            <p:spPr>
              <a:xfrm>
                <a:off x="6259150" y="2813900"/>
                <a:ext cx="28375" cy="4500"/>
              </a:xfrm>
              <a:custGeom>
                <a:rect b="b" l="l" r="r" t="t"/>
                <a:pathLst>
                  <a:path extrusionOk="0" h="180" w="1135">
                    <a:moveTo>
                      <a:pt x="846" y="0"/>
                    </a:moveTo>
                    <a:cubicBezTo>
                      <a:pt x="586" y="0"/>
                      <a:pt x="317" y="38"/>
                      <a:pt x="67" y="113"/>
                    </a:cubicBezTo>
                    <a:cubicBezTo>
                      <a:pt x="1" y="113"/>
                      <a:pt x="34" y="180"/>
                      <a:pt x="67" y="180"/>
                    </a:cubicBezTo>
                    <a:cubicBezTo>
                      <a:pt x="401" y="180"/>
                      <a:pt x="734" y="146"/>
                      <a:pt x="1068" y="113"/>
                    </a:cubicBezTo>
                    <a:cubicBezTo>
                      <a:pt x="1135" y="113"/>
                      <a:pt x="1135" y="46"/>
                      <a:pt x="1101" y="13"/>
                    </a:cubicBezTo>
                    <a:cubicBezTo>
                      <a:pt x="1018" y="4"/>
                      <a:pt x="933" y="0"/>
                      <a:pt x="84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4" name="Google Shape;13254;p39"/>
              <p:cNvSpPr/>
              <p:nvPr/>
            </p:nvSpPr>
            <p:spPr>
              <a:xfrm>
                <a:off x="6273325" y="2823375"/>
                <a:ext cx="11700" cy="1700"/>
              </a:xfrm>
              <a:custGeom>
                <a:rect b="b" l="l" r="r" t="t"/>
                <a:pathLst>
                  <a:path extrusionOk="0" h="68" w="468">
                    <a:moveTo>
                      <a:pt x="67" y="1"/>
                    </a:moveTo>
                    <a:cubicBezTo>
                      <a:pt x="1" y="1"/>
                      <a:pt x="1" y="67"/>
                      <a:pt x="67" y="67"/>
                    </a:cubicBezTo>
                    <a:lnTo>
                      <a:pt x="401" y="67"/>
                    </a:lnTo>
                    <a:cubicBezTo>
                      <a:pt x="468" y="67"/>
                      <a:pt x="468" y="1"/>
                      <a:pt x="4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5" name="Google Shape;13255;p39"/>
              <p:cNvSpPr/>
              <p:nvPr/>
            </p:nvSpPr>
            <p:spPr>
              <a:xfrm>
                <a:off x="6241650" y="2910775"/>
                <a:ext cx="31675" cy="3525"/>
              </a:xfrm>
              <a:custGeom>
                <a:rect b="b" l="l" r="r" t="t"/>
                <a:pathLst>
                  <a:path extrusionOk="0" h="141" w="1267">
                    <a:moveTo>
                      <a:pt x="1225" y="0"/>
                    </a:moveTo>
                    <a:cubicBezTo>
                      <a:pt x="1219" y="0"/>
                      <a:pt x="1210" y="2"/>
                      <a:pt x="1201" y="7"/>
                    </a:cubicBezTo>
                    <a:cubicBezTo>
                      <a:pt x="834" y="7"/>
                      <a:pt x="434" y="41"/>
                      <a:pt x="67" y="74"/>
                    </a:cubicBezTo>
                    <a:cubicBezTo>
                      <a:pt x="0" y="74"/>
                      <a:pt x="0" y="141"/>
                      <a:pt x="67" y="141"/>
                    </a:cubicBezTo>
                    <a:cubicBezTo>
                      <a:pt x="434" y="141"/>
                      <a:pt x="834" y="141"/>
                      <a:pt x="1201" y="74"/>
                    </a:cubicBezTo>
                    <a:cubicBezTo>
                      <a:pt x="1258" y="74"/>
                      <a:pt x="1266" y="0"/>
                      <a:pt x="122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6" name="Google Shape;13256;p39"/>
              <p:cNvSpPr/>
              <p:nvPr/>
            </p:nvSpPr>
            <p:spPr>
              <a:xfrm>
                <a:off x="6261650" y="2880925"/>
                <a:ext cx="35900" cy="5850"/>
              </a:xfrm>
              <a:custGeom>
                <a:rect b="b" l="l" r="r" t="t"/>
                <a:pathLst>
                  <a:path extrusionOk="0" h="234" w="1436">
                    <a:moveTo>
                      <a:pt x="1368" y="0"/>
                    </a:moveTo>
                    <a:cubicBezTo>
                      <a:pt x="935" y="100"/>
                      <a:pt x="501" y="134"/>
                      <a:pt x="67" y="134"/>
                    </a:cubicBezTo>
                    <a:cubicBezTo>
                      <a:pt x="1" y="134"/>
                      <a:pt x="1" y="234"/>
                      <a:pt x="67" y="234"/>
                    </a:cubicBezTo>
                    <a:cubicBezTo>
                      <a:pt x="501" y="234"/>
                      <a:pt x="935" y="201"/>
                      <a:pt x="1368" y="100"/>
                    </a:cubicBezTo>
                    <a:cubicBezTo>
                      <a:pt x="1435" y="100"/>
                      <a:pt x="1402" y="0"/>
                      <a:pt x="13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7" name="Google Shape;13257;p39"/>
              <p:cNvSpPr/>
              <p:nvPr/>
            </p:nvSpPr>
            <p:spPr>
              <a:xfrm>
                <a:off x="6200800" y="2639075"/>
                <a:ext cx="60050" cy="14375"/>
              </a:xfrm>
              <a:custGeom>
                <a:rect b="b" l="l" r="r" t="t"/>
                <a:pathLst>
                  <a:path extrusionOk="0" h="575" w="2402">
                    <a:moveTo>
                      <a:pt x="2301" y="1"/>
                    </a:moveTo>
                    <a:cubicBezTo>
                      <a:pt x="1534" y="34"/>
                      <a:pt x="733" y="168"/>
                      <a:pt x="33" y="468"/>
                    </a:cubicBezTo>
                    <a:cubicBezTo>
                      <a:pt x="4" y="497"/>
                      <a:pt x="0" y="575"/>
                      <a:pt x="42" y="575"/>
                    </a:cubicBezTo>
                    <a:cubicBezTo>
                      <a:pt x="49" y="575"/>
                      <a:pt x="57" y="573"/>
                      <a:pt x="66" y="568"/>
                    </a:cubicBezTo>
                    <a:cubicBezTo>
                      <a:pt x="800" y="434"/>
                      <a:pt x="1567" y="268"/>
                      <a:pt x="2335" y="134"/>
                    </a:cubicBezTo>
                    <a:cubicBezTo>
                      <a:pt x="2401" y="101"/>
                      <a:pt x="2368" y="1"/>
                      <a:pt x="23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8" name="Google Shape;13258;p39"/>
              <p:cNvSpPr/>
              <p:nvPr/>
            </p:nvSpPr>
            <p:spPr>
              <a:xfrm>
                <a:off x="6227700" y="2651600"/>
                <a:ext cx="27300" cy="8525"/>
              </a:xfrm>
              <a:custGeom>
                <a:rect b="b" l="l" r="r" t="t"/>
                <a:pathLst>
                  <a:path extrusionOk="0" h="341" w="1092">
                    <a:moveTo>
                      <a:pt x="1025" y="0"/>
                    </a:moveTo>
                    <a:cubicBezTo>
                      <a:pt x="692" y="0"/>
                      <a:pt x="358" y="100"/>
                      <a:pt x="58" y="234"/>
                    </a:cubicBezTo>
                    <a:cubicBezTo>
                      <a:pt x="0" y="262"/>
                      <a:pt x="17" y="340"/>
                      <a:pt x="65" y="340"/>
                    </a:cubicBezTo>
                    <a:cubicBezTo>
                      <a:pt x="73" y="340"/>
                      <a:pt x="82" y="338"/>
                      <a:pt x="91" y="334"/>
                    </a:cubicBezTo>
                    <a:cubicBezTo>
                      <a:pt x="391" y="234"/>
                      <a:pt x="692" y="167"/>
                      <a:pt x="1025" y="100"/>
                    </a:cubicBezTo>
                    <a:cubicBezTo>
                      <a:pt x="1092" y="100"/>
                      <a:pt x="1058" y="0"/>
                      <a:pt x="102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9" name="Google Shape;13259;p39"/>
              <p:cNvSpPr/>
              <p:nvPr/>
            </p:nvSpPr>
            <p:spPr>
              <a:xfrm>
                <a:off x="6186000" y="2595725"/>
                <a:ext cx="38150" cy="13525"/>
              </a:xfrm>
              <a:custGeom>
                <a:rect b="b" l="l" r="r" t="t"/>
                <a:pathLst>
                  <a:path extrusionOk="0" h="541" w="1526">
                    <a:moveTo>
                      <a:pt x="1426" y="0"/>
                    </a:moveTo>
                    <a:cubicBezTo>
                      <a:pt x="959" y="134"/>
                      <a:pt x="492" y="267"/>
                      <a:pt x="58" y="467"/>
                    </a:cubicBezTo>
                    <a:cubicBezTo>
                      <a:pt x="1" y="467"/>
                      <a:pt x="17" y="541"/>
                      <a:pt x="65" y="541"/>
                    </a:cubicBezTo>
                    <a:cubicBezTo>
                      <a:pt x="73" y="541"/>
                      <a:pt x="82" y="539"/>
                      <a:pt x="91" y="534"/>
                    </a:cubicBezTo>
                    <a:cubicBezTo>
                      <a:pt x="558" y="434"/>
                      <a:pt x="992" y="300"/>
                      <a:pt x="1459" y="100"/>
                    </a:cubicBezTo>
                    <a:cubicBezTo>
                      <a:pt x="1526" y="100"/>
                      <a:pt x="1492" y="0"/>
                      <a:pt x="142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0" name="Google Shape;13260;p39"/>
              <p:cNvSpPr/>
              <p:nvPr/>
            </p:nvSpPr>
            <p:spPr>
              <a:xfrm>
                <a:off x="7067225" y="3140275"/>
                <a:ext cx="45900" cy="8375"/>
              </a:xfrm>
              <a:custGeom>
                <a:rect b="b" l="l" r="r" t="t"/>
                <a:pathLst>
                  <a:path extrusionOk="0" h="335" w="1836">
                    <a:moveTo>
                      <a:pt x="1735" y="0"/>
                    </a:moveTo>
                    <a:cubicBezTo>
                      <a:pt x="1202" y="0"/>
                      <a:pt x="568" y="134"/>
                      <a:pt x="34" y="234"/>
                    </a:cubicBezTo>
                    <a:cubicBezTo>
                      <a:pt x="1" y="267"/>
                      <a:pt x="1" y="334"/>
                      <a:pt x="67" y="334"/>
                    </a:cubicBezTo>
                    <a:cubicBezTo>
                      <a:pt x="601" y="301"/>
                      <a:pt x="1235" y="267"/>
                      <a:pt x="1769" y="101"/>
                    </a:cubicBezTo>
                    <a:cubicBezTo>
                      <a:pt x="1835" y="101"/>
                      <a:pt x="1802" y="0"/>
                      <a:pt x="173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1" name="Google Shape;13261;p39"/>
              <p:cNvSpPr/>
              <p:nvPr/>
            </p:nvSpPr>
            <p:spPr>
              <a:xfrm>
                <a:off x="7078075" y="3155275"/>
                <a:ext cx="25875" cy="5875"/>
              </a:xfrm>
              <a:custGeom>
                <a:rect b="b" l="l" r="r" t="t"/>
                <a:pathLst>
                  <a:path extrusionOk="0" h="235" w="1035">
                    <a:moveTo>
                      <a:pt x="934" y="1"/>
                    </a:moveTo>
                    <a:cubicBezTo>
                      <a:pt x="634" y="1"/>
                      <a:pt x="334" y="68"/>
                      <a:pt x="67" y="134"/>
                    </a:cubicBezTo>
                    <a:cubicBezTo>
                      <a:pt x="0" y="168"/>
                      <a:pt x="34" y="234"/>
                      <a:pt x="67" y="234"/>
                    </a:cubicBezTo>
                    <a:cubicBezTo>
                      <a:pt x="367" y="201"/>
                      <a:pt x="667" y="168"/>
                      <a:pt x="968" y="101"/>
                    </a:cubicBezTo>
                    <a:cubicBezTo>
                      <a:pt x="1034" y="68"/>
                      <a:pt x="1001" y="1"/>
                      <a:pt x="93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2" name="Google Shape;13262;p39"/>
              <p:cNvSpPr/>
              <p:nvPr/>
            </p:nvSpPr>
            <p:spPr>
              <a:xfrm>
                <a:off x="7082250" y="3167425"/>
                <a:ext cx="12525" cy="2900"/>
              </a:xfrm>
              <a:custGeom>
                <a:rect b="b" l="l" r="r" t="t"/>
                <a:pathLst>
                  <a:path extrusionOk="0" h="116" w="501">
                    <a:moveTo>
                      <a:pt x="334" y="0"/>
                    </a:moveTo>
                    <a:cubicBezTo>
                      <a:pt x="245" y="0"/>
                      <a:pt x="156" y="15"/>
                      <a:pt x="67" y="15"/>
                    </a:cubicBezTo>
                    <a:cubicBezTo>
                      <a:pt x="0" y="15"/>
                      <a:pt x="0" y="115"/>
                      <a:pt x="67" y="115"/>
                    </a:cubicBezTo>
                    <a:cubicBezTo>
                      <a:pt x="200" y="115"/>
                      <a:pt x="334" y="115"/>
                      <a:pt x="467" y="82"/>
                    </a:cubicBezTo>
                    <a:cubicBezTo>
                      <a:pt x="500" y="82"/>
                      <a:pt x="500" y="15"/>
                      <a:pt x="467" y="15"/>
                    </a:cubicBezTo>
                    <a:cubicBezTo>
                      <a:pt x="423" y="4"/>
                      <a:pt x="378" y="0"/>
                      <a:pt x="334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3" name="Google Shape;13263;p39"/>
              <p:cNvSpPr/>
              <p:nvPr/>
            </p:nvSpPr>
            <p:spPr>
              <a:xfrm>
                <a:off x="7028875" y="3241175"/>
                <a:ext cx="34200" cy="7525"/>
              </a:xfrm>
              <a:custGeom>
                <a:rect b="b" l="l" r="r" t="t"/>
                <a:pathLst>
                  <a:path extrusionOk="0" h="301" w="1368">
                    <a:moveTo>
                      <a:pt x="1301" y="1"/>
                    </a:moveTo>
                    <a:cubicBezTo>
                      <a:pt x="868" y="34"/>
                      <a:pt x="467" y="101"/>
                      <a:pt x="67" y="234"/>
                    </a:cubicBezTo>
                    <a:cubicBezTo>
                      <a:pt x="0" y="234"/>
                      <a:pt x="34" y="301"/>
                      <a:pt x="100" y="301"/>
                    </a:cubicBezTo>
                    <a:cubicBezTo>
                      <a:pt x="501" y="234"/>
                      <a:pt x="901" y="167"/>
                      <a:pt x="1301" y="101"/>
                    </a:cubicBezTo>
                    <a:cubicBezTo>
                      <a:pt x="1368" y="101"/>
                      <a:pt x="1368" y="1"/>
                      <a:pt x="13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4" name="Google Shape;13264;p39"/>
              <p:cNvSpPr/>
              <p:nvPr/>
            </p:nvSpPr>
            <p:spPr>
              <a:xfrm>
                <a:off x="7101425" y="2957650"/>
                <a:ext cx="48400" cy="6700"/>
              </a:xfrm>
              <a:custGeom>
                <a:rect b="b" l="l" r="r" t="t"/>
                <a:pathLst>
                  <a:path extrusionOk="0" h="268" w="1936">
                    <a:moveTo>
                      <a:pt x="1868" y="0"/>
                    </a:moveTo>
                    <a:cubicBezTo>
                      <a:pt x="1268" y="34"/>
                      <a:pt x="667" y="167"/>
                      <a:pt x="67" y="167"/>
                    </a:cubicBezTo>
                    <a:cubicBezTo>
                      <a:pt x="0" y="167"/>
                      <a:pt x="0" y="267"/>
                      <a:pt x="67" y="267"/>
                    </a:cubicBezTo>
                    <a:cubicBezTo>
                      <a:pt x="667" y="267"/>
                      <a:pt x="1301" y="267"/>
                      <a:pt x="1868" y="100"/>
                    </a:cubicBezTo>
                    <a:cubicBezTo>
                      <a:pt x="1935" y="100"/>
                      <a:pt x="1902" y="0"/>
                      <a:pt x="18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5" name="Google Shape;13265;p39"/>
              <p:cNvSpPr/>
              <p:nvPr/>
            </p:nvSpPr>
            <p:spPr>
              <a:xfrm>
                <a:off x="7121425" y="2970150"/>
                <a:ext cx="23375" cy="4200"/>
              </a:xfrm>
              <a:custGeom>
                <a:rect b="b" l="l" r="r" t="t"/>
                <a:pathLst>
                  <a:path extrusionOk="0" h="168" w="935">
                    <a:moveTo>
                      <a:pt x="902" y="1"/>
                    </a:moveTo>
                    <a:cubicBezTo>
                      <a:pt x="601" y="1"/>
                      <a:pt x="334" y="67"/>
                      <a:pt x="34" y="101"/>
                    </a:cubicBezTo>
                    <a:cubicBezTo>
                      <a:pt x="1" y="101"/>
                      <a:pt x="1" y="167"/>
                      <a:pt x="34" y="167"/>
                    </a:cubicBezTo>
                    <a:cubicBezTo>
                      <a:pt x="334" y="134"/>
                      <a:pt x="601" y="134"/>
                      <a:pt x="902" y="67"/>
                    </a:cubicBezTo>
                    <a:cubicBezTo>
                      <a:pt x="935" y="67"/>
                      <a:pt x="935" y="1"/>
                      <a:pt x="902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6" name="Google Shape;13266;p39"/>
              <p:cNvSpPr/>
              <p:nvPr/>
            </p:nvSpPr>
            <p:spPr>
              <a:xfrm>
                <a:off x="7109750" y="2775025"/>
                <a:ext cx="41725" cy="9175"/>
              </a:xfrm>
              <a:custGeom>
                <a:rect b="b" l="l" r="r" t="t"/>
                <a:pathLst>
                  <a:path extrusionOk="0" h="367" w="1669">
                    <a:moveTo>
                      <a:pt x="68" y="0"/>
                    </a:moveTo>
                    <a:cubicBezTo>
                      <a:pt x="1" y="0"/>
                      <a:pt x="1" y="67"/>
                      <a:pt x="34" y="100"/>
                    </a:cubicBezTo>
                    <a:cubicBezTo>
                      <a:pt x="535" y="200"/>
                      <a:pt x="1068" y="300"/>
                      <a:pt x="1569" y="367"/>
                    </a:cubicBezTo>
                    <a:cubicBezTo>
                      <a:pt x="1635" y="367"/>
                      <a:pt x="1669" y="267"/>
                      <a:pt x="1569" y="267"/>
                    </a:cubicBezTo>
                    <a:cubicBezTo>
                      <a:pt x="1102" y="133"/>
                      <a:pt x="568" y="67"/>
                      <a:pt x="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7" name="Google Shape;13267;p39"/>
              <p:cNvSpPr/>
              <p:nvPr/>
            </p:nvSpPr>
            <p:spPr>
              <a:xfrm>
                <a:off x="7129800" y="2791525"/>
                <a:ext cx="20025" cy="4350"/>
              </a:xfrm>
              <a:custGeom>
                <a:rect b="b" l="l" r="r" t="t"/>
                <a:pathLst>
                  <a:path extrusionOk="0" h="174" w="801">
                    <a:moveTo>
                      <a:pt x="42" y="0"/>
                    </a:moveTo>
                    <a:cubicBezTo>
                      <a:pt x="0" y="0"/>
                      <a:pt x="4" y="74"/>
                      <a:pt x="33" y="74"/>
                    </a:cubicBezTo>
                    <a:cubicBezTo>
                      <a:pt x="266" y="107"/>
                      <a:pt x="500" y="174"/>
                      <a:pt x="733" y="174"/>
                    </a:cubicBezTo>
                    <a:cubicBezTo>
                      <a:pt x="800" y="174"/>
                      <a:pt x="800" y="107"/>
                      <a:pt x="767" y="107"/>
                    </a:cubicBezTo>
                    <a:cubicBezTo>
                      <a:pt x="533" y="41"/>
                      <a:pt x="300" y="7"/>
                      <a:pt x="66" y="7"/>
                    </a:cubicBezTo>
                    <a:cubicBezTo>
                      <a:pt x="57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8" name="Google Shape;13268;p39"/>
              <p:cNvSpPr/>
              <p:nvPr/>
            </p:nvSpPr>
            <p:spPr>
              <a:xfrm>
                <a:off x="7122300" y="2883425"/>
                <a:ext cx="26675" cy="4375"/>
              </a:xfrm>
              <a:custGeom>
                <a:rect b="b" l="l" r="r" t="t"/>
                <a:pathLst>
                  <a:path extrusionOk="0" h="175" w="1067">
                    <a:moveTo>
                      <a:pt x="1000" y="0"/>
                    </a:moveTo>
                    <a:cubicBezTo>
                      <a:pt x="700" y="34"/>
                      <a:pt x="366" y="67"/>
                      <a:pt x="66" y="101"/>
                    </a:cubicBezTo>
                    <a:cubicBezTo>
                      <a:pt x="9" y="101"/>
                      <a:pt x="1" y="174"/>
                      <a:pt x="41" y="174"/>
                    </a:cubicBezTo>
                    <a:cubicBezTo>
                      <a:pt x="48" y="174"/>
                      <a:pt x="56" y="172"/>
                      <a:pt x="66" y="167"/>
                    </a:cubicBezTo>
                    <a:cubicBezTo>
                      <a:pt x="366" y="167"/>
                      <a:pt x="700" y="134"/>
                      <a:pt x="1000" y="101"/>
                    </a:cubicBezTo>
                    <a:cubicBezTo>
                      <a:pt x="1067" y="101"/>
                      <a:pt x="1067" y="0"/>
                      <a:pt x="1000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9" name="Google Shape;13269;p39"/>
              <p:cNvSpPr/>
              <p:nvPr/>
            </p:nvSpPr>
            <p:spPr>
              <a:xfrm>
                <a:off x="7073900" y="2628700"/>
                <a:ext cx="48400" cy="12075"/>
              </a:xfrm>
              <a:custGeom>
                <a:rect b="b" l="l" r="r" t="t"/>
                <a:pathLst>
                  <a:path extrusionOk="0" h="483" w="1936">
                    <a:moveTo>
                      <a:pt x="308" y="1"/>
                    </a:moveTo>
                    <a:cubicBezTo>
                      <a:pt x="215" y="1"/>
                      <a:pt x="123" y="6"/>
                      <a:pt x="34" y="16"/>
                    </a:cubicBezTo>
                    <a:cubicBezTo>
                      <a:pt x="1" y="16"/>
                      <a:pt x="1" y="82"/>
                      <a:pt x="34" y="82"/>
                    </a:cubicBezTo>
                    <a:cubicBezTo>
                      <a:pt x="334" y="182"/>
                      <a:pt x="634" y="216"/>
                      <a:pt x="935" y="282"/>
                    </a:cubicBezTo>
                    <a:cubicBezTo>
                      <a:pt x="1235" y="349"/>
                      <a:pt x="1535" y="449"/>
                      <a:pt x="1835" y="483"/>
                    </a:cubicBezTo>
                    <a:cubicBezTo>
                      <a:pt x="1902" y="483"/>
                      <a:pt x="1935" y="416"/>
                      <a:pt x="1869" y="382"/>
                    </a:cubicBezTo>
                    <a:cubicBezTo>
                      <a:pt x="1414" y="155"/>
                      <a:pt x="840" y="1"/>
                      <a:pt x="30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0" name="Google Shape;13270;p39"/>
              <p:cNvSpPr/>
              <p:nvPr/>
            </p:nvSpPr>
            <p:spPr>
              <a:xfrm>
                <a:off x="7100575" y="2645750"/>
                <a:ext cx="18375" cy="5025"/>
              </a:xfrm>
              <a:custGeom>
                <a:rect b="b" l="l" r="r" t="t"/>
                <a:pathLst>
                  <a:path extrusionOk="0" h="201" w="735">
                    <a:moveTo>
                      <a:pt x="34" y="1"/>
                    </a:moveTo>
                    <a:cubicBezTo>
                      <a:pt x="1" y="1"/>
                      <a:pt x="1" y="67"/>
                      <a:pt x="34" y="101"/>
                    </a:cubicBezTo>
                    <a:cubicBezTo>
                      <a:pt x="234" y="134"/>
                      <a:pt x="468" y="167"/>
                      <a:pt x="668" y="201"/>
                    </a:cubicBezTo>
                    <a:cubicBezTo>
                      <a:pt x="735" y="201"/>
                      <a:pt x="735" y="101"/>
                      <a:pt x="668" y="101"/>
                    </a:cubicBezTo>
                    <a:cubicBezTo>
                      <a:pt x="468" y="34"/>
                      <a:pt x="268" y="34"/>
                      <a:pt x="3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1" name="Google Shape;13271;p39"/>
              <p:cNvSpPr/>
              <p:nvPr/>
            </p:nvSpPr>
            <p:spPr>
              <a:xfrm>
                <a:off x="7108100" y="2656600"/>
                <a:ext cx="10850" cy="2700"/>
              </a:xfrm>
              <a:custGeom>
                <a:rect b="b" l="l" r="r" t="t"/>
                <a:pathLst>
                  <a:path extrusionOk="0" h="108" w="434">
                    <a:moveTo>
                      <a:pt x="67" y="0"/>
                    </a:moveTo>
                    <a:cubicBezTo>
                      <a:pt x="34" y="0"/>
                      <a:pt x="0" y="67"/>
                      <a:pt x="67" y="67"/>
                    </a:cubicBezTo>
                    <a:cubicBezTo>
                      <a:pt x="167" y="100"/>
                      <a:pt x="267" y="100"/>
                      <a:pt x="367" y="100"/>
                    </a:cubicBezTo>
                    <a:cubicBezTo>
                      <a:pt x="377" y="105"/>
                      <a:pt x="385" y="107"/>
                      <a:pt x="392" y="107"/>
                    </a:cubicBezTo>
                    <a:cubicBezTo>
                      <a:pt x="433" y="107"/>
                      <a:pt x="429" y="34"/>
                      <a:pt x="400" y="34"/>
                    </a:cubicBezTo>
                    <a:cubicBezTo>
                      <a:pt x="300" y="0"/>
                      <a:pt x="200" y="0"/>
                      <a:pt x="6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2" name="Google Shape;13272;p39"/>
              <p:cNvSpPr/>
              <p:nvPr/>
            </p:nvSpPr>
            <p:spPr>
              <a:xfrm>
                <a:off x="7098075" y="2723300"/>
                <a:ext cx="34225" cy="5875"/>
              </a:xfrm>
              <a:custGeom>
                <a:rect b="b" l="l" r="r" t="t"/>
                <a:pathLst>
                  <a:path extrusionOk="0" h="235" w="1369">
                    <a:moveTo>
                      <a:pt x="68" y="1"/>
                    </a:moveTo>
                    <a:cubicBezTo>
                      <a:pt x="1" y="1"/>
                      <a:pt x="1" y="68"/>
                      <a:pt x="34" y="68"/>
                    </a:cubicBezTo>
                    <a:cubicBezTo>
                      <a:pt x="468" y="134"/>
                      <a:pt x="868" y="201"/>
                      <a:pt x="1302" y="234"/>
                    </a:cubicBezTo>
                    <a:cubicBezTo>
                      <a:pt x="1335" y="234"/>
                      <a:pt x="1369" y="134"/>
                      <a:pt x="1302" y="134"/>
                    </a:cubicBezTo>
                    <a:cubicBezTo>
                      <a:pt x="902" y="68"/>
                      <a:pt x="468" y="34"/>
                      <a:pt x="6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3" name="Google Shape;13273;p39"/>
              <p:cNvSpPr/>
              <p:nvPr/>
            </p:nvSpPr>
            <p:spPr>
              <a:xfrm>
                <a:off x="7026675" y="2499600"/>
                <a:ext cx="46425" cy="12750"/>
              </a:xfrm>
              <a:custGeom>
                <a:rect b="b" l="l" r="r" t="t"/>
                <a:pathLst>
                  <a:path extrusionOk="0" h="510" w="1857">
                    <a:moveTo>
                      <a:pt x="36" y="0"/>
                    </a:moveTo>
                    <a:cubicBezTo>
                      <a:pt x="12" y="0"/>
                      <a:pt x="1" y="49"/>
                      <a:pt x="55" y="76"/>
                    </a:cubicBezTo>
                    <a:cubicBezTo>
                      <a:pt x="589" y="276"/>
                      <a:pt x="1189" y="443"/>
                      <a:pt x="1756" y="510"/>
                    </a:cubicBezTo>
                    <a:cubicBezTo>
                      <a:pt x="1823" y="510"/>
                      <a:pt x="1856" y="443"/>
                      <a:pt x="1789" y="409"/>
                    </a:cubicBezTo>
                    <a:cubicBezTo>
                      <a:pt x="1222" y="243"/>
                      <a:pt x="655" y="109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4" name="Google Shape;13274;p39"/>
              <p:cNvSpPr/>
              <p:nvPr/>
            </p:nvSpPr>
            <p:spPr>
              <a:xfrm>
                <a:off x="7033050" y="2512325"/>
                <a:ext cx="18350" cy="5025"/>
              </a:xfrm>
              <a:custGeom>
                <a:rect b="b" l="l" r="r" t="t"/>
                <a:pathLst>
                  <a:path extrusionOk="0" h="201" w="734">
                    <a:moveTo>
                      <a:pt x="67" y="1"/>
                    </a:moveTo>
                    <a:cubicBezTo>
                      <a:pt x="0" y="1"/>
                      <a:pt x="0" y="67"/>
                      <a:pt x="67" y="67"/>
                    </a:cubicBezTo>
                    <a:cubicBezTo>
                      <a:pt x="267" y="134"/>
                      <a:pt x="467" y="201"/>
                      <a:pt x="667" y="201"/>
                    </a:cubicBezTo>
                    <a:cubicBezTo>
                      <a:pt x="734" y="201"/>
                      <a:pt x="734" y="134"/>
                      <a:pt x="701" y="134"/>
                    </a:cubicBezTo>
                    <a:cubicBezTo>
                      <a:pt x="500" y="67"/>
                      <a:pt x="267" y="34"/>
                      <a:pt x="6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5" name="Google Shape;13275;p39"/>
              <p:cNvSpPr/>
              <p:nvPr/>
            </p:nvSpPr>
            <p:spPr>
              <a:xfrm>
                <a:off x="7036500" y="2520500"/>
                <a:ext cx="13250" cy="3525"/>
              </a:xfrm>
              <a:custGeom>
                <a:rect b="b" l="l" r="r" t="t"/>
                <a:pathLst>
                  <a:path extrusionOk="0" h="141" w="530">
                    <a:moveTo>
                      <a:pt x="48" y="0"/>
                    </a:moveTo>
                    <a:cubicBezTo>
                      <a:pt x="21" y="0"/>
                      <a:pt x="0" y="74"/>
                      <a:pt x="29" y="74"/>
                    </a:cubicBezTo>
                    <a:cubicBezTo>
                      <a:pt x="196" y="107"/>
                      <a:pt x="329" y="141"/>
                      <a:pt x="496" y="141"/>
                    </a:cubicBezTo>
                    <a:cubicBezTo>
                      <a:pt x="529" y="141"/>
                      <a:pt x="529" y="74"/>
                      <a:pt x="496" y="40"/>
                    </a:cubicBezTo>
                    <a:cubicBezTo>
                      <a:pt x="362" y="7"/>
                      <a:pt x="196" y="7"/>
                      <a:pt x="62" y="7"/>
                    </a:cubicBezTo>
                    <a:cubicBezTo>
                      <a:pt x="57" y="2"/>
                      <a:pt x="53" y="0"/>
                      <a:pt x="4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6" name="Google Shape;13276;p39"/>
              <p:cNvSpPr/>
              <p:nvPr/>
            </p:nvSpPr>
            <p:spPr>
              <a:xfrm>
                <a:off x="6397575" y="3452100"/>
                <a:ext cx="14200" cy="101900"/>
              </a:xfrm>
              <a:custGeom>
                <a:rect b="b" l="l" r="r" t="t"/>
                <a:pathLst>
                  <a:path extrusionOk="0" h="4076" w="568">
                    <a:moveTo>
                      <a:pt x="68" y="0"/>
                    </a:moveTo>
                    <a:cubicBezTo>
                      <a:pt x="39" y="0"/>
                      <a:pt x="1" y="29"/>
                      <a:pt x="1" y="70"/>
                    </a:cubicBezTo>
                    <a:cubicBezTo>
                      <a:pt x="34" y="737"/>
                      <a:pt x="134" y="1437"/>
                      <a:pt x="201" y="2105"/>
                    </a:cubicBezTo>
                    <a:cubicBezTo>
                      <a:pt x="268" y="2738"/>
                      <a:pt x="268" y="3406"/>
                      <a:pt x="401" y="4039"/>
                    </a:cubicBezTo>
                    <a:cubicBezTo>
                      <a:pt x="414" y="4065"/>
                      <a:pt x="436" y="4076"/>
                      <a:pt x="459" y="4076"/>
                    </a:cubicBezTo>
                    <a:cubicBezTo>
                      <a:pt x="496" y="4076"/>
                      <a:pt x="535" y="4047"/>
                      <a:pt x="535" y="4006"/>
                    </a:cubicBezTo>
                    <a:cubicBezTo>
                      <a:pt x="568" y="3339"/>
                      <a:pt x="435" y="2638"/>
                      <a:pt x="368" y="1971"/>
                    </a:cubicBezTo>
                    <a:cubicBezTo>
                      <a:pt x="301" y="1304"/>
                      <a:pt x="234" y="670"/>
                      <a:pt x="101" y="36"/>
                    </a:cubicBezTo>
                    <a:cubicBezTo>
                      <a:pt x="101" y="11"/>
                      <a:pt x="86" y="0"/>
                      <a:pt x="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7" name="Google Shape;13277;p39"/>
              <p:cNvSpPr/>
              <p:nvPr/>
            </p:nvSpPr>
            <p:spPr>
              <a:xfrm>
                <a:off x="6385075" y="3450075"/>
                <a:ext cx="8375" cy="63950"/>
              </a:xfrm>
              <a:custGeom>
                <a:rect b="b" l="l" r="r" t="t"/>
                <a:pathLst>
                  <a:path extrusionOk="0" h="2558" w="335">
                    <a:moveTo>
                      <a:pt x="51" y="1"/>
                    </a:moveTo>
                    <a:cubicBezTo>
                      <a:pt x="26" y="1"/>
                      <a:pt x="1" y="17"/>
                      <a:pt x="1" y="51"/>
                    </a:cubicBezTo>
                    <a:cubicBezTo>
                      <a:pt x="1" y="851"/>
                      <a:pt x="67" y="1719"/>
                      <a:pt x="201" y="2519"/>
                    </a:cubicBezTo>
                    <a:cubicBezTo>
                      <a:pt x="215" y="2547"/>
                      <a:pt x="235" y="2558"/>
                      <a:pt x="256" y="2558"/>
                    </a:cubicBezTo>
                    <a:cubicBezTo>
                      <a:pt x="284" y="2558"/>
                      <a:pt x="315" y="2538"/>
                      <a:pt x="334" y="2519"/>
                    </a:cubicBezTo>
                    <a:cubicBezTo>
                      <a:pt x="334" y="1685"/>
                      <a:pt x="234" y="818"/>
                      <a:pt x="101" y="51"/>
                    </a:cubicBezTo>
                    <a:cubicBezTo>
                      <a:pt x="101" y="17"/>
                      <a:pt x="76" y="1"/>
                      <a:pt x="5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8" name="Google Shape;13278;p39"/>
              <p:cNvSpPr/>
              <p:nvPr/>
            </p:nvSpPr>
            <p:spPr>
              <a:xfrm>
                <a:off x="6372575" y="3454600"/>
                <a:ext cx="8350" cy="42200"/>
              </a:xfrm>
              <a:custGeom>
                <a:rect b="b" l="l" r="r" t="t"/>
                <a:pathLst>
                  <a:path extrusionOk="0" h="1688" w="334">
                    <a:moveTo>
                      <a:pt x="68" y="0"/>
                    </a:moveTo>
                    <a:cubicBezTo>
                      <a:pt x="38" y="0"/>
                      <a:pt x="0" y="29"/>
                      <a:pt x="0" y="70"/>
                    </a:cubicBezTo>
                    <a:cubicBezTo>
                      <a:pt x="67" y="570"/>
                      <a:pt x="100" y="1104"/>
                      <a:pt x="134" y="1638"/>
                    </a:cubicBezTo>
                    <a:cubicBezTo>
                      <a:pt x="150" y="1671"/>
                      <a:pt x="175" y="1688"/>
                      <a:pt x="200" y="1688"/>
                    </a:cubicBezTo>
                    <a:cubicBezTo>
                      <a:pt x="225" y="1688"/>
                      <a:pt x="250" y="1671"/>
                      <a:pt x="267" y="1638"/>
                    </a:cubicBezTo>
                    <a:cubicBezTo>
                      <a:pt x="334" y="1104"/>
                      <a:pt x="234" y="537"/>
                      <a:pt x="100" y="37"/>
                    </a:cubicBezTo>
                    <a:cubicBezTo>
                      <a:pt x="100" y="11"/>
                      <a:pt x="86" y="0"/>
                      <a:pt x="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9" name="Google Shape;13279;p39"/>
              <p:cNvSpPr/>
              <p:nvPr/>
            </p:nvSpPr>
            <p:spPr>
              <a:xfrm>
                <a:off x="7023875" y="3397050"/>
                <a:ext cx="14200" cy="75225"/>
              </a:xfrm>
              <a:custGeom>
                <a:rect b="b" l="l" r="r" t="t"/>
                <a:pathLst>
                  <a:path extrusionOk="0" h="3009" w="568">
                    <a:moveTo>
                      <a:pt x="68" y="0"/>
                    </a:moveTo>
                    <a:cubicBezTo>
                      <a:pt x="38" y="0"/>
                      <a:pt x="0" y="29"/>
                      <a:pt x="0" y="70"/>
                    </a:cubicBezTo>
                    <a:cubicBezTo>
                      <a:pt x="33" y="537"/>
                      <a:pt x="134" y="971"/>
                      <a:pt x="200" y="1438"/>
                    </a:cubicBezTo>
                    <a:cubicBezTo>
                      <a:pt x="267" y="1938"/>
                      <a:pt x="267" y="2472"/>
                      <a:pt x="400" y="2972"/>
                    </a:cubicBezTo>
                    <a:cubicBezTo>
                      <a:pt x="413" y="2998"/>
                      <a:pt x="436" y="3009"/>
                      <a:pt x="459" y="3009"/>
                    </a:cubicBezTo>
                    <a:cubicBezTo>
                      <a:pt x="496" y="3009"/>
                      <a:pt x="534" y="2980"/>
                      <a:pt x="534" y="2939"/>
                    </a:cubicBezTo>
                    <a:cubicBezTo>
                      <a:pt x="567" y="2505"/>
                      <a:pt x="467" y="2005"/>
                      <a:pt x="400" y="1538"/>
                    </a:cubicBezTo>
                    <a:cubicBezTo>
                      <a:pt x="334" y="1038"/>
                      <a:pt x="267" y="537"/>
                      <a:pt x="100" y="37"/>
                    </a:cubicBezTo>
                    <a:cubicBezTo>
                      <a:pt x="100" y="11"/>
                      <a:pt x="86" y="0"/>
                      <a:pt x="6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0" name="Google Shape;13280;p39"/>
              <p:cNvSpPr/>
              <p:nvPr/>
            </p:nvSpPr>
            <p:spPr>
              <a:xfrm>
                <a:off x="7019275" y="3431725"/>
                <a:ext cx="7125" cy="39550"/>
              </a:xfrm>
              <a:custGeom>
                <a:rect b="b" l="l" r="r" t="t"/>
                <a:pathLst>
                  <a:path extrusionOk="0" h="1582" w="285">
                    <a:moveTo>
                      <a:pt x="55" y="1"/>
                    </a:moveTo>
                    <a:cubicBezTo>
                      <a:pt x="26" y="1"/>
                      <a:pt x="1" y="18"/>
                      <a:pt x="17" y="51"/>
                    </a:cubicBezTo>
                    <a:cubicBezTo>
                      <a:pt x="51" y="551"/>
                      <a:pt x="51" y="1052"/>
                      <a:pt x="151" y="1519"/>
                    </a:cubicBezTo>
                    <a:cubicBezTo>
                      <a:pt x="166" y="1564"/>
                      <a:pt x="194" y="1582"/>
                      <a:pt x="221" y="1582"/>
                    </a:cubicBezTo>
                    <a:cubicBezTo>
                      <a:pt x="254" y="1582"/>
                      <a:pt x="284" y="1555"/>
                      <a:pt x="284" y="1519"/>
                    </a:cubicBezTo>
                    <a:cubicBezTo>
                      <a:pt x="284" y="1018"/>
                      <a:pt x="184" y="518"/>
                      <a:pt x="117" y="51"/>
                    </a:cubicBezTo>
                    <a:cubicBezTo>
                      <a:pt x="117" y="18"/>
                      <a:pt x="84" y="1"/>
                      <a:pt x="5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1" name="Google Shape;13281;p39"/>
              <p:cNvSpPr/>
              <p:nvPr/>
            </p:nvSpPr>
            <p:spPr>
              <a:xfrm>
                <a:off x="6958825" y="3357025"/>
                <a:ext cx="12525" cy="61725"/>
              </a:xfrm>
              <a:custGeom>
                <a:rect b="b" l="l" r="r" t="t"/>
                <a:pathLst>
                  <a:path extrusionOk="0" h="2469" w="501">
                    <a:moveTo>
                      <a:pt x="76" y="0"/>
                    </a:moveTo>
                    <a:cubicBezTo>
                      <a:pt x="38" y="0"/>
                      <a:pt x="0" y="29"/>
                      <a:pt x="0" y="70"/>
                    </a:cubicBezTo>
                    <a:cubicBezTo>
                      <a:pt x="67" y="837"/>
                      <a:pt x="200" y="1638"/>
                      <a:pt x="367" y="2405"/>
                    </a:cubicBezTo>
                    <a:cubicBezTo>
                      <a:pt x="367" y="2450"/>
                      <a:pt x="394" y="2468"/>
                      <a:pt x="424" y="2468"/>
                    </a:cubicBezTo>
                    <a:cubicBezTo>
                      <a:pt x="460" y="2468"/>
                      <a:pt x="501" y="2442"/>
                      <a:pt x="501" y="2405"/>
                    </a:cubicBezTo>
                    <a:cubicBezTo>
                      <a:pt x="467" y="1605"/>
                      <a:pt x="334" y="804"/>
                      <a:pt x="134" y="37"/>
                    </a:cubicBezTo>
                    <a:cubicBezTo>
                      <a:pt x="121" y="11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2" name="Google Shape;13282;p39"/>
              <p:cNvSpPr/>
              <p:nvPr/>
            </p:nvSpPr>
            <p:spPr>
              <a:xfrm>
                <a:off x="6978000" y="3373100"/>
                <a:ext cx="7525" cy="31475"/>
              </a:xfrm>
              <a:custGeom>
                <a:rect b="b" l="l" r="r" t="t"/>
                <a:pathLst>
                  <a:path extrusionOk="0" h="1259" w="301">
                    <a:moveTo>
                      <a:pt x="83" y="0"/>
                    </a:moveTo>
                    <a:cubicBezTo>
                      <a:pt x="46" y="0"/>
                      <a:pt x="0" y="36"/>
                      <a:pt x="0" y="94"/>
                    </a:cubicBezTo>
                    <a:cubicBezTo>
                      <a:pt x="67" y="461"/>
                      <a:pt x="101" y="828"/>
                      <a:pt x="167" y="1195"/>
                    </a:cubicBezTo>
                    <a:cubicBezTo>
                      <a:pt x="182" y="1240"/>
                      <a:pt x="211" y="1258"/>
                      <a:pt x="238" y="1258"/>
                    </a:cubicBezTo>
                    <a:cubicBezTo>
                      <a:pt x="271" y="1258"/>
                      <a:pt x="301" y="1232"/>
                      <a:pt x="301" y="1195"/>
                    </a:cubicBezTo>
                    <a:cubicBezTo>
                      <a:pt x="267" y="795"/>
                      <a:pt x="201" y="428"/>
                      <a:pt x="134" y="61"/>
                    </a:cubicBezTo>
                    <a:cubicBezTo>
                      <a:pt x="134" y="19"/>
                      <a:pt x="110" y="0"/>
                      <a:pt x="8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3" name="Google Shape;13283;p39"/>
              <p:cNvSpPr/>
              <p:nvPr/>
            </p:nvSpPr>
            <p:spPr>
              <a:xfrm>
                <a:off x="6987525" y="3383225"/>
                <a:ext cx="5500" cy="16850"/>
              </a:xfrm>
              <a:custGeom>
                <a:rect b="b" l="l" r="r" t="t"/>
                <a:pathLst>
                  <a:path extrusionOk="0" h="674" w="220">
                    <a:moveTo>
                      <a:pt x="58" y="1"/>
                    </a:moveTo>
                    <a:cubicBezTo>
                      <a:pt x="26" y="1"/>
                      <a:pt x="0" y="17"/>
                      <a:pt x="20" y="56"/>
                    </a:cubicBezTo>
                    <a:cubicBezTo>
                      <a:pt x="86" y="256"/>
                      <a:pt x="86" y="423"/>
                      <a:pt x="86" y="623"/>
                    </a:cubicBezTo>
                    <a:cubicBezTo>
                      <a:pt x="86" y="657"/>
                      <a:pt x="111" y="673"/>
                      <a:pt x="141" y="673"/>
                    </a:cubicBezTo>
                    <a:cubicBezTo>
                      <a:pt x="170" y="673"/>
                      <a:pt x="203" y="657"/>
                      <a:pt x="220" y="623"/>
                    </a:cubicBezTo>
                    <a:cubicBezTo>
                      <a:pt x="220" y="423"/>
                      <a:pt x="187" y="223"/>
                      <a:pt x="120" y="23"/>
                    </a:cubicBezTo>
                    <a:cubicBezTo>
                      <a:pt x="106" y="9"/>
                      <a:pt x="81" y="1"/>
                      <a:pt x="5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4" name="Google Shape;13284;p39"/>
              <p:cNvSpPr/>
              <p:nvPr/>
            </p:nvSpPr>
            <p:spPr>
              <a:xfrm>
                <a:off x="5910050" y="3318650"/>
                <a:ext cx="27750" cy="91925"/>
              </a:xfrm>
              <a:custGeom>
                <a:rect b="b" l="l" r="r" t="t"/>
                <a:pathLst>
                  <a:path extrusionOk="0" h="3677" w="1110">
                    <a:moveTo>
                      <a:pt x="1045" y="1"/>
                    </a:moveTo>
                    <a:cubicBezTo>
                      <a:pt x="1024" y="1"/>
                      <a:pt x="1001" y="12"/>
                      <a:pt x="989" y="37"/>
                    </a:cubicBezTo>
                    <a:cubicBezTo>
                      <a:pt x="688" y="1238"/>
                      <a:pt x="322" y="2406"/>
                      <a:pt x="21" y="3607"/>
                    </a:cubicBezTo>
                    <a:cubicBezTo>
                      <a:pt x="1" y="3648"/>
                      <a:pt x="31" y="3676"/>
                      <a:pt x="65" y="3676"/>
                    </a:cubicBezTo>
                    <a:cubicBezTo>
                      <a:pt x="86" y="3676"/>
                      <a:pt x="109" y="3665"/>
                      <a:pt x="121" y="3640"/>
                    </a:cubicBezTo>
                    <a:cubicBezTo>
                      <a:pt x="555" y="2506"/>
                      <a:pt x="889" y="1272"/>
                      <a:pt x="1089" y="71"/>
                    </a:cubicBezTo>
                    <a:cubicBezTo>
                      <a:pt x="1109" y="29"/>
                      <a:pt x="1079" y="1"/>
                      <a:pt x="1045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5" name="Google Shape;13285;p39"/>
              <p:cNvSpPr/>
              <p:nvPr/>
            </p:nvSpPr>
            <p:spPr>
              <a:xfrm>
                <a:off x="5938925" y="3336125"/>
                <a:ext cx="9200" cy="26075"/>
              </a:xfrm>
              <a:custGeom>
                <a:rect b="b" l="l" r="r" t="t"/>
                <a:pathLst>
                  <a:path extrusionOk="0" h="1043" w="368">
                    <a:moveTo>
                      <a:pt x="306" y="0"/>
                    </a:moveTo>
                    <a:cubicBezTo>
                      <a:pt x="285" y="0"/>
                      <a:pt x="267" y="11"/>
                      <a:pt x="267" y="39"/>
                    </a:cubicBezTo>
                    <a:cubicBezTo>
                      <a:pt x="167" y="339"/>
                      <a:pt x="67" y="673"/>
                      <a:pt x="0" y="973"/>
                    </a:cubicBezTo>
                    <a:cubicBezTo>
                      <a:pt x="0" y="1014"/>
                      <a:pt x="39" y="1043"/>
                      <a:pt x="68" y="1043"/>
                    </a:cubicBezTo>
                    <a:cubicBezTo>
                      <a:pt x="86" y="1043"/>
                      <a:pt x="101" y="1032"/>
                      <a:pt x="101" y="1006"/>
                    </a:cubicBezTo>
                    <a:cubicBezTo>
                      <a:pt x="167" y="673"/>
                      <a:pt x="267" y="372"/>
                      <a:pt x="367" y="39"/>
                    </a:cubicBezTo>
                    <a:cubicBezTo>
                      <a:pt x="367" y="20"/>
                      <a:pt x="334" y="0"/>
                      <a:pt x="306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6" name="Google Shape;13286;p39"/>
              <p:cNvSpPr/>
              <p:nvPr/>
            </p:nvSpPr>
            <p:spPr>
              <a:xfrm>
                <a:off x="5949775" y="3346750"/>
                <a:ext cx="7300" cy="15175"/>
              </a:xfrm>
              <a:custGeom>
                <a:rect b="b" l="l" r="r" t="t"/>
                <a:pathLst>
                  <a:path extrusionOk="0" h="607" w="292">
                    <a:moveTo>
                      <a:pt x="204" y="1"/>
                    </a:moveTo>
                    <a:cubicBezTo>
                      <a:pt x="190" y="1"/>
                      <a:pt x="176" y="5"/>
                      <a:pt x="167" y="14"/>
                    </a:cubicBezTo>
                    <a:cubicBezTo>
                      <a:pt x="100" y="181"/>
                      <a:pt x="33" y="381"/>
                      <a:pt x="0" y="581"/>
                    </a:cubicBezTo>
                    <a:cubicBezTo>
                      <a:pt x="0" y="598"/>
                      <a:pt x="25" y="606"/>
                      <a:pt x="50" y="606"/>
                    </a:cubicBezTo>
                    <a:cubicBezTo>
                      <a:pt x="75" y="606"/>
                      <a:pt x="100" y="598"/>
                      <a:pt x="100" y="581"/>
                    </a:cubicBezTo>
                    <a:cubicBezTo>
                      <a:pt x="134" y="414"/>
                      <a:pt x="167" y="248"/>
                      <a:pt x="267" y="81"/>
                    </a:cubicBezTo>
                    <a:cubicBezTo>
                      <a:pt x="291" y="32"/>
                      <a:pt x="244" y="1"/>
                      <a:pt x="20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7" name="Google Shape;13287;p39"/>
              <p:cNvSpPr/>
              <p:nvPr/>
            </p:nvSpPr>
            <p:spPr>
              <a:xfrm>
                <a:off x="6239975" y="3516375"/>
                <a:ext cx="77550" cy="30225"/>
              </a:xfrm>
              <a:custGeom>
                <a:rect b="b" l="l" r="r" t="t"/>
                <a:pathLst>
                  <a:path extrusionOk="0" h="1209" w="3102">
                    <a:moveTo>
                      <a:pt x="100" y="1"/>
                    </a:moveTo>
                    <a:cubicBezTo>
                      <a:pt x="34" y="1"/>
                      <a:pt x="0" y="101"/>
                      <a:pt x="67" y="101"/>
                    </a:cubicBezTo>
                    <a:cubicBezTo>
                      <a:pt x="1034" y="501"/>
                      <a:pt x="2035" y="868"/>
                      <a:pt x="3036" y="1201"/>
                    </a:cubicBezTo>
                    <a:cubicBezTo>
                      <a:pt x="3045" y="1206"/>
                      <a:pt x="3054" y="1208"/>
                      <a:pt x="3060" y="1208"/>
                    </a:cubicBezTo>
                    <a:cubicBezTo>
                      <a:pt x="3102" y="1208"/>
                      <a:pt x="3098" y="1135"/>
                      <a:pt x="3069" y="1135"/>
                    </a:cubicBezTo>
                    <a:cubicBezTo>
                      <a:pt x="2069" y="734"/>
                      <a:pt x="1068" y="368"/>
                      <a:pt x="100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8" name="Google Shape;13288;p39"/>
              <p:cNvSpPr/>
              <p:nvPr/>
            </p:nvSpPr>
            <p:spPr>
              <a:xfrm>
                <a:off x="6299175" y="3526375"/>
                <a:ext cx="17500" cy="7700"/>
              </a:xfrm>
              <a:custGeom>
                <a:rect b="b" l="l" r="r" t="t"/>
                <a:pathLst>
                  <a:path extrusionOk="0" h="308" w="700">
                    <a:moveTo>
                      <a:pt x="101" y="1"/>
                    </a:moveTo>
                    <a:cubicBezTo>
                      <a:pt x="34" y="1"/>
                      <a:pt x="1" y="101"/>
                      <a:pt x="67" y="101"/>
                    </a:cubicBezTo>
                    <a:cubicBezTo>
                      <a:pt x="234" y="168"/>
                      <a:pt x="434" y="234"/>
                      <a:pt x="635" y="301"/>
                    </a:cubicBezTo>
                    <a:cubicBezTo>
                      <a:pt x="644" y="306"/>
                      <a:pt x="652" y="308"/>
                      <a:pt x="659" y="308"/>
                    </a:cubicBezTo>
                    <a:cubicBezTo>
                      <a:pt x="700" y="308"/>
                      <a:pt x="692" y="230"/>
                      <a:pt x="635" y="201"/>
                    </a:cubicBezTo>
                    <a:cubicBezTo>
                      <a:pt x="468" y="134"/>
                      <a:pt x="268" y="68"/>
                      <a:pt x="101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9" name="Google Shape;13289;p39"/>
              <p:cNvSpPr/>
              <p:nvPr/>
            </p:nvSpPr>
            <p:spPr>
              <a:xfrm>
                <a:off x="6167075" y="3422275"/>
                <a:ext cx="34550" cy="77875"/>
              </a:xfrm>
              <a:custGeom>
                <a:rect b="b" l="l" r="r" t="t"/>
                <a:pathLst>
                  <a:path extrusionOk="0" h="3115" w="1382">
                    <a:moveTo>
                      <a:pt x="74" y="1"/>
                    </a:moveTo>
                    <a:cubicBezTo>
                      <a:pt x="37" y="1"/>
                      <a:pt x="0" y="48"/>
                      <a:pt x="48" y="95"/>
                    </a:cubicBezTo>
                    <a:cubicBezTo>
                      <a:pt x="848" y="929"/>
                      <a:pt x="1115" y="1963"/>
                      <a:pt x="1282" y="3064"/>
                    </a:cubicBezTo>
                    <a:cubicBezTo>
                      <a:pt x="1299" y="3097"/>
                      <a:pt x="1324" y="3114"/>
                      <a:pt x="1344" y="3114"/>
                    </a:cubicBezTo>
                    <a:cubicBezTo>
                      <a:pt x="1365" y="3114"/>
                      <a:pt x="1382" y="3097"/>
                      <a:pt x="1382" y="3064"/>
                    </a:cubicBezTo>
                    <a:cubicBezTo>
                      <a:pt x="1315" y="1963"/>
                      <a:pt x="982" y="762"/>
                      <a:pt x="114" y="29"/>
                    </a:cubicBezTo>
                    <a:cubicBezTo>
                      <a:pt x="105" y="9"/>
                      <a:pt x="89" y="1"/>
                      <a:pt x="74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0" name="Google Shape;13290;p39"/>
              <p:cNvSpPr/>
              <p:nvPr/>
            </p:nvSpPr>
            <p:spPr>
              <a:xfrm>
                <a:off x="6196000" y="3440150"/>
                <a:ext cx="15650" cy="33025"/>
              </a:xfrm>
              <a:custGeom>
                <a:rect b="b" l="l" r="r" t="t"/>
                <a:pathLst>
                  <a:path extrusionOk="0" h="1321" w="626">
                    <a:moveTo>
                      <a:pt x="88" y="1"/>
                    </a:moveTo>
                    <a:cubicBezTo>
                      <a:pt x="47" y="1"/>
                      <a:pt x="0" y="32"/>
                      <a:pt x="25" y="81"/>
                    </a:cubicBezTo>
                    <a:cubicBezTo>
                      <a:pt x="292" y="448"/>
                      <a:pt x="458" y="848"/>
                      <a:pt x="525" y="1282"/>
                    </a:cubicBezTo>
                    <a:cubicBezTo>
                      <a:pt x="525" y="1310"/>
                      <a:pt x="543" y="1320"/>
                      <a:pt x="564" y="1320"/>
                    </a:cubicBezTo>
                    <a:cubicBezTo>
                      <a:pt x="592" y="1320"/>
                      <a:pt x="625" y="1301"/>
                      <a:pt x="625" y="1282"/>
                    </a:cubicBezTo>
                    <a:cubicBezTo>
                      <a:pt x="559" y="815"/>
                      <a:pt x="392" y="381"/>
                      <a:pt x="125" y="14"/>
                    </a:cubicBezTo>
                    <a:cubicBezTo>
                      <a:pt x="116" y="5"/>
                      <a:pt x="102" y="1"/>
                      <a:pt x="8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1" name="Google Shape;13291;p39"/>
              <p:cNvSpPr/>
              <p:nvPr/>
            </p:nvSpPr>
            <p:spPr>
              <a:xfrm>
                <a:off x="6210175" y="3446000"/>
                <a:ext cx="7300" cy="12100"/>
              </a:xfrm>
              <a:custGeom>
                <a:rect b="b" l="l" r="r" t="t"/>
                <a:pathLst>
                  <a:path extrusionOk="0" h="484" w="292">
                    <a:moveTo>
                      <a:pt x="60" y="0"/>
                    </a:moveTo>
                    <a:cubicBezTo>
                      <a:pt x="30" y="0"/>
                      <a:pt x="0" y="31"/>
                      <a:pt x="25" y="80"/>
                    </a:cubicBezTo>
                    <a:cubicBezTo>
                      <a:pt x="92" y="180"/>
                      <a:pt x="158" y="314"/>
                      <a:pt x="192" y="447"/>
                    </a:cubicBezTo>
                    <a:cubicBezTo>
                      <a:pt x="192" y="473"/>
                      <a:pt x="206" y="484"/>
                      <a:pt x="224" y="484"/>
                    </a:cubicBezTo>
                    <a:cubicBezTo>
                      <a:pt x="254" y="484"/>
                      <a:pt x="292" y="455"/>
                      <a:pt x="292" y="414"/>
                    </a:cubicBezTo>
                    <a:cubicBezTo>
                      <a:pt x="258" y="280"/>
                      <a:pt x="192" y="147"/>
                      <a:pt x="92" y="14"/>
                    </a:cubicBezTo>
                    <a:cubicBezTo>
                      <a:pt x="83" y="5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2" name="Google Shape;13292;p39"/>
              <p:cNvSpPr/>
              <p:nvPr/>
            </p:nvSpPr>
            <p:spPr>
              <a:xfrm>
                <a:off x="5972275" y="3389625"/>
                <a:ext cx="33400" cy="31775"/>
              </a:xfrm>
              <a:custGeom>
                <a:rect b="b" l="l" r="r" t="t"/>
                <a:pathLst>
                  <a:path extrusionOk="0" h="1271" w="1336">
                    <a:moveTo>
                      <a:pt x="1235" y="0"/>
                    </a:moveTo>
                    <a:cubicBezTo>
                      <a:pt x="668" y="167"/>
                      <a:pt x="168" y="634"/>
                      <a:pt x="1" y="1201"/>
                    </a:cubicBezTo>
                    <a:cubicBezTo>
                      <a:pt x="1" y="1242"/>
                      <a:pt x="39" y="1271"/>
                      <a:pt x="68" y="1271"/>
                    </a:cubicBezTo>
                    <a:cubicBezTo>
                      <a:pt x="86" y="1271"/>
                      <a:pt x="101" y="1260"/>
                      <a:pt x="101" y="1235"/>
                    </a:cubicBezTo>
                    <a:cubicBezTo>
                      <a:pt x="301" y="701"/>
                      <a:pt x="735" y="301"/>
                      <a:pt x="1268" y="100"/>
                    </a:cubicBezTo>
                    <a:cubicBezTo>
                      <a:pt x="1335" y="100"/>
                      <a:pt x="1302" y="0"/>
                      <a:pt x="1235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3" name="Google Shape;13293;p39"/>
              <p:cNvSpPr/>
              <p:nvPr/>
            </p:nvSpPr>
            <p:spPr>
              <a:xfrm>
                <a:off x="6816450" y="3403475"/>
                <a:ext cx="13125" cy="37450"/>
              </a:xfrm>
              <a:custGeom>
                <a:rect b="b" l="l" r="r" t="t"/>
                <a:pathLst>
                  <a:path extrusionOk="0" h="1498" w="525">
                    <a:moveTo>
                      <a:pt x="87" y="0"/>
                    </a:moveTo>
                    <a:cubicBezTo>
                      <a:pt x="47" y="0"/>
                      <a:pt x="0" y="31"/>
                      <a:pt x="25" y="80"/>
                    </a:cubicBezTo>
                    <a:cubicBezTo>
                      <a:pt x="258" y="514"/>
                      <a:pt x="325" y="947"/>
                      <a:pt x="358" y="1448"/>
                    </a:cubicBezTo>
                    <a:cubicBezTo>
                      <a:pt x="358" y="1481"/>
                      <a:pt x="375" y="1498"/>
                      <a:pt x="396" y="1498"/>
                    </a:cubicBezTo>
                    <a:cubicBezTo>
                      <a:pt x="416" y="1498"/>
                      <a:pt x="441" y="1481"/>
                      <a:pt x="458" y="1448"/>
                    </a:cubicBezTo>
                    <a:cubicBezTo>
                      <a:pt x="525" y="947"/>
                      <a:pt x="391" y="447"/>
                      <a:pt x="125" y="13"/>
                    </a:cubicBezTo>
                    <a:cubicBezTo>
                      <a:pt x="116" y="4"/>
                      <a:pt x="102" y="0"/>
                      <a:pt x="87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4" name="Google Shape;13294;p39"/>
              <p:cNvSpPr/>
              <p:nvPr/>
            </p:nvSpPr>
            <p:spPr>
              <a:xfrm>
                <a:off x="6831475" y="3412275"/>
                <a:ext cx="7275" cy="19975"/>
              </a:xfrm>
              <a:custGeom>
                <a:rect b="b" l="l" r="r" t="t"/>
                <a:pathLst>
                  <a:path extrusionOk="0" h="799" w="291">
                    <a:moveTo>
                      <a:pt x="68" y="1"/>
                    </a:moveTo>
                    <a:cubicBezTo>
                      <a:pt x="27" y="1"/>
                      <a:pt x="0" y="48"/>
                      <a:pt x="24" y="95"/>
                    </a:cubicBezTo>
                    <a:cubicBezTo>
                      <a:pt x="124" y="295"/>
                      <a:pt x="157" y="529"/>
                      <a:pt x="124" y="729"/>
                    </a:cubicBezTo>
                    <a:cubicBezTo>
                      <a:pt x="124" y="770"/>
                      <a:pt x="162" y="799"/>
                      <a:pt x="191" y="799"/>
                    </a:cubicBezTo>
                    <a:cubicBezTo>
                      <a:pt x="210" y="799"/>
                      <a:pt x="224" y="788"/>
                      <a:pt x="224" y="762"/>
                    </a:cubicBezTo>
                    <a:cubicBezTo>
                      <a:pt x="291" y="495"/>
                      <a:pt x="224" y="262"/>
                      <a:pt x="124" y="28"/>
                    </a:cubicBezTo>
                    <a:cubicBezTo>
                      <a:pt x="104" y="9"/>
                      <a:pt x="85" y="1"/>
                      <a:pt x="6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5" name="Google Shape;13295;p39"/>
              <p:cNvSpPr/>
              <p:nvPr/>
            </p:nvSpPr>
            <p:spPr>
              <a:xfrm>
                <a:off x="6889600" y="3459675"/>
                <a:ext cx="64000" cy="21875"/>
              </a:xfrm>
              <a:custGeom>
                <a:rect b="b" l="l" r="r" t="t"/>
                <a:pathLst>
                  <a:path extrusionOk="0" h="875" w="2560">
                    <a:moveTo>
                      <a:pt x="101" y="0"/>
                    </a:moveTo>
                    <a:cubicBezTo>
                      <a:pt x="34" y="0"/>
                      <a:pt x="1" y="100"/>
                      <a:pt x="101" y="134"/>
                    </a:cubicBezTo>
                    <a:cubicBezTo>
                      <a:pt x="868" y="434"/>
                      <a:pt x="1668" y="701"/>
                      <a:pt x="2469" y="868"/>
                    </a:cubicBezTo>
                    <a:cubicBezTo>
                      <a:pt x="2478" y="872"/>
                      <a:pt x="2487" y="874"/>
                      <a:pt x="2495" y="874"/>
                    </a:cubicBezTo>
                    <a:cubicBezTo>
                      <a:pt x="2543" y="874"/>
                      <a:pt x="2560" y="796"/>
                      <a:pt x="2502" y="768"/>
                    </a:cubicBezTo>
                    <a:cubicBezTo>
                      <a:pt x="1735" y="467"/>
                      <a:pt x="901" y="234"/>
                      <a:pt x="101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6" name="Google Shape;13296;p39"/>
              <p:cNvSpPr/>
              <p:nvPr/>
            </p:nvSpPr>
            <p:spPr>
              <a:xfrm>
                <a:off x="6919850" y="3457825"/>
                <a:ext cx="23750" cy="9550"/>
              </a:xfrm>
              <a:custGeom>
                <a:rect b="b" l="l" r="r" t="t"/>
                <a:pathLst>
                  <a:path extrusionOk="0" h="382" w="950">
                    <a:moveTo>
                      <a:pt x="97" y="1"/>
                    </a:moveTo>
                    <a:cubicBezTo>
                      <a:pt x="42" y="1"/>
                      <a:pt x="1" y="79"/>
                      <a:pt x="58" y="108"/>
                    </a:cubicBezTo>
                    <a:cubicBezTo>
                      <a:pt x="325" y="208"/>
                      <a:pt x="592" y="341"/>
                      <a:pt x="859" y="375"/>
                    </a:cubicBezTo>
                    <a:cubicBezTo>
                      <a:pt x="868" y="379"/>
                      <a:pt x="877" y="381"/>
                      <a:pt x="885" y="381"/>
                    </a:cubicBezTo>
                    <a:cubicBezTo>
                      <a:pt x="933" y="381"/>
                      <a:pt x="950" y="303"/>
                      <a:pt x="892" y="274"/>
                    </a:cubicBezTo>
                    <a:cubicBezTo>
                      <a:pt x="692" y="141"/>
                      <a:pt x="358" y="74"/>
                      <a:pt x="125" y="8"/>
                    </a:cubicBezTo>
                    <a:cubicBezTo>
                      <a:pt x="116" y="3"/>
                      <a:pt x="106" y="1"/>
                      <a:pt x="9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7" name="Google Shape;13297;p39"/>
              <p:cNvSpPr/>
              <p:nvPr/>
            </p:nvSpPr>
            <p:spPr>
              <a:xfrm>
                <a:off x="6928075" y="3450325"/>
                <a:ext cx="15750" cy="6875"/>
              </a:xfrm>
              <a:custGeom>
                <a:rect b="b" l="l" r="r" t="t"/>
                <a:pathLst>
                  <a:path extrusionOk="0" h="275" w="630">
                    <a:moveTo>
                      <a:pt x="70" y="1"/>
                    </a:moveTo>
                    <a:cubicBezTo>
                      <a:pt x="21" y="1"/>
                      <a:pt x="1" y="79"/>
                      <a:pt x="29" y="107"/>
                    </a:cubicBezTo>
                    <a:cubicBezTo>
                      <a:pt x="196" y="208"/>
                      <a:pt x="363" y="241"/>
                      <a:pt x="530" y="274"/>
                    </a:cubicBezTo>
                    <a:cubicBezTo>
                      <a:pt x="630" y="274"/>
                      <a:pt x="630" y="174"/>
                      <a:pt x="563" y="141"/>
                    </a:cubicBezTo>
                    <a:cubicBezTo>
                      <a:pt x="396" y="141"/>
                      <a:pt x="230" y="74"/>
                      <a:pt x="96" y="7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8" name="Google Shape;13298;p39"/>
              <p:cNvSpPr/>
              <p:nvPr/>
            </p:nvSpPr>
            <p:spPr>
              <a:xfrm>
                <a:off x="5870550" y="3062425"/>
                <a:ext cx="49825" cy="66625"/>
              </a:xfrm>
              <a:custGeom>
                <a:rect b="b" l="l" r="r" t="t"/>
                <a:pathLst>
                  <a:path extrusionOk="0" h="2665" w="1993">
                    <a:moveTo>
                      <a:pt x="1393" y="1"/>
                    </a:moveTo>
                    <a:cubicBezTo>
                      <a:pt x="1013" y="1"/>
                      <a:pt x="661" y="171"/>
                      <a:pt x="434" y="513"/>
                    </a:cubicBezTo>
                    <a:cubicBezTo>
                      <a:pt x="0" y="1146"/>
                      <a:pt x="100" y="1947"/>
                      <a:pt x="367" y="2614"/>
                    </a:cubicBezTo>
                    <a:cubicBezTo>
                      <a:pt x="367" y="2647"/>
                      <a:pt x="400" y="2664"/>
                      <a:pt x="434" y="2664"/>
                    </a:cubicBezTo>
                    <a:cubicBezTo>
                      <a:pt x="467" y="2664"/>
                      <a:pt x="501" y="2647"/>
                      <a:pt x="501" y="2614"/>
                    </a:cubicBezTo>
                    <a:cubicBezTo>
                      <a:pt x="467" y="2080"/>
                      <a:pt x="300" y="1547"/>
                      <a:pt x="467" y="1013"/>
                    </a:cubicBezTo>
                    <a:cubicBezTo>
                      <a:pt x="634" y="457"/>
                      <a:pt x="1056" y="179"/>
                      <a:pt x="1558" y="179"/>
                    </a:cubicBezTo>
                    <a:cubicBezTo>
                      <a:pt x="1659" y="179"/>
                      <a:pt x="1763" y="190"/>
                      <a:pt x="1868" y="212"/>
                    </a:cubicBezTo>
                    <a:cubicBezTo>
                      <a:pt x="1877" y="217"/>
                      <a:pt x="1887" y="219"/>
                      <a:pt x="1896" y="219"/>
                    </a:cubicBezTo>
                    <a:cubicBezTo>
                      <a:pt x="1951" y="219"/>
                      <a:pt x="1992" y="141"/>
                      <a:pt x="1935" y="112"/>
                    </a:cubicBezTo>
                    <a:cubicBezTo>
                      <a:pt x="1754" y="38"/>
                      <a:pt x="1571" y="1"/>
                      <a:pt x="1393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9" name="Google Shape;13299;p39"/>
              <p:cNvSpPr/>
              <p:nvPr/>
            </p:nvSpPr>
            <p:spPr>
              <a:xfrm>
                <a:off x="5882225" y="3136525"/>
                <a:ext cx="6375" cy="13025"/>
              </a:xfrm>
              <a:custGeom>
                <a:rect b="b" l="l" r="r" t="t"/>
                <a:pathLst>
                  <a:path extrusionOk="0" h="521" w="255">
                    <a:moveTo>
                      <a:pt x="38" y="0"/>
                    </a:moveTo>
                    <a:cubicBezTo>
                      <a:pt x="17" y="0"/>
                      <a:pt x="0" y="17"/>
                      <a:pt x="0" y="50"/>
                    </a:cubicBezTo>
                    <a:cubicBezTo>
                      <a:pt x="0" y="217"/>
                      <a:pt x="67" y="351"/>
                      <a:pt x="134" y="484"/>
                    </a:cubicBezTo>
                    <a:cubicBezTo>
                      <a:pt x="146" y="510"/>
                      <a:pt x="169" y="520"/>
                      <a:pt x="190" y="520"/>
                    </a:cubicBezTo>
                    <a:cubicBezTo>
                      <a:pt x="224" y="520"/>
                      <a:pt x="254" y="492"/>
                      <a:pt x="234" y="451"/>
                    </a:cubicBezTo>
                    <a:cubicBezTo>
                      <a:pt x="167" y="317"/>
                      <a:pt x="134" y="184"/>
                      <a:pt x="100" y="50"/>
                    </a:cubicBezTo>
                    <a:cubicBezTo>
                      <a:pt x="84" y="17"/>
                      <a:pt x="59" y="0"/>
                      <a:pt x="38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0" name="Google Shape;13300;p39"/>
              <p:cNvSpPr/>
              <p:nvPr/>
            </p:nvSpPr>
            <p:spPr>
              <a:xfrm>
                <a:off x="5955600" y="3068150"/>
                <a:ext cx="5875" cy="42200"/>
              </a:xfrm>
              <a:custGeom>
                <a:rect b="b" l="l" r="r" t="t"/>
                <a:pathLst>
                  <a:path extrusionOk="0" h="1688" w="235">
                    <a:moveTo>
                      <a:pt x="151" y="0"/>
                    </a:moveTo>
                    <a:cubicBezTo>
                      <a:pt x="126" y="0"/>
                      <a:pt x="101" y="17"/>
                      <a:pt x="101" y="50"/>
                    </a:cubicBezTo>
                    <a:cubicBezTo>
                      <a:pt x="34" y="550"/>
                      <a:pt x="1" y="1118"/>
                      <a:pt x="34" y="1618"/>
                    </a:cubicBezTo>
                    <a:cubicBezTo>
                      <a:pt x="34" y="1659"/>
                      <a:pt x="85" y="1688"/>
                      <a:pt x="124" y="1688"/>
                    </a:cubicBezTo>
                    <a:cubicBezTo>
                      <a:pt x="148" y="1688"/>
                      <a:pt x="167" y="1677"/>
                      <a:pt x="167" y="1651"/>
                    </a:cubicBezTo>
                    <a:cubicBezTo>
                      <a:pt x="234" y="1118"/>
                      <a:pt x="201" y="550"/>
                      <a:pt x="201" y="50"/>
                    </a:cubicBezTo>
                    <a:cubicBezTo>
                      <a:pt x="201" y="17"/>
                      <a:pt x="176" y="0"/>
                      <a:pt x="151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1" name="Google Shape;13301;p39"/>
              <p:cNvSpPr/>
              <p:nvPr/>
            </p:nvSpPr>
            <p:spPr>
              <a:xfrm>
                <a:off x="5947275" y="3077325"/>
                <a:ext cx="4175" cy="24700"/>
              </a:xfrm>
              <a:custGeom>
                <a:rect b="b" l="l" r="r" t="t"/>
                <a:pathLst>
                  <a:path extrusionOk="0" h="988" w="167">
                    <a:moveTo>
                      <a:pt x="83" y="0"/>
                    </a:moveTo>
                    <a:cubicBezTo>
                      <a:pt x="58" y="0"/>
                      <a:pt x="33" y="17"/>
                      <a:pt x="33" y="50"/>
                    </a:cubicBezTo>
                    <a:cubicBezTo>
                      <a:pt x="33" y="350"/>
                      <a:pt x="33" y="650"/>
                      <a:pt x="0" y="917"/>
                    </a:cubicBezTo>
                    <a:cubicBezTo>
                      <a:pt x="0" y="959"/>
                      <a:pt x="38" y="987"/>
                      <a:pt x="67" y="987"/>
                    </a:cubicBezTo>
                    <a:cubicBezTo>
                      <a:pt x="85" y="987"/>
                      <a:pt x="100" y="976"/>
                      <a:pt x="100" y="951"/>
                    </a:cubicBezTo>
                    <a:cubicBezTo>
                      <a:pt x="167" y="650"/>
                      <a:pt x="167" y="350"/>
                      <a:pt x="133" y="50"/>
                    </a:cubicBezTo>
                    <a:cubicBezTo>
                      <a:pt x="133" y="17"/>
                      <a:pt x="108" y="0"/>
                      <a:pt x="83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2" name="Google Shape;13302;p39"/>
              <p:cNvSpPr/>
              <p:nvPr/>
            </p:nvSpPr>
            <p:spPr>
              <a:xfrm>
                <a:off x="5940600" y="3082325"/>
                <a:ext cx="3350" cy="11400"/>
              </a:xfrm>
              <a:custGeom>
                <a:rect b="b" l="l" r="r" t="t"/>
                <a:pathLst>
                  <a:path extrusionOk="0" h="456" w="134">
                    <a:moveTo>
                      <a:pt x="84" y="0"/>
                    </a:moveTo>
                    <a:cubicBezTo>
                      <a:pt x="59" y="0"/>
                      <a:pt x="34" y="17"/>
                      <a:pt x="34" y="50"/>
                    </a:cubicBezTo>
                    <a:cubicBezTo>
                      <a:pt x="0" y="184"/>
                      <a:pt x="0" y="284"/>
                      <a:pt x="0" y="417"/>
                    </a:cubicBezTo>
                    <a:cubicBezTo>
                      <a:pt x="0" y="436"/>
                      <a:pt x="22" y="456"/>
                      <a:pt x="41" y="456"/>
                    </a:cubicBezTo>
                    <a:cubicBezTo>
                      <a:pt x="55" y="456"/>
                      <a:pt x="67" y="445"/>
                      <a:pt x="67" y="417"/>
                    </a:cubicBezTo>
                    <a:cubicBezTo>
                      <a:pt x="100" y="284"/>
                      <a:pt x="100" y="184"/>
                      <a:pt x="134" y="50"/>
                    </a:cubicBezTo>
                    <a:cubicBezTo>
                      <a:pt x="134" y="17"/>
                      <a:pt x="109" y="0"/>
                      <a:pt x="84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3" name="Google Shape;13303;p39"/>
              <p:cNvSpPr/>
              <p:nvPr/>
            </p:nvSpPr>
            <p:spPr>
              <a:xfrm>
                <a:off x="6023975" y="3077350"/>
                <a:ext cx="36725" cy="4700"/>
              </a:xfrm>
              <a:custGeom>
                <a:rect b="b" l="l" r="r" t="t"/>
                <a:pathLst>
                  <a:path extrusionOk="0" h="188" w="1469">
                    <a:moveTo>
                      <a:pt x="960" y="1"/>
                    </a:moveTo>
                    <a:cubicBezTo>
                      <a:pt x="661" y="1"/>
                      <a:pt x="357" y="16"/>
                      <a:pt x="68" y="16"/>
                    </a:cubicBezTo>
                    <a:cubicBezTo>
                      <a:pt x="1" y="16"/>
                      <a:pt x="1" y="149"/>
                      <a:pt x="68" y="149"/>
                    </a:cubicBezTo>
                    <a:cubicBezTo>
                      <a:pt x="318" y="168"/>
                      <a:pt x="579" y="188"/>
                      <a:pt x="839" y="188"/>
                    </a:cubicBezTo>
                    <a:cubicBezTo>
                      <a:pt x="1029" y="188"/>
                      <a:pt x="1219" y="177"/>
                      <a:pt x="1402" y="149"/>
                    </a:cubicBezTo>
                    <a:cubicBezTo>
                      <a:pt x="1469" y="116"/>
                      <a:pt x="1469" y="16"/>
                      <a:pt x="1402" y="16"/>
                    </a:cubicBezTo>
                    <a:cubicBezTo>
                      <a:pt x="1257" y="5"/>
                      <a:pt x="1109" y="1"/>
                      <a:pt x="960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4" name="Google Shape;13304;p39"/>
              <p:cNvSpPr/>
              <p:nvPr/>
            </p:nvSpPr>
            <p:spPr>
              <a:xfrm>
                <a:off x="6042325" y="3085700"/>
                <a:ext cx="15050" cy="3725"/>
              </a:xfrm>
              <a:custGeom>
                <a:rect b="b" l="l" r="r" t="t"/>
                <a:pathLst>
                  <a:path extrusionOk="0" h="149" w="602">
                    <a:moveTo>
                      <a:pt x="459" y="0"/>
                    </a:moveTo>
                    <a:cubicBezTo>
                      <a:pt x="405" y="0"/>
                      <a:pt x="345" y="15"/>
                      <a:pt x="301" y="15"/>
                    </a:cubicBezTo>
                    <a:lnTo>
                      <a:pt x="67" y="15"/>
                    </a:lnTo>
                    <a:cubicBezTo>
                      <a:pt x="1" y="15"/>
                      <a:pt x="1" y="115"/>
                      <a:pt x="67" y="149"/>
                    </a:cubicBezTo>
                    <a:lnTo>
                      <a:pt x="534" y="149"/>
                    </a:lnTo>
                    <a:cubicBezTo>
                      <a:pt x="601" y="115"/>
                      <a:pt x="601" y="49"/>
                      <a:pt x="534" y="15"/>
                    </a:cubicBezTo>
                    <a:cubicBezTo>
                      <a:pt x="512" y="4"/>
                      <a:pt x="486" y="0"/>
                      <a:pt x="459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5" name="Google Shape;13305;p39"/>
              <p:cNvSpPr/>
              <p:nvPr/>
            </p:nvSpPr>
            <p:spPr>
              <a:xfrm>
                <a:off x="6041500" y="3093225"/>
                <a:ext cx="13375" cy="3700"/>
              </a:xfrm>
              <a:custGeom>
                <a:rect b="b" l="l" r="r" t="t"/>
                <a:pathLst>
                  <a:path extrusionOk="0" h="148" w="535">
                    <a:moveTo>
                      <a:pt x="183" y="1"/>
                    </a:moveTo>
                    <a:cubicBezTo>
                      <a:pt x="145" y="1"/>
                      <a:pt x="106" y="5"/>
                      <a:pt x="67" y="14"/>
                    </a:cubicBezTo>
                    <a:cubicBezTo>
                      <a:pt x="0" y="48"/>
                      <a:pt x="34" y="115"/>
                      <a:pt x="67" y="115"/>
                    </a:cubicBezTo>
                    <a:cubicBezTo>
                      <a:pt x="201" y="115"/>
                      <a:pt x="301" y="115"/>
                      <a:pt x="434" y="148"/>
                    </a:cubicBezTo>
                    <a:cubicBezTo>
                      <a:pt x="501" y="148"/>
                      <a:pt x="534" y="48"/>
                      <a:pt x="434" y="48"/>
                    </a:cubicBezTo>
                    <a:cubicBezTo>
                      <a:pt x="363" y="24"/>
                      <a:pt x="276" y="1"/>
                      <a:pt x="183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6" name="Google Shape;13306;p39"/>
              <p:cNvSpPr/>
              <p:nvPr/>
            </p:nvSpPr>
            <p:spPr>
              <a:xfrm>
                <a:off x="5909725" y="3198450"/>
                <a:ext cx="4200" cy="16475"/>
              </a:xfrm>
              <a:custGeom>
                <a:rect b="b" l="l" r="r" t="t"/>
                <a:pathLst>
                  <a:path extrusionOk="0" h="659" w="168">
                    <a:moveTo>
                      <a:pt x="72" y="0"/>
                    </a:moveTo>
                    <a:cubicBezTo>
                      <a:pt x="43" y="0"/>
                      <a:pt x="18" y="25"/>
                      <a:pt x="34" y="75"/>
                    </a:cubicBezTo>
                    <a:cubicBezTo>
                      <a:pt x="34" y="242"/>
                      <a:pt x="1" y="409"/>
                      <a:pt x="1" y="609"/>
                    </a:cubicBezTo>
                    <a:cubicBezTo>
                      <a:pt x="1" y="642"/>
                      <a:pt x="26" y="659"/>
                      <a:pt x="51" y="659"/>
                    </a:cubicBezTo>
                    <a:cubicBezTo>
                      <a:pt x="76" y="659"/>
                      <a:pt x="101" y="642"/>
                      <a:pt x="101" y="609"/>
                    </a:cubicBezTo>
                    <a:cubicBezTo>
                      <a:pt x="134" y="442"/>
                      <a:pt x="168" y="242"/>
                      <a:pt x="134" y="75"/>
                    </a:cubicBezTo>
                    <a:cubicBezTo>
                      <a:pt x="134" y="25"/>
                      <a:pt x="101" y="0"/>
                      <a:pt x="72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7" name="Google Shape;13307;p39"/>
              <p:cNvSpPr/>
              <p:nvPr/>
            </p:nvSpPr>
            <p:spPr>
              <a:xfrm>
                <a:off x="5955000" y="2937175"/>
                <a:ext cx="35650" cy="22575"/>
              </a:xfrm>
              <a:custGeom>
                <a:rect b="b" l="l" r="r" t="t"/>
                <a:pathLst>
                  <a:path extrusionOk="0" h="903" w="1426">
                    <a:moveTo>
                      <a:pt x="537" y="1"/>
                    </a:moveTo>
                    <a:cubicBezTo>
                      <a:pt x="360" y="1"/>
                      <a:pt x="184" y="59"/>
                      <a:pt x="58" y="185"/>
                    </a:cubicBezTo>
                    <a:cubicBezTo>
                      <a:pt x="0" y="243"/>
                      <a:pt x="42" y="326"/>
                      <a:pt x="98" y="326"/>
                    </a:cubicBezTo>
                    <a:cubicBezTo>
                      <a:pt x="106" y="326"/>
                      <a:pt x="116" y="323"/>
                      <a:pt x="125" y="319"/>
                    </a:cubicBezTo>
                    <a:cubicBezTo>
                      <a:pt x="293" y="277"/>
                      <a:pt x="449" y="235"/>
                      <a:pt x="608" y="235"/>
                    </a:cubicBezTo>
                    <a:cubicBezTo>
                      <a:pt x="700" y="235"/>
                      <a:pt x="794" y="249"/>
                      <a:pt x="892" y="286"/>
                    </a:cubicBezTo>
                    <a:cubicBezTo>
                      <a:pt x="1125" y="386"/>
                      <a:pt x="1292" y="619"/>
                      <a:pt x="1359" y="853"/>
                    </a:cubicBezTo>
                    <a:cubicBezTo>
                      <a:pt x="1359" y="886"/>
                      <a:pt x="1376" y="903"/>
                      <a:pt x="1392" y="903"/>
                    </a:cubicBezTo>
                    <a:cubicBezTo>
                      <a:pt x="1409" y="903"/>
                      <a:pt x="1426" y="886"/>
                      <a:pt x="1426" y="853"/>
                    </a:cubicBezTo>
                    <a:cubicBezTo>
                      <a:pt x="1426" y="519"/>
                      <a:pt x="1259" y="252"/>
                      <a:pt x="959" y="119"/>
                    </a:cubicBezTo>
                    <a:cubicBezTo>
                      <a:pt x="836" y="42"/>
                      <a:pt x="686" y="1"/>
                      <a:pt x="53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8" name="Google Shape;13308;p39"/>
              <p:cNvSpPr/>
              <p:nvPr/>
            </p:nvSpPr>
            <p:spPr>
              <a:xfrm>
                <a:off x="5972275" y="2950150"/>
                <a:ext cx="13375" cy="12875"/>
              </a:xfrm>
              <a:custGeom>
                <a:rect b="b" l="l" r="r" t="t"/>
                <a:pathLst>
                  <a:path extrusionOk="0" h="515" w="535">
                    <a:moveTo>
                      <a:pt x="101" y="0"/>
                    </a:moveTo>
                    <a:cubicBezTo>
                      <a:pt x="34" y="0"/>
                      <a:pt x="1" y="100"/>
                      <a:pt x="67" y="133"/>
                    </a:cubicBezTo>
                    <a:cubicBezTo>
                      <a:pt x="134" y="200"/>
                      <a:pt x="201" y="234"/>
                      <a:pt x="268" y="267"/>
                    </a:cubicBezTo>
                    <a:cubicBezTo>
                      <a:pt x="334" y="334"/>
                      <a:pt x="401" y="400"/>
                      <a:pt x="434" y="500"/>
                    </a:cubicBezTo>
                    <a:cubicBezTo>
                      <a:pt x="444" y="510"/>
                      <a:pt x="457" y="514"/>
                      <a:pt x="470" y="514"/>
                    </a:cubicBezTo>
                    <a:cubicBezTo>
                      <a:pt x="501" y="514"/>
                      <a:pt x="534" y="491"/>
                      <a:pt x="534" y="467"/>
                    </a:cubicBezTo>
                    <a:cubicBezTo>
                      <a:pt x="501" y="234"/>
                      <a:pt x="334" y="0"/>
                      <a:pt x="101" y="0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9" name="Google Shape;13309;p39"/>
              <p:cNvSpPr/>
              <p:nvPr/>
            </p:nvSpPr>
            <p:spPr>
              <a:xfrm>
                <a:off x="5846350" y="2937750"/>
                <a:ext cx="35050" cy="32350"/>
              </a:xfrm>
              <a:custGeom>
                <a:rect b="b" l="l" r="r" t="t"/>
                <a:pathLst>
                  <a:path extrusionOk="0" h="1294" w="1402">
                    <a:moveTo>
                      <a:pt x="987" y="1"/>
                    </a:moveTo>
                    <a:cubicBezTo>
                      <a:pt x="786" y="1"/>
                      <a:pt x="567" y="82"/>
                      <a:pt x="434" y="196"/>
                    </a:cubicBezTo>
                    <a:cubicBezTo>
                      <a:pt x="134" y="429"/>
                      <a:pt x="1" y="863"/>
                      <a:pt x="134" y="1230"/>
                    </a:cubicBezTo>
                    <a:cubicBezTo>
                      <a:pt x="149" y="1275"/>
                      <a:pt x="178" y="1293"/>
                      <a:pt x="205" y="1293"/>
                    </a:cubicBezTo>
                    <a:cubicBezTo>
                      <a:pt x="238" y="1293"/>
                      <a:pt x="268" y="1266"/>
                      <a:pt x="268" y="1230"/>
                    </a:cubicBezTo>
                    <a:cubicBezTo>
                      <a:pt x="334" y="930"/>
                      <a:pt x="368" y="596"/>
                      <a:pt x="601" y="396"/>
                    </a:cubicBezTo>
                    <a:cubicBezTo>
                      <a:pt x="726" y="271"/>
                      <a:pt x="876" y="237"/>
                      <a:pt x="1036" y="237"/>
                    </a:cubicBezTo>
                    <a:cubicBezTo>
                      <a:pt x="1133" y="237"/>
                      <a:pt x="1234" y="250"/>
                      <a:pt x="1335" y="263"/>
                    </a:cubicBezTo>
                    <a:cubicBezTo>
                      <a:pt x="1402" y="263"/>
                      <a:pt x="1402" y="196"/>
                      <a:pt x="1368" y="162"/>
                    </a:cubicBezTo>
                    <a:cubicBezTo>
                      <a:pt x="1282" y="47"/>
                      <a:pt x="1140" y="1"/>
                      <a:pt x="98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0" name="Google Shape;13310;p39"/>
              <p:cNvSpPr/>
              <p:nvPr/>
            </p:nvSpPr>
            <p:spPr>
              <a:xfrm>
                <a:off x="5860525" y="2950800"/>
                <a:ext cx="14200" cy="15625"/>
              </a:xfrm>
              <a:custGeom>
                <a:rect b="b" l="l" r="r" t="t"/>
                <a:pathLst>
                  <a:path extrusionOk="0" h="625" w="568">
                    <a:moveTo>
                      <a:pt x="448" y="1"/>
                    </a:moveTo>
                    <a:cubicBezTo>
                      <a:pt x="333" y="1"/>
                      <a:pt x="221" y="88"/>
                      <a:pt x="134" y="174"/>
                    </a:cubicBezTo>
                    <a:cubicBezTo>
                      <a:pt x="34" y="274"/>
                      <a:pt x="1" y="408"/>
                      <a:pt x="1" y="574"/>
                    </a:cubicBezTo>
                    <a:cubicBezTo>
                      <a:pt x="18" y="608"/>
                      <a:pt x="51" y="625"/>
                      <a:pt x="80" y="625"/>
                    </a:cubicBezTo>
                    <a:cubicBezTo>
                      <a:pt x="109" y="625"/>
                      <a:pt x="134" y="608"/>
                      <a:pt x="134" y="574"/>
                    </a:cubicBezTo>
                    <a:cubicBezTo>
                      <a:pt x="168" y="474"/>
                      <a:pt x="201" y="374"/>
                      <a:pt x="268" y="308"/>
                    </a:cubicBezTo>
                    <a:cubicBezTo>
                      <a:pt x="334" y="208"/>
                      <a:pt x="435" y="174"/>
                      <a:pt x="535" y="107"/>
                    </a:cubicBezTo>
                    <a:cubicBezTo>
                      <a:pt x="568" y="107"/>
                      <a:pt x="568" y="41"/>
                      <a:pt x="501" y="7"/>
                    </a:cubicBezTo>
                    <a:cubicBezTo>
                      <a:pt x="483" y="3"/>
                      <a:pt x="465" y="1"/>
                      <a:pt x="448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1" name="Google Shape;13311;p39"/>
              <p:cNvSpPr/>
              <p:nvPr/>
            </p:nvSpPr>
            <p:spPr>
              <a:xfrm>
                <a:off x="5868050" y="2959300"/>
                <a:ext cx="9200" cy="9750"/>
              </a:xfrm>
              <a:custGeom>
                <a:rect b="b" l="l" r="r" t="t"/>
                <a:pathLst>
                  <a:path extrusionOk="0" h="390" w="368">
                    <a:moveTo>
                      <a:pt x="267" y="1"/>
                    </a:moveTo>
                    <a:cubicBezTo>
                      <a:pt x="200" y="34"/>
                      <a:pt x="134" y="68"/>
                      <a:pt x="67" y="134"/>
                    </a:cubicBezTo>
                    <a:cubicBezTo>
                      <a:pt x="33" y="201"/>
                      <a:pt x="0" y="268"/>
                      <a:pt x="33" y="335"/>
                    </a:cubicBezTo>
                    <a:cubicBezTo>
                      <a:pt x="33" y="374"/>
                      <a:pt x="68" y="390"/>
                      <a:pt x="96" y="390"/>
                    </a:cubicBezTo>
                    <a:cubicBezTo>
                      <a:pt x="116" y="390"/>
                      <a:pt x="134" y="382"/>
                      <a:pt x="134" y="368"/>
                    </a:cubicBezTo>
                    <a:cubicBezTo>
                      <a:pt x="167" y="301"/>
                      <a:pt x="167" y="268"/>
                      <a:pt x="200" y="234"/>
                    </a:cubicBezTo>
                    <a:cubicBezTo>
                      <a:pt x="234" y="168"/>
                      <a:pt x="267" y="134"/>
                      <a:pt x="300" y="134"/>
                    </a:cubicBezTo>
                    <a:cubicBezTo>
                      <a:pt x="367" y="101"/>
                      <a:pt x="300" y="1"/>
                      <a:pt x="267" y="1"/>
                    </a:cubicBezTo>
                    <a:close/>
                  </a:path>
                </a:pathLst>
              </a:custGeom>
              <a:solidFill>
                <a:srgbClr val="38273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15" name="Shape 13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6" name="Google Shape;13316;p40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Techniques &amp; analytical methods</a:t>
            </a:r>
            <a:endParaRPr/>
          </a:p>
        </p:txBody>
      </p:sp>
      <p:sp>
        <p:nvSpPr>
          <p:cNvPr id="13317" name="Google Shape;13317;p40"/>
          <p:cNvSpPr txBox="1"/>
          <p:nvPr>
            <p:ph idx="1" type="body"/>
          </p:nvPr>
        </p:nvSpPr>
        <p:spPr>
          <a:xfrm>
            <a:off x="713250" y="1297400"/>
            <a:ext cx="7717500" cy="312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 sz="1400"/>
              <a:t>Expectation that sales would follow regression to the mean</a:t>
            </a:r>
            <a:endParaRPr sz="1400"/>
          </a:p>
          <a:p>
            <a:pPr indent="-3302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en" sz="1400"/>
              <a:t>10-week moving-average </a:t>
            </a:r>
            <a:r>
              <a:rPr lang="en" sz="1400"/>
              <a:t>of sales</a:t>
            </a:r>
            <a:endParaRPr sz="1400"/>
          </a:p>
          <a:p>
            <a:pPr indent="-3302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400"/>
              <a:t>Limit on selecting high sales volume beers</a:t>
            </a:r>
            <a:endParaRPr sz="1400"/>
          </a:p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 sz="1400"/>
              <a:t>Pick 6 with largest negative distance from average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318" name="Google Shape;13318;p40" title="Screenshot 2025-04-22 093915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9612" y="3225125"/>
            <a:ext cx="8804724" cy="1717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319" name="Google Shape;13319;p40"/>
          <p:cNvGrpSpPr/>
          <p:nvPr/>
        </p:nvGrpSpPr>
        <p:grpSpPr>
          <a:xfrm>
            <a:off x="6719445" y="1487669"/>
            <a:ext cx="862061" cy="1137360"/>
            <a:chOff x="1108358" y="324123"/>
            <a:chExt cx="404116" cy="665707"/>
          </a:xfrm>
        </p:grpSpPr>
        <p:grpSp>
          <p:nvGrpSpPr>
            <p:cNvPr id="13320" name="Google Shape;13320;p40"/>
            <p:cNvGrpSpPr/>
            <p:nvPr/>
          </p:nvGrpSpPr>
          <p:grpSpPr>
            <a:xfrm rot="748571">
              <a:off x="1172338" y="346646"/>
              <a:ext cx="276357" cy="620661"/>
              <a:chOff x="5115875" y="2177175"/>
              <a:chExt cx="600025" cy="1347575"/>
            </a:xfrm>
          </p:grpSpPr>
          <p:sp>
            <p:nvSpPr>
              <p:cNvPr id="13321" name="Google Shape;13321;p40"/>
              <p:cNvSpPr/>
              <p:nvPr/>
            </p:nvSpPr>
            <p:spPr>
              <a:xfrm>
                <a:off x="5173425" y="2394900"/>
                <a:ext cx="467150" cy="1041400"/>
              </a:xfrm>
              <a:custGeom>
                <a:rect b="b" l="l" r="r" t="t"/>
                <a:pathLst>
                  <a:path extrusionOk="0" h="41656" w="18686">
                    <a:moveTo>
                      <a:pt x="2419" y="3535"/>
                    </a:moveTo>
                    <a:cubicBezTo>
                      <a:pt x="2506" y="3535"/>
                      <a:pt x="2597" y="3639"/>
                      <a:pt x="2553" y="3742"/>
                    </a:cubicBezTo>
                    <a:cubicBezTo>
                      <a:pt x="2428" y="3973"/>
                      <a:pt x="2407" y="4224"/>
                      <a:pt x="2448" y="4475"/>
                    </a:cubicBezTo>
                    <a:cubicBezTo>
                      <a:pt x="2637" y="4537"/>
                      <a:pt x="2825" y="4600"/>
                      <a:pt x="2992" y="4684"/>
                    </a:cubicBezTo>
                    <a:cubicBezTo>
                      <a:pt x="3076" y="4747"/>
                      <a:pt x="3055" y="4914"/>
                      <a:pt x="2930" y="4914"/>
                    </a:cubicBezTo>
                    <a:cubicBezTo>
                      <a:pt x="2741" y="4893"/>
                      <a:pt x="2574" y="4830"/>
                      <a:pt x="2407" y="4768"/>
                    </a:cubicBezTo>
                    <a:cubicBezTo>
                      <a:pt x="2239" y="4726"/>
                      <a:pt x="2197" y="4684"/>
                      <a:pt x="2176" y="4517"/>
                    </a:cubicBezTo>
                    <a:cubicBezTo>
                      <a:pt x="2114" y="4203"/>
                      <a:pt x="2176" y="3889"/>
                      <a:pt x="2323" y="3596"/>
                    </a:cubicBezTo>
                    <a:cubicBezTo>
                      <a:pt x="2347" y="3553"/>
                      <a:pt x="2383" y="3535"/>
                      <a:pt x="2419" y="3535"/>
                    </a:cubicBezTo>
                    <a:close/>
                    <a:moveTo>
                      <a:pt x="4781" y="4776"/>
                    </a:moveTo>
                    <a:cubicBezTo>
                      <a:pt x="4885" y="4776"/>
                      <a:pt x="4963" y="4926"/>
                      <a:pt x="4855" y="4998"/>
                    </a:cubicBezTo>
                    <a:cubicBezTo>
                      <a:pt x="4604" y="5165"/>
                      <a:pt x="4520" y="5563"/>
                      <a:pt x="4708" y="5793"/>
                    </a:cubicBezTo>
                    <a:cubicBezTo>
                      <a:pt x="4811" y="5907"/>
                      <a:pt x="4963" y="5959"/>
                      <a:pt x="5114" y="5959"/>
                    </a:cubicBezTo>
                    <a:cubicBezTo>
                      <a:pt x="5240" y="5959"/>
                      <a:pt x="5366" y="5922"/>
                      <a:pt x="5461" y="5856"/>
                    </a:cubicBezTo>
                    <a:cubicBezTo>
                      <a:pt x="5488" y="5837"/>
                      <a:pt x="5514" y="5829"/>
                      <a:pt x="5540" y="5829"/>
                    </a:cubicBezTo>
                    <a:cubicBezTo>
                      <a:pt x="5658" y="5829"/>
                      <a:pt x="5753" y="6000"/>
                      <a:pt x="5650" y="6086"/>
                    </a:cubicBezTo>
                    <a:cubicBezTo>
                      <a:pt x="5490" y="6237"/>
                      <a:pt x="5283" y="6311"/>
                      <a:pt x="5079" y="6311"/>
                    </a:cubicBezTo>
                    <a:cubicBezTo>
                      <a:pt x="4830" y="6311"/>
                      <a:pt x="4586" y="6200"/>
                      <a:pt x="4436" y="5981"/>
                    </a:cubicBezTo>
                    <a:cubicBezTo>
                      <a:pt x="4164" y="5584"/>
                      <a:pt x="4311" y="5019"/>
                      <a:pt x="4729" y="4789"/>
                    </a:cubicBezTo>
                    <a:cubicBezTo>
                      <a:pt x="4747" y="4780"/>
                      <a:pt x="4764" y="4776"/>
                      <a:pt x="4781" y="4776"/>
                    </a:cubicBezTo>
                    <a:close/>
                    <a:moveTo>
                      <a:pt x="2766" y="5779"/>
                    </a:moveTo>
                    <a:cubicBezTo>
                      <a:pt x="2890" y="5779"/>
                      <a:pt x="3015" y="5816"/>
                      <a:pt x="3118" y="5898"/>
                    </a:cubicBezTo>
                    <a:cubicBezTo>
                      <a:pt x="3411" y="6149"/>
                      <a:pt x="3411" y="6630"/>
                      <a:pt x="3097" y="6860"/>
                    </a:cubicBezTo>
                    <a:cubicBezTo>
                      <a:pt x="3079" y="6875"/>
                      <a:pt x="3060" y="6881"/>
                      <a:pt x="3043" y="6881"/>
                    </a:cubicBezTo>
                    <a:cubicBezTo>
                      <a:pt x="2962" y="6881"/>
                      <a:pt x="2903" y="6741"/>
                      <a:pt x="2972" y="6672"/>
                    </a:cubicBezTo>
                    <a:cubicBezTo>
                      <a:pt x="3097" y="6504"/>
                      <a:pt x="3118" y="6232"/>
                      <a:pt x="2951" y="6107"/>
                    </a:cubicBezTo>
                    <a:cubicBezTo>
                      <a:pt x="2884" y="6055"/>
                      <a:pt x="2808" y="6032"/>
                      <a:pt x="2732" y="6032"/>
                    </a:cubicBezTo>
                    <a:cubicBezTo>
                      <a:pt x="2592" y="6032"/>
                      <a:pt x="2453" y="6110"/>
                      <a:pt x="2386" y="6232"/>
                    </a:cubicBezTo>
                    <a:cubicBezTo>
                      <a:pt x="2366" y="6272"/>
                      <a:pt x="2332" y="6288"/>
                      <a:pt x="2297" y="6288"/>
                    </a:cubicBezTo>
                    <a:cubicBezTo>
                      <a:pt x="2221" y="6288"/>
                      <a:pt x="2140" y="6207"/>
                      <a:pt x="2197" y="6107"/>
                    </a:cubicBezTo>
                    <a:cubicBezTo>
                      <a:pt x="2306" y="5904"/>
                      <a:pt x="2537" y="5779"/>
                      <a:pt x="2766" y="5779"/>
                    </a:cubicBezTo>
                    <a:close/>
                    <a:moveTo>
                      <a:pt x="15498" y="9198"/>
                    </a:moveTo>
                    <a:cubicBezTo>
                      <a:pt x="15549" y="9198"/>
                      <a:pt x="15604" y="9226"/>
                      <a:pt x="15630" y="9287"/>
                    </a:cubicBezTo>
                    <a:cubicBezTo>
                      <a:pt x="15722" y="9501"/>
                      <a:pt x="15912" y="9591"/>
                      <a:pt x="16113" y="9591"/>
                    </a:cubicBezTo>
                    <a:cubicBezTo>
                      <a:pt x="16325" y="9591"/>
                      <a:pt x="16548" y="9490"/>
                      <a:pt x="16677" y="9329"/>
                    </a:cubicBezTo>
                    <a:cubicBezTo>
                      <a:pt x="16703" y="9298"/>
                      <a:pt x="16733" y="9285"/>
                      <a:pt x="16762" y="9285"/>
                    </a:cubicBezTo>
                    <a:cubicBezTo>
                      <a:pt x="16850" y="9285"/>
                      <a:pt x="16933" y="9402"/>
                      <a:pt x="16886" y="9496"/>
                    </a:cubicBezTo>
                    <a:cubicBezTo>
                      <a:pt x="16769" y="9775"/>
                      <a:pt x="16517" y="9896"/>
                      <a:pt x="16250" y="9896"/>
                    </a:cubicBezTo>
                    <a:cubicBezTo>
                      <a:pt x="15897" y="9896"/>
                      <a:pt x="15519" y="9684"/>
                      <a:pt x="15400" y="9350"/>
                    </a:cubicBezTo>
                    <a:cubicBezTo>
                      <a:pt x="15364" y="9253"/>
                      <a:pt x="15426" y="9198"/>
                      <a:pt x="15498" y="9198"/>
                    </a:cubicBezTo>
                    <a:close/>
                    <a:moveTo>
                      <a:pt x="15028" y="10182"/>
                    </a:moveTo>
                    <a:cubicBezTo>
                      <a:pt x="15083" y="10182"/>
                      <a:pt x="15138" y="10190"/>
                      <a:pt x="15191" y="10208"/>
                    </a:cubicBezTo>
                    <a:cubicBezTo>
                      <a:pt x="15463" y="10312"/>
                      <a:pt x="15609" y="10626"/>
                      <a:pt x="15505" y="10877"/>
                    </a:cubicBezTo>
                    <a:cubicBezTo>
                      <a:pt x="15479" y="10939"/>
                      <a:pt x="15427" y="10967"/>
                      <a:pt x="15378" y="10967"/>
                    </a:cubicBezTo>
                    <a:cubicBezTo>
                      <a:pt x="15311" y="10967"/>
                      <a:pt x="15250" y="10912"/>
                      <a:pt x="15275" y="10815"/>
                    </a:cubicBezTo>
                    <a:cubicBezTo>
                      <a:pt x="15315" y="10585"/>
                      <a:pt x="15146" y="10416"/>
                      <a:pt x="14964" y="10416"/>
                    </a:cubicBezTo>
                    <a:cubicBezTo>
                      <a:pt x="14865" y="10416"/>
                      <a:pt x="14763" y="10466"/>
                      <a:pt x="14689" y="10584"/>
                    </a:cubicBezTo>
                    <a:cubicBezTo>
                      <a:pt x="14669" y="10624"/>
                      <a:pt x="14640" y="10641"/>
                      <a:pt x="14612" y="10641"/>
                    </a:cubicBezTo>
                    <a:cubicBezTo>
                      <a:pt x="14552" y="10641"/>
                      <a:pt x="14493" y="10565"/>
                      <a:pt x="14521" y="10480"/>
                    </a:cubicBezTo>
                    <a:cubicBezTo>
                      <a:pt x="14620" y="10298"/>
                      <a:pt x="14824" y="10182"/>
                      <a:pt x="15028" y="10182"/>
                    </a:cubicBezTo>
                    <a:close/>
                    <a:moveTo>
                      <a:pt x="17103" y="11285"/>
                    </a:moveTo>
                    <a:cubicBezTo>
                      <a:pt x="17380" y="11285"/>
                      <a:pt x="17644" y="11482"/>
                      <a:pt x="17681" y="11777"/>
                    </a:cubicBezTo>
                    <a:cubicBezTo>
                      <a:pt x="17695" y="11863"/>
                      <a:pt x="17612" y="11938"/>
                      <a:pt x="17532" y="11938"/>
                    </a:cubicBezTo>
                    <a:cubicBezTo>
                      <a:pt x="17494" y="11938"/>
                      <a:pt x="17456" y="11922"/>
                      <a:pt x="17430" y="11882"/>
                    </a:cubicBezTo>
                    <a:cubicBezTo>
                      <a:pt x="17367" y="11735"/>
                      <a:pt x="17221" y="11610"/>
                      <a:pt x="17053" y="11610"/>
                    </a:cubicBezTo>
                    <a:cubicBezTo>
                      <a:pt x="16865" y="11610"/>
                      <a:pt x="16718" y="11777"/>
                      <a:pt x="16718" y="11944"/>
                    </a:cubicBezTo>
                    <a:cubicBezTo>
                      <a:pt x="16708" y="12031"/>
                      <a:pt x="16641" y="12078"/>
                      <a:pt x="16577" y="12078"/>
                    </a:cubicBezTo>
                    <a:cubicBezTo>
                      <a:pt x="16516" y="12078"/>
                      <a:pt x="16457" y="12036"/>
                      <a:pt x="16446" y="11944"/>
                    </a:cubicBezTo>
                    <a:cubicBezTo>
                      <a:pt x="16446" y="11631"/>
                      <a:pt x="16656" y="11338"/>
                      <a:pt x="16990" y="11296"/>
                    </a:cubicBezTo>
                    <a:cubicBezTo>
                      <a:pt x="17028" y="11288"/>
                      <a:pt x="17066" y="11285"/>
                      <a:pt x="17103" y="11285"/>
                    </a:cubicBezTo>
                    <a:close/>
                    <a:moveTo>
                      <a:pt x="4131" y="19139"/>
                    </a:moveTo>
                    <a:cubicBezTo>
                      <a:pt x="4190" y="19139"/>
                      <a:pt x="4250" y="19146"/>
                      <a:pt x="4311" y="19163"/>
                    </a:cubicBezTo>
                    <a:cubicBezTo>
                      <a:pt x="4583" y="19226"/>
                      <a:pt x="4855" y="19498"/>
                      <a:pt x="4750" y="19791"/>
                    </a:cubicBezTo>
                    <a:cubicBezTo>
                      <a:pt x="4732" y="19854"/>
                      <a:pt x="4687" y="19882"/>
                      <a:pt x="4640" y="19882"/>
                    </a:cubicBezTo>
                    <a:cubicBezTo>
                      <a:pt x="4577" y="19882"/>
                      <a:pt x="4511" y="19832"/>
                      <a:pt x="4499" y="19749"/>
                    </a:cubicBezTo>
                    <a:cubicBezTo>
                      <a:pt x="4474" y="19515"/>
                      <a:pt x="4348" y="19434"/>
                      <a:pt x="4189" y="19434"/>
                    </a:cubicBezTo>
                    <a:cubicBezTo>
                      <a:pt x="3951" y="19434"/>
                      <a:pt x="3637" y="19615"/>
                      <a:pt x="3474" y="19728"/>
                    </a:cubicBezTo>
                    <a:cubicBezTo>
                      <a:pt x="3456" y="19743"/>
                      <a:pt x="3436" y="19749"/>
                      <a:pt x="3417" y="19749"/>
                    </a:cubicBezTo>
                    <a:cubicBezTo>
                      <a:pt x="3326" y="19749"/>
                      <a:pt x="3241" y="19605"/>
                      <a:pt x="3327" y="19519"/>
                    </a:cubicBezTo>
                    <a:cubicBezTo>
                      <a:pt x="3555" y="19343"/>
                      <a:pt x="3827" y="19139"/>
                      <a:pt x="4131" y="19139"/>
                    </a:cubicBezTo>
                    <a:close/>
                    <a:moveTo>
                      <a:pt x="8224" y="19919"/>
                    </a:moveTo>
                    <a:cubicBezTo>
                      <a:pt x="8339" y="19919"/>
                      <a:pt x="8414" y="20096"/>
                      <a:pt x="8307" y="20167"/>
                    </a:cubicBezTo>
                    <a:cubicBezTo>
                      <a:pt x="8056" y="20356"/>
                      <a:pt x="7972" y="20711"/>
                      <a:pt x="8140" y="20963"/>
                    </a:cubicBezTo>
                    <a:cubicBezTo>
                      <a:pt x="8259" y="21141"/>
                      <a:pt x="8441" y="21193"/>
                      <a:pt x="8634" y="21193"/>
                    </a:cubicBezTo>
                    <a:cubicBezTo>
                      <a:pt x="8713" y="21193"/>
                      <a:pt x="8793" y="21184"/>
                      <a:pt x="8872" y="21172"/>
                    </a:cubicBezTo>
                    <a:cubicBezTo>
                      <a:pt x="8878" y="21171"/>
                      <a:pt x="8884" y="21170"/>
                      <a:pt x="8890" y="21170"/>
                    </a:cubicBezTo>
                    <a:cubicBezTo>
                      <a:pt x="9022" y="21170"/>
                      <a:pt x="9055" y="21385"/>
                      <a:pt x="8935" y="21465"/>
                    </a:cubicBezTo>
                    <a:cubicBezTo>
                      <a:pt x="8835" y="21526"/>
                      <a:pt x="8723" y="21553"/>
                      <a:pt x="8610" y="21553"/>
                    </a:cubicBezTo>
                    <a:cubicBezTo>
                      <a:pt x="8295" y="21553"/>
                      <a:pt x="7964" y="21344"/>
                      <a:pt x="7826" y="21067"/>
                    </a:cubicBezTo>
                    <a:cubicBezTo>
                      <a:pt x="7617" y="20670"/>
                      <a:pt x="7805" y="20167"/>
                      <a:pt x="8161" y="19937"/>
                    </a:cubicBezTo>
                    <a:cubicBezTo>
                      <a:pt x="8183" y="19925"/>
                      <a:pt x="8204" y="19919"/>
                      <a:pt x="8224" y="19919"/>
                    </a:cubicBezTo>
                    <a:close/>
                    <a:moveTo>
                      <a:pt x="6019" y="22121"/>
                    </a:moveTo>
                    <a:cubicBezTo>
                      <a:pt x="6077" y="22121"/>
                      <a:pt x="6131" y="22158"/>
                      <a:pt x="6131" y="22239"/>
                    </a:cubicBezTo>
                    <a:cubicBezTo>
                      <a:pt x="6155" y="22594"/>
                      <a:pt x="5851" y="22788"/>
                      <a:pt x="5548" y="22788"/>
                    </a:cubicBezTo>
                    <a:cubicBezTo>
                      <a:pt x="5315" y="22788"/>
                      <a:pt x="5083" y="22673"/>
                      <a:pt x="5001" y="22427"/>
                    </a:cubicBezTo>
                    <a:cubicBezTo>
                      <a:pt x="4973" y="22371"/>
                      <a:pt x="5038" y="22325"/>
                      <a:pt x="5097" y="22325"/>
                    </a:cubicBezTo>
                    <a:cubicBezTo>
                      <a:pt x="5127" y="22325"/>
                      <a:pt x="5155" y="22337"/>
                      <a:pt x="5169" y="22364"/>
                    </a:cubicBezTo>
                    <a:cubicBezTo>
                      <a:pt x="5221" y="22487"/>
                      <a:pt x="5347" y="22543"/>
                      <a:pt x="5478" y="22543"/>
                    </a:cubicBezTo>
                    <a:cubicBezTo>
                      <a:pt x="5661" y="22543"/>
                      <a:pt x="5856" y="22434"/>
                      <a:pt x="5880" y="22239"/>
                    </a:cubicBezTo>
                    <a:cubicBezTo>
                      <a:pt x="5891" y="22163"/>
                      <a:pt x="5957" y="22121"/>
                      <a:pt x="6019" y="22121"/>
                    </a:cubicBezTo>
                    <a:close/>
                    <a:moveTo>
                      <a:pt x="8218" y="22571"/>
                    </a:moveTo>
                    <a:cubicBezTo>
                      <a:pt x="8311" y="22571"/>
                      <a:pt x="8404" y="22585"/>
                      <a:pt x="8495" y="22615"/>
                    </a:cubicBezTo>
                    <a:cubicBezTo>
                      <a:pt x="8684" y="22678"/>
                      <a:pt x="8767" y="22908"/>
                      <a:pt x="8788" y="23097"/>
                    </a:cubicBezTo>
                    <a:cubicBezTo>
                      <a:pt x="8830" y="23306"/>
                      <a:pt x="8788" y="23536"/>
                      <a:pt x="8663" y="23704"/>
                    </a:cubicBezTo>
                    <a:cubicBezTo>
                      <a:pt x="8632" y="23750"/>
                      <a:pt x="8583" y="23771"/>
                      <a:pt x="8538" y="23771"/>
                    </a:cubicBezTo>
                    <a:cubicBezTo>
                      <a:pt x="8461" y="23771"/>
                      <a:pt x="8393" y="23712"/>
                      <a:pt x="8433" y="23620"/>
                    </a:cubicBezTo>
                    <a:cubicBezTo>
                      <a:pt x="8495" y="23411"/>
                      <a:pt x="8600" y="22971"/>
                      <a:pt x="8349" y="22846"/>
                    </a:cubicBezTo>
                    <a:cubicBezTo>
                      <a:pt x="8279" y="22811"/>
                      <a:pt x="8202" y="22795"/>
                      <a:pt x="8124" y="22795"/>
                    </a:cubicBezTo>
                    <a:cubicBezTo>
                      <a:pt x="7924" y="22795"/>
                      <a:pt x="7716" y="22898"/>
                      <a:pt x="7596" y="23034"/>
                    </a:cubicBezTo>
                    <a:cubicBezTo>
                      <a:pt x="7586" y="23043"/>
                      <a:pt x="7575" y="23048"/>
                      <a:pt x="7563" y="23048"/>
                    </a:cubicBezTo>
                    <a:cubicBezTo>
                      <a:pt x="7521" y="23048"/>
                      <a:pt x="7475" y="22999"/>
                      <a:pt x="7491" y="22950"/>
                    </a:cubicBezTo>
                    <a:cubicBezTo>
                      <a:pt x="7650" y="22712"/>
                      <a:pt x="7928" y="22571"/>
                      <a:pt x="8218" y="22571"/>
                    </a:cubicBezTo>
                    <a:close/>
                    <a:moveTo>
                      <a:pt x="14956" y="31028"/>
                    </a:moveTo>
                    <a:cubicBezTo>
                      <a:pt x="15051" y="31028"/>
                      <a:pt x="15108" y="31187"/>
                      <a:pt x="15003" y="31257"/>
                    </a:cubicBezTo>
                    <a:cubicBezTo>
                      <a:pt x="14542" y="31550"/>
                      <a:pt x="14814" y="32261"/>
                      <a:pt x="15296" y="32366"/>
                    </a:cubicBezTo>
                    <a:cubicBezTo>
                      <a:pt x="15463" y="32408"/>
                      <a:pt x="15421" y="32659"/>
                      <a:pt x="15254" y="32659"/>
                    </a:cubicBezTo>
                    <a:cubicBezTo>
                      <a:pt x="15247" y="32659"/>
                      <a:pt x="15241" y="32659"/>
                      <a:pt x="15234" y="32659"/>
                    </a:cubicBezTo>
                    <a:cubicBezTo>
                      <a:pt x="14455" y="32659"/>
                      <a:pt x="14255" y="31401"/>
                      <a:pt x="14898" y="31048"/>
                    </a:cubicBezTo>
                    <a:cubicBezTo>
                      <a:pt x="14918" y="31034"/>
                      <a:pt x="14938" y="31028"/>
                      <a:pt x="14956" y="31028"/>
                    </a:cubicBezTo>
                    <a:close/>
                    <a:moveTo>
                      <a:pt x="13534" y="33210"/>
                    </a:moveTo>
                    <a:cubicBezTo>
                      <a:pt x="13954" y="33210"/>
                      <a:pt x="14306" y="33869"/>
                      <a:pt x="13936" y="34165"/>
                    </a:cubicBezTo>
                    <a:cubicBezTo>
                      <a:pt x="13901" y="34195"/>
                      <a:pt x="13865" y="34207"/>
                      <a:pt x="13831" y="34207"/>
                    </a:cubicBezTo>
                    <a:cubicBezTo>
                      <a:pt x="13718" y="34207"/>
                      <a:pt x="13630" y="34073"/>
                      <a:pt x="13726" y="33977"/>
                    </a:cubicBezTo>
                    <a:cubicBezTo>
                      <a:pt x="13902" y="33782"/>
                      <a:pt x="13714" y="33406"/>
                      <a:pt x="13468" y="33406"/>
                    </a:cubicBezTo>
                    <a:cubicBezTo>
                      <a:pt x="13450" y="33406"/>
                      <a:pt x="13431" y="33408"/>
                      <a:pt x="13412" y="33412"/>
                    </a:cubicBezTo>
                    <a:cubicBezTo>
                      <a:pt x="13399" y="33417"/>
                      <a:pt x="13386" y="33419"/>
                      <a:pt x="13374" y="33419"/>
                    </a:cubicBezTo>
                    <a:cubicBezTo>
                      <a:pt x="13280" y="33419"/>
                      <a:pt x="13259" y="33282"/>
                      <a:pt x="13371" y="33245"/>
                    </a:cubicBezTo>
                    <a:cubicBezTo>
                      <a:pt x="13425" y="33221"/>
                      <a:pt x="13480" y="33210"/>
                      <a:pt x="13534" y="33210"/>
                    </a:cubicBezTo>
                    <a:close/>
                    <a:moveTo>
                      <a:pt x="7263" y="37827"/>
                    </a:moveTo>
                    <a:cubicBezTo>
                      <a:pt x="7361" y="37827"/>
                      <a:pt x="7431" y="37964"/>
                      <a:pt x="7345" y="38015"/>
                    </a:cubicBezTo>
                    <a:cubicBezTo>
                      <a:pt x="7198" y="38141"/>
                      <a:pt x="7135" y="38350"/>
                      <a:pt x="7219" y="38517"/>
                    </a:cubicBezTo>
                    <a:cubicBezTo>
                      <a:pt x="7277" y="38619"/>
                      <a:pt x="7406" y="38680"/>
                      <a:pt x="7528" y="38680"/>
                    </a:cubicBezTo>
                    <a:cubicBezTo>
                      <a:pt x="7582" y="38680"/>
                      <a:pt x="7635" y="38669"/>
                      <a:pt x="7679" y="38643"/>
                    </a:cubicBezTo>
                    <a:cubicBezTo>
                      <a:pt x="7706" y="38631"/>
                      <a:pt x="7731" y="38626"/>
                      <a:pt x="7755" y="38626"/>
                    </a:cubicBezTo>
                    <a:cubicBezTo>
                      <a:pt x="7902" y="38626"/>
                      <a:pt x="7991" y="38822"/>
                      <a:pt x="7847" y="38894"/>
                    </a:cubicBezTo>
                    <a:cubicBezTo>
                      <a:pt x="7746" y="38952"/>
                      <a:pt x="7633" y="38979"/>
                      <a:pt x="7521" y="38979"/>
                    </a:cubicBezTo>
                    <a:cubicBezTo>
                      <a:pt x="7306" y="38979"/>
                      <a:pt x="7092" y="38877"/>
                      <a:pt x="6968" y="38685"/>
                    </a:cubicBezTo>
                    <a:cubicBezTo>
                      <a:pt x="6801" y="38392"/>
                      <a:pt x="6926" y="38015"/>
                      <a:pt x="7198" y="37848"/>
                    </a:cubicBezTo>
                    <a:cubicBezTo>
                      <a:pt x="7220" y="37833"/>
                      <a:pt x="7242" y="37827"/>
                      <a:pt x="7263" y="37827"/>
                    </a:cubicBezTo>
                    <a:close/>
                    <a:moveTo>
                      <a:pt x="924" y="0"/>
                    </a:moveTo>
                    <a:cubicBezTo>
                      <a:pt x="764" y="0"/>
                      <a:pt x="608" y="18"/>
                      <a:pt x="461" y="60"/>
                    </a:cubicBezTo>
                    <a:lnTo>
                      <a:pt x="440" y="60"/>
                    </a:lnTo>
                    <a:cubicBezTo>
                      <a:pt x="63" y="6002"/>
                      <a:pt x="0" y="11944"/>
                      <a:pt x="356" y="17887"/>
                    </a:cubicBezTo>
                    <a:cubicBezTo>
                      <a:pt x="796" y="24666"/>
                      <a:pt x="1716" y="31403"/>
                      <a:pt x="3160" y="38036"/>
                    </a:cubicBezTo>
                    <a:cubicBezTo>
                      <a:pt x="3348" y="38957"/>
                      <a:pt x="3474" y="40066"/>
                      <a:pt x="4164" y="40756"/>
                    </a:cubicBezTo>
                    <a:cubicBezTo>
                      <a:pt x="4771" y="41342"/>
                      <a:pt x="5671" y="41510"/>
                      <a:pt x="6487" y="41572"/>
                    </a:cubicBezTo>
                    <a:cubicBezTo>
                      <a:pt x="6881" y="41602"/>
                      <a:pt x="7278" y="41613"/>
                      <a:pt x="7677" y="41613"/>
                    </a:cubicBezTo>
                    <a:cubicBezTo>
                      <a:pt x="8697" y="41613"/>
                      <a:pt x="9727" y="41540"/>
                      <a:pt x="10734" y="41510"/>
                    </a:cubicBezTo>
                    <a:cubicBezTo>
                      <a:pt x="12534" y="41447"/>
                      <a:pt x="14647" y="41656"/>
                      <a:pt x="15609" y="39794"/>
                    </a:cubicBezTo>
                    <a:cubicBezTo>
                      <a:pt x="16237" y="38559"/>
                      <a:pt x="16321" y="36990"/>
                      <a:pt x="16509" y="35651"/>
                    </a:cubicBezTo>
                    <a:cubicBezTo>
                      <a:pt x="18162" y="24415"/>
                      <a:pt x="18685" y="13053"/>
                      <a:pt x="18183" y="1713"/>
                    </a:cubicBezTo>
                    <a:lnTo>
                      <a:pt x="18183" y="1713"/>
                    </a:lnTo>
                    <a:cubicBezTo>
                      <a:pt x="16754" y="3225"/>
                      <a:pt x="14758" y="3813"/>
                      <a:pt x="12739" y="3813"/>
                    </a:cubicBezTo>
                    <a:cubicBezTo>
                      <a:pt x="12215" y="3813"/>
                      <a:pt x="11690" y="3774"/>
                      <a:pt x="11174" y="3701"/>
                    </a:cubicBezTo>
                    <a:cubicBezTo>
                      <a:pt x="9500" y="3449"/>
                      <a:pt x="7910" y="2822"/>
                      <a:pt x="6361" y="2152"/>
                    </a:cubicBezTo>
                    <a:cubicBezTo>
                      <a:pt x="5524" y="1776"/>
                      <a:pt x="4687" y="1378"/>
                      <a:pt x="3829" y="1022"/>
                    </a:cubicBezTo>
                    <a:cubicBezTo>
                      <a:pt x="3057" y="681"/>
                      <a:pt x="1898" y="0"/>
                      <a:pt x="9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2" name="Google Shape;13322;p40"/>
              <p:cNvSpPr/>
              <p:nvPr/>
            </p:nvSpPr>
            <p:spPr>
              <a:xfrm>
                <a:off x="5137325" y="2274500"/>
                <a:ext cx="558700" cy="1236175"/>
              </a:xfrm>
              <a:custGeom>
                <a:rect b="b" l="l" r="r" t="t"/>
                <a:pathLst>
                  <a:path extrusionOk="0" h="49447" w="22348">
                    <a:moveTo>
                      <a:pt x="796" y="1"/>
                    </a:moveTo>
                    <a:cubicBezTo>
                      <a:pt x="545" y="3725"/>
                      <a:pt x="168" y="7429"/>
                      <a:pt x="84" y="11174"/>
                    </a:cubicBezTo>
                    <a:cubicBezTo>
                      <a:pt x="1" y="15191"/>
                      <a:pt x="84" y="19229"/>
                      <a:pt x="356" y="23247"/>
                    </a:cubicBezTo>
                    <a:cubicBezTo>
                      <a:pt x="859" y="30528"/>
                      <a:pt x="1821" y="37872"/>
                      <a:pt x="3453" y="45007"/>
                    </a:cubicBezTo>
                    <a:cubicBezTo>
                      <a:pt x="3872" y="46807"/>
                      <a:pt x="4520" y="48648"/>
                      <a:pt x="6487" y="49213"/>
                    </a:cubicBezTo>
                    <a:cubicBezTo>
                      <a:pt x="7085" y="49389"/>
                      <a:pt x="7708" y="49446"/>
                      <a:pt x="8337" y="49446"/>
                    </a:cubicBezTo>
                    <a:cubicBezTo>
                      <a:pt x="9206" y="49446"/>
                      <a:pt x="10085" y="49336"/>
                      <a:pt x="10923" y="49276"/>
                    </a:cubicBezTo>
                    <a:lnTo>
                      <a:pt x="13894" y="49025"/>
                    </a:lnTo>
                    <a:cubicBezTo>
                      <a:pt x="14877" y="48941"/>
                      <a:pt x="16154" y="49025"/>
                      <a:pt x="17033" y="48543"/>
                    </a:cubicBezTo>
                    <a:cubicBezTo>
                      <a:pt x="18623" y="47665"/>
                      <a:pt x="19104" y="45154"/>
                      <a:pt x="19376" y="43522"/>
                    </a:cubicBezTo>
                    <a:cubicBezTo>
                      <a:pt x="20025" y="39839"/>
                      <a:pt x="20338" y="36073"/>
                      <a:pt x="20757" y="32349"/>
                    </a:cubicBezTo>
                    <a:cubicBezTo>
                      <a:pt x="21154" y="28771"/>
                      <a:pt x="21510" y="25193"/>
                      <a:pt x="21761" y="21615"/>
                    </a:cubicBezTo>
                    <a:cubicBezTo>
                      <a:pt x="22263" y="14417"/>
                      <a:pt x="22347" y="7198"/>
                      <a:pt x="21636" y="1"/>
                    </a:cubicBezTo>
                    <a:cubicBezTo>
                      <a:pt x="21399" y="56"/>
                      <a:pt x="21143" y="75"/>
                      <a:pt x="20893" y="75"/>
                    </a:cubicBezTo>
                    <a:cubicBezTo>
                      <a:pt x="20769" y="75"/>
                      <a:pt x="20645" y="70"/>
                      <a:pt x="20527" y="63"/>
                    </a:cubicBezTo>
                    <a:cubicBezTo>
                      <a:pt x="20234" y="42"/>
                      <a:pt x="19962" y="22"/>
                      <a:pt x="19669" y="1"/>
                    </a:cubicBezTo>
                    <a:lnTo>
                      <a:pt x="19669" y="1"/>
                    </a:lnTo>
                    <a:cubicBezTo>
                      <a:pt x="19669" y="22"/>
                      <a:pt x="19690" y="42"/>
                      <a:pt x="19690" y="63"/>
                    </a:cubicBezTo>
                    <a:cubicBezTo>
                      <a:pt x="20380" y="8475"/>
                      <a:pt x="20464" y="16886"/>
                      <a:pt x="19983" y="25318"/>
                    </a:cubicBezTo>
                    <a:cubicBezTo>
                      <a:pt x="19773" y="28959"/>
                      <a:pt x="19460" y="32600"/>
                      <a:pt x="19020" y="36240"/>
                    </a:cubicBezTo>
                    <a:cubicBezTo>
                      <a:pt x="18790" y="38123"/>
                      <a:pt x="18539" y="39986"/>
                      <a:pt x="18246" y="41869"/>
                    </a:cubicBezTo>
                    <a:cubicBezTo>
                      <a:pt x="18079" y="42978"/>
                      <a:pt x="17911" y="44170"/>
                      <a:pt x="17305" y="45154"/>
                    </a:cubicBezTo>
                    <a:cubicBezTo>
                      <a:pt x="16677" y="46200"/>
                      <a:pt x="15693" y="46618"/>
                      <a:pt x="14522" y="46723"/>
                    </a:cubicBezTo>
                    <a:cubicBezTo>
                      <a:pt x="12931" y="46890"/>
                      <a:pt x="11320" y="46849"/>
                      <a:pt x="9730" y="46890"/>
                    </a:cubicBezTo>
                    <a:cubicBezTo>
                      <a:pt x="9513" y="46896"/>
                      <a:pt x="9297" y="46900"/>
                      <a:pt x="9084" y="46900"/>
                    </a:cubicBezTo>
                    <a:cubicBezTo>
                      <a:pt x="6918" y="46900"/>
                      <a:pt x="5021" y="46527"/>
                      <a:pt x="4374" y="44108"/>
                    </a:cubicBezTo>
                    <a:cubicBezTo>
                      <a:pt x="2532" y="37203"/>
                      <a:pt x="1779" y="29817"/>
                      <a:pt x="1340" y="22703"/>
                    </a:cubicBezTo>
                    <a:cubicBezTo>
                      <a:pt x="900" y="15359"/>
                      <a:pt x="1005" y="7931"/>
                      <a:pt x="1842" y="607"/>
                    </a:cubicBezTo>
                    <a:cubicBezTo>
                      <a:pt x="1737" y="566"/>
                      <a:pt x="1654" y="545"/>
                      <a:pt x="1549" y="503"/>
                    </a:cubicBezTo>
                    <a:cubicBezTo>
                      <a:pt x="1256" y="377"/>
                      <a:pt x="1005" y="210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3" name="Google Shape;13323;p40"/>
              <p:cNvSpPr/>
              <p:nvPr/>
            </p:nvSpPr>
            <p:spPr>
              <a:xfrm>
                <a:off x="5151450" y="2189000"/>
                <a:ext cx="542475" cy="89550"/>
              </a:xfrm>
              <a:custGeom>
                <a:rect b="b" l="l" r="r" t="t"/>
                <a:pathLst>
                  <a:path extrusionOk="0" h="3582" w="21699">
                    <a:moveTo>
                      <a:pt x="18569" y="1"/>
                    </a:moveTo>
                    <a:cubicBezTo>
                      <a:pt x="17363" y="1"/>
                      <a:pt x="16066" y="346"/>
                      <a:pt x="15149" y="596"/>
                    </a:cubicBezTo>
                    <a:cubicBezTo>
                      <a:pt x="13706" y="1014"/>
                      <a:pt x="12283" y="1391"/>
                      <a:pt x="10776" y="1538"/>
                    </a:cubicBezTo>
                    <a:cubicBezTo>
                      <a:pt x="10319" y="1575"/>
                      <a:pt x="9857" y="1593"/>
                      <a:pt x="9395" y="1593"/>
                    </a:cubicBezTo>
                    <a:cubicBezTo>
                      <a:pt x="8293" y="1593"/>
                      <a:pt x="7186" y="1487"/>
                      <a:pt x="6110" y="1266"/>
                    </a:cubicBezTo>
                    <a:cubicBezTo>
                      <a:pt x="5254" y="1089"/>
                      <a:pt x="3313" y="268"/>
                      <a:pt x="1899" y="268"/>
                    </a:cubicBezTo>
                    <a:cubicBezTo>
                      <a:pt x="964" y="268"/>
                      <a:pt x="260" y="627"/>
                      <a:pt x="252" y="1768"/>
                    </a:cubicBezTo>
                    <a:cubicBezTo>
                      <a:pt x="252" y="1914"/>
                      <a:pt x="126" y="1998"/>
                      <a:pt x="22" y="1998"/>
                    </a:cubicBezTo>
                    <a:cubicBezTo>
                      <a:pt x="1" y="2144"/>
                      <a:pt x="1" y="2291"/>
                      <a:pt x="22" y="2416"/>
                    </a:cubicBezTo>
                    <a:cubicBezTo>
                      <a:pt x="47" y="2406"/>
                      <a:pt x="76" y="2401"/>
                      <a:pt x="105" y="2401"/>
                    </a:cubicBezTo>
                    <a:cubicBezTo>
                      <a:pt x="196" y="2401"/>
                      <a:pt x="288" y="2452"/>
                      <a:pt x="273" y="2563"/>
                    </a:cubicBezTo>
                    <a:cubicBezTo>
                      <a:pt x="273" y="2688"/>
                      <a:pt x="273" y="2814"/>
                      <a:pt x="252" y="2960"/>
                    </a:cubicBezTo>
                    <a:cubicBezTo>
                      <a:pt x="607" y="3424"/>
                      <a:pt x="1311" y="3582"/>
                      <a:pt x="2129" y="3582"/>
                    </a:cubicBezTo>
                    <a:cubicBezTo>
                      <a:pt x="3673" y="3582"/>
                      <a:pt x="5624" y="3021"/>
                      <a:pt x="6403" y="2898"/>
                    </a:cubicBezTo>
                    <a:cubicBezTo>
                      <a:pt x="8077" y="2646"/>
                      <a:pt x="9772" y="2479"/>
                      <a:pt x="11467" y="2416"/>
                    </a:cubicBezTo>
                    <a:cubicBezTo>
                      <a:pt x="11937" y="2400"/>
                      <a:pt x="12409" y="2392"/>
                      <a:pt x="12881" y="2392"/>
                    </a:cubicBezTo>
                    <a:cubicBezTo>
                      <a:pt x="14257" y="2392"/>
                      <a:pt x="15635" y="2459"/>
                      <a:pt x="16991" y="2584"/>
                    </a:cubicBezTo>
                    <a:cubicBezTo>
                      <a:pt x="17681" y="2646"/>
                      <a:pt x="18372" y="2730"/>
                      <a:pt x="19062" y="2835"/>
                    </a:cubicBezTo>
                    <a:cubicBezTo>
                      <a:pt x="19473" y="2891"/>
                      <a:pt x="19901" y="2964"/>
                      <a:pt x="20316" y="2964"/>
                    </a:cubicBezTo>
                    <a:cubicBezTo>
                      <a:pt x="20365" y="2964"/>
                      <a:pt x="20415" y="2963"/>
                      <a:pt x="20464" y="2960"/>
                    </a:cubicBezTo>
                    <a:cubicBezTo>
                      <a:pt x="21594" y="2939"/>
                      <a:pt x="21698" y="1496"/>
                      <a:pt x="20945" y="784"/>
                    </a:cubicBezTo>
                    <a:cubicBezTo>
                      <a:pt x="20341" y="198"/>
                      <a:pt x="19481" y="1"/>
                      <a:pt x="185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4" name="Google Shape;13324;p40"/>
              <p:cNvSpPr/>
              <p:nvPr/>
            </p:nvSpPr>
            <p:spPr>
              <a:xfrm>
                <a:off x="5184925" y="2262325"/>
                <a:ext cx="442050" cy="212800"/>
              </a:xfrm>
              <a:custGeom>
                <a:rect b="b" l="l" r="r" t="t"/>
                <a:pathLst>
                  <a:path extrusionOk="0" h="8512" w="17682">
                    <a:moveTo>
                      <a:pt x="11415" y="0"/>
                    </a:moveTo>
                    <a:cubicBezTo>
                      <a:pt x="9249" y="0"/>
                      <a:pt x="7088" y="170"/>
                      <a:pt x="4960" y="509"/>
                    </a:cubicBezTo>
                    <a:cubicBezTo>
                      <a:pt x="3782" y="702"/>
                      <a:pt x="2325" y="1220"/>
                      <a:pt x="1008" y="1220"/>
                    </a:cubicBezTo>
                    <a:cubicBezTo>
                      <a:pt x="757" y="1220"/>
                      <a:pt x="511" y="1201"/>
                      <a:pt x="273" y="1157"/>
                    </a:cubicBezTo>
                    <a:cubicBezTo>
                      <a:pt x="168" y="2454"/>
                      <a:pt x="84" y="3752"/>
                      <a:pt x="1" y="5049"/>
                    </a:cubicBezTo>
                    <a:cubicBezTo>
                      <a:pt x="237" y="4959"/>
                      <a:pt x="483" y="4921"/>
                      <a:pt x="735" y="4921"/>
                    </a:cubicBezTo>
                    <a:cubicBezTo>
                      <a:pt x="1712" y="4921"/>
                      <a:pt x="2772" y="5495"/>
                      <a:pt x="3621" y="5844"/>
                    </a:cubicBezTo>
                    <a:cubicBezTo>
                      <a:pt x="5232" y="6514"/>
                      <a:pt x="6822" y="7288"/>
                      <a:pt x="8496" y="7853"/>
                    </a:cubicBezTo>
                    <a:cubicBezTo>
                      <a:pt x="9723" y="8253"/>
                      <a:pt x="11051" y="8512"/>
                      <a:pt x="12352" y="8512"/>
                    </a:cubicBezTo>
                    <a:cubicBezTo>
                      <a:pt x="14246" y="8512"/>
                      <a:pt x="16083" y="7965"/>
                      <a:pt x="17472" y="6514"/>
                    </a:cubicBezTo>
                    <a:cubicBezTo>
                      <a:pt x="17519" y="6467"/>
                      <a:pt x="17578" y="6443"/>
                      <a:pt x="17631" y="6443"/>
                    </a:cubicBezTo>
                    <a:cubicBezTo>
                      <a:pt x="17648" y="6443"/>
                      <a:pt x="17665" y="6446"/>
                      <a:pt x="17681" y="6451"/>
                    </a:cubicBezTo>
                    <a:cubicBezTo>
                      <a:pt x="17597" y="4484"/>
                      <a:pt x="17472" y="2517"/>
                      <a:pt x="17305" y="550"/>
                    </a:cubicBezTo>
                    <a:cubicBezTo>
                      <a:pt x="17305" y="509"/>
                      <a:pt x="17325" y="467"/>
                      <a:pt x="17325" y="425"/>
                    </a:cubicBezTo>
                    <a:cubicBezTo>
                      <a:pt x="15610" y="257"/>
                      <a:pt x="13894" y="27"/>
                      <a:pt x="12136" y="6"/>
                    </a:cubicBezTo>
                    <a:cubicBezTo>
                      <a:pt x="11896" y="2"/>
                      <a:pt x="11655" y="0"/>
                      <a:pt x="114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5" name="Google Shape;13325;p40"/>
              <p:cNvSpPr/>
              <p:nvPr/>
            </p:nvSpPr>
            <p:spPr>
              <a:xfrm>
                <a:off x="5584575" y="2677000"/>
                <a:ext cx="31250" cy="19850"/>
              </a:xfrm>
              <a:custGeom>
                <a:rect b="b" l="l" r="r" t="t"/>
                <a:pathLst>
                  <a:path extrusionOk="0" h="794" w="1250">
                    <a:moveTo>
                      <a:pt x="657" y="1"/>
                    </a:moveTo>
                    <a:cubicBezTo>
                      <a:pt x="620" y="1"/>
                      <a:pt x="582" y="4"/>
                      <a:pt x="544" y="12"/>
                    </a:cubicBezTo>
                    <a:cubicBezTo>
                      <a:pt x="210" y="54"/>
                      <a:pt x="0" y="347"/>
                      <a:pt x="0" y="660"/>
                    </a:cubicBezTo>
                    <a:cubicBezTo>
                      <a:pt x="11" y="752"/>
                      <a:pt x="70" y="794"/>
                      <a:pt x="131" y="794"/>
                    </a:cubicBezTo>
                    <a:cubicBezTo>
                      <a:pt x="195" y="794"/>
                      <a:pt x="262" y="747"/>
                      <a:pt x="272" y="660"/>
                    </a:cubicBezTo>
                    <a:cubicBezTo>
                      <a:pt x="272" y="493"/>
                      <a:pt x="419" y="326"/>
                      <a:pt x="607" y="326"/>
                    </a:cubicBezTo>
                    <a:cubicBezTo>
                      <a:pt x="775" y="326"/>
                      <a:pt x="921" y="451"/>
                      <a:pt x="984" y="598"/>
                    </a:cubicBezTo>
                    <a:cubicBezTo>
                      <a:pt x="1010" y="638"/>
                      <a:pt x="1048" y="654"/>
                      <a:pt x="1086" y="654"/>
                    </a:cubicBezTo>
                    <a:cubicBezTo>
                      <a:pt x="1166" y="654"/>
                      <a:pt x="1249" y="579"/>
                      <a:pt x="1235" y="493"/>
                    </a:cubicBezTo>
                    <a:cubicBezTo>
                      <a:pt x="1198" y="198"/>
                      <a:pt x="934" y="1"/>
                      <a:pt x="6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6" name="Google Shape;13326;p40"/>
              <p:cNvSpPr/>
              <p:nvPr/>
            </p:nvSpPr>
            <p:spPr>
              <a:xfrm>
                <a:off x="5557500" y="2624825"/>
                <a:ext cx="39250" cy="17475"/>
              </a:xfrm>
              <a:custGeom>
                <a:rect b="b" l="l" r="r" t="t"/>
                <a:pathLst>
                  <a:path extrusionOk="0" h="699" w="1570">
                    <a:moveTo>
                      <a:pt x="135" y="1"/>
                    </a:moveTo>
                    <a:cubicBezTo>
                      <a:pt x="63" y="1"/>
                      <a:pt x="1" y="56"/>
                      <a:pt x="37" y="153"/>
                    </a:cubicBezTo>
                    <a:cubicBezTo>
                      <a:pt x="156" y="487"/>
                      <a:pt x="534" y="699"/>
                      <a:pt x="887" y="699"/>
                    </a:cubicBezTo>
                    <a:cubicBezTo>
                      <a:pt x="1154" y="699"/>
                      <a:pt x="1406" y="578"/>
                      <a:pt x="1523" y="299"/>
                    </a:cubicBezTo>
                    <a:cubicBezTo>
                      <a:pt x="1570" y="205"/>
                      <a:pt x="1487" y="88"/>
                      <a:pt x="1399" y="88"/>
                    </a:cubicBezTo>
                    <a:cubicBezTo>
                      <a:pt x="1370" y="88"/>
                      <a:pt x="1340" y="101"/>
                      <a:pt x="1314" y="132"/>
                    </a:cubicBezTo>
                    <a:cubicBezTo>
                      <a:pt x="1185" y="293"/>
                      <a:pt x="962" y="394"/>
                      <a:pt x="750" y="394"/>
                    </a:cubicBezTo>
                    <a:cubicBezTo>
                      <a:pt x="549" y="394"/>
                      <a:pt x="359" y="304"/>
                      <a:pt x="267" y="90"/>
                    </a:cubicBezTo>
                    <a:cubicBezTo>
                      <a:pt x="241" y="29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7" name="Google Shape;13327;p40"/>
              <p:cNvSpPr/>
              <p:nvPr/>
            </p:nvSpPr>
            <p:spPr>
              <a:xfrm>
                <a:off x="5529775" y="3170600"/>
                <a:ext cx="30225" cy="40800"/>
              </a:xfrm>
              <a:custGeom>
                <a:rect b="b" l="l" r="r" t="t"/>
                <a:pathLst>
                  <a:path extrusionOk="0" h="1632" w="1209">
                    <a:moveTo>
                      <a:pt x="702" y="0"/>
                    </a:moveTo>
                    <a:cubicBezTo>
                      <a:pt x="684" y="0"/>
                      <a:pt x="664" y="6"/>
                      <a:pt x="644" y="20"/>
                    </a:cubicBezTo>
                    <a:cubicBezTo>
                      <a:pt x="1" y="373"/>
                      <a:pt x="201" y="1631"/>
                      <a:pt x="980" y="1631"/>
                    </a:cubicBezTo>
                    <a:cubicBezTo>
                      <a:pt x="987" y="1631"/>
                      <a:pt x="993" y="1631"/>
                      <a:pt x="1000" y="1631"/>
                    </a:cubicBezTo>
                    <a:cubicBezTo>
                      <a:pt x="1167" y="1631"/>
                      <a:pt x="1209" y="1380"/>
                      <a:pt x="1042" y="1338"/>
                    </a:cubicBezTo>
                    <a:cubicBezTo>
                      <a:pt x="560" y="1233"/>
                      <a:pt x="288" y="522"/>
                      <a:pt x="749" y="229"/>
                    </a:cubicBezTo>
                    <a:cubicBezTo>
                      <a:pt x="854" y="159"/>
                      <a:pt x="797" y="0"/>
                      <a:pt x="7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8" name="Google Shape;13328;p40"/>
              <p:cNvSpPr/>
              <p:nvPr/>
            </p:nvSpPr>
            <p:spPr>
              <a:xfrm>
                <a:off x="5535725" y="2649425"/>
                <a:ext cx="27950" cy="19650"/>
              </a:xfrm>
              <a:custGeom>
                <a:rect b="b" l="l" r="r" t="t"/>
                <a:pathLst>
                  <a:path extrusionOk="0" h="786" w="1118">
                    <a:moveTo>
                      <a:pt x="536" y="1"/>
                    </a:moveTo>
                    <a:cubicBezTo>
                      <a:pt x="332" y="1"/>
                      <a:pt x="128" y="117"/>
                      <a:pt x="29" y="299"/>
                    </a:cubicBezTo>
                    <a:cubicBezTo>
                      <a:pt x="1" y="384"/>
                      <a:pt x="60" y="460"/>
                      <a:pt x="120" y="460"/>
                    </a:cubicBezTo>
                    <a:cubicBezTo>
                      <a:pt x="148" y="460"/>
                      <a:pt x="177" y="443"/>
                      <a:pt x="197" y="403"/>
                    </a:cubicBezTo>
                    <a:cubicBezTo>
                      <a:pt x="271" y="285"/>
                      <a:pt x="373" y="235"/>
                      <a:pt x="472" y="235"/>
                    </a:cubicBezTo>
                    <a:cubicBezTo>
                      <a:pt x="654" y="235"/>
                      <a:pt x="823" y="404"/>
                      <a:pt x="783" y="634"/>
                    </a:cubicBezTo>
                    <a:cubicBezTo>
                      <a:pt x="758" y="731"/>
                      <a:pt x="819" y="786"/>
                      <a:pt x="886" y="786"/>
                    </a:cubicBezTo>
                    <a:cubicBezTo>
                      <a:pt x="935" y="786"/>
                      <a:pt x="987" y="758"/>
                      <a:pt x="1013" y="696"/>
                    </a:cubicBezTo>
                    <a:cubicBezTo>
                      <a:pt x="1117" y="445"/>
                      <a:pt x="971" y="131"/>
                      <a:pt x="699" y="27"/>
                    </a:cubicBezTo>
                    <a:cubicBezTo>
                      <a:pt x="646" y="9"/>
                      <a:pt x="591" y="1"/>
                      <a:pt x="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9" name="Google Shape;13329;p40"/>
              <p:cNvSpPr/>
              <p:nvPr/>
            </p:nvSpPr>
            <p:spPr>
              <a:xfrm>
                <a:off x="5504875" y="3225150"/>
                <a:ext cx="26225" cy="24925"/>
              </a:xfrm>
              <a:custGeom>
                <a:rect b="b" l="l" r="r" t="t"/>
                <a:pathLst>
                  <a:path extrusionOk="0" h="997" w="1049">
                    <a:moveTo>
                      <a:pt x="276" y="0"/>
                    </a:moveTo>
                    <a:cubicBezTo>
                      <a:pt x="222" y="0"/>
                      <a:pt x="167" y="11"/>
                      <a:pt x="113" y="35"/>
                    </a:cubicBezTo>
                    <a:cubicBezTo>
                      <a:pt x="1" y="72"/>
                      <a:pt x="22" y="209"/>
                      <a:pt x="116" y="209"/>
                    </a:cubicBezTo>
                    <a:cubicBezTo>
                      <a:pt x="128" y="209"/>
                      <a:pt x="141" y="207"/>
                      <a:pt x="154" y="202"/>
                    </a:cubicBezTo>
                    <a:cubicBezTo>
                      <a:pt x="173" y="198"/>
                      <a:pt x="192" y="196"/>
                      <a:pt x="210" y="196"/>
                    </a:cubicBezTo>
                    <a:cubicBezTo>
                      <a:pt x="456" y="196"/>
                      <a:pt x="644" y="572"/>
                      <a:pt x="468" y="767"/>
                    </a:cubicBezTo>
                    <a:cubicBezTo>
                      <a:pt x="372" y="863"/>
                      <a:pt x="460" y="997"/>
                      <a:pt x="573" y="997"/>
                    </a:cubicBezTo>
                    <a:cubicBezTo>
                      <a:pt x="607" y="997"/>
                      <a:pt x="643" y="985"/>
                      <a:pt x="678" y="955"/>
                    </a:cubicBezTo>
                    <a:cubicBezTo>
                      <a:pt x="1048" y="659"/>
                      <a:pt x="696" y="0"/>
                      <a:pt x="2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0" name="Google Shape;13330;p40"/>
              <p:cNvSpPr/>
              <p:nvPr/>
            </p:nvSpPr>
            <p:spPr>
              <a:xfrm>
                <a:off x="5363825" y="2892875"/>
                <a:ext cx="35975" cy="40850"/>
              </a:xfrm>
              <a:custGeom>
                <a:rect b="b" l="l" r="r" t="t"/>
                <a:pathLst>
                  <a:path extrusionOk="0" h="1634" w="1439">
                    <a:moveTo>
                      <a:pt x="608" y="0"/>
                    </a:moveTo>
                    <a:cubicBezTo>
                      <a:pt x="588" y="0"/>
                      <a:pt x="567" y="6"/>
                      <a:pt x="545" y="18"/>
                    </a:cubicBezTo>
                    <a:cubicBezTo>
                      <a:pt x="189" y="248"/>
                      <a:pt x="1" y="751"/>
                      <a:pt x="210" y="1148"/>
                    </a:cubicBezTo>
                    <a:cubicBezTo>
                      <a:pt x="348" y="1425"/>
                      <a:pt x="679" y="1634"/>
                      <a:pt x="994" y="1634"/>
                    </a:cubicBezTo>
                    <a:cubicBezTo>
                      <a:pt x="1107" y="1634"/>
                      <a:pt x="1219" y="1607"/>
                      <a:pt x="1319" y="1546"/>
                    </a:cubicBezTo>
                    <a:cubicBezTo>
                      <a:pt x="1439" y="1466"/>
                      <a:pt x="1406" y="1251"/>
                      <a:pt x="1274" y="1251"/>
                    </a:cubicBezTo>
                    <a:cubicBezTo>
                      <a:pt x="1268" y="1251"/>
                      <a:pt x="1262" y="1252"/>
                      <a:pt x="1256" y="1253"/>
                    </a:cubicBezTo>
                    <a:cubicBezTo>
                      <a:pt x="1177" y="1265"/>
                      <a:pt x="1097" y="1274"/>
                      <a:pt x="1018" y="1274"/>
                    </a:cubicBezTo>
                    <a:cubicBezTo>
                      <a:pt x="825" y="1274"/>
                      <a:pt x="643" y="1222"/>
                      <a:pt x="524" y="1044"/>
                    </a:cubicBezTo>
                    <a:cubicBezTo>
                      <a:pt x="356" y="792"/>
                      <a:pt x="440" y="437"/>
                      <a:pt x="691" y="248"/>
                    </a:cubicBezTo>
                    <a:cubicBezTo>
                      <a:pt x="798" y="177"/>
                      <a:pt x="723" y="0"/>
                      <a:pt x="6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1" name="Google Shape;13331;p40"/>
              <p:cNvSpPr/>
              <p:nvPr/>
            </p:nvSpPr>
            <p:spPr>
              <a:xfrm>
                <a:off x="5360275" y="2959150"/>
                <a:ext cx="33925" cy="30025"/>
              </a:xfrm>
              <a:custGeom>
                <a:rect b="b" l="l" r="r" t="t"/>
                <a:pathLst>
                  <a:path extrusionOk="0" h="1201" w="1357">
                    <a:moveTo>
                      <a:pt x="744" y="1"/>
                    </a:moveTo>
                    <a:cubicBezTo>
                      <a:pt x="454" y="1"/>
                      <a:pt x="176" y="142"/>
                      <a:pt x="17" y="380"/>
                    </a:cubicBezTo>
                    <a:cubicBezTo>
                      <a:pt x="1" y="429"/>
                      <a:pt x="47" y="478"/>
                      <a:pt x="89" y="478"/>
                    </a:cubicBezTo>
                    <a:cubicBezTo>
                      <a:pt x="101" y="478"/>
                      <a:pt x="112" y="473"/>
                      <a:pt x="122" y="464"/>
                    </a:cubicBezTo>
                    <a:cubicBezTo>
                      <a:pt x="242" y="328"/>
                      <a:pt x="450" y="225"/>
                      <a:pt x="650" y="225"/>
                    </a:cubicBezTo>
                    <a:cubicBezTo>
                      <a:pt x="728" y="225"/>
                      <a:pt x="805" y="241"/>
                      <a:pt x="875" y="276"/>
                    </a:cubicBezTo>
                    <a:cubicBezTo>
                      <a:pt x="1126" y="401"/>
                      <a:pt x="1021" y="841"/>
                      <a:pt x="959" y="1050"/>
                    </a:cubicBezTo>
                    <a:cubicBezTo>
                      <a:pt x="919" y="1142"/>
                      <a:pt x="987" y="1201"/>
                      <a:pt x="1064" y="1201"/>
                    </a:cubicBezTo>
                    <a:cubicBezTo>
                      <a:pt x="1109" y="1201"/>
                      <a:pt x="1158" y="1180"/>
                      <a:pt x="1189" y="1134"/>
                    </a:cubicBezTo>
                    <a:cubicBezTo>
                      <a:pt x="1314" y="966"/>
                      <a:pt x="1356" y="736"/>
                      <a:pt x="1314" y="527"/>
                    </a:cubicBezTo>
                    <a:cubicBezTo>
                      <a:pt x="1293" y="338"/>
                      <a:pt x="1210" y="108"/>
                      <a:pt x="1021" y="45"/>
                    </a:cubicBezTo>
                    <a:cubicBezTo>
                      <a:pt x="930" y="15"/>
                      <a:pt x="837" y="1"/>
                      <a:pt x="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2" name="Google Shape;13332;p40"/>
              <p:cNvSpPr/>
              <p:nvPr/>
            </p:nvSpPr>
            <p:spPr>
              <a:xfrm>
                <a:off x="5343425" y="3340550"/>
                <a:ext cx="29775" cy="28850"/>
              </a:xfrm>
              <a:custGeom>
                <a:rect b="b" l="l" r="r" t="t"/>
                <a:pathLst>
                  <a:path extrusionOk="0" h="1154" w="1191">
                    <a:moveTo>
                      <a:pt x="463" y="1"/>
                    </a:moveTo>
                    <a:cubicBezTo>
                      <a:pt x="442" y="1"/>
                      <a:pt x="420" y="7"/>
                      <a:pt x="398" y="22"/>
                    </a:cubicBezTo>
                    <a:cubicBezTo>
                      <a:pt x="126" y="189"/>
                      <a:pt x="1" y="566"/>
                      <a:pt x="168" y="859"/>
                    </a:cubicBezTo>
                    <a:cubicBezTo>
                      <a:pt x="292" y="1051"/>
                      <a:pt x="506" y="1153"/>
                      <a:pt x="721" y="1153"/>
                    </a:cubicBezTo>
                    <a:cubicBezTo>
                      <a:pt x="833" y="1153"/>
                      <a:pt x="946" y="1126"/>
                      <a:pt x="1047" y="1068"/>
                    </a:cubicBezTo>
                    <a:cubicBezTo>
                      <a:pt x="1191" y="996"/>
                      <a:pt x="1102" y="800"/>
                      <a:pt x="955" y="800"/>
                    </a:cubicBezTo>
                    <a:cubicBezTo>
                      <a:pt x="931" y="800"/>
                      <a:pt x="906" y="805"/>
                      <a:pt x="879" y="817"/>
                    </a:cubicBezTo>
                    <a:cubicBezTo>
                      <a:pt x="835" y="843"/>
                      <a:pt x="782" y="854"/>
                      <a:pt x="728" y="854"/>
                    </a:cubicBezTo>
                    <a:cubicBezTo>
                      <a:pt x="606" y="854"/>
                      <a:pt x="477" y="793"/>
                      <a:pt x="419" y="691"/>
                    </a:cubicBezTo>
                    <a:cubicBezTo>
                      <a:pt x="335" y="524"/>
                      <a:pt x="398" y="315"/>
                      <a:pt x="545" y="189"/>
                    </a:cubicBezTo>
                    <a:cubicBezTo>
                      <a:pt x="631" y="138"/>
                      <a:pt x="561" y="1"/>
                      <a:pt x="4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3" name="Google Shape;13333;p40"/>
              <p:cNvSpPr/>
              <p:nvPr/>
            </p:nvSpPr>
            <p:spPr>
              <a:xfrm>
                <a:off x="5297750" y="2947925"/>
                <a:ext cx="29550" cy="16675"/>
              </a:xfrm>
              <a:custGeom>
                <a:rect b="b" l="l" r="r" t="t"/>
                <a:pathLst>
                  <a:path extrusionOk="0" h="667" w="1182">
                    <a:moveTo>
                      <a:pt x="1046" y="0"/>
                    </a:moveTo>
                    <a:cubicBezTo>
                      <a:pt x="984" y="0"/>
                      <a:pt x="918" y="42"/>
                      <a:pt x="907" y="118"/>
                    </a:cubicBezTo>
                    <a:cubicBezTo>
                      <a:pt x="883" y="313"/>
                      <a:pt x="688" y="422"/>
                      <a:pt x="505" y="422"/>
                    </a:cubicBezTo>
                    <a:cubicBezTo>
                      <a:pt x="374" y="422"/>
                      <a:pt x="248" y="366"/>
                      <a:pt x="196" y="243"/>
                    </a:cubicBezTo>
                    <a:cubicBezTo>
                      <a:pt x="182" y="216"/>
                      <a:pt x="154" y="204"/>
                      <a:pt x="124" y="204"/>
                    </a:cubicBezTo>
                    <a:cubicBezTo>
                      <a:pt x="65" y="204"/>
                      <a:pt x="0" y="250"/>
                      <a:pt x="28" y="306"/>
                    </a:cubicBezTo>
                    <a:cubicBezTo>
                      <a:pt x="110" y="552"/>
                      <a:pt x="342" y="667"/>
                      <a:pt x="575" y="667"/>
                    </a:cubicBezTo>
                    <a:cubicBezTo>
                      <a:pt x="878" y="667"/>
                      <a:pt x="1182" y="473"/>
                      <a:pt x="1158" y="118"/>
                    </a:cubicBezTo>
                    <a:cubicBezTo>
                      <a:pt x="1158" y="37"/>
                      <a:pt x="1104" y="0"/>
                      <a:pt x="10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4" name="Google Shape;13334;p40"/>
              <p:cNvSpPr/>
              <p:nvPr/>
            </p:nvSpPr>
            <p:spPr>
              <a:xfrm>
                <a:off x="5277525" y="2514275"/>
                <a:ext cx="39725" cy="38400"/>
              </a:xfrm>
              <a:custGeom>
                <a:rect b="b" l="l" r="r" t="t"/>
                <a:pathLst>
                  <a:path extrusionOk="0" h="1536" w="1589">
                    <a:moveTo>
                      <a:pt x="617" y="1"/>
                    </a:moveTo>
                    <a:cubicBezTo>
                      <a:pt x="600" y="1"/>
                      <a:pt x="583" y="5"/>
                      <a:pt x="565" y="14"/>
                    </a:cubicBezTo>
                    <a:cubicBezTo>
                      <a:pt x="147" y="244"/>
                      <a:pt x="0" y="809"/>
                      <a:pt x="272" y="1206"/>
                    </a:cubicBezTo>
                    <a:cubicBezTo>
                      <a:pt x="422" y="1425"/>
                      <a:pt x="666" y="1536"/>
                      <a:pt x="915" y="1536"/>
                    </a:cubicBezTo>
                    <a:cubicBezTo>
                      <a:pt x="1119" y="1536"/>
                      <a:pt x="1326" y="1462"/>
                      <a:pt x="1486" y="1311"/>
                    </a:cubicBezTo>
                    <a:cubicBezTo>
                      <a:pt x="1589" y="1225"/>
                      <a:pt x="1494" y="1054"/>
                      <a:pt x="1376" y="1054"/>
                    </a:cubicBezTo>
                    <a:cubicBezTo>
                      <a:pt x="1350" y="1054"/>
                      <a:pt x="1324" y="1062"/>
                      <a:pt x="1297" y="1081"/>
                    </a:cubicBezTo>
                    <a:cubicBezTo>
                      <a:pt x="1202" y="1147"/>
                      <a:pt x="1076" y="1184"/>
                      <a:pt x="950" y="1184"/>
                    </a:cubicBezTo>
                    <a:cubicBezTo>
                      <a:pt x="799" y="1184"/>
                      <a:pt x="647" y="1132"/>
                      <a:pt x="544" y="1018"/>
                    </a:cubicBezTo>
                    <a:cubicBezTo>
                      <a:pt x="356" y="788"/>
                      <a:pt x="440" y="390"/>
                      <a:pt x="691" y="223"/>
                    </a:cubicBezTo>
                    <a:cubicBezTo>
                      <a:pt x="799" y="151"/>
                      <a:pt x="721" y="1"/>
                      <a:pt x="6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5" name="Google Shape;13335;p40"/>
              <p:cNvSpPr/>
              <p:nvPr/>
            </p:nvSpPr>
            <p:spPr>
              <a:xfrm>
                <a:off x="5254425" y="2873350"/>
                <a:ext cx="40375" cy="18600"/>
              </a:xfrm>
              <a:custGeom>
                <a:rect b="b" l="l" r="r" t="t"/>
                <a:pathLst>
                  <a:path extrusionOk="0" h="744" w="1615">
                    <a:moveTo>
                      <a:pt x="891" y="1"/>
                    </a:moveTo>
                    <a:cubicBezTo>
                      <a:pt x="587" y="1"/>
                      <a:pt x="315" y="205"/>
                      <a:pt x="87" y="381"/>
                    </a:cubicBezTo>
                    <a:cubicBezTo>
                      <a:pt x="1" y="467"/>
                      <a:pt x="86" y="611"/>
                      <a:pt x="177" y="611"/>
                    </a:cubicBezTo>
                    <a:cubicBezTo>
                      <a:pt x="196" y="611"/>
                      <a:pt x="216" y="605"/>
                      <a:pt x="234" y="590"/>
                    </a:cubicBezTo>
                    <a:cubicBezTo>
                      <a:pt x="397" y="477"/>
                      <a:pt x="711" y="296"/>
                      <a:pt x="949" y="296"/>
                    </a:cubicBezTo>
                    <a:cubicBezTo>
                      <a:pt x="1108" y="296"/>
                      <a:pt x="1234" y="377"/>
                      <a:pt x="1259" y="611"/>
                    </a:cubicBezTo>
                    <a:cubicBezTo>
                      <a:pt x="1271" y="694"/>
                      <a:pt x="1337" y="744"/>
                      <a:pt x="1400" y="744"/>
                    </a:cubicBezTo>
                    <a:cubicBezTo>
                      <a:pt x="1447" y="744"/>
                      <a:pt x="1492" y="716"/>
                      <a:pt x="1510" y="653"/>
                    </a:cubicBezTo>
                    <a:cubicBezTo>
                      <a:pt x="1615" y="360"/>
                      <a:pt x="1343" y="88"/>
                      <a:pt x="1071" y="25"/>
                    </a:cubicBezTo>
                    <a:cubicBezTo>
                      <a:pt x="1010" y="8"/>
                      <a:pt x="950" y="1"/>
                      <a:pt x="8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6" name="Google Shape;13336;p40"/>
              <p:cNvSpPr/>
              <p:nvPr/>
            </p:nvSpPr>
            <p:spPr>
              <a:xfrm>
                <a:off x="5226900" y="2539375"/>
                <a:ext cx="31800" cy="27550"/>
              </a:xfrm>
              <a:custGeom>
                <a:rect b="b" l="l" r="r" t="t"/>
                <a:pathLst>
                  <a:path extrusionOk="0" h="1102" w="1272">
                    <a:moveTo>
                      <a:pt x="627" y="0"/>
                    </a:moveTo>
                    <a:cubicBezTo>
                      <a:pt x="398" y="0"/>
                      <a:pt x="167" y="125"/>
                      <a:pt x="58" y="328"/>
                    </a:cubicBezTo>
                    <a:cubicBezTo>
                      <a:pt x="1" y="428"/>
                      <a:pt x="82" y="509"/>
                      <a:pt x="158" y="509"/>
                    </a:cubicBezTo>
                    <a:cubicBezTo>
                      <a:pt x="193" y="509"/>
                      <a:pt x="227" y="493"/>
                      <a:pt x="247" y="453"/>
                    </a:cubicBezTo>
                    <a:cubicBezTo>
                      <a:pt x="314" y="331"/>
                      <a:pt x="453" y="253"/>
                      <a:pt x="593" y="253"/>
                    </a:cubicBezTo>
                    <a:cubicBezTo>
                      <a:pt x="669" y="253"/>
                      <a:pt x="745" y="276"/>
                      <a:pt x="812" y="328"/>
                    </a:cubicBezTo>
                    <a:cubicBezTo>
                      <a:pt x="979" y="453"/>
                      <a:pt x="958" y="725"/>
                      <a:pt x="833" y="893"/>
                    </a:cubicBezTo>
                    <a:cubicBezTo>
                      <a:pt x="764" y="962"/>
                      <a:pt x="823" y="1102"/>
                      <a:pt x="904" y="1102"/>
                    </a:cubicBezTo>
                    <a:cubicBezTo>
                      <a:pt x="921" y="1102"/>
                      <a:pt x="940" y="1096"/>
                      <a:pt x="958" y="1081"/>
                    </a:cubicBezTo>
                    <a:cubicBezTo>
                      <a:pt x="1272" y="851"/>
                      <a:pt x="1272" y="370"/>
                      <a:pt x="979" y="119"/>
                    </a:cubicBezTo>
                    <a:cubicBezTo>
                      <a:pt x="876" y="37"/>
                      <a:pt x="751" y="0"/>
                      <a:pt x="6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7" name="Google Shape;13337;p40"/>
              <p:cNvSpPr/>
              <p:nvPr/>
            </p:nvSpPr>
            <p:spPr>
              <a:xfrm>
                <a:off x="5226250" y="2483275"/>
                <a:ext cx="24100" cy="34500"/>
              </a:xfrm>
              <a:custGeom>
                <a:rect b="b" l="l" r="r" t="t"/>
                <a:pathLst>
                  <a:path extrusionOk="0" h="1380" w="964">
                    <a:moveTo>
                      <a:pt x="306" y="0"/>
                    </a:moveTo>
                    <a:cubicBezTo>
                      <a:pt x="270" y="0"/>
                      <a:pt x="234" y="18"/>
                      <a:pt x="210" y="61"/>
                    </a:cubicBezTo>
                    <a:cubicBezTo>
                      <a:pt x="63" y="354"/>
                      <a:pt x="1" y="668"/>
                      <a:pt x="63" y="982"/>
                    </a:cubicBezTo>
                    <a:cubicBezTo>
                      <a:pt x="84" y="1149"/>
                      <a:pt x="126" y="1191"/>
                      <a:pt x="294" y="1233"/>
                    </a:cubicBezTo>
                    <a:cubicBezTo>
                      <a:pt x="461" y="1295"/>
                      <a:pt x="628" y="1358"/>
                      <a:pt x="817" y="1379"/>
                    </a:cubicBezTo>
                    <a:cubicBezTo>
                      <a:pt x="942" y="1379"/>
                      <a:pt x="963" y="1212"/>
                      <a:pt x="879" y="1149"/>
                    </a:cubicBezTo>
                    <a:cubicBezTo>
                      <a:pt x="712" y="1065"/>
                      <a:pt x="524" y="1002"/>
                      <a:pt x="335" y="940"/>
                    </a:cubicBezTo>
                    <a:cubicBezTo>
                      <a:pt x="294" y="689"/>
                      <a:pt x="315" y="438"/>
                      <a:pt x="440" y="207"/>
                    </a:cubicBezTo>
                    <a:cubicBezTo>
                      <a:pt x="484" y="104"/>
                      <a:pt x="393" y="0"/>
                      <a:pt x="3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8" name="Google Shape;13338;p40"/>
              <p:cNvSpPr/>
              <p:nvPr/>
            </p:nvSpPr>
            <p:spPr>
              <a:xfrm>
                <a:off x="5115875" y="2177175"/>
                <a:ext cx="600025" cy="1347575"/>
              </a:xfrm>
              <a:custGeom>
                <a:rect b="b" l="l" r="r" t="t"/>
                <a:pathLst>
                  <a:path extrusionOk="0" h="53903" w="24001">
                    <a:moveTo>
                      <a:pt x="19992" y="474"/>
                    </a:moveTo>
                    <a:cubicBezTo>
                      <a:pt x="20904" y="474"/>
                      <a:pt x="21764" y="671"/>
                      <a:pt x="22368" y="1257"/>
                    </a:cubicBezTo>
                    <a:cubicBezTo>
                      <a:pt x="23121" y="1969"/>
                      <a:pt x="23017" y="3412"/>
                      <a:pt x="21887" y="3433"/>
                    </a:cubicBezTo>
                    <a:cubicBezTo>
                      <a:pt x="21838" y="3436"/>
                      <a:pt x="21788" y="3437"/>
                      <a:pt x="21739" y="3437"/>
                    </a:cubicBezTo>
                    <a:cubicBezTo>
                      <a:pt x="21324" y="3437"/>
                      <a:pt x="20896" y="3364"/>
                      <a:pt x="20485" y="3308"/>
                    </a:cubicBezTo>
                    <a:cubicBezTo>
                      <a:pt x="19795" y="3203"/>
                      <a:pt x="19104" y="3119"/>
                      <a:pt x="18414" y="3057"/>
                    </a:cubicBezTo>
                    <a:cubicBezTo>
                      <a:pt x="17058" y="2932"/>
                      <a:pt x="15680" y="2865"/>
                      <a:pt x="14304" y="2865"/>
                    </a:cubicBezTo>
                    <a:cubicBezTo>
                      <a:pt x="13832" y="2865"/>
                      <a:pt x="13360" y="2873"/>
                      <a:pt x="12890" y="2889"/>
                    </a:cubicBezTo>
                    <a:cubicBezTo>
                      <a:pt x="11195" y="2952"/>
                      <a:pt x="9500" y="3119"/>
                      <a:pt x="7826" y="3371"/>
                    </a:cubicBezTo>
                    <a:cubicBezTo>
                      <a:pt x="7047" y="3494"/>
                      <a:pt x="5096" y="4055"/>
                      <a:pt x="3552" y="4055"/>
                    </a:cubicBezTo>
                    <a:cubicBezTo>
                      <a:pt x="2734" y="4055"/>
                      <a:pt x="2030" y="3897"/>
                      <a:pt x="1675" y="3433"/>
                    </a:cubicBezTo>
                    <a:cubicBezTo>
                      <a:pt x="1696" y="3287"/>
                      <a:pt x="1696" y="3161"/>
                      <a:pt x="1696" y="3036"/>
                    </a:cubicBezTo>
                    <a:cubicBezTo>
                      <a:pt x="1711" y="2925"/>
                      <a:pt x="1619" y="2874"/>
                      <a:pt x="1528" y="2874"/>
                    </a:cubicBezTo>
                    <a:cubicBezTo>
                      <a:pt x="1499" y="2874"/>
                      <a:pt x="1470" y="2879"/>
                      <a:pt x="1445" y="2889"/>
                    </a:cubicBezTo>
                    <a:cubicBezTo>
                      <a:pt x="1424" y="2764"/>
                      <a:pt x="1424" y="2617"/>
                      <a:pt x="1445" y="2471"/>
                    </a:cubicBezTo>
                    <a:cubicBezTo>
                      <a:pt x="1549" y="2471"/>
                      <a:pt x="1675" y="2387"/>
                      <a:pt x="1675" y="2241"/>
                    </a:cubicBezTo>
                    <a:cubicBezTo>
                      <a:pt x="1683" y="1100"/>
                      <a:pt x="2387" y="741"/>
                      <a:pt x="3322" y="741"/>
                    </a:cubicBezTo>
                    <a:cubicBezTo>
                      <a:pt x="4736" y="741"/>
                      <a:pt x="6677" y="1562"/>
                      <a:pt x="7533" y="1739"/>
                    </a:cubicBezTo>
                    <a:cubicBezTo>
                      <a:pt x="8609" y="1960"/>
                      <a:pt x="9716" y="2066"/>
                      <a:pt x="10818" y="2066"/>
                    </a:cubicBezTo>
                    <a:cubicBezTo>
                      <a:pt x="11280" y="2066"/>
                      <a:pt x="11742" y="2048"/>
                      <a:pt x="12199" y="2011"/>
                    </a:cubicBezTo>
                    <a:cubicBezTo>
                      <a:pt x="13706" y="1864"/>
                      <a:pt x="15129" y="1487"/>
                      <a:pt x="16572" y="1069"/>
                    </a:cubicBezTo>
                    <a:cubicBezTo>
                      <a:pt x="17489" y="819"/>
                      <a:pt x="18786" y="474"/>
                      <a:pt x="19992" y="474"/>
                    </a:cubicBezTo>
                    <a:close/>
                    <a:moveTo>
                      <a:pt x="14177" y="3406"/>
                    </a:moveTo>
                    <a:cubicBezTo>
                      <a:pt x="14417" y="3406"/>
                      <a:pt x="14658" y="3408"/>
                      <a:pt x="14898" y="3412"/>
                    </a:cubicBezTo>
                    <a:cubicBezTo>
                      <a:pt x="16656" y="3433"/>
                      <a:pt x="18372" y="3663"/>
                      <a:pt x="20087" y="3831"/>
                    </a:cubicBezTo>
                    <a:cubicBezTo>
                      <a:pt x="20087" y="3873"/>
                      <a:pt x="20067" y="3915"/>
                      <a:pt x="20067" y="3956"/>
                    </a:cubicBezTo>
                    <a:cubicBezTo>
                      <a:pt x="20234" y="5923"/>
                      <a:pt x="20359" y="7890"/>
                      <a:pt x="20443" y="9857"/>
                    </a:cubicBezTo>
                    <a:cubicBezTo>
                      <a:pt x="20427" y="9852"/>
                      <a:pt x="20410" y="9849"/>
                      <a:pt x="20393" y="9849"/>
                    </a:cubicBezTo>
                    <a:cubicBezTo>
                      <a:pt x="20340" y="9849"/>
                      <a:pt x="20281" y="9873"/>
                      <a:pt x="20234" y="9920"/>
                    </a:cubicBezTo>
                    <a:cubicBezTo>
                      <a:pt x="18845" y="11371"/>
                      <a:pt x="17008" y="11918"/>
                      <a:pt x="15114" y="11918"/>
                    </a:cubicBezTo>
                    <a:cubicBezTo>
                      <a:pt x="13813" y="11918"/>
                      <a:pt x="12485" y="11659"/>
                      <a:pt x="11258" y="11259"/>
                    </a:cubicBezTo>
                    <a:cubicBezTo>
                      <a:pt x="9584" y="10694"/>
                      <a:pt x="7994" y="9920"/>
                      <a:pt x="6383" y="9250"/>
                    </a:cubicBezTo>
                    <a:cubicBezTo>
                      <a:pt x="5534" y="8901"/>
                      <a:pt x="4474" y="8327"/>
                      <a:pt x="3497" y="8327"/>
                    </a:cubicBezTo>
                    <a:cubicBezTo>
                      <a:pt x="3245" y="8327"/>
                      <a:pt x="2999" y="8365"/>
                      <a:pt x="2763" y="8455"/>
                    </a:cubicBezTo>
                    <a:cubicBezTo>
                      <a:pt x="2846" y="7158"/>
                      <a:pt x="2930" y="5860"/>
                      <a:pt x="3035" y="4563"/>
                    </a:cubicBezTo>
                    <a:cubicBezTo>
                      <a:pt x="3273" y="4607"/>
                      <a:pt x="3519" y="4626"/>
                      <a:pt x="3770" y="4626"/>
                    </a:cubicBezTo>
                    <a:cubicBezTo>
                      <a:pt x="5087" y="4626"/>
                      <a:pt x="6544" y="4108"/>
                      <a:pt x="7722" y="3915"/>
                    </a:cubicBezTo>
                    <a:cubicBezTo>
                      <a:pt x="9850" y="3576"/>
                      <a:pt x="12011" y="3406"/>
                      <a:pt x="14177" y="3406"/>
                    </a:cubicBezTo>
                    <a:close/>
                    <a:moveTo>
                      <a:pt x="3226" y="8709"/>
                    </a:moveTo>
                    <a:cubicBezTo>
                      <a:pt x="4200" y="8709"/>
                      <a:pt x="5359" y="9390"/>
                      <a:pt x="6131" y="9731"/>
                    </a:cubicBezTo>
                    <a:cubicBezTo>
                      <a:pt x="6989" y="10087"/>
                      <a:pt x="7826" y="10485"/>
                      <a:pt x="8663" y="10861"/>
                    </a:cubicBezTo>
                    <a:cubicBezTo>
                      <a:pt x="10212" y="11531"/>
                      <a:pt x="11802" y="12158"/>
                      <a:pt x="13476" y="12410"/>
                    </a:cubicBezTo>
                    <a:cubicBezTo>
                      <a:pt x="13992" y="12483"/>
                      <a:pt x="14517" y="12522"/>
                      <a:pt x="15041" y="12522"/>
                    </a:cubicBezTo>
                    <a:cubicBezTo>
                      <a:pt x="17060" y="12522"/>
                      <a:pt x="19056" y="11934"/>
                      <a:pt x="20485" y="10422"/>
                    </a:cubicBezTo>
                    <a:lnTo>
                      <a:pt x="20485" y="10422"/>
                    </a:lnTo>
                    <a:cubicBezTo>
                      <a:pt x="20987" y="21762"/>
                      <a:pt x="20464" y="33124"/>
                      <a:pt x="18811" y="44360"/>
                    </a:cubicBezTo>
                    <a:cubicBezTo>
                      <a:pt x="18623" y="45699"/>
                      <a:pt x="18539" y="47268"/>
                      <a:pt x="17911" y="48503"/>
                    </a:cubicBezTo>
                    <a:cubicBezTo>
                      <a:pt x="16949" y="50365"/>
                      <a:pt x="14836" y="50156"/>
                      <a:pt x="13036" y="50219"/>
                    </a:cubicBezTo>
                    <a:cubicBezTo>
                      <a:pt x="12029" y="50249"/>
                      <a:pt x="10999" y="50322"/>
                      <a:pt x="9979" y="50322"/>
                    </a:cubicBezTo>
                    <a:cubicBezTo>
                      <a:pt x="9580" y="50322"/>
                      <a:pt x="9183" y="50311"/>
                      <a:pt x="8789" y="50281"/>
                    </a:cubicBezTo>
                    <a:cubicBezTo>
                      <a:pt x="7973" y="50219"/>
                      <a:pt x="7073" y="50051"/>
                      <a:pt x="6466" y="49465"/>
                    </a:cubicBezTo>
                    <a:cubicBezTo>
                      <a:pt x="5776" y="48775"/>
                      <a:pt x="5650" y="47666"/>
                      <a:pt x="5462" y="46745"/>
                    </a:cubicBezTo>
                    <a:cubicBezTo>
                      <a:pt x="4018" y="40112"/>
                      <a:pt x="3098" y="33375"/>
                      <a:pt x="2658" y="26596"/>
                    </a:cubicBezTo>
                    <a:cubicBezTo>
                      <a:pt x="2302" y="20653"/>
                      <a:pt x="2365" y="14711"/>
                      <a:pt x="2742" y="8769"/>
                    </a:cubicBezTo>
                    <a:lnTo>
                      <a:pt x="2763" y="8769"/>
                    </a:lnTo>
                    <a:cubicBezTo>
                      <a:pt x="2910" y="8727"/>
                      <a:pt x="3066" y="8709"/>
                      <a:pt x="3226" y="8709"/>
                    </a:cubicBezTo>
                    <a:close/>
                    <a:moveTo>
                      <a:pt x="22494" y="3894"/>
                    </a:moveTo>
                    <a:cubicBezTo>
                      <a:pt x="23205" y="11091"/>
                      <a:pt x="23121" y="18310"/>
                      <a:pt x="22619" y="25508"/>
                    </a:cubicBezTo>
                    <a:cubicBezTo>
                      <a:pt x="22368" y="29086"/>
                      <a:pt x="22012" y="32664"/>
                      <a:pt x="21615" y="36242"/>
                    </a:cubicBezTo>
                    <a:cubicBezTo>
                      <a:pt x="21196" y="39966"/>
                      <a:pt x="20883" y="43732"/>
                      <a:pt x="20234" y="47415"/>
                    </a:cubicBezTo>
                    <a:cubicBezTo>
                      <a:pt x="19962" y="49047"/>
                      <a:pt x="19481" y="51558"/>
                      <a:pt x="17891" y="52436"/>
                    </a:cubicBezTo>
                    <a:cubicBezTo>
                      <a:pt x="17012" y="52918"/>
                      <a:pt x="15735" y="52834"/>
                      <a:pt x="14752" y="52918"/>
                    </a:cubicBezTo>
                    <a:lnTo>
                      <a:pt x="11781" y="53169"/>
                    </a:lnTo>
                    <a:cubicBezTo>
                      <a:pt x="10943" y="53229"/>
                      <a:pt x="10064" y="53339"/>
                      <a:pt x="9195" y="53339"/>
                    </a:cubicBezTo>
                    <a:cubicBezTo>
                      <a:pt x="8566" y="53339"/>
                      <a:pt x="7943" y="53282"/>
                      <a:pt x="7345" y="53106"/>
                    </a:cubicBezTo>
                    <a:cubicBezTo>
                      <a:pt x="5378" y="52541"/>
                      <a:pt x="4730" y="50700"/>
                      <a:pt x="4311" y="48900"/>
                    </a:cubicBezTo>
                    <a:cubicBezTo>
                      <a:pt x="2679" y="41765"/>
                      <a:pt x="1717" y="34421"/>
                      <a:pt x="1214" y="27140"/>
                    </a:cubicBezTo>
                    <a:cubicBezTo>
                      <a:pt x="942" y="23122"/>
                      <a:pt x="859" y="19084"/>
                      <a:pt x="942" y="15067"/>
                    </a:cubicBezTo>
                    <a:cubicBezTo>
                      <a:pt x="1026" y="11322"/>
                      <a:pt x="1403" y="7618"/>
                      <a:pt x="1654" y="3894"/>
                    </a:cubicBezTo>
                    <a:cubicBezTo>
                      <a:pt x="1863" y="4103"/>
                      <a:pt x="2114" y="4270"/>
                      <a:pt x="2407" y="4396"/>
                    </a:cubicBezTo>
                    <a:cubicBezTo>
                      <a:pt x="2512" y="4438"/>
                      <a:pt x="2595" y="4459"/>
                      <a:pt x="2700" y="4500"/>
                    </a:cubicBezTo>
                    <a:cubicBezTo>
                      <a:pt x="1863" y="11824"/>
                      <a:pt x="1758" y="19252"/>
                      <a:pt x="2198" y="26596"/>
                    </a:cubicBezTo>
                    <a:cubicBezTo>
                      <a:pt x="2637" y="33710"/>
                      <a:pt x="3390" y="41096"/>
                      <a:pt x="5232" y="48001"/>
                    </a:cubicBezTo>
                    <a:cubicBezTo>
                      <a:pt x="5879" y="50420"/>
                      <a:pt x="7776" y="50793"/>
                      <a:pt x="9942" y="50793"/>
                    </a:cubicBezTo>
                    <a:cubicBezTo>
                      <a:pt x="10155" y="50793"/>
                      <a:pt x="10371" y="50789"/>
                      <a:pt x="10588" y="50783"/>
                    </a:cubicBezTo>
                    <a:cubicBezTo>
                      <a:pt x="12178" y="50742"/>
                      <a:pt x="13789" y="50783"/>
                      <a:pt x="15380" y="50616"/>
                    </a:cubicBezTo>
                    <a:cubicBezTo>
                      <a:pt x="16551" y="50511"/>
                      <a:pt x="17535" y="50093"/>
                      <a:pt x="18163" y="49047"/>
                    </a:cubicBezTo>
                    <a:cubicBezTo>
                      <a:pt x="18769" y="48063"/>
                      <a:pt x="18937" y="46871"/>
                      <a:pt x="19104" y="45762"/>
                    </a:cubicBezTo>
                    <a:cubicBezTo>
                      <a:pt x="19397" y="43879"/>
                      <a:pt x="19648" y="42016"/>
                      <a:pt x="19878" y="40133"/>
                    </a:cubicBezTo>
                    <a:cubicBezTo>
                      <a:pt x="20318" y="36493"/>
                      <a:pt x="20631" y="32852"/>
                      <a:pt x="20841" y="29211"/>
                    </a:cubicBezTo>
                    <a:cubicBezTo>
                      <a:pt x="21322" y="20779"/>
                      <a:pt x="21238" y="12368"/>
                      <a:pt x="20548" y="3956"/>
                    </a:cubicBezTo>
                    <a:cubicBezTo>
                      <a:pt x="20548" y="3935"/>
                      <a:pt x="20527" y="3915"/>
                      <a:pt x="20527" y="3894"/>
                    </a:cubicBezTo>
                    <a:lnTo>
                      <a:pt x="20527" y="3894"/>
                    </a:lnTo>
                    <a:cubicBezTo>
                      <a:pt x="20820" y="3915"/>
                      <a:pt x="21092" y="3935"/>
                      <a:pt x="21385" y="3956"/>
                    </a:cubicBezTo>
                    <a:cubicBezTo>
                      <a:pt x="21503" y="3963"/>
                      <a:pt x="21627" y="3968"/>
                      <a:pt x="21751" y="3968"/>
                    </a:cubicBezTo>
                    <a:cubicBezTo>
                      <a:pt x="22001" y="3968"/>
                      <a:pt x="22257" y="3949"/>
                      <a:pt x="22494" y="3894"/>
                    </a:cubicBezTo>
                    <a:close/>
                    <a:moveTo>
                      <a:pt x="19815" y="1"/>
                    </a:moveTo>
                    <a:cubicBezTo>
                      <a:pt x="18824" y="1"/>
                      <a:pt x="17823" y="207"/>
                      <a:pt x="16886" y="462"/>
                    </a:cubicBezTo>
                    <a:cubicBezTo>
                      <a:pt x="14867" y="987"/>
                      <a:pt x="12907" y="1531"/>
                      <a:pt x="10817" y="1531"/>
                    </a:cubicBezTo>
                    <a:cubicBezTo>
                      <a:pt x="10741" y="1531"/>
                      <a:pt x="10665" y="1531"/>
                      <a:pt x="10588" y="1529"/>
                    </a:cubicBezTo>
                    <a:cubicBezTo>
                      <a:pt x="9291" y="1508"/>
                      <a:pt x="8015" y="1341"/>
                      <a:pt x="6780" y="1027"/>
                    </a:cubicBezTo>
                    <a:cubicBezTo>
                      <a:pt x="5797" y="776"/>
                      <a:pt x="4855" y="337"/>
                      <a:pt x="3830" y="232"/>
                    </a:cubicBezTo>
                    <a:cubicBezTo>
                      <a:pt x="3755" y="227"/>
                      <a:pt x="3680" y="224"/>
                      <a:pt x="3606" y="224"/>
                    </a:cubicBezTo>
                    <a:cubicBezTo>
                      <a:pt x="2487" y="224"/>
                      <a:pt x="1392" y="810"/>
                      <a:pt x="1235" y="1948"/>
                    </a:cubicBezTo>
                    <a:cubicBezTo>
                      <a:pt x="1214" y="1969"/>
                      <a:pt x="1193" y="1990"/>
                      <a:pt x="1173" y="2052"/>
                    </a:cubicBezTo>
                    <a:cubicBezTo>
                      <a:pt x="1026" y="2555"/>
                      <a:pt x="1089" y="3036"/>
                      <a:pt x="1319" y="3454"/>
                    </a:cubicBezTo>
                    <a:cubicBezTo>
                      <a:pt x="1" y="11008"/>
                      <a:pt x="126" y="19021"/>
                      <a:pt x="587" y="26638"/>
                    </a:cubicBezTo>
                    <a:cubicBezTo>
                      <a:pt x="1068" y="34254"/>
                      <a:pt x="1989" y="42016"/>
                      <a:pt x="3830" y="49444"/>
                    </a:cubicBezTo>
                    <a:cubicBezTo>
                      <a:pt x="4541" y="52311"/>
                      <a:pt x="6194" y="53901"/>
                      <a:pt x="9207" y="53901"/>
                    </a:cubicBezTo>
                    <a:cubicBezTo>
                      <a:pt x="9277" y="53902"/>
                      <a:pt x="9346" y="53902"/>
                      <a:pt x="9416" y="53902"/>
                    </a:cubicBezTo>
                    <a:cubicBezTo>
                      <a:pt x="11105" y="53902"/>
                      <a:pt x="12813" y="53665"/>
                      <a:pt x="14501" y="53524"/>
                    </a:cubicBezTo>
                    <a:cubicBezTo>
                      <a:pt x="15986" y="53399"/>
                      <a:pt x="17744" y="53545"/>
                      <a:pt x="18874" y="52416"/>
                    </a:cubicBezTo>
                    <a:cubicBezTo>
                      <a:pt x="21155" y="50156"/>
                      <a:pt x="21071" y="45845"/>
                      <a:pt x="21427" y="42895"/>
                    </a:cubicBezTo>
                    <a:cubicBezTo>
                      <a:pt x="21908" y="38983"/>
                      <a:pt x="22368" y="35070"/>
                      <a:pt x="22724" y="31136"/>
                    </a:cubicBezTo>
                    <a:cubicBezTo>
                      <a:pt x="23582" y="22013"/>
                      <a:pt x="23958" y="12828"/>
                      <a:pt x="23038" y="3705"/>
                    </a:cubicBezTo>
                    <a:cubicBezTo>
                      <a:pt x="23352" y="3538"/>
                      <a:pt x="23603" y="3266"/>
                      <a:pt x="23707" y="2847"/>
                    </a:cubicBezTo>
                    <a:cubicBezTo>
                      <a:pt x="24000" y="1697"/>
                      <a:pt x="22849" y="776"/>
                      <a:pt x="21908" y="378"/>
                    </a:cubicBezTo>
                    <a:cubicBezTo>
                      <a:pt x="21234" y="107"/>
                      <a:pt x="20527" y="1"/>
                      <a:pt x="198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39" name="Google Shape;13339;p40"/>
            <p:cNvGrpSpPr/>
            <p:nvPr/>
          </p:nvGrpSpPr>
          <p:grpSpPr>
            <a:xfrm rot="748571">
              <a:off x="1172137" y="346646"/>
              <a:ext cx="276357" cy="620661"/>
              <a:chOff x="5115875" y="2177175"/>
              <a:chExt cx="600025" cy="1347575"/>
            </a:xfrm>
          </p:grpSpPr>
          <p:sp>
            <p:nvSpPr>
              <p:cNvPr id="13340" name="Google Shape;13340;p40"/>
              <p:cNvSpPr/>
              <p:nvPr/>
            </p:nvSpPr>
            <p:spPr>
              <a:xfrm>
                <a:off x="5173425" y="2394900"/>
                <a:ext cx="467150" cy="1041400"/>
              </a:xfrm>
              <a:custGeom>
                <a:rect b="b" l="l" r="r" t="t"/>
                <a:pathLst>
                  <a:path extrusionOk="0" h="41656" w="18686">
                    <a:moveTo>
                      <a:pt x="2419" y="3535"/>
                    </a:moveTo>
                    <a:cubicBezTo>
                      <a:pt x="2506" y="3535"/>
                      <a:pt x="2597" y="3639"/>
                      <a:pt x="2553" y="3742"/>
                    </a:cubicBezTo>
                    <a:cubicBezTo>
                      <a:pt x="2428" y="3973"/>
                      <a:pt x="2407" y="4224"/>
                      <a:pt x="2448" y="4475"/>
                    </a:cubicBezTo>
                    <a:cubicBezTo>
                      <a:pt x="2637" y="4537"/>
                      <a:pt x="2825" y="4600"/>
                      <a:pt x="2992" y="4684"/>
                    </a:cubicBezTo>
                    <a:cubicBezTo>
                      <a:pt x="3076" y="4747"/>
                      <a:pt x="3055" y="4914"/>
                      <a:pt x="2930" y="4914"/>
                    </a:cubicBezTo>
                    <a:cubicBezTo>
                      <a:pt x="2741" y="4893"/>
                      <a:pt x="2574" y="4830"/>
                      <a:pt x="2407" y="4768"/>
                    </a:cubicBezTo>
                    <a:cubicBezTo>
                      <a:pt x="2239" y="4726"/>
                      <a:pt x="2197" y="4684"/>
                      <a:pt x="2176" y="4517"/>
                    </a:cubicBezTo>
                    <a:cubicBezTo>
                      <a:pt x="2114" y="4203"/>
                      <a:pt x="2176" y="3889"/>
                      <a:pt x="2323" y="3596"/>
                    </a:cubicBezTo>
                    <a:cubicBezTo>
                      <a:pt x="2347" y="3553"/>
                      <a:pt x="2383" y="3535"/>
                      <a:pt x="2419" y="3535"/>
                    </a:cubicBezTo>
                    <a:close/>
                    <a:moveTo>
                      <a:pt x="4781" y="4776"/>
                    </a:moveTo>
                    <a:cubicBezTo>
                      <a:pt x="4885" y="4776"/>
                      <a:pt x="4963" y="4926"/>
                      <a:pt x="4855" y="4998"/>
                    </a:cubicBezTo>
                    <a:cubicBezTo>
                      <a:pt x="4604" y="5165"/>
                      <a:pt x="4520" y="5563"/>
                      <a:pt x="4708" y="5793"/>
                    </a:cubicBezTo>
                    <a:cubicBezTo>
                      <a:pt x="4811" y="5907"/>
                      <a:pt x="4963" y="5959"/>
                      <a:pt x="5114" y="5959"/>
                    </a:cubicBezTo>
                    <a:cubicBezTo>
                      <a:pt x="5240" y="5959"/>
                      <a:pt x="5366" y="5922"/>
                      <a:pt x="5461" y="5856"/>
                    </a:cubicBezTo>
                    <a:cubicBezTo>
                      <a:pt x="5488" y="5837"/>
                      <a:pt x="5514" y="5829"/>
                      <a:pt x="5540" y="5829"/>
                    </a:cubicBezTo>
                    <a:cubicBezTo>
                      <a:pt x="5658" y="5829"/>
                      <a:pt x="5753" y="6000"/>
                      <a:pt x="5650" y="6086"/>
                    </a:cubicBezTo>
                    <a:cubicBezTo>
                      <a:pt x="5490" y="6237"/>
                      <a:pt x="5283" y="6311"/>
                      <a:pt x="5079" y="6311"/>
                    </a:cubicBezTo>
                    <a:cubicBezTo>
                      <a:pt x="4830" y="6311"/>
                      <a:pt x="4586" y="6200"/>
                      <a:pt x="4436" y="5981"/>
                    </a:cubicBezTo>
                    <a:cubicBezTo>
                      <a:pt x="4164" y="5584"/>
                      <a:pt x="4311" y="5019"/>
                      <a:pt x="4729" y="4789"/>
                    </a:cubicBezTo>
                    <a:cubicBezTo>
                      <a:pt x="4747" y="4780"/>
                      <a:pt x="4764" y="4776"/>
                      <a:pt x="4781" y="4776"/>
                    </a:cubicBezTo>
                    <a:close/>
                    <a:moveTo>
                      <a:pt x="2766" y="5779"/>
                    </a:moveTo>
                    <a:cubicBezTo>
                      <a:pt x="2890" y="5779"/>
                      <a:pt x="3015" y="5816"/>
                      <a:pt x="3118" y="5898"/>
                    </a:cubicBezTo>
                    <a:cubicBezTo>
                      <a:pt x="3411" y="6149"/>
                      <a:pt x="3411" y="6630"/>
                      <a:pt x="3097" y="6860"/>
                    </a:cubicBezTo>
                    <a:cubicBezTo>
                      <a:pt x="3079" y="6875"/>
                      <a:pt x="3060" y="6881"/>
                      <a:pt x="3043" y="6881"/>
                    </a:cubicBezTo>
                    <a:cubicBezTo>
                      <a:pt x="2962" y="6881"/>
                      <a:pt x="2903" y="6741"/>
                      <a:pt x="2972" y="6672"/>
                    </a:cubicBezTo>
                    <a:cubicBezTo>
                      <a:pt x="3097" y="6504"/>
                      <a:pt x="3118" y="6232"/>
                      <a:pt x="2951" y="6107"/>
                    </a:cubicBezTo>
                    <a:cubicBezTo>
                      <a:pt x="2884" y="6055"/>
                      <a:pt x="2808" y="6032"/>
                      <a:pt x="2732" y="6032"/>
                    </a:cubicBezTo>
                    <a:cubicBezTo>
                      <a:pt x="2592" y="6032"/>
                      <a:pt x="2453" y="6110"/>
                      <a:pt x="2386" y="6232"/>
                    </a:cubicBezTo>
                    <a:cubicBezTo>
                      <a:pt x="2366" y="6272"/>
                      <a:pt x="2332" y="6288"/>
                      <a:pt x="2297" y="6288"/>
                    </a:cubicBezTo>
                    <a:cubicBezTo>
                      <a:pt x="2221" y="6288"/>
                      <a:pt x="2140" y="6207"/>
                      <a:pt x="2197" y="6107"/>
                    </a:cubicBezTo>
                    <a:cubicBezTo>
                      <a:pt x="2306" y="5904"/>
                      <a:pt x="2537" y="5779"/>
                      <a:pt x="2766" y="5779"/>
                    </a:cubicBezTo>
                    <a:close/>
                    <a:moveTo>
                      <a:pt x="15498" y="9198"/>
                    </a:moveTo>
                    <a:cubicBezTo>
                      <a:pt x="15549" y="9198"/>
                      <a:pt x="15604" y="9226"/>
                      <a:pt x="15630" y="9287"/>
                    </a:cubicBezTo>
                    <a:cubicBezTo>
                      <a:pt x="15722" y="9501"/>
                      <a:pt x="15912" y="9591"/>
                      <a:pt x="16113" y="9591"/>
                    </a:cubicBezTo>
                    <a:cubicBezTo>
                      <a:pt x="16325" y="9591"/>
                      <a:pt x="16548" y="9490"/>
                      <a:pt x="16677" y="9329"/>
                    </a:cubicBezTo>
                    <a:cubicBezTo>
                      <a:pt x="16703" y="9298"/>
                      <a:pt x="16733" y="9285"/>
                      <a:pt x="16762" y="9285"/>
                    </a:cubicBezTo>
                    <a:cubicBezTo>
                      <a:pt x="16850" y="9285"/>
                      <a:pt x="16933" y="9402"/>
                      <a:pt x="16886" y="9496"/>
                    </a:cubicBezTo>
                    <a:cubicBezTo>
                      <a:pt x="16769" y="9775"/>
                      <a:pt x="16517" y="9896"/>
                      <a:pt x="16250" y="9896"/>
                    </a:cubicBezTo>
                    <a:cubicBezTo>
                      <a:pt x="15897" y="9896"/>
                      <a:pt x="15519" y="9684"/>
                      <a:pt x="15400" y="9350"/>
                    </a:cubicBezTo>
                    <a:cubicBezTo>
                      <a:pt x="15364" y="9253"/>
                      <a:pt x="15426" y="9198"/>
                      <a:pt x="15498" y="9198"/>
                    </a:cubicBezTo>
                    <a:close/>
                    <a:moveTo>
                      <a:pt x="15028" y="10182"/>
                    </a:moveTo>
                    <a:cubicBezTo>
                      <a:pt x="15083" y="10182"/>
                      <a:pt x="15138" y="10190"/>
                      <a:pt x="15191" y="10208"/>
                    </a:cubicBezTo>
                    <a:cubicBezTo>
                      <a:pt x="15463" y="10312"/>
                      <a:pt x="15609" y="10626"/>
                      <a:pt x="15505" y="10877"/>
                    </a:cubicBezTo>
                    <a:cubicBezTo>
                      <a:pt x="15479" y="10939"/>
                      <a:pt x="15427" y="10967"/>
                      <a:pt x="15378" y="10967"/>
                    </a:cubicBezTo>
                    <a:cubicBezTo>
                      <a:pt x="15311" y="10967"/>
                      <a:pt x="15250" y="10912"/>
                      <a:pt x="15275" y="10815"/>
                    </a:cubicBezTo>
                    <a:cubicBezTo>
                      <a:pt x="15315" y="10585"/>
                      <a:pt x="15146" y="10416"/>
                      <a:pt x="14964" y="10416"/>
                    </a:cubicBezTo>
                    <a:cubicBezTo>
                      <a:pt x="14865" y="10416"/>
                      <a:pt x="14763" y="10466"/>
                      <a:pt x="14689" y="10584"/>
                    </a:cubicBezTo>
                    <a:cubicBezTo>
                      <a:pt x="14669" y="10624"/>
                      <a:pt x="14640" y="10641"/>
                      <a:pt x="14612" y="10641"/>
                    </a:cubicBezTo>
                    <a:cubicBezTo>
                      <a:pt x="14552" y="10641"/>
                      <a:pt x="14493" y="10565"/>
                      <a:pt x="14521" y="10480"/>
                    </a:cubicBezTo>
                    <a:cubicBezTo>
                      <a:pt x="14620" y="10298"/>
                      <a:pt x="14824" y="10182"/>
                      <a:pt x="15028" y="10182"/>
                    </a:cubicBezTo>
                    <a:close/>
                    <a:moveTo>
                      <a:pt x="17103" y="11285"/>
                    </a:moveTo>
                    <a:cubicBezTo>
                      <a:pt x="17380" y="11285"/>
                      <a:pt x="17644" y="11482"/>
                      <a:pt x="17681" y="11777"/>
                    </a:cubicBezTo>
                    <a:cubicBezTo>
                      <a:pt x="17695" y="11863"/>
                      <a:pt x="17612" y="11938"/>
                      <a:pt x="17532" y="11938"/>
                    </a:cubicBezTo>
                    <a:cubicBezTo>
                      <a:pt x="17494" y="11938"/>
                      <a:pt x="17456" y="11922"/>
                      <a:pt x="17430" y="11882"/>
                    </a:cubicBezTo>
                    <a:cubicBezTo>
                      <a:pt x="17367" y="11735"/>
                      <a:pt x="17221" y="11610"/>
                      <a:pt x="17053" y="11610"/>
                    </a:cubicBezTo>
                    <a:cubicBezTo>
                      <a:pt x="16865" y="11610"/>
                      <a:pt x="16718" y="11777"/>
                      <a:pt x="16718" y="11944"/>
                    </a:cubicBezTo>
                    <a:cubicBezTo>
                      <a:pt x="16708" y="12031"/>
                      <a:pt x="16641" y="12078"/>
                      <a:pt x="16577" y="12078"/>
                    </a:cubicBezTo>
                    <a:cubicBezTo>
                      <a:pt x="16516" y="12078"/>
                      <a:pt x="16457" y="12036"/>
                      <a:pt x="16446" y="11944"/>
                    </a:cubicBezTo>
                    <a:cubicBezTo>
                      <a:pt x="16446" y="11631"/>
                      <a:pt x="16656" y="11338"/>
                      <a:pt x="16990" y="11296"/>
                    </a:cubicBezTo>
                    <a:cubicBezTo>
                      <a:pt x="17028" y="11288"/>
                      <a:pt x="17066" y="11285"/>
                      <a:pt x="17103" y="11285"/>
                    </a:cubicBezTo>
                    <a:close/>
                    <a:moveTo>
                      <a:pt x="4131" y="19139"/>
                    </a:moveTo>
                    <a:cubicBezTo>
                      <a:pt x="4190" y="19139"/>
                      <a:pt x="4250" y="19146"/>
                      <a:pt x="4311" y="19163"/>
                    </a:cubicBezTo>
                    <a:cubicBezTo>
                      <a:pt x="4583" y="19226"/>
                      <a:pt x="4855" y="19498"/>
                      <a:pt x="4750" y="19791"/>
                    </a:cubicBezTo>
                    <a:cubicBezTo>
                      <a:pt x="4732" y="19854"/>
                      <a:pt x="4687" y="19882"/>
                      <a:pt x="4640" y="19882"/>
                    </a:cubicBezTo>
                    <a:cubicBezTo>
                      <a:pt x="4577" y="19882"/>
                      <a:pt x="4511" y="19832"/>
                      <a:pt x="4499" y="19749"/>
                    </a:cubicBezTo>
                    <a:cubicBezTo>
                      <a:pt x="4474" y="19515"/>
                      <a:pt x="4348" y="19434"/>
                      <a:pt x="4189" y="19434"/>
                    </a:cubicBezTo>
                    <a:cubicBezTo>
                      <a:pt x="3951" y="19434"/>
                      <a:pt x="3637" y="19615"/>
                      <a:pt x="3474" y="19728"/>
                    </a:cubicBezTo>
                    <a:cubicBezTo>
                      <a:pt x="3456" y="19743"/>
                      <a:pt x="3436" y="19749"/>
                      <a:pt x="3417" y="19749"/>
                    </a:cubicBezTo>
                    <a:cubicBezTo>
                      <a:pt x="3326" y="19749"/>
                      <a:pt x="3241" y="19605"/>
                      <a:pt x="3327" y="19519"/>
                    </a:cubicBezTo>
                    <a:cubicBezTo>
                      <a:pt x="3555" y="19343"/>
                      <a:pt x="3827" y="19139"/>
                      <a:pt x="4131" y="19139"/>
                    </a:cubicBezTo>
                    <a:close/>
                    <a:moveTo>
                      <a:pt x="8224" y="19919"/>
                    </a:moveTo>
                    <a:cubicBezTo>
                      <a:pt x="8339" y="19919"/>
                      <a:pt x="8414" y="20096"/>
                      <a:pt x="8307" y="20167"/>
                    </a:cubicBezTo>
                    <a:cubicBezTo>
                      <a:pt x="8056" y="20356"/>
                      <a:pt x="7972" y="20711"/>
                      <a:pt x="8140" y="20963"/>
                    </a:cubicBezTo>
                    <a:cubicBezTo>
                      <a:pt x="8259" y="21141"/>
                      <a:pt x="8441" y="21193"/>
                      <a:pt x="8634" y="21193"/>
                    </a:cubicBezTo>
                    <a:cubicBezTo>
                      <a:pt x="8713" y="21193"/>
                      <a:pt x="8793" y="21184"/>
                      <a:pt x="8872" y="21172"/>
                    </a:cubicBezTo>
                    <a:cubicBezTo>
                      <a:pt x="8878" y="21171"/>
                      <a:pt x="8884" y="21170"/>
                      <a:pt x="8890" y="21170"/>
                    </a:cubicBezTo>
                    <a:cubicBezTo>
                      <a:pt x="9022" y="21170"/>
                      <a:pt x="9055" y="21385"/>
                      <a:pt x="8935" y="21465"/>
                    </a:cubicBezTo>
                    <a:cubicBezTo>
                      <a:pt x="8835" y="21526"/>
                      <a:pt x="8723" y="21553"/>
                      <a:pt x="8610" y="21553"/>
                    </a:cubicBezTo>
                    <a:cubicBezTo>
                      <a:pt x="8295" y="21553"/>
                      <a:pt x="7964" y="21344"/>
                      <a:pt x="7826" y="21067"/>
                    </a:cubicBezTo>
                    <a:cubicBezTo>
                      <a:pt x="7617" y="20670"/>
                      <a:pt x="7805" y="20167"/>
                      <a:pt x="8161" y="19937"/>
                    </a:cubicBezTo>
                    <a:cubicBezTo>
                      <a:pt x="8183" y="19925"/>
                      <a:pt x="8204" y="19919"/>
                      <a:pt x="8224" y="19919"/>
                    </a:cubicBezTo>
                    <a:close/>
                    <a:moveTo>
                      <a:pt x="6019" y="22121"/>
                    </a:moveTo>
                    <a:cubicBezTo>
                      <a:pt x="6077" y="22121"/>
                      <a:pt x="6131" y="22158"/>
                      <a:pt x="6131" y="22239"/>
                    </a:cubicBezTo>
                    <a:cubicBezTo>
                      <a:pt x="6155" y="22594"/>
                      <a:pt x="5851" y="22788"/>
                      <a:pt x="5548" y="22788"/>
                    </a:cubicBezTo>
                    <a:cubicBezTo>
                      <a:pt x="5315" y="22788"/>
                      <a:pt x="5083" y="22673"/>
                      <a:pt x="5001" y="22427"/>
                    </a:cubicBezTo>
                    <a:cubicBezTo>
                      <a:pt x="4973" y="22371"/>
                      <a:pt x="5038" y="22325"/>
                      <a:pt x="5097" y="22325"/>
                    </a:cubicBezTo>
                    <a:cubicBezTo>
                      <a:pt x="5127" y="22325"/>
                      <a:pt x="5155" y="22337"/>
                      <a:pt x="5169" y="22364"/>
                    </a:cubicBezTo>
                    <a:cubicBezTo>
                      <a:pt x="5221" y="22487"/>
                      <a:pt x="5347" y="22543"/>
                      <a:pt x="5478" y="22543"/>
                    </a:cubicBezTo>
                    <a:cubicBezTo>
                      <a:pt x="5661" y="22543"/>
                      <a:pt x="5856" y="22434"/>
                      <a:pt x="5880" y="22239"/>
                    </a:cubicBezTo>
                    <a:cubicBezTo>
                      <a:pt x="5891" y="22163"/>
                      <a:pt x="5957" y="22121"/>
                      <a:pt x="6019" y="22121"/>
                    </a:cubicBezTo>
                    <a:close/>
                    <a:moveTo>
                      <a:pt x="8218" y="22571"/>
                    </a:moveTo>
                    <a:cubicBezTo>
                      <a:pt x="8311" y="22571"/>
                      <a:pt x="8404" y="22585"/>
                      <a:pt x="8495" y="22615"/>
                    </a:cubicBezTo>
                    <a:cubicBezTo>
                      <a:pt x="8684" y="22678"/>
                      <a:pt x="8767" y="22908"/>
                      <a:pt x="8788" y="23097"/>
                    </a:cubicBezTo>
                    <a:cubicBezTo>
                      <a:pt x="8830" y="23306"/>
                      <a:pt x="8788" y="23536"/>
                      <a:pt x="8663" y="23704"/>
                    </a:cubicBezTo>
                    <a:cubicBezTo>
                      <a:pt x="8632" y="23750"/>
                      <a:pt x="8583" y="23771"/>
                      <a:pt x="8538" y="23771"/>
                    </a:cubicBezTo>
                    <a:cubicBezTo>
                      <a:pt x="8461" y="23771"/>
                      <a:pt x="8393" y="23712"/>
                      <a:pt x="8433" y="23620"/>
                    </a:cubicBezTo>
                    <a:cubicBezTo>
                      <a:pt x="8495" y="23411"/>
                      <a:pt x="8600" y="22971"/>
                      <a:pt x="8349" y="22846"/>
                    </a:cubicBezTo>
                    <a:cubicBezTo>
                      <a:pt x="8279" y="22811"/>
                      <a:pt x="8202" y="22795"/>
                      <a:pt x="8124" y="22795"/>
                    </a:cubicBezTo>
                    <a:cubicBezTo>
                      <a:pt x="7924" y="22795"/>
                      <a:pt x="7716" y="22898"/>
                      <a:pt x="7596" y="23034"/>
                    </a:cubicBezTo>
                    <a:cubicBezTo>
                      <a:pt x="7586" y="23043"/>
                      <a:pt x="7575" y="23048"/>
                      <a:pt x="7563" y="23048"/>
                    </a:cubicBezTo>
                    <a:cubicBezTo>
                      <a:pt x="7521" y="23048"/>
                      <a:pt x="7475" y="22999"/>
                      <a:pt x="7491" y="22950"/>
                    </a:cubicBezTo>
                    <a:cubicBezTo>
                      <a:pt x="7650" y="22712"/>
                      <a:pt x="7928" y="22571"/>
                      <a:pt x="8218" y="22571"/>
                    </a:cubicBezTo>
                    <a:close/>
                    <a:moveTo>
                      <a:pt x="14956" y="31028"/>
                    </a:moveTo>
                    <a:cubicBezTo>
                      <a:pt x="15051" y="31028"/>
                      <a:pt x="15108" y="31187"/>
                      <a:pt x="15003" y="31257"/>
                    </a:cubicBezTo>
                    <a:cubicBezTo>
                      <a:pt x="14542" y="31550"/>
                      <a:pt x="14814" y="32261"/>
                      <a:pt x="15296" y="32366"/>
                    </a:cubicBezTo>
                    <a:cubicBezTo>
                      <a:pt x="15463" y="32408"/>
                      <a:pt x="15421" y="32659"/>
                      <a:pt x="15254" y="32659"/>
                    </a:cubicBezTo>
                    <a:cubicBezTo>
                      <a:pt x="15247" y="32659"/>
                      <a:pt x="15241" y="32659"/>
                      <a:pt x="15234" y="32659"/>
                    </a:cubicBezTo>
                    <a:cubicBezTo>
                      <a:pt x="14455" y="32659"/>
                      <a:pt x="14255" y="31401"/>
                      <a:pt x="14898" y="31048"/>
                    </a:cubicBezTo>
                    <a:cubicBezTo>
                      <a:pt x="14918" y="31034"/>
                      <a:pt x="14938" y="31028"/>
                      <a:pt x="14956" y="31028"/>
                    </a:cubicBezTo>
                    <a:close/>
                    <a:moveTo>
                      <a:pt x="13534" y="33210"/>
                    </a:moveTo>
                    <a:cubicBezTo>
                      <a:pt x="13954" y="33210"/>
                      <a:pt x="14306" y="33869"/>
                      <a:pt x="13936" y="34165"/>
                    </a:cubicBezTo>
                    <a:cubicBezTo>
                      <a:pt x="13901" y="34195"/>
                      <a:pt x="13865" y="34207"/>
                      <a:pt x="13831" y="34207"/>
                    </a:cubicBezTo>
                    <a:cubicBezTo>
                      <a:pt x="13718" y="34207"/>
                      <a:pt x="13630" y="34073"/>
                      <a:pt x="13726" y="33977"/>
                    </a:cubicBezTo>
                    <a:cubicBezTo>
                      <a:pt x="13902" y="33782"/>
                      <a:pt x="13714" y="33406"/>
                      <a:pt x="13468" y="33406"/>
                    </a:cubicBezTo>
                    <a:cubicBezTo>
                      <a:pt x="13450" y="33406"/>
                      <a:pt x="13431" y="33408"/>
                      <a:pt x="13412" y="33412"/>
                    </a:cubicBezTo>
                    <a:cubicBezTo>
                      <a:pt x="13399" y="33417"/>
                      <a:pt x="13386" y="33419"/>
                      <a:pt x="13374" y="33419"/>
                    </a:cubicBezTo>
                    <a:cubicBezTo>
                      <a:pt x="13280" y="33419"/>
                      <a:pt x="13259" y="33282"/>
                      <a:pt x="13371" y="33245"/>
                    </a:cubicBezTo>
                    <a:cubicBezTo>
                      <a:pt x="13425" y="33221"/>
                      <a:pt x="13480" y="33210"/>
                      <a:pt x="13534" y="33210"/>
                    </a:cubicBezTo>
                    <a:close/>
                    <a:moveTo>
                      <a:pt x="7263" y="37827"/>
                    </a:moveTo>
                    <a:cubicBezTo>
                      <a:pt x="7361" y="37827"/>
                      <a:pt x="7431" y="37964"/>
                      <a:pt x="7345" y="38015"/>
                    </a:cubicBezTo>
                    <a:cubicBezTo>
                      <a:pt x="7198" y="38141"/>
                      <a:pt x="7135" y="38350"/>
                      <a:pt x="7219" y="38517"/>
                    </a:cubicBezTo>
                    <a:cubicBezTo>
                      <a:pt x="7277" y="38619"/>
                      <a:pt x="7406" y="38680"/>
                      <a:pt x="7528" y="38680"/>
                    </a:cubicBezTo>
                    <a:cubicBezTo>
                      <a:pt x="7582" y="38680"/>
                      <a:pt x="7635" y="38669"/>
                      <a:pt x="7679" y="38643"/>
                    </a:cubicBezTo>
                    <a:cubicBezTo>
                      <a:pt x="7706" y="38631"/>
                      <a:pt x="7731" y="38626"/>
                      <a:pt x="7755" y="38626"/>
                    </a:cubicBezTo>
                    <a:cubicBezTo>
                      <a:pt x="7902" y="38626"/>
                      <a:pt x="7991" y="38822"/>
                      <a:pt x="7847" y="38894"/>
                    </a:cubicBezTo>
                    <a:cubicBezTo>
                      <a:pt x="7746" y="38952"/>
                      <a:pt x="7633" y="38979"/>
                      <a:pt x="7521" y="38979"/>
                    </a:cubicBezTo>
                    <a:cubicBezTo>
                      <a:pt x="7306" y="38979"/>
                      <a:pt x="7092" y="38877"/>
                      <a:pt x="6968" y="38685"/>
                    </a:cubicBezTo>
                    <a:cubicBezTo>
                      <a:pt x="6801" y="38392"/>
                      <a:pt x="6926" y="38015"/>
                      <a:pt x="7198" y="37848"/>
                    </a:cubicBezTo>
                    <a:cubicBezTo>
                      <a:pt x="7220" y="37833"/>
                      <a:pt x="7242" y="37827"/>
                      <a:pt x="7263" y="37827"/>
                    </a:cubicBezTo>
                    <a:close/>
                    <a:moveTo>
                      <a:pt x="924" y="0"/>
                    </a:moveTo>
                    <a:cubicBezTo>
                      <a:pt x="764" y="0"/>
                      <a:pt x="608" y="18"/>
                      <a:pt x="461" y="60"/>
                    </a:cubicBezTo>
                    <a:lnTo>
                      <a:pt x="440" y="60"/>
                    </a:lnTo>
                    <a:cubicBezTo>
                      <a:pt x="63" y="6002"/>
                      <a:pt x="0" y="11944"/>
                      <a:pt x="356" y="17887"/>
                    </a:cubicBezTo>
                    <a:cubicBezTo>
                      <a:pt x="796" y="24666"/>
                      <a:pt x="1716" y="31403"/>
                      <a:pt x="3160" y="38036"/>
                    </a:cubicBezTo>
                    <a:cubicBezTo>
                      <a:pt x="3348" y="38957"/>
                      <a:pt x="3474" y="40066"/>
                      <a:pt x="4164" y="40756"/>
                    </a:cubicBezTo>
                    <a:cubicBezTo>
                      <a:pt x="4771" y="41342"/>
                      <a:pt x="5671" y="41510"/>
                      <a:pt x="6487" y="41572"/>
                    </a:cubicBezTo>
                    <a:cubicBezTo>
                      <a:pt x="6881" y="41602"/>
                      <a:pt x="7278" y="41613"/>
                      <a:pt x="7677" y="41613"/>
                    </a:cubicBezTo>
                    <a:cubicBezTo>
                      <a:pt x="8697" y="41613"/>
                      <a:pt x="9727" y="41540"/>
                      <a:pt x="10734" y="41510"/>
                    </a:cubicBezTo>
                    <a:cubicBezTo>
                      <a:pt x="12534" y="41447"/>
                      <a:pt x="14647" y="41656"/>
                      <a:pt x="15609" y="39794"/>
                    </a:cubicBezTo>
                    <a:cubicBezTo>
                      <a:pt x="16237" y="38559"/>
                      <a:pt x="16321" y="36990"/>
                      <a:pt x="16509" y="35651"/>
                    </a:cubicBezTo>
                    <a:cubicBezTo>
                      <a:pt x="18162" y="24415"/>
                      <a:pt x="18685" y="13053"/>
                      <a:pt x="18183" y="1713"/>
                    </a:cubicBezTo>
                    <a:lnTo>
                      <a:pt x="18183" y="1713"/>
                    </a:lnTo>
                    <a:cubicBezTo>
                      <a:pt x="16754" y="3225"/>
                      <a:pt x="14758" y="3813"/>
                      <a:pt x="12739" y="3813"/>
                    </a:cubicBezTo>
                    <a:cubicBezTo>
                      <a:pt x="12215" y="3813"/>
                      <a:pt x="11690" y="3774"/>
                      <a:pt x="11174" y="3701"/>
                    </a:cubicBezTo>
                    <a:cubicBezTo>
                      <a:pt x="9500" y="3449"/>
                      <a:pt x="7910" y="2822"/>
                      <a:pt x="6361" y="2152"/>
                    </a:cubicBezTo>
                    <a:cubicBezTo>
                      <a:pt x="5524" y="1776"/>
                      <a:pt x="4687" y="1378"/>
                      <a:pt x="3829" y="1022"/>
                    </a:cubicBezTo>
                    <a:cubicBezTo>
                      <a:pt x="3057" y="681"/>
                      <a:pt x="1898" y="0"/>
                      <a:pt x="924" y="0"/>
                    </a:cubicBezTo>
                    <a:close/>
                  </a:path>
                </a:pathLst>
              </a:custGeom>
              <a:solidFill>
                <a:srgbClr val="E3A5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1" name="Google Shape;13341;p40"/>
              <p:cNvSpPr/>
              <p:nvPr/>
            </p:nvSpPr>
            <p:spPr>
              <a:xfrm>
                <a:off x="5137325" y="2274500"/>
                <a:ext cx="558700" cy="1236175"/>
              </a:xfrm>
              <a:custGeom>
                <a:rect b="b" l="l" r="r" t="t"/>
                <a:pathLst>
                  <a:path extrusionOk="0" h="49447" w="22348">
                    <a:moveTo>
                      <a:pt x="796" y="1"/>
                    </a:moveTo>
                    <a:cubicBezTo>
                      <a:pt x="545" y="3725"/>
                      <a:pt x="168" y="7429"/>
                      <a:pt x="84" y="11174"/>
                    </a:cubicBezTo>
                    <a:cubicBezTo>
                      <a:pt x="1" y="15191"/>
                      <a:pt x="84" y="19229"/>
                      <a:pt x="356" y="23247"/>
                    </a:cubicBezTo>
                    <a:cubicBezTo>
                      <a:pt x="859" y="30528"/>
                      <a:pt x="1821" y="37872"/>
                      <a:pt x="3453" y="45007"/>
                    </a:cubicBezTo>
                    <a:cubicBezTo>
                      <a:pt x="3872" y="46807"/>
                      <a:pt x="4520" y="48648"/>
                      <a:pt x="6487" y="49213"/>
                    </a:cubicBezTo>
                    <a:cubicBezTo>
                      <a:pt x="7085" y="49389"/>
                      <a:pt x="7708" y="49446"/>
                      <a:pt x="8337" y="49446"/>
                    </a:cubicBezTo>
                    <a:cubicBezTo>
                      <a:pt x="9206" y="49446"/>
                      <a:pt x="10085" y="49336"/>
                      <a:pt x="10923" y="49276"/>
                    </a:cubicBezTo>
                    <a:lnTo>
                      <a:pt x="13894" y="49025"/>
                    </a:lnTo>
                    <a:cubicBezTo>
                      <a:pt x="14877" y="48941"/>
                      <a:pt x="16154" y="49025"/>
                      <a:pt x="17033" y="48543"/>
                    </a:cubicBezTo>
                    <a:cubicBezTo>
                      <a:pt x="18623" y="47665"/>
                      <a:pt x="19104" y="45154"/>
                      <a:pt x="19376" y="43522"/>
                    </a:cubicBezTo>
                    <a:cubicBezTo>
                      <a:pt x="20025" y="39839"/>
                      <a:pt x="20338" y="36073"/>
                      <a:pt x="20757" y="32349"/>
                    </a:cubicBezTo>
                    <a:cubicBezTo>
                      <a:pt x="21154" y="28771"/>
                      <a:pt x="21510" y="25193"/>
                      <a:pt x="21761" y="21615"/>
                    </a:cubicBezTo>
                    <a:cubicBezTo>
                      <a:pt x="22263" y="14417"/>
                      <a:pt x="22347" y="7198"/>
                      <a:pt x="21636" y="1"/>
                    </a:cubicBezTo>
                    <a:cubicBezTo>
                      <a:pt x="21399" y="56"/>
                      <a:pt x="21143" y="75"/>
                      <a:pt x="20893" y="75"/>
                    </a:cubicBezTo>
                    <a:cubicBezTo>
                      <a:pt x="20769" y="75"/>
                      <a:pt x="20645" y="70"/>
                      <a:pt x="20527" y="63"/>
                    </a:cubicBezTo>
                    <a:cubicBezTo>
                      <a:pt x="20234" y="42"/>
                      <a:pt x="19962" y="22"/>
                      <a:pt x="19669" y="1"/>
                    </a:cubicBezTo>
                    <a:lnTo>
                      <a:pt x="19669" y="1"/>
                    </a:lnTo>
                    <a:cubicBezTo>
                      <a:pt x="19669" y="22"/>
                      <a:pt x="19690" y="42"/>
                      <a:pt x="19690" y="63"/>
                    </a:cubicBezTo>
                    <a:cubicBezTo>
                      <a:pt x="20380" y="8475"/>
                      <a:pt x="20464" y="16886"/>
                      <a:pt x="19983" y="25318"/>
                    </a:cubicBezTo>
                    <a:cubicBezTo>
                      <a:pt x="19773" y="28959"/>
                      <a:pt x="19460" y="32600"/>
                      <a:pt x="19020" y="36240"/>
                    </a:cubicBezTo>
                    <a:cubicBezTo>
                      <a:pt x="18790" y="38123"/>
                      <a:pt x="18539" y="39986"/>
                      <a:pt x="18246" y="41869"/>
                    </a:cubicBezTo>
                    <a:cubicBezTo>
                      <a:pt x="18079" y="42978"/>
                      <a:pt x="17911" y="44170"/>
                      <a:pt x="17305" y="45154"/>
                    </a:cubicBezTo>
                    <a:cubicBezTo>
                      <a:pt x="16677" y="46200"/>
                      <a:pt x="15693" y="46618"/>
                      <a:pt x="14522" y="46723"/>
                    </a:cubicBezTo>
                    <a:cubicBezTo>
                      <a:pt x="12931" y="46890"/>
                      <a:pt x="11320" y="46849"/>
                      <a:pt x="9730" y="46890"/>
                    </a:cubicBezTo>
                    <a:cubicBezTo>
                      <a:pt x="9513" y="46896"/>
                      <a:pt x="9297" y="46900"/>
                      <a:pt x="9084" y="46900"/>
                    </a:cubicBezTo>
                    <a:cubicBezTo>
                      <a:pt x="6918" y="46900"/>
                      <a:pt x="5021" y="46527"/>
                      <a:pt x="4374" y="44108"/>
                    </a:cubicBezTo>
                    <a:cubicBezTo>
                      <a:pt x="2532" y="37203"/>
                      <a:pt x="1779" y="29817"/>
                      <a:pt x="1340" y="22703"/>
                    </a:cubicBezTo>
                    <a:cubicBezTo>
                      <a:pt x="900" y="15359"/>
                      <a:pt x="1005" y="7931"/>
                      <a:pt x="1842" y="607"/>
                    </a:cubicBezTo>
                    <a:cubicBezTo>
                      <a:pt x="1737" y="566"/>
                      <a:pt x="1654" y="545"/>
                      <a:pt x="1549" y="503"/>
                    </a:cubicBezTo>
                    <a:cubicBezTo>
                      <a:pt x="1256" y="377"/>
                      <a:pt x="1005" y="210"/>
                      <a:pt x="796" y="1"/>
                    </a:cubicBezTo>
                    <a:close/>
                  </a:path>
                </a:pathLst>
              </a:custGeom>
              <a:solidFill>
                <a:srgbClr val="CCE3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2" name="Google Shape;13342;p40"/>
              <p:cNvSpPr/>
              <p:nvPr/>
            </p:nvSpPr>
            <p:spPr>
              <a:xfrm>
                <a:off x="5151450" y="2189000"/>
                <a:ext cx="542475" cy="89550"/>
              </a:xfrm>
              <a:custGeom>
                <a:rect b="b" l="l" r="r" t="t"/>
                <a:pathLst>
                  <a:path extrusionOk="0" h="3582" w="21699">
                    <a:moveTo>
                      <a:pt x="18569" y="1"/>
                    </a:moveTo>
                    <a:cubicBezTo>
                      <a:pt x="17363" y="1"/>
                      <a:pt x="16066" y="346"/>
                      <a:pt x="15149" y="596"/>
                    </a:cubicBezTo>
                    <a:cubicBezTo>
                      <a:pt x="13706" y="1014"/>
                      <a:pt x="12283" y="1391"/>
                      <a:pt x="10776" y="1538"/>
                    </a:cubicBezTo>
                    <a:cubicBezTo>
                      <a:pt x="10319" y="1575"/>
                      <a:pt x="9857" y="1593"/>
                      <a:pt x="9395" y="1593"/>
                    </a:cubicBezTo>
                    <a:cubicBezTo>
                      <a:pt x="8293" y="1593"/>
                      <a:pt x="7186" y="1487"/>
                      <a:pt x="6110" y="1266"/>
                    </a:cubicBezTo>
                    <a:cubicBezTo>
                      <a:pt x="5254" y="1089"/>
                      <a:pt x="3313" y="268"/>
                      <a:pt x="1899" y="268"/>
                    </a:cubicBezTo>
                    <a:cubicBezTo>
                      <a:pt x="964" y="268"/>
                      <a:pt x="260" y="627"/>
                      <a:pt x="252" y="1768"/>
                    </a:cubicBezTo>
                    <a:cubicBezTo>
                      <a:pt x="252" y="1914"/>
                      <a:pt x="126" y="1998"/>
                      <a:pt x="22" y="1998"/>
                    </a:cubicBezTo>
                    <a:cubicBezTo>
                      <a:pt x="1" y="2144"/>
                      <a:pt x="1" y="2291"/>
                      <a:pt x="22" y="2416"/>
                    </a:cubicBezTo>
                    <a:cubicBezTo>
                      <a:pt x="47" y="2406"/>
                      <a:pt x="76" y="2401"/>
                      <a:pt x="105" y="2401"/>
                    </a:cubicBezTo>
                    <a:cubicBezTo>
                      <a:pt x="196" y="2401"/>
                      <a:pt x="288" y="2452"/>
                      <a:pt x="273" y="2563"/>
                    </a:cubicBezTo>
                    <a:cubicBezTo>
                      <a:pt x="273" y="2688"/>
                      <a:pt x="273" y="2814"/>
                      <a:pt x="252" y="2960"/>
                    </a:cubicBezTo>
                    <a:cubicBezTo>
                      <a:pt x="607" y="3424"/>
                      <a:pt x="1311" y="3582"/>
                      <a:pt x="2129" y="3582"/>
                    </a:cubicBezTo>
                    <a:cubicBezTo>
                      <a:pt x="3673" y="3582"/>
                      <a:pt x="5624" y="3021"/>
                      <a:pt x="6403" y="2898"/>
                    </a:cubicBezTo>
                    <a:cubicBezTo>
                      <a:pt x="8077" y="2646"/>
                      <a:pt x="9772" y="2479"/>
                      <a:pt x="11467" y="2416"/>
                    </a:cubicBezTo>
                    <a:cubicBezTo>
                      <a:pt x="11937" y="2400"/>
                      <a:pt x="12409" y="2392"/>
                      <a:pt x="12881" y="2392"/>
                    </a:cubicBezTo>
                    <a:cubicBezTo>
                      <a:pt x="14257" y="2392"/>
                      <a:pt x="15635" y="2459"/>
                      <a:pt x="16991" y="2584"/>
                    </a:cubicBezTo>
                    <a:cubicBezTo>
                      <a:pt x="17681" y="2646"/>
                      <a:pt x="18372" y="2730"/>
                      <a:pt x="19062" y="2835"/>
                    </a:cubicBezTo>
                    <a:cubicBezTo>
                      <a:pt x="19473" y="2891"/>
                      <a:pt x="19901" y="2964"/>
                      <a:pt x="20316" y="2964"/>
                    </a:cubicBezTo>
                    <a:cubicBezTo>
                      <a:pt x="20365" y="2964"/>
                      <a:pt x="20415" y="2963"/>
                      <a:pt x="20464" y="2960"/>
                    </a:cubicBezTo>
                    <a:cubicBezTo>
                      <a:pt x="21594" y="2939"/>
                      <a:pt x="21698" y="1496"/>
                      <a:pt x="20945" y="784"/>
                    </a:cubicBezTo>
                    <a:cubicBezTo>
                      <a:pt x="20341" y="198"/>
                      <a:pt x="19481" y="1"/>
                      <a:pt x="185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3" name="Google Shape;13343;p40"/>
              <p:cNvSpPr/>
              <p:nvPr/>
            </p:nvSpPr>
            <p:spPr>
              <a:xfrm>
                <a:off x="5184925" y="2262325"/>
                <a:ext cx="442050" cy="212800"/>
              </a:xfrm>
              <a:custGeom>
                <a:rect b="b" l="l" r="r" t="t"/>
                <a:pathLst>
                  <a:path extrusionOk="0" h="8512" w="17682">
                    <a:moveTo>
                      <a:pt x="11415" y="0"/>
                    </a:moveTo>
                    <a:cubicBezTo>
                      <a:pt x="9249" y="0"/>
                      <a:pt x="7088" y="170"/>
                      <a:pt x="4960" y="509"/>
                    </a:cubicBezTo>
                    <a:cubicBezTo>
                      <a:pt x="3782" y="702"/>
                      <a:pt x="2325" y="1220"/>
                      <a:pt x="1008" y="1220"/>
                    </a:cubicBezTo>
                    <a:cubicBezTo>
                      <a:pt x="757" y="1220"/>
                      <a:pt x="511" y="1201"/>
                      <a:pt x="273" y="1157"/>
                    </a:cubicBezTo>
                    <a:cubicBezTo>
                      <a:pt x="168" y="2454"/>
                      <a:pt x="84" y="3752"/>
                      <a:pt x="1" y="5049"/>
                    </a:cubicBezTo>
                    <a:cubicBezTo>
                      <a:pt x="237" y="4959"/>
                      <a:pt x="483" y="4921"/>
                      <a:pt x="735" y="4921"/>
                    </a:cubicBezTo>
                    <a:cubicBezTo>
                      <a:pt x="1712" y="4921"/>
                      <a:pt x="2772" y="5495"/>
                      <a:pt x="3621" y="5844"/>
                    </a:cubicBezTo>
                    <a:cubicBezTo>
                      <a:pt x="5232" y="6514"/>
                      <a:pt x="6822" y="7288"/>
                      <a:pt x="8496" y="7853"/>
                    </a:cubicBezTo>
                    <a:cubicBezTo>
                      <a:pt x="9723" y="8253"/>
                      <a:pt x="11051" y="8512"/>
                      <a:pt x="12352" y="8512"/>
                    </a:cubicBezTo>
                    <a:cubicBezTo>
                      <a:pt x="14246" y="8512"/>
                      <a:pt x="16083" y="7965"/>
                      <a:pt x="17472" y="6514"/>
                    </a:cubicBezTo>
                    <a:cubicBezTo>
                      <a:pt x="17519" y="6467"/>
                      <a:pt x="17578" y="6443"/>
                      <a:pt x="17631" y="6443"/>
                    </a:cubicBezTo>
                    <a:cubicBezTo>
                      <a:pt x="17648" y="6443"/>
                      <a:pt x="17665" y="6446"/>
                      <a:pt x="17681" y="6451"/>
                    </a:cubicBezTo>
                    <a:cubicBezTo>
                      <a:pt x="17597" y="4484"/>
                      <a:pt x="17472" y="2517"/>
                      <a:pt x="17305" y="550"/>
                    </a:cubicBezTo>
                    <a:cubicBezTo>
                      <a:pt x="17305" y="509"/>
                      <a:pt x="17325" y="467"/>
                      <a:pt x="17325" y="425"/>
                    </a:cubicBezTo>
                    <a:cubicBezTo>
                      <a:pt x="15610" y="257"/>
                      <a:pt x="13894" y="27"/>
                      <a:pt x="12136" y="6"/>
                    </a:cubicBezTo>
                    <a:cubicBezTo>
                      <a:pt x="11896" y="2"/>
                      <a:pt x="11655" y="0"/>
                      <a:pt x="11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4" name="Google Shape;13344;p40"/>
              <p:cNvSpPr/>
              <p:nvPr/>
            </p:nvSpPr>
            <p:spPr>
              <a:xfrm>
                <a:off x="5584575" y="2677000"/>
                <a:ext cx="31250" cy="19850"/>
              </a:xfrm>
              <a:custGeom>
                <a:rect b="b" l="l" r="r" t="t"/>
                <a:pathLst>
                  <a:path extrusionOk="0" h="794" w="1250">
                    <a:moveTo>
                      <a:pt x="657" y="1"/>
                    </a:moveTo>
                    <a:cubicBezTo>
                      <a:pt x="620" y="1"/>
                      <a:pt x="582" y="4"/>
                      <a:pt x="544" y="12"/>
                    </a:cubicBezTo>
                    <a:cubicBezTo>
                      <a:pt x="210" y="54"/>
                      <a:pt x="0" y="347"/>
                      <a:pt x="0" y="660"/>
                    </a:cubicBezTo>
                    <a:cubicBezTo>
                      <a:pt x="11" y="752"/>
                      <a:pt x="70" y="794"/>
                      <a:pt x="131" y="794"/>
                    </a:cubicBezTo>
                    <a:cubicBezTo>
                      <a:pt x="195" y="794"/>
                      <a:pt x="262" y="747"/>
                      <a:pt x="272" y="660"/>
                    </a:cubicBezTo>
                    <a:cubicBezTo>
                      <a:pt x="272" y="493"/>
                      <a:pt x="419" y="326"/>
                      <a:pt x="607" y="326"/>
                    </a:cubicBezTo>
                    <a:cubicBezTo>
                      <a:pt x="775" y="326"/>
                      <a:pt x="921" y="451"/>
                      <a:pt x="984" y="598"/>
                    </a:cubicBezTo>
                    <a:cubicBezTo>
                      <a:pt x="1010" y="638"/>
                      <a:pt x="1048" y="654"/>
                      <a:pt x="1086" y="654"/>
                    </a:cubicBezTo>
                    <a:cubicBezTo>
                      <a:pt x="1166" y="654"/>
                      <a:pt x="1249" y="579"/>
                      <a:pt x="1235" y="493"/>
                    </a:cubicBezTo>
                    <a:cubicBezTo>
                      <a:pt x="1198" y="198"/>
                      <a:pt x="934" y="1"/>
                      <a:pt x="65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5" name="Google Shape;13345;p40"/>
              <p:cNvSpPr/>
              <p:nvPr/>
            </p:nvSpPr>
            <p:spPr>
              <a:xfrm>
                <a:off x="5557500" y="2624825"/>
                <a:ext cx="39250" cy="17475"/>
              </a:xfrm>
              <a:custGeom>
                <a:rect b="b" l="l" r="r" t="t"/>
                <a:pathLst>
                  <a:path extrusionOk="0" h="699" w="1570">
                    <a:moveTo>
                      <a:pt x="135" y="1"/>
                    </a:moveTo>
                    <a:cubicBezTo>
                      <a:pt x="63" y="1"/>
                      <a:pt x="1" y="56"/>
                      <a:pt x="37" y="153"/>
                    </a:cubicBezTo>
                    <a:cubicBezTo>
                      <a:pt x="156" y="487"/>
                      <a:pt x="534" y="699"/>
                      <a:pt x="887" y="699"/>
                    </a:cubicBezTo>
                    <a:cubicBezTo>
                      <a:pt x="1154" y="699"/>
                      <a:pt x="1406" y="578"/>
                      <a:pt x="1523" y="299"/>
                    </a:cubicBezTo>
                    <a:cubicBezTo>
                      <a:pt x="1570" y="205"/>
                      <a:pt x="1487" y="88"/>
                      <a:pt x="1399" y="88"/>
                    </a:cubicBezTo>
                    <a:cubicBezTo>
                      <a:pt x="1370" y="88"/>
                      <a:pt x="1340" y="101"/>
                      <a:pt x="1314" y="132"/>
                    </a:cubicBezTo>
                    <a:cubicBezTo>
                      <a:pt x="1185" y="293"/>
                      <a:pt x="962" y="394"/>
                      <a:pt x="750" y="394"/>
                    </a:cubicBezTo>
                    <a:cubicBezTo>
                      <a:pt x="549" y="394"/>
                      <a:pt x="359" y="304"/>
                      <a:pt x="267" y="90"/>
                    </a:cubicBezTo>
                    <a:cubicBezTo>
                      <a:pt x="241" y="29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6" name="Google Shape;13346;p40"/>
              <p:cNvSpPr/>
              <p:nvPr/>
            </p:nvSpPr>
            <p:spPr>
              <a:xfrm>
                <a:off x="5529775" y="3170600"/>
                <a:ext cx="30225" cy="40800"/>
              </a:xfrm>
              <a:custGeom>
                <a:rect b="b" l="l" r="r" t="t"/>
                <a:pathLst>
                  <a:path extrusionOk="0" h="1632" w="1209">
                    <a:moveTo>
                      <a:pt x="702" y="0"/>
                    </a:moveTo>
                    <a:cubicBezTo>
                      <a:pt x="684" y="0"/>
                      <a:pt x="664" y="6"/>
                      <a:pt x="644" y="20"/>
                    </a:cubicBezTo>
                    <a:cubicBezTo>
                      <a:pt x="1" y="373"/>
                      <a:pt x="201" y="1631"/>
                      <a:pt x="980" y="1631"/>
                    </a:cubicBezTo>
                    <a:cubicBezTo>
                      <a:pt x="987" y="1631"/>
                      <a:pt x="993" y="1631"/>
                      <a:pt x="1000" y="1631"/>
                    </a:cubicBezTo>
                    <a:cubicBezTo>
                      <a:pt x="1167" y="1631"/>
                      <a:pt x="1209" y="1380"/>
                      <a:pt x="1042" y="1338"/>
                    </a:cubicBezTo>
                    <a:cubicBezTo>
                      <a:pt x="560" y="1233"/>
                      <a:pt x="288" y="522"/>
                      <a:pt x="749" y="229"/>
                    </a:cubicBezTo>
                    <a:cubicBezTo>
                      <a:pt x="854" y="159"/>
                      <a:pt x="797" y="0"/>
                      <a:pt x="70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7" name="Google Shape;13347;p40"/>
              <p:cNvSpPr/>
              <p:nvPr/>
            </p:nvSpPr>
            <p:spPr>
              <a:xfrm>
                <a:off x="5535725" y="2649425"/>
                <a:ext cx="27950" cy="19650"/>
              </a:xfrm>
              <a:custGeom>
                <a:rect b="b" l="l" r="r" t="t"/>
                <a:pathLst>
                  <a:path extrusionOk="0" h="786" w="1118">
                    <a:moveTo>
                      <a:pt x="536" y="1"/>
                    </a:moveTo>
                    <a:cubicBezTo>
                      <a:pt x="332" y="1"/>
                      <a:pt x="128" y="117"/>
                      <a:pt x="29" y="299"/>
                    </a:cubicBezTo>
                    <a:cubicBezTo>
                      <a:pt x="1" y="384"/>
                      <a:pt x="60" y="460"/>
                      <a:pt x="120" y="460"/>
                    </a:cubicBezTo>
                    <a:cubicBezTo>
                      <a:pt x="148" y="460"/>
                      <a:pt x="177" y="443"/>
                      <a:pt x="197" y="403"/>
                    </a:cubicBezTo>
                    <a:cubicBezTo>
                      <a:pt x="271" y="285"/>
                      <a:pt x="373" y="235"/>
                      <a:pt x="472" y="235"/>
                    </a:cubicBezTo>
                    <a:cubicBezTo>
                      <a:pt x="654" y="235"/>
                      <a:pt x="823" y="404"/>
                      <a:pt x="783" y="634"/>
                    </a:cubicBezTo>
                    <a:cubicBezTo>
                      <a:pt x="758" y="731"/>
                      <a:pt x="819" y="786"/>
                      <a:pt x="886" y="786"/>
                    </a:cubicBezTo>
                    <a:cubicBezTo>
                      <a:pt x="935" y="786"/>
                      <a:pt x="987" y="758"/>
                      <a:pt x="1013" y="696"/>
                    </a:cubicBezTo>
                    <a:cubicBezTo>
                      <a:pt x="1117" y="445"/>
                      <a:pt x="971" y="131"/>
                      <a:pt x="699" y="27"/>
                    </a:cubicBezTo>
                    <a:cubicBezTo>
                      <a:pt x="646" y="9"/>
                      <a:pt x="591" y="1"/>
                      <a:pt x="5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8" name="Google Shape;13348;p40"/>
              <p:cNvSpPr/>
              <p:nvPr/>
            </p:nvSpPr>
            <p:spPr>
              <a:xfrm>
                <a:off x="5504875" y="3225150"/>
                <a:ext cx="26225" cy="24925"/>
              </a:xfrm>
              <a:custGeom>
                <a:rect b="b" l="l" r="r" t="t"/>
                <a:pathLst>
                  <a:path extrusionOk="0" h="997" w="1049">
                    <a:moveTo>
                      <a:pt x="276" y="0"/>
                    </a:moveTo>
                    <a:cubicBezTo>
                      <a:pt x="222" y="0"/>
                      <a:pt x="167" y="11"/>
                      <a:pt x="113" y="35"/>
                    </a:cubicBezTo>
                    <a:cubicBezTo>
                      <a:pt x="1" y="72"/>
                      <a:pt x="22" y="209"/>
                      <a:pt x="116" y="209"/>
                    </a:cubicBezTo>
                    <a:cubicBezTo>
                      <a:pt x="128" y="209"/>
                      <a:pt x="141" y="207"/>
                      <a:pt x="154" y="202"/>
                    </a:cubicBezTo>
                    <a:cubicBezTo>
                      <a:pt x="173" y="198"/>
                      <a:pt x="192" y="196"/>
                      <a:pt x="210" y="196"/>
                    </a:cubicBezTo>
                    <a:cubicBezTo>
                      <a:pt x="456" y="196"/>
                      <a:pt x="644" y="572"/>
                      <a:pt x="468" y="767"/>
                    </a:cubicBezTo>
                    <a:cubicBezTo>
                      <a:pt x="372" y="863"/>
                      <a:pt x="460" y="997"/>
                      <a:pt x="573" y="997"/>
                    </a:cubicBezTo>
                    <a:cubicBezTo>
                      <a:pt x="607" y="997"/>
                      <a:pt x="643" y="985"/>
                      <a:pt x="678" y="955"/>
                    </a:cubicBezTo>
                    <a:cubicBezTo>
                      <a:pt x="1048" y="659"/>
                      <a:pt x="696" y="0"/>
                      <a:pt x="27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9" name="Google Shape;13349;p40"/>
              <p:cNvSpPr/>
              <p:nvPr/>
            </p:nvSpPr>
            <p:spPr>
              <a:xfrm>
                <a:off x="5363825" y="2892875"/>
                <a:ext cx="35975" cy="40850"/>
              </a:xfrm>
              <a:custGeom>
                <a:rect b="b" l="l" r="r" t="t"/>
                <a:pathLst>
                  <a:path extrusionOk="0" h="1634" w="1439">
                    <a:moveTo>
                      <a:pt x="608" y="0"/>
                    </a:moveTo>
                    <a:cubicBezTo>
                      <a:pt x="588" y="0"/>
                      <a:pt x="567" y="6"/>
                      <a:pt x="545" y="18"/>
                    </a:cubicBezTo>
                    <a:cubicBezTo>
                      <a:pt x="189" y="248"/>
                      <a:pt x="1" y="751"/>
                      <a:pt x="210" y="1148"/>
                    </a:cubicBezTo>
                    <a:cubicBezTo>
                      <a:pt x="348" y="1425"/>
                      <a:pt x="679" y="1634"/>
                      <a:pt x="994" y="1634"/>
                    </a:cubicBezTo>
                    <a:cubicBezTo>
                      <a:pt x="1107" y="1634"/>
                      <a:pt x="1219" y="1607"/>
                      <a:pt x="1319" y="1546"/>
                    </a:cubicBezTo>
                    <a:cubicBezTo>
                      <a:pt x="1439" y="1466"/>
                      <a:pt x="1406" y="1251"/>
                      <a:pt x="1274" y="1251"/>
                    </a:cubicBezTo>
                    <a:cubicBezTo>
                      <a:pt x="1268" y="1251"/>
                      <a:pt x="1262" y="1252"/>
                      <a:pt x="1256" y="1253"/>
                    </a:cubicBezTo>
                    <a:cubicBezTo>
                      <a:pt x="1177" y="1265"/>
                      <a:pt x="1097" y="1274"/>
                      <a:pt x="1018" y="1274"/>
                    </a:cubicBezTo>
                    <a:cubicBezTo>
                      <a:pt x="825" y="1274"/>
                      <a:pt x="643" y="1222"/>
                      <a:pt x="524" y="1044"/>
                    </a:cubicBezTo>
                    <a:cubicBezTo>
                      <a:pt x="356" y="792"/>
                      <a:pt x="440" y="437"/>
                      <a:pt x="691" y="248"/>
                    </a:cubicBezTo>
                    <a:cubicBezTo>
                      <a:pt x="798" y="177"/>
                      <a:pt x="723" y="0"/>
                      <a:pt x="60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0" name="Google Shape;13350;p40"/>
              <p:cNvSpPr/>
              <p:nvPr/>
            </p:nvSpPr>
            <p:spPr>
              <a:xfrm>
                <a:off x="5360275" y="2959150"/>
                <a:ext cx="33925" cy="30025"/>
              </a:xfrm>
              <a:custGeom>
                <a:rect b="b" l="l" r="r" t="t"/>
                <a:pathLst>
                  <a:path extrusionOk="0" h="1201" w="1357">
                    <a:moveTo>
                      <a:pt x="744" y="1"/>
                    </a:moveTo>
                    <a:cubicBezTo>
                      <a:pt x="454" y="1"/>
                      <a:pt x="176" y="142"/>
                      <a:pt x="17" y="380"/>
                    </a:cubicBezTo>
                    <a:cubicBezTo>
                      <a:pt x="1" y="429"/>
                      <a:pt x="47" y="478"/>
                      <a:pt x="89" y="478"/>
                    </a:cubicBezTo>
                    <a:cubicBezTo>
                      <a:pt x="101" y="478"/>
                      <a:pt x="112" y="473"/>
                      <a:pt x="122" y="464"/>
                    </a:cubicBezTo>
                    <a:cubicBezTo>
                      <a:pt x="242" y="328"/>
                      <a:pt x="450" y="225"/>
                      <a:pt x="650" y="225"/>
                    </a:cubicBezTo>
                    <a:cubicBezTo>
                      <a:pt x="728" y="225"/>
                      <a:pt x="805" y="241"/>
                      <a:pt x="875" y="276"/>
                    </a:cubicBezTo>
                    <a:cubicBezTo>
                      <a:pt x="1126" y="401"/>
                      <a:pt x="1021" y="841"/>
                      <a:pt x="959" y="1050"/>
                    </a:cubicBezTo>
                    <a:cubicBezTo>
                      <a:pt x="919" y="1142"/>
                      <a:pt x="987" y="1201"/>
                      <a:pt x="1064" y="1201"/>
                    </a:cubicBezTo>
                    <a:cubicBezTo>
                      <a:pt x="1109" y="1201"/>
                      <a:pt x="1158" y="1180"/>
                      <a:pt x="1189" y="1134"/>
                    </a:cubicBezTo>
                    <a:cubicBezTo>
                      <a:pt x="1314" y="966"/>
                      <a:pt x="1356" y="736"/>
                      <a:pt x="1314" y="527"/>
                    </a:cubicBezTo>
                    <a:cubicBezTo>
                      <a:pt x="1293" y="338"/>
                      <a:pt x="1210" y="108"/>
                      <a:pt x="1021" y="45"/>
                    </a:cubicBezTo>
                    <a:cubicBezTo>
                      <a:pt x="930" y="15"/>
                      <a:pt x="837" y="1"/>
                      <a:pt x="74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1" name="Google Shape;13351;p40"/>
              <p:cNvSpPr/>
              <p:nvPr/>
            </p:nvSpPr>
            <p:spPr>
              <a:xfrm>
                <a:off x="5343425" y="3340550"/>
                <a:ext cx="29775" cy="28850"/>
              </a:xfrm>
              <a:custGeom>
                <a:rect b="b" l="l" r="r" t="t"/>
                <a:pathLst>
                  <a:path extrusionOk="0" h="1154" w="1191">
                    <a:moveTo>
                      <a:pt x="463" y="1"/>
                    </a:moveTo>
                    <a:cubicBezTo>
                      <a:pt x="442" y="1"/>
                      <a:pt x="420" y="7"/>
                      <a:pt x="398" y="22"/>
                    </a:cubicBezTo>
                    <a:cubicBezTo>
                      <a:pt x="126" y="189"/>
                      <a:pt x="1" y="566"/>
                      <a:pt x="168" y="859"/>
                    </a:cubicBezTo>
                    <a:cubicBezTo>
                      <a:pt x="292" y="1051"/>
                      <a:pt x="506" y="1153"/>
                      <a:pt x="721" y="1153"/>
                    </a:cubicBezTo>
                    <a:cubicBezTo>
                      <a:pt x="833" y="1153"/>
                      <a:pt x="946" y="1126"/>
                      <a:pt x="1047" y="1068"/>
                    </a:cubicBezTo>
                    <a:cubicBezTo>
                      <a:pt x="1191" y="996"/>
                      <a:pt x="1102" y="800"/>
                      <a:pt x="955" y="800"/>
                    </a:cubicBezTo>
                    <a:cubicBezTo>
                      <a:pt x="931" y="800"/>
                      <a:pt x="906" y="805"/>
                      <a:pt x="879" y="817"/>
                    </a:cubicBezTo>
                    <a:cubicBezTo>
                      <a:pt x="835" y="843"/>
                      <a:pt x="782" y="854"/>
                      <a:pt x="728" y="854"/>
                    </a:cubicBezTo>
                    <a:cubicBezTo>
                      <a:pt x="606" y="854"/>
                      <a:pt x="477" y="793"/>
                      <a:pt x="419" y="691"/>
                    </a:cubicBezTo>
                    <a:cubicBezTo>
                      <a:pt x="335" y="524"/>
                      <a:pt x="398" y="315"/>
                      <a:pt x="545" y="189"/>
                    </a:cubicBezTo>
                    <a:cubicBezTo>
                      <a:pt x="631" y="138"/>
                      <a:pt x="561" y="1"/>
                      <a:pt x="46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2" name="Google Shape;13352;p40"/>
              <p:cNvSpPr/>
              <p:nvPr/>
            </p:nvSpPr>
            <p:spPr>
              <a:xfrm>
                <a:off x="5297750" y="2947925"/>
                <a:ext cx="29550" cy="16675"/>
              </a:xfrm>
              <a:custGeom>
                <a:rect b="b" l="l" r="r" t="t"/>
                <a:pathLst>
                  <a:path extrusionOk="0" h="667" w="1182">
                    <a:moveTo>
                      <a:pt x="1046" y="0"/>
                    </a:moveTo>
                    <a:cubicBezTo>
                      <a:pt x="984" y="0"/>
                      <a:pt x="918" y="42"/>
                      <a:pt x="907" y="118"/>
                    </a:cubicBezTo>
                    <a:cubicBezTo>
                      <a:pt x="883" y="313"/>
                      <a:pt x="688" y="422"/>
                      <a:pt x="505" y="422"/>
                    </a:cubicBezTo>
                    <a:cubicBezTo>
                      <a:pt x="374" y="422"/>
                      <a:pt x="248" y="366"/>
                      <a:pt x="196" y="243"/>
                    </a:cubicBezTo>
                    <a:cubicBezTo>
                      <a:pt x="182" y="216"/>
                      <a:pt x="154" y="204"/>
                      <a:pt x="124" y="204"/>
                    </a:cubicBezTo>
                    <a:cubicBezTo>
                      <a:pt x="65" y="204"/>
                      <a:pt x="0" y="250"/>
                      <a:pt x="28" y="306"/>
                    </a:cubicBezTo>
                    <a:cubicBezTo>
                      <a:pt x="110" y="552"/>
                      <a:pt x="342" y="667"/>
                      <a:pt x="575" y="667"/>
                    </a:cubicBezTo>
                    <a:cubicBezTo>
                      <a:pt x="878" y="667"/>
                      <a:pt x="1182" y="473"/>
                      <a:pt x="1158" y="118"/>
                    </a:cubicBezTo>
                    <a:cubicBezTo>
                      <a:pt x="1158" y="37"/>
                      <a:pt x="1104" y="0"/>
                      <a:pt x="104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3" name="Google Shape;13353;p40"/>
              <p:cNvSpPr/>
              <p:nvPr/>
            </p:nvSpPr>
            <p:spPr>
              <a:xfrm>
                <a:off x="5277525" y="2514275"/>
                <a:ext cx="39725" cy="38400"/>
              </a:xfrm>
              <a:custGeom>
                <a:rect b="b" l="l" r="r" t="t"/>
                <a:pathLst>
                  <a:path extrusionOk="0" h="1536" w="1589">
                    <a:moveTo>
                      <a:pt x="617" y="1"/>
                    </a:moveTo>
                    <a:cubicBezTo>
                      <a:pt x="600" y="1"/>
                      <a:pt x="583" y="5"/>
                      <a:pt x="565" y="14"/>
                    </a:cubicBezTo>
                    <a:cubicBezTo>
                      <a:pt x="147" y="244"/>
                      <a:pt x="0" y="809"/>
                      <a:pt x="272" y="1206"/>
                    </a:cubicBezTo>
                    <a:cubicBezTo>
                      <a:pt x="422" y="1425"/>
                      <a:pt x="666" y="1536"/>
                      <a:pt x="915" y="1536"/>
                    </a:cubicBezTo>
                    <a:cubicBezTo>
                      <a:pt x="1119" y="1536"/>
                      <a:pt x="1326" y="1462"/>
                      <a:pt x="1486" y="1311"/>
                    </a:cubicBezTo>
                    <a:cubicBezTo>
                      <a:pt x="1589" y="1225"/>
                      <a:pt x="1494" y="1054"/>
                      <a:pt x="1376" y="1054"/>
                    </a:cubicBezTo>
                    <a:cubicBezTo>
                      <a:pt x="1350" y="1054"/>
                      <a:pt x="1324" y="1062"/>
                      <a:pt x="1297" y="1081"/>
                    </a:cubicBezTo>
                    <a:cubicBezTo>
                      <a:pt x="1202" y="1147"/>
                      <a:pt x="1076" y="1184"/>
                      <a:pt x="950" y="1184"/>
                    </a:cubicBezTo>
                    <a:cubicBezTo>
                      <a:pt x="799" y="1184"/>
                      <a:pt x="647" y="1132"/>
                      <a:pt x="544" y="1018"/>
                    </a:cubicBezTo>
                    <a:cubicBezTo>
                      <a:pt x="356" y="788"/>
                      <a:pt x="440" y="390"/>
                      <a:pt x="691" y="223"/>
                    </a:cubicBezTo>
                    <a:cubicBezTo>
                      <a:pt x="799" y="151"/>
                      <a:pt x="721" y="1"/>
                      <a:pt x="6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4" name="Google Shape;13354;p40"/>
              <p:cNvSpPr/>
              <p:nvPr/>
            </p:nvSpPr>
            <p:spPr>
              <a:xfrm>
                <a:off x="5254425" y="2873350"/>
                <a:ext cx="40375" cy="18600"/>
              </a:xfrm>
              <a:custGeom>
                <a:rect b="b" l="l" r="r" t="t"/>
                <a:pathLst>
                  <a:path extrusionOk="0" h="744" w="1615">
                    <a:moveTo>
                      <a:pt x="891" y="1"/>
                    </a:moveTo>
                    <a:cubicBezTo>
                      <a:pt x="587" y="1"/>
                      <a:pt x="315" y="205"/>
                      <a:pt x="87" y="381"/>
                    </a:cubicBezTo>
                    <a:cubicBezTo>
                      <a:pt x="1" y="467"/>
                      <a:pt x="86" y="611"/>
                      <a:pt x="177" y="611"/>
                    </a:cubicBezTo>
                    <a:cubicBezTo>
                      <a:pt x="196" y="611"/>
                      <a:pt x="216" y="605"/>
                      <a:pt x="234" y="590"/>
                    </a:cubicBezTo>
                    <a:cubicBezTo>
                      <a:pt x="397" y="477"/>
                      <a:pt x="711" y="296"/>
                      <a:pt x="949" y="296"/>
                    </a:cubicBezTo>
                    <a:cubicBezTo>
                      <a:pt x="1108" y="296"/>
                      <a:pt x="1234" y="377"/>
                      <a:pt x="1259" y="611"/>
                    </a:cubicBezTo>
                    <a:cubicBezTo>
                      <a:pt x="1271" y="694"/>
                      <a:pt x="1337" y="744"/>
                      <a:pt x="1400" y="744"/>
                    </a:cubicBezTo>
                    <a:cubicBezTo>
                      <a:pt x="1447" y="744"/>
                      <a:pt x="1492" y="716"/>
                      <a:pt x="1510" y="653"/>
                    </a:cubicBezTo>
                    <a:cubicBezTo>
                      <a:pt x="1615" y="360"/>
                      <a:pt x="1343" y="88"/>
                      <a:pt x="1071" y="25"/>
                    </a:cubicBezTo>
                    <a:cubicBezTo>
                      <a:pt x="1010" y="8"/>
                      <a:pt x="950" y="1"/>
                      <a:pt x="89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5" name="Google Shape;13355;p40"/>
              <p:cNvSpPr/>
              <p:nvPr/>
            </p:nvSpPr>
            <p:spPr>
              <a:xfrm>
                <a:off x="5226900" y="2539375"/>
                <a:ext cx="31800" cy="27550"/>
              </a:xfrm>
              <a:custGeom>
                <a:rect b="b" l="l" r="r" t="t"/>
                <a:pathLst>
                  <a:path extrusionOk="0" h="1102" w="1272">
                    <a:moveTo>
                      <a:pt x="627" y="0"/>
                    </a:moveTo>
                    <a:cubicBezTo>
                      <a:pt x="398" y="0"/>
                      <a:pt x="167" y="125"/>
                      <a:pt x="58" y="328"/>
                    </a:cubicBezTo>
                    <a:cubicBezTo>
                      <a:pt x="1" y="428"/>
                      <a:pt x="82" y="509"/>
                      <a:pt x="158" y="509"/>
                    </a:cubicBezTo>
                    <a:cubicBezTo>
                      <a:pt x="193" y="509"/>
                      <a:pt x="227" y="493"/>
                      <a:pt x="247" y="453"/>
                    </a:cubicBezTo>
                    <a:cubicBezTo>
                      <a:pt x="314" y="331"/>
                      <a:pt x="453" y="253"/>
                      <a:pt x="593" y="253"/>
                    </a:cubicBezTo>
                    <a:cubicBezTo>
                      <a:pt x="669" y="253"/>
                      <a:pt x="745" y="276"/>
                      <a:pt x="812" y="328"/>
                    </a:cubicBezTo>
                    <a:cubicBezTo>
                      <a:pt x="979" y="453"/>
                      <a:pt x="958" y="725"/>
                      <a:pt x="833" y="893"/>
                    </a:cubicBezTo>
                    <a:cubicBezTo>
                      <a:pt x="764" y="962"/>
                      <a:pt x="823" y="1102"/>
                      <a:pt x="904" y="1102"/>
                    </a:cubicBezTo>
                    <a:cubicBezTo>
                      <a:pt x="921" y="1102"/>
                      <a:pt x="940" y="1096"/>
                      <a:pt x="958" y="1081"/>
                    </a:cubicBezTo>
                    <a:cubicBezTo>
                      <a:pt x="1272" y="851"/>
                      <a:pt x="1272" y="370"/>
                      <a:pt x="979" y="119"/>
                    </a:cubicBezTo>
                    <a:cubicBezTo>
                      <a:pt x="876" y="37"/>
                      <a:pt x="751" y="0"/>
                      <a:pt x="6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6" name="Google Shape;13356;p40"/>
              <p:cNvSpPr/>
              <p:nvPr/>
            </p:nvSpPr>
            <p:spPr>
              <a:xfrm>
                <a:off x="5226250" y="2483275"/>
                <a:ext cx="24100" cy="34500"/>
              </a:xfrm>
              <a:custGeom>
                <a:rect b="b" l="l" r="r" t="t"/>
                <a:pathLst>
                  <a:path extrusionOk="0" h="1380" w="964">
                    <a:moveTo>
                      <a:pt x="306" y="0"/>
                    </a:moveTo>
                    <a:cubicBezTo>
                      <a:pt x="270" y="0"/>
                      <a:pt x="234" y="18"/>
                      <a:pt x="210" y="61"/>
                    </a:cubicBezTo>
                    <a:cubicBezTo>
                      <a:pt x="63" y="354"/>
                      <a:pt x="1" y="668"/>
                      <a:pt x="63" y="982"/>
                    </a:cubicBezTo>
                    <a:cubicBezTo>
                      <a:pt x="84" y="1149"/>
                      <a:pt x="126" y="1191"/>
                      <a:pt x="294" y="1233"/>
                    </a:cubicBezTo>
                    <a:cubicBezTo>
                      <a:pt x="461" y="1295"/>
                      <a:pt x="628" y="1358"/>
                      <a:pt x="817" y="1379"/>
                    </a:cubicBezTo>
                    <a:cubicBezTo>
                      <a:pt x="942" y="1379"/>
                      <a:pt x="963" y="1212"/>
                      <a:pt x="879" y="1149"/>
                    </a:cubicBezTo>
                    <a:cubicBezTo>
                      <a:pt x="712" y="1065"/>
                      <a:pt x="524" y="1002"/>
                      <a:pt x="335" y="940"/>
                    </a:cubicBezTo>
                    <a:cubicBezTo>
                      <a:pt x="294" y="689"/>
                      <a:pt x="315" y="438"/>
                      <a:pt x="440" y="207"/>
                    </a:cubicBezTo>
                    <a:cubicBezTo>
                      <a:pt x="484" y="104"/>
                      <a:pt x="393" y="0"/>
                      <a:pt x="30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7" name="Google Shape;13357;p40"/>
              <p:cNvSpPr/>
              <p:nvPr/>
            </p:nvSpPr>
            <p:spPr>
              <a:xfrm>
                <a:off x="5115875" y="2177175"/>
                <a:ext cx="600025" cy="1347575"/>
              </a:xfrm>
              <a:custGeom>
                <a:rect b="b" l="l" r="r" t="t"/>
                <a:pathLst>
                  <a:path extrusionOk="0" h="53903" w="24001">
                    <a:moveTo>
                      <a:pt x="19992" y="474"/>
                    </a:moveTo>
                    <a:cubicBezTo>
                      <a:pt x="20904" y="474"/>
                      <a:pt x="21764" y="671"/>
                      <a:pt x="22368" y="1257"/>
                    </a:cubicBezTo>
                    <a:cubicBezTo>
                      <a:pt x="23121" y="1969"/>
                      <a:pt x="23017" y="3412"/>
                      <a:pt x="21887" y="3433"/>
                    </a:cubicBezTo>
                    <a:cubicBezTo>
                      <a:pt x="21838" y="3436"/>
                      <a:pt x="21788" y="3437"/>
                      <a:pt x="21739" y="3437"/>
                    </a:cubicBezTo>
                    <a:cubicBezTo>
                      <a:pt x="21324" y="3437"/>
                      <a:pt x="20896" y="3364"/>
                      <a:pt x="20485" y="3308"/>
                    </a:cubicBezTo>
                    <a:cubicBezTo>
                      <a:pt x="19795" y="3203"/>
                      <a:pt x="19104" y="3119"/>
                      <a:pt x="18414" y="3057"/>
                    </a:cubicBezTo>
                    <a:cubicBezTo>
                      <a:pt x="17058" y="2932"/>
                      <a:pt x="15680" y="2865"/>
                      <a:pt x="14304" y="2865"/>
                    </a:cubicBezTo>
                    <a:cubicBezTo>
                      <a:pt x="13832" y="2865"/>
                      <a:pt x="13360" y="2873"/>
                      <a:pt x="12890" y="2889"/>
                    </a:cubicBezTo>
                    <a:cubicBezTo>
                      <a:pt x="11195" y="2952"/>
                      <a:pt x="9500" y="3119"/>
                      <a:pt x="7826" y="3371"/>
                    </a:cubicBezTo>
                    <a:cubicBezTo>
                      <a:pt x="7047" y="3494"/>
                      <a:pt x="5096" y="4055"/>
                      <a:pt x="3552" y="4055"/>
                    </a:cubicBezTo>
                    <a:cubicBezTo>
                      <a:pt x="2734" y="4055"/>
                      <a:pt x="2030" y="3897"/>
                      <a:pt x="1675" y="3433"/>
                    </a:cubicBezTo>
                    <a:cubicBezTo>
                      <a:pt x="1696" y="3287"/>
                      <a:pt x="1696" y="3161"/>
                      <a:pt x="1696" y="3036"/>
                    </a:cubicBezTo>
                    <a:cubicBezTo>
                      <a:pt x="1711" y="2925"/>
                      <a:pt x="1619" y="2874"/>
                      <a:pt x="1528" y="2874"/>
                    </a:cubicBezTo>
                    <a:cubicBezTo>
                      <a:pt x="1499" y="2874"/>
                      <a:pt x="1470" y="2879"/>
                      <a:pt x="1445" y="2889"/>
                    </a:cubicBezTo>
                    <a:cubicBezTo>
                      <a:pt x="1424" y="2764"/>
                      <a:pt x="1424" y="2617"/>
                      <a:pt x="1445" y="2471"/>
                    </a:cubicBezTo>
                    <a:cubicBezTo>
                      <a:pt x="1549" y="2471"/>
                      <a:pt x="1675" y="2387"/>
                      <a:pt x="1675" y="2241"/>
                    </a:cubicBezTo>
                    <a:cubicBezTo>
                      <a:pt x="1683" y="1100"/>
                      <a:pt x="2387" y="741"/>
                      <a:pt x="3322" y="741"/>
                    </a:cubicBezTo>
                    <a:cubicBezTo>
                      <a:pt x="4736" y="741"/>
                      <a:pt x="6677" y="1562"/>
                      <a:pt x="7533" y="1739"/>
                    </a:cubicBezTo>
                    <a:cubicBezTo>
                      <a:pt x="8609" y="1960"/>
                      <a:pt x="9716" y="2066"/>
                      <a:pt x="10818" y="2066"/>
                    </a:cubicBezTo>
                    <a:cubicBezTo>
                      <a:pt x="11280" y="2066"/>
                      <a:pt x="11742" y="2048"/>
                      <a:pt x="12199" y="2011"/>
                    </a:cubicBezTo>
                    <a:cubicBezTo>
                      <a:pt x="13706" y="1864"/>
                      <a:pt x="15129" y="1487"/>
                      <a:pt x="16572" y="1069"/>
                    </a:cubicBezTo>
                    <a:cubicBezTo>
                      <a:pt x="17489" y="819"/>
                      <a:pt x="18786" y="474"/>
                      <a:pt x="19992" y="474"/>
                    </a:cubicBezTo>
                    <a:close/>
                    <a:moveTo>
                      <a:pt x="14177" y="3406"/>
                    </a:moveTo>
                    <a:cubicBezTo>
                      <a:pt x="14417" y="3406"/>
                      <a:pt x="14658" y="3408"/>
                      <a:pt x="14898" y="3412"/>
                    </a:cubicBezTo>
                    <a:cubicBezTo>
                      <a:pt x="16656" y="3433"/>
                      <a:pt x="18372" y="3663"/>
                      <a:pt x="20087" y="3831"/>
                    </a:cubicBezTo>
                    <a:cubicBezTo>
                      <a:pt x="20087" y="3873"/>
                      <a:pt x="20067" y="3915"/>
                      <a:pt x="20067" y="3956"/>
                    </a:cubicBezTo>
                    <a:cubicBezTo>
                      <a:pt x="20234" y="5923"/>
                      <a:pt x="20359" y="7890"/>
                      <a:pt x="20443" y="9857"/>
                    </a:cubicBezTo>
                    <a:cubicBezTo>
                      <a:pt x="20427" y="9852"/>
                      <a:pt x="20410" y="9849"/>
                      <a:pt x="20393" y="9849"/>
                    </a:cubicBezTo>
                    <a:cubicBezTo>
                      <a:pt x="20340" y="9849"/>
                      <a:pt x="20281" y="9873"/>
                      <a:pt x="20234" y="9920"/>
                    </a:cubicBezTo>
                    <a:cubicBezTo>
                      <a:pt x="18845" y="11371"/>
                      <a:pt x="17008" y="11918"/>
                      <a:pt x="15114" y="11918"/>
                    </a:cubicBezTo>
                    <a:cubicBezTo>
                      <a:pt x="13813" y="11918"/>
                      <a:pt x="12485" y="11659"/>
                      <a:pt x="11258" y="11259"/>
                    </a:cubicBezTo>
                    <a:cubicBezTo>
                      <a:pt x="9584" y="10694"/>
                      <a:pt x="7994" y="9920"/>
                      <a:pt x="6383" y="9250"/>
                    </a:cubicBezTo>
                    <a:cubicBezTo>
                      <a:pt x="5534" y="8901"/>
                      <a:pt x="4474" y="8327"/>
                      <a:pt x="3497" y="8327"/>
                    </a:cubicBezTo>
                    <a:cubicBezTo>
                      <a:pt x="3245" y="8327"/>
                      <a:pt x="2999" y="8365"/>
                      <a:pt x="2763" y="8455"/>
                    </a:cubicBezTo>
                    <a:cubicBezTo>
                      <a:pt x="2846" y="7158"/>
                      <a:pt x="2930" y="5860"/>
                      <a:pt x="3035" y="4563"/>
                    </a:cubicBezTo>
                    <a:cubicBezTo>
                      <a:pt x="3273" y="4607"/>
                      <a:pt x="3519" y="4626"/>
                      <a:pt x="3770" y="4626"/>
                    </a:cubicBezTo>
                    <a:cubicBezTo>
                      <a:pt x="5087" y="4626"/>
                      <a:pt x="6544" y="4108"/>
                      <a:pt x="7722" y="3915"/>
                    </a:cubicBezTo>
                    <a:cubicBezTo>
                      <a:pt x="9850" y="3576"/>
                      <a:pt x="12011" y="3406"/>
                      <a:pt x="14177" y="3406"/>
                    </a:cubicBezTo>
                    <a:close/>
                    <a:moveTo>
                      <a:pt x="3226" y="8709"/>
                    </a:moveTo>
                    <a:cubicBezTo>
                      <a:pt x="4200" y="8709"/>
                      <a:pt x="5359" y="9390"/>
                      <a:pt x="6131" y="9731"/>
                    </a:cubicBezTo>
                    <a:cubicBezTo>
                      <a:pt x="6989" y="10087"/>
                      <a:pt x="7826" y="10485"/>
                      <a:pt x="8663" y="10861"/>
                    </a:cubicBezTo>
                    <a:cubicBezTo>
                      <a:pt x="10212" y="11531"/>
                      <a:pt x="11802" y="12158"/>
                      <a:pt x="13476" y="12410"/>
                    </a:cubicBezTo>
                    <a:cubicBezTo>
                      <a:pt x="13992" y="12483"/>
                      <a:pt x="14517" y="12522"/>
                      <a:pt x="15041" y="12522"/>
                    </a:cubicBezTo>
                    <a:cubicBezTo>
                      <a:pt x="17060" y="12522"/>
                      <a:pt x="19056" y="11934"/>
                      <a:pt x="20485" y="10422"/>
                    </a:cubicBezTo>
                    <a:lnTo>
                      <a:pt x="20485" y="10422"/>
                    </a:lnTo>
                    <a:cubicBezTo>
                      <a:pt x="20987" y="21762"/>
                      <a:pt x="20464" y="33124"/>
                      <a:pt x="18811" y="44360"/>
                    </a:cubicBezTo>
                    <a:cubicBezTo>
                      <a:pt x="18623" y="45699"/>
                      <a:pt x="18539" y="47268"/>
                      <a:pt x="17911" y="48503"/>
                    </a:cubicBezTo>
                    <a:cubicBezTo>
                      <a:pt x="16949" y="50365"/>
                      <a:pt x="14836" y="50156"/>
                      <a:pt x="13036" y="50219"/>
                    </a:cubicBezTo>
                    <a:cubicBezTo>
                      <a:pt x="12029" y="50249"/>
                      <a:pt x="10999" y="50322"/>
                      <a:pt x="9979" y="50322"/>
                    </a:cubicBezTo>
                    <a:cubicBezTo>
                      <a:pt x="9580" y="50322"/>
                      <a:pt x="9183" y="50311"/>
                      <a:pt x="8789" y="50281"/>
                    </a:cubicBezTo>
                    <a:cubicBezTo>
                      <a:pt x="7973" y="50219"/>
                      <a:pt x="7073" y="50051"/>
                      <a:pt x="6466" y="49465"/>
                    </a:cubicBezTo>
                    <a:cubicBezTo>
                      <a:pt x="5776" y="48775"/>
                      <a:pt x="5650" y="47666"/>
                      <a:pt x="5462" y="46745"/>
                    </a:cubicBezTo>
                    <a:cubicBezTo>
                      <a:pt x="4018" y="40112"/>
                      <a:pt x="3098" y="33375"/>
                      <a:pt x="2658" y="26596"/>
                    </a:cubicBezTo>
                    <a:cubicBezTo>
                      <a:pt x="2302" y="20653"/>
                      <a:pt x="2365" y="14711"/>
                      <a:pt x="2742" y="8769"/>
                    </a:cubicBezTo>
                    <a:lnTo>
                      <a:pt x="2763" y="8769"/>
                    </a:lnTo>
                    <a:cubicBezTo>
                      <a:pt x="2910" y="8727"/>
                      <a:pt x="3066" y="8709"/>
                      <a:pt x="3226" y="8709"/>
                    </a:cubicBezTo>
                    <a:close/>
                    <a:moveTo>
                      <a:pt x="22494" y="3894"/>
                    </a:moveTo>
                    <a:cubicBezTo>
                      <a:pt x="23205" y="11091"/>
                      <a:pt x="23121" y="18310"/>
                      <a:pt x="22619" y="25508"/>
                    </a:cubicBezTo>
                    <a:cubicBezTo>
                      <a:pt x="22368" y="29086"/>
                      <a:pt x="22012" y="32664"/>
                      <a:pt x="21615" y="36242"/>
                    </a:cubicBezTo>
                    <a:cubicBezTo>
                      <a:pt x="21196" y="39966"/>
                      <a:pt x="20883" y="43732"/>
                      <a:pt x="20234" y="47415"/>
                    </a:cubicBezTo>
                    <a:cubicBezTo>
                      <a:pt x="19962" y="49047"/>
                      <a:pt x="19481" y="51558"/>
                      <a:pt x="17891" y="52436"/>
                    </a:cubicBezTo>
                    <a:cubicBezTo>
                      <a:pt x="17012" y="52918"/>
                      <a:pt x="15735" y="52834"/>
                      <a:pt x="14752" y="52918"/>
                    </a:cubicBezTo>
                    <a:lnTo>
                      <a:pt x="11781" y="53169"/>
                    </a:lnTo>
                    <a:cubicBezTo>
                      <a:pt x="10943" y="53229"/>
                      <a:pt x="10064" y="53339"/>
                      <a:pt x="9195" y="53339"/>
                    </a:cubicBezTo>
                    <a:cubicBezTo>
                      <a:pt x="8566" y="53339"/>
                      <a:pt x="7943" y="53282"/>
                      <a:pt x="7345" y="53106"/>
                    </a:cubicBezTo>
                    <a:cubicBezTo>
                      <a:pt x="5378" y="52541"/>
                      <a:pt x="4730" y="50700"/>
                      <a:pt x="4311" y="48900"/>
                    </a:cubicBezTo>
                    <a:cubicBezTo>
                      <a:pt x="2679" y="41765"/>
                      <a:pt x="1717" y="34421"/>
                      <a:pt x="1214" y="27140"/>
                    </a:cubicBezTo>
                    <a:cubicBezTo>
                      <a:pt x="942" y="23122"/>
                      <a:pt x="859" y="19084"/>
                      <a:pt x="942" y="15067"/>
                    </a:cubicBezTo>
                    <a:cubicBezTo>
                      <a:pt x="1026" y="11322"/>
                      <a:pt x="1403" y="7618"/>
                      <a:pt x="1654" y="3894"/>
                    </a:cubicBezTo>
                    <a:cubicBezTo>
                      <a:pt x="1863" y="4103"/>
                      <a:pt x="2114" y="4270"/>
                      <a:pt x="2407" y="4396"/>
                    </a:cubicBezTo>
                    <a:cubicBezTo>
                      <a:pt x="2512" y="4438"/>
                      <a:pt x="2595" y="4459"/>
                      <a:pt x="2700" y="4500"/>
                    </a:cubicBezTo>
                    <a:cubicBezTo>
                      <a:pt x="1863" y="11824"/>
                      <a:pt x="1758" y="19252"/>
                      <a:pt x="2198" y="26596"/>
                    </a:cubicBezTo>
                    <a:cubicBezTo>
                      <a:pt x="2637" y="33710"/>
                      <a:pt x="3390" y="41096"/>
                      <a:pt x="5232" y="48001"/>
                    </a:cubicBezTo>
                    <a:cubicBezTo>
                      <a:pt x="5879" y="50420"/>
                      <a:pt x="7776" y="50793"/>
                      <a:pt x="9942" y="50793"/>
                    </a:cubicBezTo>
                    <a:cubicBezTo>
                      <a:pt x="10155" y="50793"/>
                      <a:pt x="10371" y="50789"/>
                      <a:pt x="10588" y="50783"/>
                    </a:cubicBezTo>
                    <a:cubicBezTo>
                      <a:pt x="12178" y="50742"/>
                      <a:pt x="13789" y="50783"/>
                      <a:pt x="15380" y="50616"/>
                    </a:cubicBezTo>
                    <a:cubicBezTo>
                      <a:pt x="16551" y="50511"/>
                      <a:pt x="17535" y="50093"/>
                      <a:pt x="18163" y="49047"/>
                    </a:cubicBezTo>
                    <a:cubicBezTo>
                      <a:pt x="18769" y="48063"/>
                      <a:pt x="18937" y="46871"/>
                      <a:pt x="19104" y="45762"/>
                    </a:cubicBezTo>
                    <a:cubicBezTo>
                      <a:pt x="19397" y="43879"/>
                      <a:pt x="19648" y="42016"/>
                      <a:pt x="19878" y="40133"/>
                    </a:cubicBezTo>
                    <a:cubicBezTo>
                      <a:pt x="20318" y="36493"/>
                      <a:pt x="20631" y="32852"/>
                      <a:pt x="20841" y="29211"/>
                    </a:cubicBezTo>
                    <a:cubicBezTo>
                      <a:pt x="21322" y="20779"/>
                      <a:pt x="21238" y="12368"/>
                      <a:pt x="20548" y="3956"/>
                    </a:cubicBezTo>
                    <a:cubicBezTo>
                      <a:pt x="20548" y="3935"/>
                      <a:pt x="20527" y="3915"/>
                      <a:pt x="20527" y="3894"/>
                    </a:cubicBezTo>
                    <a:lnTo>
                      <a:pt x="20527" y="3894"/>
                    </a:lnTo>
                    <a:cubicBezTo>
                      <a:pt x="20820" y="3915"/>
                      <a:pt x="21092" y="3935"/>
                      <a:pt x="21385" y="3956"/>
                    </a:cubicBezTo>
                    <a:cubicBezTo>
                      <a:pt x="21503" y="3963"/>
                      <a:pt x="21627" y="3968"/>
                      <a:pt x="21751" y="3968"/>
                    </a:cubicBezTo>
                    <a:cubicBezTo>
                      <a:pt x="22001" y="3968"/>
                      <a:pt x="22257" y="3949"/>
                      <a:pt x="22494" y="3894"/>
                    </a:cubicBezTo>
                    <a:close/>
                    <a:moveTo>
                      <a:pt x="19815" y="1"/>
                    </a:moveTo>
                    <a:cubicBezTo>
                      <a:pt x="18824" y="1"/>
                      <a:pt x="17823" y="207"/>
                      <a:pt x="16886" y="462"/>
                    </a:cubicBezTo>
                    <a:cubicBezTo>
                      <a:pt x="14867" y="987"/>
                      <a:pt x="12907" y="1531"/>
                      <a:pt x="10817" y="1531"/>
                    </a:cubicBezTo>
                    <a:cubicBezTo>
                      <a:pt x="10741" y="1531"/>
                      <a:pt x="10665" y="1531"/>
                      <a:pt x="10588" y="1529"/>
                    </a:cubicBezTo>
                    <a:cubicBezTo>
                      <a:pt x="9291" y="1508"/>
                      <a:pt x="8015" y="1341"/>
                      <a:pt x="6780" y="1027"/>
                    </a:cubicBezTo>
                    <a:cubicBezTo>
                      <a:pt x="5797" y="776"/>
                      <a:pt x="4855" y="337"/>
                      <a:pt x="3830" y="232"/>
                    </a:cubicBezTo>
                    <a:cubicBezTo>
                      <a:pt x="3755" y="227"/>
                      <a:pt x="3680" y="224"/>
                      <a:pt x="3606" y="224"/>
                    </a:cubicBezTo>
                    <a:cubicBezTo>
                      <a:pt x="2487" y="224"/>
                      <a:pt x="1392" y="810"/>
                      <a:pt x="1235" y="1948"/>
                    </a:cubicBezTo>
                    <a:cubicBezTo>
                      <a:pt x="1214" y="1969"/>
                      <a:pt x="1193" y="1990"/>
                      <a:pt x="1173" y="2052"/>
                    </a:cubicBezTo>
                    <a:cubicBezTo>
                      <a:pt x="1026" y="2555"/>
                      <a:pt x="1089" y="3036"/>
                      <a:pt x="1319" y="3454"/>
                    </a:cubicBezTo>
                    <a:cubicBezTo>
                      <a:pt x="1" y="11008"/>
                      <a:pt x="126" y="19021"/>
                      <a:pt x="587" y="26638"/>
                    </a:cubicBezTo>
                    <a:cubicBezTo>
                      <a:pt x="1068" y="34254"/>
                      <a:pt x="1989" y="42016"/>
                      <a:pt x="3830" y="49444"/>
                    </a:cubicBezTo>
                    <a:cubicBezTo>
                      <a:pt x="4541" y="52311"/>
                      <a:pt x="6194" y="53901"/>
                      <a:pt x="9207" y="53901"/>
                    </a:cubicBezTo>
                    <a:cubicBezTo>
                      <a:pt x="9277" y="53902"/>
                      <a:pt x="9346" y="53902"/>
                      <a:pt x="9416" y="53902"/>
                    </a:cubicBezTo>
                    <a:cubicBezTo>
                      <a:pt x="11105" y="53902"/>
                      <a:pt x="12813" y="53665"/>
                      <a:pt x="14501" y="53524"/>
                    </a:cubicBezTo>
                    <a:cubicBezTo>
                      <a:pt x="15986" y="53399"/>
                      <a:pt x="17744" y="53545"/>
                      <a:pt x="18874" y="52416"/>
                    </a:cubicBezTo>
                    <a:cubicBezTo>
                      <a:pt x="21155" y="50156"/>
                      <a:pt x="21071" y="45845"/>
                      <a:pt x="21427" y="42895"/>
                    </a:cubicBezTo>
                    <a:cubicBezTo>
                      <a:pt x="21908" y="38983"/>
                      <a:pt x="22368" y="35070"/>
                      <a:pt x="22724" y="31136"/>
                    </a:cubicBezTo>
                    <a:cubicBezTo>
                      <a:pt x="23582" y="22013"/>
                      <a:pt x="23958" y="12828"/>
                      <a:pt x="23038" y="3705"/>
                    </a:cubicBezTo>
                    <a:cubicBezTo>
                      <a:pt x="23352" y="3538"/>
                      <a:pt x="23603" y="3266"/>
                      <a:pt x="23707" y="2847"/>
                    </a:cubicBezTo>
                    <a:cubicBezTo>
                      <a:pt x="24000" y="1697"/>
                      <a:pt x="22849" y="776"/>
                      <a:pt x="21908" y="378"/>
                    </a:cubicBezTo>
                    <a:cubicBezTo>
                      <a:pt x="21234" y="107"/>
                      <a:pt x="20527" y="1"/>
                      <a:pt x="198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61" name="Shape 13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2" name="Google Shape;13362;p41"/>
          <p:cNvSpPr txBox="1"/>
          <p:nvPr>
            <p:ph type="title"/>
          </p:nvPr>
        </p:nvSpPr>
        <p:spPr>
          <a:xfrm>
            <a:off x="713250" y="36557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Week 1 beer selection</a:t>
            </a:r>
            <a:endParaRPr/>
          </a:p>
        </p:txBody>
      </p:sp>
      <p:sp>
        <p:nvSpPr>
          <p:cNvPr id="13363" name="Google Shape;13363;p41"/>
          <p:cNvSpPr txBox="1"/>
          <p:nvPr>
            <p:ph idx="1" type="subTitle"/>
          </p:nvPr>
        </p:nvSpPr>
        <p:spPr>
          <a:xfrm>
            <a:off x="1263143" y="1237813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Sky Moose Drool Brown Ale</a:t>
            </a:r>
            <a:endParaRPr/>
          </a:p>
        </p:txBody>
      </p:sp>
      <p:sp>
        <p:nvSpPr>
          <p:cNvPr id="13364" name="Google Shape;13364;p41"/>
          <p:cNvSpPr txBox="1"/>
          <p:nvPr>
            <p:ph idx="2" type="subTitle"/>
          </p:nvPr>
        </p:nvSpPr>
        <p:spPr>
          <a:xfrm>
            <a:off x="1263144" y="16033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55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365" name="Google Shape;13365;p41"/>
          <p:cNvSpPr txBox="1"/>
          <p:nvPr>
            <p:ph idx="3" type="subTitle"/>
          </p:nvPr>
        </p:nvSpPr>
        <p:spPr>
          <a:xfrm>
            <a:off x="120711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Lagunitas IPNA Non Alcoholic IPA</a:t>
            </a:r>
            <a:endParaRPr/>
          </a:p>
        </p:txBody>
      </p:sp>
      <p:sp>
        <p:nvSpPr>
          <p:cNvPr id="13366" name="Google Shape;13366;p41"/>
          <p:cNvSpPr txBox="1"/>
          <p:nvPr>
            <p:ph idx="4" type="subTitle"/>
          </p:nvPr>
        </p:nvSpPr>
        <p:spPr>
          <a:xfrm>
            <a:off x="120711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41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367" name="Google Shape;13367;p41"/>
          <p:cNvSpPr txBox="1"/>
          <p:nvPr>
            <p:ph idx="5" type="subTitle"/>
          </p:nvPr>
        </p:nvSpPr>
        <p:spPr>
          <a:xfrm>
            <a:off x="660176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Brooklyn Lager</a:t>
            </a:r>
            <a:endParaRPr/>
          </a:p>
        </p:txBody>
      </p:sp>
      <p:sp>
        <p:nvSpPr>
          <p:cNvPr id="13368" name="Google Shape;13368;p41"/>
          <p:cNvSpPr txBox="1"/>
          <p:nvPr>
            <p:ph idx="6" type="subTitle"/>
          </p:nvPr>
        </p:nvSpPr>
        <p:spPr>
          <a:xfrm>
            <a:off x="660176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85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369" name="Google Shape;13369;p41"/>
          <p:cNvSpPr txBox="1"/>
          <p:nvPr>
            <p:ph idx="7" type="subTitle"/>
          </p:nvPr>
        </p:nvSpPr>
        <p:spPr>
          <a:xfrm>
            <a:off x="660176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Zero Gravity Conehead IPA</a:t>
            </a:r>
            <a:endParaRPr/>
          </a:p>
        </p:txBody>
      </p:sp>
      <p:sp>
        <p:nvSpPr>
          <p:cNvPr id="13370" name="Google Shape;13370;p41"/>
          <p:cNvSpPr txBox="1"/>
          <p:nvPr>
            <p:ph idx="8" type="subTitle"/>
          </p:nvPr>
        </p:nvSpPr>
        <p:spPr>
          <a:xfrm>
            <a:off x="660176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96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371" name="Google Shape;13371;p41"/>
          <p:cNvSpPr txBox="1"/>
          <p:nvPr>
            <p:ph idx="9" type="subTitle"/>
          </p:nvPr>
        </p:nvSpPr>
        <p:spPr>
          <a:xfrm>
            <a:off x="3904443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Blue Point Toasted Lager</a:t>
            </a:r>
            <a:endParaRPr/>
          </a:p>
        </p:txBody>
      </p:sp>
      <p:sp>
        <p:nvSpPr>
          <p:cNvPr id="13372" name="Google Shape;13372;p41"/>
          <p:cNvSpPr txBox="1"/>
          <p:nvPr>
            <p:ph idx="13" type="subTitle"/>
          </p:nvPr>
        </p:nvSpPr>
        <p:spPr>
          <a:xfrm>
            <a:off x="3900244" y="16843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28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373" name="Google Shape;13373;p41"/>
          <p:cNvSpPr txBox="1"/>
          <p:nvPr>
            <p:ph idx="14" type="subTitle"/>
          </p:nvPr>
        </p:nvSpPr>
        <p:spPr>
          <a:xfrm>
            <a:off x="3904443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Troegs Perpetual IPA</a:t>
            </a:r>
            <a:endParaRPr/>
          </a:p>
        </p:txBody>
      </p:sp>
      <p:sp>
        <p:nvSpPr>
          <p:cNvPr id="13374" name="Google Shape;13374;p41"/>
          <p:cNvSpPr txBox="1"/>
          <p:nvPr>
            <p:ph idx="15" type="subTitle"/>
          </p:nvPr>
        </p:nvSpPr>
        <p:spPr>
          <a:xfrm>
            <a:off x="3904444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99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r>
              <a:rPr lang="en"/>
              <a:t> </a:t>
            </a:r>
            <a:endParaRPr/>
          </a:p>
        </p:txBody>
      </p:sp>
      <p:grpSp>
        <p:nvGrpSpPr>
          <p:cNvPr id="13375" name="Google Shape;13375;p41"/>
          <p:cNvGrpSpPr/>
          <p:nvPr/>
        </p:nvGrpSpPr>
        <p:grpSpPr>
          <a:xfrm>
            <a:off x="3324135" y="1237830"/>
            <a:ext cx="534921" cy="548641"/>
            <a:chOff x="3409814" y="1966405"/>
            <a:chExt cx="534921" cy="548641"/>
          </a:xfrm>
        </p:grpSpPr>
        <p:grpSp>
          <p:nvGrpSpPr>
            <p:cNvPr id="13376" name="Google Shape;13376;p41"/>
            <p:cNvGrpSpPr/>
            <p:nvPr/>
          </p:nvGrpSpPr>
          <p:grpSpPr>
            <a:xfrm>
              <a:off x="3409814" y="1966417"/>
              <a:ext cx="534921" cy="548629"/>
              <a:chOff x="1002398" y="1671602"/>
              <a:chExt cx="406660" cy="408449"/>
            </a:xfrm>
          </p:grpSpPr>
          <p:sp>
            <p:nvSpPr>
              <p:cNvPr id="13377" name="Google Shape;13377;p41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8" name="Google Shape;13378;p41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9" name="Google Shape;13379;p41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0" name="Google Shape;13380;p41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1" name="Google Shape;13381;p41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2" name="Google Shape;13382;p41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3" name="Google Shape;13383;p41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4" name="Google Shape;13384;p41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5" name="Google Shape;13385;p41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6" name="Google Shape;13386;p41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7" name="Google Shape;13387;p41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8" name="Google Shape;13388;p41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9" name="Google Shape;13389;p41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0" name="Google Shape;13390;p41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1" name="Google Shape;13391;p41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2" name="Google Shape;13392;p41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3" name="Google Shape;13393;p41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4" name="Google Shape;13394;p41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5" name="Google Shape;13395;p41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6" name="Google Shape;13396;p41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7" name="Google Shape;13397;p41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8" name="Google Shape;13398;p41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9" name="Google Shape;13399;p41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0" name="Google Shape;13400;p41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1" name="Google Shape;13401;p41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2" name="Google Shape;13402;p41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3" name="Google Shape;13403;p41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4" name="Google Shape;13404;p41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5" name="Google Shape;13405;p41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6" name="Google Shape;13406;p41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7" name="Google Shape;13407;p41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08" name="Google Shape;13408;p41"/>
            <p:cNvGrpSpPr/>
            <p:nvPr/>
          </p:nvGrpSpPr>
          <p:grpSpPr>
            <a:xfrm>
              <a:off x="3409814" y="1966405"/>
              <a:ext cx="534921" cy="548629"/>
              <a:chOff x="1002398" y="1671602"/>
              <a:chExt cx="406660" cy="408449"/>
            </a:xfrm>
          </p:grpSpPr>
          <p:sp>
            <p:nvSpPr>
              <p:cNvPr id="13409" name="Google Shape;13409;p41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rgbClr val="EC9B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0" name="Google Shape;13410;p41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1" name="Google Shape;13411;p41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rgbClr val="C168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2" name="Google Shape;13412;p41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3" name="Google Shape;13413;p41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4" name="Google Shape;13414;p41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5" name="Google Shape;13415;p41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6" name="Google Shape;13416;p41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7" name="Google Shape;13417;p41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8" name="Google Shape;13418;p41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9" name="Google Shape;13419;p41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0" name="Google Shape;13420;p41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1" name="Google Shape;13421;p41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2" name="Google Shape;13422;p41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3" name="Google Shape;13423;p41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4" name="Google Shape;13424;p41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5" name="Google Shape;13425;p41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6" name="Google Shape;13426;p41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7" name="Google Shape;13427;p41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8" name="Google Shape;13428;p41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9" name="Google Shape;13429;p41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0" name="Google Shape;13430;p41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1" name="Google Shape;13431;p41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2" name="Google Shape;13432;p41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3" name="Google Shape;13433;p41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4" name="Google Shape;13434;p41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5" name="Google Shape;13435;p41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6" name="Google Shape;13436;p41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7" name="Google Shape;13437;p41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8" name="Google Shape;13438;p41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9" name="Google Shape;13439;p41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40" name="Google Shape;13440;p41"/>
          <p:cNvGrpSpPr/>
          <p:nvPr/>
        </p:nvGrpSpPr>
        <p:grpSpPr>
          <a:xfrm>
            <a:off x="5990204" y="2499201"/>
            <a:ext cx="477073" cy="548645"/>
            <a:chOff x="6075883" y="3227776"/>
            <a:chExt cx="477073" cy="548645"/>
          </a:xfrm>
        </p:grpSpPr>
        <p:grpSp>
          <p:nvGrpSpPr>
            <p:cNvPr id="13441" name="Google Shape;13441;p41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3442" name="Google Shape;13442;p41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3" name="Google Shape;13443;p41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4" name="Google Shape;13444;p41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5" name="Google Shape;13445;p41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6" name="Google Shape;13446;p41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7" name="Google Shape;13447;p41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8" name="Google Shape;13448;p41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9" name="Google Shape;13449;p41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0" name="Google Shape;13450;p41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1" name="Google Shape;13451;p41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2" name="Google Shape;13452;p41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3" name="Google Shape;13453;p41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4" name="Google Shape;13454;p41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5" name="Google Shape;13455;p41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6" name="Google Shape;13456;p41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7" name="Google Shape;13457;p41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8" name="Google Shape;13458;p41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9" name="Google Shape;13459;p41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0" name="Google Shape;13460;p41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1" name="Google Shape;13461;p41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2" name="Google Shape;13462;p41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3" name="Google Shape;13463;p41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4" name="Google Shape;13464;p41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5" name="Google Shape;13465;p41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6" name="Google Shape;13466;p41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7" name="Google Shape;13467;p41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8" name="Google Shape;13468;p41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9" name="Google Shape;13469;p41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70" name="Google Shape;13470;p41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3471" name="Google Shape;13471;p41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2" name="Google Shape;13472;p41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3" name="Google Shape;13473;p41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4" name="Google Shape;13474;p41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5" name="Google Shape;13475;p41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6" name="Google Shape;13476;p41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7" name="Google Shape;13477;p41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8" name="Google Shape;13478;p41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9" name="Google Shape;13479;p41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0" name="Google Shape;13480;p41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1" name="Google Shape;13481;p41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2" name="Google Shape;13482;p41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3" name="Google Shape;13483;p41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rgbClr val="A6B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4" name="Google Shape;13484;p41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5" name="Google Shape;13485;p41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6" name="Google Shape;13486;p41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7" name="Google Shape;13487;p41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8" name="Google Shape;13488;p41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9" name="Google Shape;13489;p41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0" name="Google Shape;13490;p41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1" name="Google Shape;13491;p41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2" name="Google Shape;13492;p41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3" name="Google Shape;13493;p41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4" name="Google Shape;13494;p41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5" name="Google Shape;13495;p41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6" name="Google Shape;13496;p41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7" name="Google Shape;13497;p41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8" name="Google Shape;13498;p41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99" name="Google Shape;13499;p41"/>
          <p:cNvGrpSpPr/>
          <p:nvPr/>
        </p:nvGrpSpPr>
        <p:grpSpPr>
          <a:xfrm>
            <a:off x="643576" y="2499206"/>
            <a:ext cx="457216" cy="548654"/>
            <a:chOff x="729255" y="3227781"/>
            <a:chExt cx="457216" cy="548654"/>
          </a:xfrm>
        </p:grpSpPr>
        <p:grpSp>
          <p:nvGrpSpPr>
            <p:cNvPr id="13500" name="Google Shape;13500;p41"/>
            <p:cNvGrpSpPr/>
            <p:nvPr/>
          </p:nvGrpSpPr>
          <p:grpSpPr>
            <a:xfrm>
              <a:off x="729268" y="3227781"/>
              <a:ext cx="457204" cy="548654"/>
              <a:chOff x="1786250" y="2749708"/>
              <a:chExt cx="296693" cy="353742"/>
            </a:xfrm>
          </p:grpSpPr>
          <p:sp>
            <p:nvSpPr>
              <p:cNvPr id="13501" name="Google Shape;13501;p41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2" name="Google Shape;13502;p41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3" name="Google Shape;13503;p41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4" name="Google Shape;13504;p41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5" name="Google Shape;13505;p41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6" name="Google Shape;13506;p41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7" name="Google Shape;13507;p41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8" name="Google Shape;13508;p41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9" name="Google Shape;13509;p41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0" name="Google Shape;13510;p41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1" name="Google Shape;13511;p41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2" name="Google Shape;13512;p41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3" name="Google Shape;13513;p41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4" name="Google Shape;13514;p41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5" name="Google Shape;13515;p41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6" name="Google Shape;13516;p41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7" name="Google Shape;13517;p41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8" name="Google Shape;13518;p41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9" name="Google Shape;13519;p41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0" name="Google Shape;13520;p41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1" name="Google Shape;13521;p41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2" name="Google Shape;13522;p41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3" name="Google Shape;13523;p41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4" name="Google Shape;13524;p41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25" name="Google Shape;13525;p41"/>
            <p:cNvGrpSpPr/>
            <p:nvPr/>
          </p:nvGrpSpPr>
          <p:grpSpPr>
            <a:xfrm>
              <a:off x="729255" y="3227781"/>
              <a:ext cx="457204" cy="548654"/>
              <a:chOff x="1786250" y="2749708"/>
              <a:chExt cx="296693" cy="353742"/>
            </a:xfrm>
          </p:grpSpPr>
          <p:sp>
            <p:nvSpPr>
              <p:cNvPr id="13526" name="Google Shape;13526;p41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7" name="Google Shape;13527;p41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8" name="Google Shape;13528;p41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9" name="Google Shape;13529;p41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0" name="Google Shape;13530;p41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1" name="Google Shape;13531;p41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2" name="Google Shape;13532;p41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3" name="Google Shape;13533;p41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4" name="Google Shape;13534;p41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5" name="Google Shape;13535;p41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6" name="Google Shape;13536;p41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7" name="Google Shape;13537;p41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8" name="Google Shape;13538;p41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9" name="Google Shape;13539;p41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0" name="Google Shape;13540;p41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1" name="Google Shape;13541;p41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2" name="Google Shape;13542;p41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3" name="Google Shape;13543;p41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4" name="Google Shape;13544;p41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5" name="Google Shape;13545;p41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6" name="Google Shape;13546;p41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7" name="Google Shape;13547;p41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8" name="Google Shape;13548;p41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9" name="Google Shape;13549;p41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50" name="Google Shape;13550;p41"/>
          <p:cNvGrpSpPr/>
          <p:nvPr/>
        </p:nvGrpSpPr>
        <p:grpSpPr>
          <a:xfrm>
            <a:off x="3324895" y="2499196"/>
            <a:ext cx="533406" cy="548647"/>
            <a:chOff x="3410575" y="3227771"/>
            <a:chExt cx="533406" cy="548647"/>
          </a:xfrm>
        </p:grpSpPr>
        <p:grpSp>
          <p:nvGrpSpPr>
            <p:cNvPr id="13551" name="Google Shape;13551;p41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3552" name="Google Shape;13552;p41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3" name="Google Shape;13553;p41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4" name="Google Shape;13554;p41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5" name="Google Shape;13555;p41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6" name="Google Shape;13556;p41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7" name="Google Shape;13557;p41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8" name="Google Shape;13558;p41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9" name="Google Shape;13559;p41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0" name="Google Shape;13560;p41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1" name="Google Shape;13561;p41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2" name="Google Shape;13562;p41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3" name="Google Shape;13563;p41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4" name="Google Shape;13564;p41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5" name="Google Shape;13565;p41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6" name="Google Shape;13566;p41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7" name="Google Shape;13567;p41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8" name="Google Shape;13568;p41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9" name="Google Shape;13569;p41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0" name="Google Shape;13570;p41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1" name="Google Shape;13571;p41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2" name="Google Shape;13572;p41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3" name="Google Shape;13573;p41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74" name="Google Shape;13574;p41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3575" name="Google Shape;13575;p41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6" name="Google Shape;13576;p41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7" name="Google Shape;13577;p41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8" name="Google Shape;13578;p41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9" name="Google Shape;13579;p41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0" name="Google Shape;13580;p41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1" name="Google Shape;13581;p41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2" name="Google Shape;13582;p41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3" name="Google Shape;13583;p41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4" name="Google Shape;13584;p41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5" name="Google Shape;13585;p41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6" name="Google Shape;13586;p41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7" name="Google Shape;13587;p41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8" name="Google Shape;13588;p41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9" name="Google Shape;13589;p41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0" name="Google Shape;13590;p41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1" name="Google Shape;13591;p41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2" name="Google Shape;13592;p41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3" name="Google Shape;13593;p41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4" name="Google Shape;13594;p41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5" name="Google Shape;13595;p41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6" name="Google Shape;13596;p41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97" name="Google Shape;13597;p41"/>
          <p:cNvGrpSpPr/>
          <p:nvPr/>
        </p:nvGrpSpPr>
        <p:grpSpPr>
          <a:xfrm>
            <a:off x="582618" y="1237811"/>
            <a:ext cx="579134" cy="548661"/>
            <a:chOff x="668298" y="1966386"/>
            <a:chExt cx="579134" cy="548661"/>
          </a:xfrm>
        </p:grpSpPr>
        <p:grpSp>
          <p:nvGrpSpPr>
            <p:cNvPr id="13598" name="Google Shape;13598;p41"/>
            <p:cNvGrpSpPr/>
            <p:nvPr/>
          </p:nvGrpSpPr>
          <p:grpSpPr>
            <a:xfrm>
              <a:off x="668298" y="1966398"/>
              <a:ext cx="579134" cy="548648"/>
              <a:chOff x="7785259" y="2760506"/>
              <a:chExt cx="348603" cy="332373"/>
            </a:xfrm>
          </p:grpSpPr>
          <p:sp>
            <p:nvSpPr>
              <p:cNvPr id="13599" name="Google Shape;13599;p41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0" name="Google Shape;13600;p41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1" name="Google Shape;13601;p41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2" name="Google Shape;13602;p41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3" name="Google Shape;13603;p41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4" name="Google Shape;13604;p41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5" name="Google Shape;13605;p41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6" name="Google Shape;13606;p41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7" name="Google Shape;13607;p41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8" name="Google Shape;13608;p41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09" name="Google Shape;13609;p41"/>
            <p:cNvGrpSpPr/>
            <p:nvPr/>
          </p:nvGrpSpPr>
          <p:grpSpPr>
            <a:xfrm>
              <a:off x="668298" y="1966386"/>
              <a:ext cx="579134" cy="548648"/>
              <a:chOff x="7785259" y="2760506"/>
              <a:chExt cx="348603" cy="332373"/>
            </a:xfrm>
          </p:grpSpPr>
          <p:sp>
            <p:nvSpPr>
              <p:cNvPr id="13610" name="Google Shape;13610;p41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1" name="Google Shape;13611;p41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2" name="Google Shape;13612;p41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3" name="Google Shape;13613;p41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4" name="Google Shape;13614;p41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5" name="Google Shape;13615;p41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6" name="Google Shape;13616;p41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7" name="Google Shape;13617;p41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8" name="Google Shape;13618;p41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9" name="Google Shape;13619;p41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20" name="Google Shape;13620;p41"/>
          <p:cNvGrpSpPr/>
          <p:nvPr/>
        </p:nvGrpSpPr>
        <p:grpSpPr>
          <a:xfrm>
            <a:off x="5901061" y="1237789"/>
            <a:ext cx="655339" cy="548655"/>
            <a:chOff x="5986741" y="1966364"/>
            <a:chExt cx="655339" cy="548655"/>
          </a:xfrm>
        </p:grpSpPr>
        <p:grpSp>
          <p:nvGrpSpPr>
            <p:cNvPr id="13621" name="Google Shape;13621;p41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3622" name="Google Shape;13622;p41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3" name="Google Shape;13623;p41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4" name="Google Shape;13624;p41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5" name="Google Shape;13625;p41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6" name="Google Shape;13626;p41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7" name="Google Shape;13627;p41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8" name="Google Shape;13628;p41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9" name="Google Shape;13629;p41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0" name="Google Shape;13630;p41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1" name="Google Shape;13631;p41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2" name="Google Shape;13632;p41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3" name="Google Shape;13633;p41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4" name="Google Shape;13634;p41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5" name="Google Shape;13635;p41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6" name="Google Shape;13636;p41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7" name="Google Shape;13637;p41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8" name="Google Shape;13638;p41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9" name="Google Shape;13639;p41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0" name="Google Shape;13640;p41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41" name="Google Shape;13641;p41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3642" name="Google Shape;13642;p41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3" name="Google Shape;13643;p41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4" name="Google Shape;13644;p41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5" name="Google Shape;13645;p41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6" name="Google Shape;13646;p41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7" name="Google Shape;13647;p41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8" name="Google Shape;13648;p41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9" name="Google Shape;13649;p41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0" name="Google Shape;13650;p41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1" name="Google Shape;13651;p41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2" name="Google Shape;13652;p41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3" name="Google Shape;13653;p41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4" name="Google Shape;13654;p41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5" name="Google Shape;13655;p41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6" name="Google Shape;13656;p41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7" name="Google Shape;13657;p41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8" name="Google Shape;13658;p41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9" name="Google Shape;13659;p41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rgbClr val="BEC9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0" name="Google Shape;13660;p41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661" name="Google Shape;13661;p41"/>
          <p:cNvSpPr txBox="1"/>
          <p:nvPr/>
        </p:nvSpPr>
        <p:spPr>
          <a:xfrm>
            <a:off x="676375" y="3636325"/>
            <a:ext cx="7894800" cy="119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–</a:t>
            </a: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 Made out picks based off of the 6 beers with fewest previous week sales from their averages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	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Week 1 Total: 404 points (8th)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665" name="Shape 13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6" name="Google Shape;13666;p42"/>
          <p:cNvSpPr txBox="1"/>
          <p:nvPr>
            <p:ph type="title"/>
          </p:nvPr>
        </p:nvSpPr>
        <p:spPr>
          <a:xfrm>
            <a:off x="713250" y="365550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Week 2 beer selection</a:t>
            </a:r>
            <a:endParaRPr/>
          </a:p>
        </p:txBody>
      </p:sp>
      <p:sp>
        <p:nvSpPr>
          <p:cNvPr id="13667" name="Google Shape;13667;p42"/>
          <p:cNvSpPr txBox="1"/>
          <p:nvPr>
            <p:ph idx="1" type="subTitle"/>
          </p:nvPr>
        </p:nvSpPr>
        <p:spPr>
          <a:xfrm>
            <a:off x="120711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Allagash White Belgian Style Wheat</a:t>
            </a:r>
            <a:endParaRPr/>
          </a:p>
        </p:txBody>
      </p:sp>
      <p:sp>
        <p:nvSpPr>
          <p:cNvPr id="13668" name="Google Shape;13668;p42"/>
          <p:cNvSpPr txBox="1"/>
          <p:nvPr>
            <p:ph idx="2" type="subTitle"/>
          </p:nvPr>
        </p:nvSpPr>
        <p:spPr>
          <a:xfrm>
            <a:off x="120711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Points:70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 1st</a:t>
            </a:r>
            <a:endParaRPr/>
          </a:p>
        </p:txBody>
      </p:sp>
      <p:sp>
        <p:nvSpPr>
          <p:cNvPr id="13669" name="Google Shape;13669;p42"/>
          <p:cNvSpPr txBox="1"/>
          <p:nvPr>
            <p:ph idx="3" type="subTitle"/>
          </p:nvPr>
        </p:nvSpPr>
        <p:spPr>
          <a:xfrm>
            <a:off x="120711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Gnarly</a:t>
            </a:r>
            <a:r>
              <a:rPr lang="en"/>
              <a:t> Barley Jucifier OPA</a:t>
            </a:r>
            <a:endParaRPr/>
          </a:p>
        </p:txBody>
      </p:sp>
      <p:sp>
        <p:nvSpPr>
          <p:cNvPr id="13670" name="Google Shape;13670;p42"/>
          <p:cNvSpPr txBox="1"/>
          <p:nvPr>
            <p:ph idx="4" type="subTitle"/>
          </p:nvPr>
        </p:nvSpPr>
        <p:spPr>
          <a:xfrm>
            <a:off x="120711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88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671" name="Google Shape;13671;p42"/>
          <p:cNvSpPr txBox="1"/>
          <p:nvPr>
            <p:ph idx="5" type="subTitle"/>
          </p:nvPr>
        </p:nvSpPr>
        <p:spPr>
          <a:xfrm>
            <a:off x="6593393" y="1052713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Blue Point Toasted Lager</a:t>
            </a:r>
            <a:endParaRPr/>
          </a:p>
        </p:txBody>
      </p:sp>
      <p:sp>
        <p:nvSpPr>
          <p:cNvPr id="13672" name="Google Shape;13672;p42"/>
          <p:cNvSpPr txBox="1"/>
          <p:nvPr>
            <p:ph idx="6" type="subTitle"/>
          </p:nvPr>
        </p:nvSpPr>
        <p:spPr>
          <a:xfrm>
            <a:off x="6593394" y="1562300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15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</a:t>
            </a:r>
            <a:endParaRPr/>
          </a:p>
        </p:txBody>
      </p:sp>
      <p:sp>
        <p:nvSpPr>
          <p:cNvPr id="13673" name="Google Shape;13673;p42"/>
          <p:cNvSpPr txBox="1"/>
          <p:nvPr>
            <p:ph idx="7" type="subTitle"/>
          </p:nvPr>
        </p:nvSpPr>
        <p:spPr>
          <a:xfrm>
            <a:off x="660176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Sloop Juice Bomb Northeastern IPA</a:t>
            </a:r>
            <a:endParaRPr/>
          </a:p>
        </p:txBody>
      </p:sp>
      <p:sp>
        <p:nvSpPr>
          <p:cNvPr id="13674" name="Google Shape;13674;p42"/>
          <p:cNvSpPr txBox="1"/>
          <p:nvPr>
            <p:ph idx="8" type="subTitle"/>
          </p:nvPr>
        </p:nvSpPr>
        <p:spPr>
          <a:xfrm>
            <a:off x="660176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71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675" name="Google Shape;13675;p42"/>
          <p:cNvSpPr txBox="1"/>
          <p:nvPr>
            <p:ph idx="9" type="subTitle"/>
          </p:nvPr>
        </p:nvSpPr>
        <p:spPr>
          <a:xfrm>
            <a:off x="3904443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Ditch Hayburner American IPA</a:t>
            </a:r>
            <a:endParaRPr/>
          </a:p>
        </p:txBody>
      </p:sp>
      <p:sp>
        <p:nvSpPr>
          <p:cNvPr id="13676" name="Google Shape;13676;p42"/>
          <p:cNvSpPr txBox="1"/>
          <p:nvPr>
            <p:ph idx="13" type="subTitle"/>
          </p:nvPr>
        </p:nvSpPr>
        <p:spPr>
          <a:xfrm>
            <a:off x="3904444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82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677" name="Google Shape;13677;p42"/>
          <p:cNvSpPr txBox="1"/>
          <p:nvPr>
            <p:ph idx="14" type="subTitle"/>
          </p:nvPr>
        </p:nvSpPr>
        <p:spPr>
          <a:xfrm>
            <a:off x="3944443" y="25610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Lagunitas IPNA Non-Alcoholic IPA</a:t>
            </a:r>
            <a:endParaRPr/>
          </a:p>
        </p:txBody>
      </p:sp>
      <p:sp>
        <p:nvSpPr>
          <p:cNvPr id="13678" name="Google Shape;13678;p42"/>
          <p:cNvSpPr txBox="1"/>
          <p:nvPr>
            <p:ph idx="15" type="subTitle"/>
          </p:nvPr>
        </p:nvSpPr>
        <p:spPr>
          <a:xfrm>
            <a:off x="3904444" y="304784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43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</a:t>
            </a:r>
            <a:endParaRPr/>
          </a:p>
        </p:txBody>
      </p:sp>
      <p:grpSp>
        <p:nvGrpSpPr>
          <p:cNvPr id="13679" name="Google Shape;13679;p42"/>
          <p:cNvGrpSpPr/>
          <p:nvPr/>
        </p:nvGrpSpPr>
        <p:grpSpPr>
          <a:xfrm>
            <a:off x="3324135" y="1237830"/>
            <a:ext cx="534921" cy="548641"/>
            <a:chOff x="3409814" y="1966405"/>
            <a:chExt cx="534921" cy="548641"/>
          </a:xfrm>
        </p:grpSpPr>
        <p:grpSp>
          <p:nvGrpSpPr>
            <p:cNvPr id="13680" name="Google Shape;13680;p42"/>
            <p:cNvGrpSpPr/>
            <p:nvPr/>
          </p:nvGrpSpPr>
          <p:grpSpPr>
            <a:xfrm>
              <a:off x="3409814" y="1966417"/>
              <a:ext cx="534921" cy="548629"/>
              <a:chOff x="1002398" y="1671602"/>
              <a:chExt cx="406660" cy="408449"/>
            </a:xfrm>
          </p:grpSpPr>
          <p:sp>
            <p:nvSpPr>
              <p:cNvPr id="13681" name="Google Shape;13681;p42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2" name="Google Shape;13682;p42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3" name="Google Shape;13683;p42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4" name="Google Shape;13684;p42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5" name="Google Shape;13685;p42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6" name="Google Shape;13686;p42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7" name="Google Shape;13687;p42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8" name="Google Shape;13688;p42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9" name="Google Shape;13689;p42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0" name="Google Shape;13690;p42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1" name="Google Shape;13691;p42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2" name="Google Shape;13692;p42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3" name="Google Shape;13693;p42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4" name="Google Shape;13694;p42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5" name="Google Shape;13695;p42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6" name="Google Shape;13696;p42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7" name="Google Shape;13697;p42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8" name="Google Shape;13698;p42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9" name="Google Shape;13699;p42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0" name="Google Shape;13700;p42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1" name="Google Shape;13701;p42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2" name="Google Shape;13702;p42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3" name="Google Shape;13703;p42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4" name="Google Shape;13704;p42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5" name="Google Shape;13705;p42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6" name="Google Shape;13706;p42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7" name="Google Shape;13707;p42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8" name="Google Shape;13708;p42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9" name="Google Shape;13709;p42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0" name="Google Shape;13710;p42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1" name="Google Shape;13711;p42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12" name="Google Shape;13712;p42"/>
            <p:cNvGrpSpPr/>
            <p:nvPr/>
          </p:nvGrpSpPr>
          <p:grpSpPr>
            <a:xfrm>
              <a:off x="3409814" y="1966405"/>
              <a:ext cx="534921" cy="548629"/>
              <a:chOff x="1002398" y="1671602"/>
              <a:chExt cx="406660" cy="408449"/>
            </a:xfrm>
          </p:grpSpPr>
          <p:sp>
            <p:nvSpPr>
              <p:cNvPr id="13713" name="Google Shape;13713;p42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rgbClr val="EC9B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4" name="Google Shape;13714;p42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5" name="Google Shape;13715;p42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rgbClr val="C168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6" name="Google Shape;13716;p42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7" name="Google Shape;13717;p42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8" name="Google Shape;13718;p42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9" name="Google Shape;13719;p42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0" name="Google Shape;13720;p42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1" name="Google Shape;13721;p42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2" name="Google Shape;13722;p42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3" name="Google Shape;13723;p42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4" name="Google Shape;13724;p42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5" name="Google Shape;13725;p42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6" name="Google Shape;13726;p42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7" name="Google Shape;13727;p42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8" name="Google Shape;13728;p42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9" name="Google Shape;13729;p42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0" name="Google Shape;13730;p42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1" name="Google Shape;13731;p42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2" name="Google Shape;13732;p42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3" name="Google Shape;13733;p42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4" name="Google Shape;13734;p42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5" name="Google Shape;13735;p42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6" name="Google Shape;13736;p42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7" name="Google Shape;13737;p42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8" name="Google Shape;13738;p42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9" name="Google Shape;13739;p42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0" name="Google Shape;13740;p42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1" name="Google Shape;13741;p42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2" name="Google Shape;13742;p42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3" name="Google Shape;13743;p42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44" name="Google Shape;13744;p42"/>
          <p:cNvGrpSpPr/>
          <p:nvPr/>
        </p:nvGrpSpPr>
        <p:grpSpPr>
          <a:xfrm>
            <a:off x="5990204" y="2499201"/>
            <a:ext cx="477073" cy="548645"/>
            <a:chOff x="6075883" y="3227776"/>
            <a:chExt cx="477073" cy="548645"/>
          </a:xfrm>
        </p:grpSpPr>
        <p:grpSp>
          <p:nvGrpSpPr>
            <p:cNvPr id="13745" name="Google Shape;13745;p42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3746" name="Google Shape;13746;p42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7" name="Google Shape;13747;p42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8" name="Google Shape;13748;p42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9" name="Google Shape;13749;p42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0" name="Google Shape;13750;p42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1" name="Google Shape;13751;p42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2" name="Google Shape;13752;p42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3" name="Google Shape;13753;p42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4" name="Google Shape;13754;p42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5" name="Google Shape;13755;p42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6" name="Google Shape;13756;p42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7" name="Google Shape;13757;p42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8" name="Google Shape;13758;p42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9" name="Google Shape;13759;p42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0" name="Google Shape;13760;p42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1" name="Google Shape;13761;p42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2" name="Google Shape;13762;p42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3" name="Google Shape;13763;p42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4" name="Google Shape;13764;p42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5" name="Google Shape;13765;p42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6" name="Google Shape;13766;p42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7" name="Google Shape;13767;p42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8" name="Google Shape;13768;p42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9" name="Google Shape;13769;p42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0" name="Google Shape;13770;p42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1" name="Google Shape;13771;p42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2" name="Google Shape;13772;p42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3" name="Google Shape;13773;p42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74" name="Google Shape;13774;p42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3775" name="Google Shape;13775;p42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6" name="Google Shape;13776;p42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7" name="Google Shape;13777;p42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8" name="Google Shape;13778;p42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9" name="Google Shape;13779;p42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0" name="Google Shape;13780;p42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1" name="Google Shape;13781;p42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2" name="Google Shape;13782;p42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3" name="Google Shape;13783;p42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4" name="Google Shape;13784;p42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5" name="Google Shape;13785;p42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6" name="Google Shape;13786;p42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7" name="Google Shape;13787;p42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rgbClr val="A6B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8" name="Google Shape;13788;p42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9" name="Google Shape;13789;p42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0" name="Google Shape;13790;p42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1" name="Google Shape;13791;p42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2" name="Google Shape;13792;p42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3" name="Google Shape;13793;p42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4" name="Google Shape;13794;p42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5" name="Google Shape;13795;p42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6" name="Google Shape;13796;p42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7" name="Google Shape;13797;p42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8" name="Google Shape;13798;p42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9" name="Google Shape;13799;p42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0" name="Google Shape;13800;p42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1" name="Google Shape;13801;p42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2" name="Google Shape;13802;p42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03" name="Google Shape;13803;p42"/>
          <p:cNvGrpSpPr/>
          <p:nvPr/>
        </p:nvGrpSpPr>
        <p:grpSpPr>
          <a:xfrm>
            <a:off x="643576" y="2499206"/>
            <a:ext cx="457216" cy="548654"/>
            <a:chOff x="729255" y="3227781"/>
            <a:chExt cx="457216" cy="548654"/>
          </a:xfrm>
        </p:grpSpPr>
        <p:grpSp>
          <p:nvGrpSpPr>
            <p:cNvPr id="13804" name="Google Shape;13804;p42"/>
            <p:cNvGrpSpPr/>
            <p:nvPr/>
          </p:nvGrpSpPr>
          <p:grpSpPr>
            <a:xfrm>
              <a:off x="729268" y="3227781"/>
              <a:ext cx="457204" cy="548654"/>
              <a:chOff x="1786250" y="2749708"/>
              <a:chExt cx="296693" cy="353742"/>
            </a:xfrm>
          </p:grpSpPr>
          <p:sp>
            <p:nvSpPr>
              <p:cNvPr id="13805" name="Google Shape;13805;p42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6" name="Google Shape;13806;p42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7" name="Google Shape;13807;p42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8" name="Google Shape;13808;p42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9" name="Google Shape;13809;p42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0" name="Google Shape;13810;p42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1" name="Google Shape;13811;p42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2" name="Google Shape;13812;p42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3" name="Google Shape;13813;p42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4" name="Google Shape;13814;p42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5" name="Google Shape;13815;p42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6" name="Google Shape;13816;p42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7" name="Google Shape;13817;p42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8" name="Google Shape;13818;p42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9" name="Google Shape;13819;p42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0" name="Google Shape;13820;p42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1" name="Google Shape;13821;p42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2" name="Google Shape;13822;p42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3" name="Google Shape;13823;p42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4" name="Google Shape;13824;p42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5" name="Google Shape;13825;p42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6" name="Google Shape;13826;p42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7" name="Google Shape;13827;p42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8" name="Google Shape;13828;p42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9" name="Google Shape;13829;p42"/>
            <p:cNvGrpSpPr/>
            <p:nvPr/>
          </p:nvGrpSpPr>
          <p:grpSpPr>
            <a:xfrm>
              <a:off x="729255" y="3227781"/>
              <a:ext cx="457204" cy="548654"/>
              <a:chOff x="1786250" y="2749708"/>
              <a:chExt cx="296693" cy="353742"/>
            </a:xfrm>
          </p:grpSpPr>
          <p:sp>
            <p:nvSpPr>
              <p:cNvPr id="13830" name="Google Shape;13830;p42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1" name="Google Shape;13831;p42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2" name="Google Shape;13832;p42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3" name="Google Shape;13833;p42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4" name="Google Shape;13834;p42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5" name="Google Shape;13835;p42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6" name="Google Shape;13836;p42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7" name="Google Shape;13837;p42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8" name="Google Shape;13838;p42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9" name="Google Shape;13839;p42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0" name="Google Shape;13840;p42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1" name="Google Shape;13841;p42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2" name="Google Shape;13842;p42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3" name="Google Shape;13843;p42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4" name="Google Shape;13844;p42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5" name="Google Shape;13845;p42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6" name="Google Shape;13846;p42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7" name="Google Shape;13847;p42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8" name="Google Shape;13848;p42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9" name="Google Shape;13849;p42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0" name="Google Shape;13850;p42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1" name="Google Shape;13851;p42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2" name="Google Shape;13852;p42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3" name="Google Shape;13853;p42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54" name="Google Shape;13854;p42"/>
          <p:cNvGrpSpPr/>
          <p:nvPr/>
        </p:nvGrpSpPr>
        <p:grpSpPr>
          <a:xfrm>
            <a:off x="3324895" y="2499196"/>
            <a:ext cx="533406" cy="548647"/>
            <a:chOff x="3410575" y="3227771"/>
            <a:chExt cx="533406" cy="548647"/>
          </a:xfrm>
        </p:grpSpPr>
        <p:grpSp>
          <p:nvGrpSpPr>
            <p:cNvPr id="13855" name="Google Shape;13855;p42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3856" name="Google Shape;13856;p42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7" name="Google Shape;13857;p42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8" name="Google Shape;13858;p42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9" name="Google Shape;13859;p42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0" name="Google Shape;13860;p42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1" name="Google Shape;13861;p42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2" name="Google Shape;13862;p42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3" name="Google Shape;13863;p42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4" name="Google Shape;13864;p42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5" name="Google Shape;13865;p42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6" name="Google Shape;13866;p42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7" name="Google Shape;13867;p42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8" name="Google Shape;13868;p42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9" name="Google Shape;13869;p42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0" name="Google Shape;13870;p42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1" name="Google Shape;13871;p42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2" name="Google Shape;13872;p42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3" name="Google Shape;13873;p42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4" name="Google Shape;13874;p42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5" name="Google Shape;13875;p42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6" name="Google Shape;13876;p42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7" name="Google Shape;13877;p42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78" name="Google Shape;13878;p42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3879" name="Google Shape;13879;p42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0" name="Google Shape;13880;p42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1" name="Google Shape;13881;p42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2" name="Google Shape;13882;p42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3" name="Google Shape;13883;p42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4" name="Google Shape;13884;p42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5" name="Google Shape;13885;p42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6" name="Google Shape;13886;p42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7" name="Google Shape;13887;p42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8" name="Google Shape;13888;p42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9" name="Google Shape;13889;p42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0" name="Google Shape;13890;p42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1" name="Google Shape;13891;p42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2" name="Google Shape;13892;p42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3" name="Google Shape;13893;p42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4" name="Google Shape;13894;p42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5" name="Google Shape;13895;p42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6" name="Google Shape;13896;p42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7" name="Google Shape;13897;p42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8" name="Google Shape;13898;p42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9" name="Google Shape;13899;p42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0" name="Google Shape;13900;p42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01" name="Google Shape;13901;p42"/>
          <p:cNvGrpSpPr/>
          <p:nvPr/>
        </p:nvGrpSpPr>
        <p:grpSpPr>
          <a:xfrm>
            <a:off x="582618" y="1237811"/>
            <a:ext cx="579134" cy="548661"/>
            <a:chOff x="668298" y="1966386"/>
            <a:chExt cx="579134" cy="548661"/>
          </a:xfrm>
        </p:grpSpPr>
        <p:grpSp>
          <p:nvGrpSpPr>
            <p:cNvPr id="13902" name="Google Shape;13902;p42"/>
            <p:cNvGrpSpPr/>
            <p:nvPr/>
          </p:nvGrpSpPr>
          <p:grpSpPr>
            <a:xfrm>
              <a:off x="668298" y="1966398"/>
              <a:ext cx="579134" cy="548648"/>
              <a:chOff x="7785259" y="2760506"/>
              <a:chExt cx="348603" cy="332373"/>
            </a:xfrm>
          </p:grpSpPr>
          <p:sp>
            <p:nvSpPr>
              <p:cNvPr id="13903" name="Google Shape;13903;p42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4" name="Google Shape;13904;p42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5" name="Google Shape;13905;p42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6" name="Google Shape;13906;p42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7" name="Google Shape;13907;p42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8" name="Google Shape;13908;p42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9" name="Google Shape;13909;p42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0" name="Google Shape;13910;p42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1" name="Google Shape;13911;p42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2" name="Google Shape;13912;p42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13" name="Google Shape;13913;p42"/>
            <p:cNvGrpSpPr/>
            <p:nvPr/>
          </p:nvGrpSpPr>
          <p:grpSpPr>
            <a:xfrm>
              <a:off x="668298" y="1966386"/>
              <a:ext cx="579134" cy="548648"/>
              <a:chOff x="7785259" y="2760506"/>
              <a:chExt cx="348603" cy="332373"/>
            </a:xfrm>
          </p:grpSpPr>
          <p:sp>
            <p:nvSpPr>
              <p:cNvPr id="13914" name="Google Shape;13914;p42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5" name="Google Shape;13915;p42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6" name="Google Shape;13916;p42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7" name="Google Shape;13917;p42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8" name="Google Shape;13918;p42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9" name="Google Shape;13919;p42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0" name="Google Shape;13920;p42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1" name="Google Shape;13921;p42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2" name="Google Shape;13922;p42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3" name="Google Shape;13923;p42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24" name="Google Shape;13924;p42"/>
          <p:cNvGrpSpPr/>
          <p:nvPr/>
        </p:nvGrpSpPr>
        <p:grpSpPr>
          <a:xfrm>
            <a:off x="5901061" y="1237789"/>
            <a:ext cx="655339" cy="548655"/>
            <a:chOff x="5986741" y="1966364"/>
            <a:chExt cx="655339" cy="548655"/>
          </a:xfrm>
        </p:grpSpPr>
        <p:grpSp>
          <p:nvGrpSpPr>
            <p:cNvPr id="13925" name="Google Shape;13925;p42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3926" name="Google Shape;13926;p42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7" name="Google Shape;13927;p42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8" name="Google Shape;13928;p42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9" name="Google Shape;13929;p42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0" name="Google Shape;13930;p42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1" name="Google Shape;13931;p42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2" name="Google Shape;13932;p42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3" name="Google Shape;13933;p42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4" name="Google Shape;13934;p42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5" name="Google Shape;13935;p42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6" name="Google Shape;13936;p42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7" name="Google Shape;13937;p42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8" name="Google Shape;13938;p42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9" name="Google Shape;13939;p42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0" name="Google Shape;13940;p42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1" name="Google Shape;13941;p42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2" name="Google Shape;13942;p42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3" name="Google Shape;13943;p42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4" name="Google Shape;13944;p42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45" name="Google Shape;13945;p42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3946" name="Google Shape;13946;p42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7" name="Google Shape;13947;p42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8" name="Google Shape;13948;p42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9" name="Google Shape;13949;p42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0" name="Google Shape;13950;p42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1" name="Google Shape;13951;p42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2" name="Google Shape;13952;p42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3" name="Google Shape;13953;p42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4" name="Google Shape;13954;p42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5" name="Google Shape;13955;p42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6" name="Google Shape;13956;p42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7" name="Google Shape;13957;p42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8" name="Google Shape;13958;p42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9" name="Google Shape;13959;p42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0" name="Google Shape;13960;p42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1" name="Google Shape;13961;p42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2" name="Google Shape;13962;p42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3" name="Google Shape;13963;p42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rgbClr val="BEC9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4" name="Google Shape;13964;p42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965" name="Google Shape;13965;p42"/>
          <p:cNvSpPr txBox="1"/>
          <p:nvPr/>
        </p:nvSpPr>
        <p:spPr>
          <a:xfrm>
            <a:off x="676375" y="3636325"/>
            <a:ext cx="7894800" cy="119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What did you learn as weeks progressed?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– Expectation that poor performing beers from last week would </a:t>
            </a: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regress to the mean.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–  Specifically picked Blue Point Toasted Lager again because it still was well below its 10-week average.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Week 2 Total: 369 points (11th)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69" name="Shape 1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0" name="Google Shape;13970;p43"/>
          <p:cNvSpPr txBox="1"/>
          <p:nvPr>
            <p:ph type="title"/>
          </p:nvPr>
        </p:nvSpPr>
        <p:spPr>
          <a:xfrm>
            <a:off x="713250" y="365550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Week 3 beer selection</a:t>
            </a:r>
            <a:endParaRPr/>
          </a:p>
        </p:txBody>
      </p:sp>
      <p:sp>
        <p:nvSpPr>
          <p:cNvPr id="13971" name="Google Shape;13971;p43"/>
          <p:cNvSpPr txBox="1"/>
          <p:nvPr>
            <p:ph idx="1" type="subTitle"/>
          </p:nvPr>
        </p:nvSpPr>
        <p:spPr>
          <a:xfrm>
            <a:off x="120711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Sky Moose Drool Brown Ale</a:t>
            </a:r>
            <a:endParaRPr/>
          </a:p>
        </p:txBody>
      </p:sp>
      <p:sp>
        <p:nvSpPr>
          <p:cNvPr id="13972" name="Google Shape;13972;p43"/>
          <p:cNvSpPr txBox="1"/>
          <p:nvPr>
            <p:ph idx="2" type="subTitle"/>
          </p:nvPr>
        </p:nvSpPr>
        <p:spPr>
          <a:xfrm>
            <a:off x="120711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99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</a:t>
            </a:r>
            <a:endParaRPr/>
          </a:p>
        </p:txBody>
      </p:sp>
      <p:sp>
        <p:nvSpPr>
          <p:cNvPr id="13973" name="Google Shape;13973;p43"/>
          <p:cNvSpPr txBox="1"/>
          <p:nvPr>
            <p:ph idx="3" type="subTitle"/>
          </p:nvPr>
        </p:nvSpPr>
        <p:spPr>
          <a:xfrm>
            <a:off x="120711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Sixpoint Resin Double IPA</a:t>
            </a:r>
            <a:endParaRPr/>
          </a:p>
        </p:txBody>
      </p:sp>
      <p:sp>
        <p:nvSpPr>
          <p:cNvPr id="13974" name="Google Shape;13974;p43"/>
          <p:cNvSpPr txBox="1"/>
          <p:nvPr>
            <p:ph idx="4" type="subTitle"/>
          </p:nvPr>
        </p:nvSpPr>
        <p:spPr>
          <a:xfrm>
            <a:off x="120711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49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sp>
        <p:nvSpPr>
          <p:cNvPr id="13975" name="Google Shape;13975;p43"/>
          <p:cNvSpPr txBox="1"/>
          <p:nvPr>
            <p:ph idx="5" type="subTitle"/>
          </p:nvPr>
        </p:nvSpPr>
        <p:spPr>
          <a:xfrm>
            <a:off x="660176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Lagunitas IPNA Non-Alcoholic IPA</a:t>
            </a:r>
            <a:endParaRPr/>
          </a:p>
        </p:txBody>
      </p:sp>
      <p:sp>
        <p:nvSpPr>
          <p:cNvPr id="13976" name="Google Shape;13976;p43"/>
          <p:cNvSpPr txBox="1"/>
          <p:nvPr>
            <p:ph idx="6" type="subTitle"/>
          </p:nvPr>
        </p:nvSpPr>
        <p:spPr>
          <a:xfrm>
            <a:off x="660176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71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3rd</a:t>
            </a:r>
            <a:endParaRPr/>
          </a:p>
        </p:txBody>
      </p:sp>
      <p:sp>
        <p:nvSpPr>
          <p:cNvPr id="13977" name="Google Shape;13977;p43"/>
          <p:cNvSpPr txBox="1"/>
          <p:nvPr>
            <p:ph idx="7" type="subTitle"/>
          </p:nvPr>
        </p:nvSpPr>
        <p:spPr>
          <a:xfrm>
            <a:off x="660176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Wormtown Be Hoppy IPA</a:t>
            </a:r>
            <a:endParaRPr/>
          </a:p>
        </p:txBody>
      </p:sp>
      <p:sp>
        <p:nvSpPr>
          <p:cNvPr id="13978" name="Google Shape;13978;p43"/>
          <p:cNvSpPr txBox="1"/>
          <p:nvPr>
            <p:ph idx="8" type="subTitle"/>
          </p:nvPr>
        </p:nvSpPr>
        <p:spPr>
          <a:xfrm>
            <a:off x="660176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97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3979" name="Google Shape;13979;p43"/>
          <p:cNvSpPr txBox="1"/>
          <p:nvPr>
            <p:ph idx="9" type="subTitle"/>
          </p:nvPr>
        </p:nvSpPr>
        <p:spPr>
          <a:xfrm>
            <a:off x="3904443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Blue Point Toasted Lager</a:t>
            </a:r>
            <a:endParaRPr/>
          </a:p>
        </p:txBody>
      </p:sp>
      <p:sp>
        <p:nvSpPr>
          <p:cNvPr id="13980" name="Google Shape;13980;p43"/>
          <p:cNvSpPr txBox="1"/>
          <p:nvPr>
            <p:ph idx="13" type="subTitle"/>
          </p:nvPr>
        </p:nvSpPr>
        <p:spPr>
          <a:xfrm>
            <a:off x="3904444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72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3rd</a:t>
            </a:r>
            <a:endParaRPr/>
          </a:p>
        </p:txBody>
      </p:sp>
      <p:sp>
        <p:nvSpPr>
          <p:cNvPr id="13981" name="Google Shape;13981;p43"/>
          <p:cNvSpPr txBox="1"/>
          <p:nvPr>
            <p:ph idx="14" type="subTitle"/>
          </p:nvPr>
        </p:nvSpPr>
        <p:spPr>
          <a:xfrm>
            <a:off x="3904443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Switchback Ale</a:t>
            </a:r>
            <a:endParaRPr/>
          </a:p>
        </p:txBody>
      </p:sp>
      <p:sp>
        <p:nvSpPr>
          <p:cNvPr id="13982" name="Google Shape;13982;p43"/>
          <p:cNvSpPr txBox="1"/>
          <p:nvPr>
            <p:ph idx="15" type="subTitle"/>
          </p:nvPr>
        </p:nvSpPr>
        <p:spPr>
          <a:xfrm>
            <a:off x="3904444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88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grpSp>
        <p:nvGrpSpPr>
          <p:cNvPr id="13983" name="Google Shape;13983;p43"/>
          <p:cNvGrpSpPr/>
          <p:nvPr/>
        </p:nvGrpSpPr>
        <p:grpSpPr>
          <a:xfrm>
            <a:off x="3324135" y="1237830"/>
            <a:ext cx="534921" cy="548641"/>
            <a:chOff x="3409814" y="1966405"/>
            <a:chExt cx="534921" cy="548641"/>
          </a:xfrm>
        </p:grpSpPr>
        <p:grpSp>
          <p:nvGrpSpPr>
            <p:cNvPr id="13984" name="Google Shape;13984;p43"/>
            <p:cNvGrpSpPr/>
            <p:nvPr/>
          </p:nvGrpSpPr>
          <p:grpSpPr>
            <a:xfrm>
              <a:off x="3409814" y="1966417"/>
              <a:ext cx="534921" cy="548629"/>
              <a:chOff x="1002398" y="1671602"/>
              <a:chExt cx="406660" cy="408449"/>
            </a:xfrm>
          </p:grpSpPr>
          <p:sp>
            <p:nvSpPr>
              <p:cNvPr id="13985" name="Google Shape;13985;p43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6" name="Google Shape;13986;p43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7" name="Google Shape;13987;p43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8" name="Google Shape;13988;p43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9" name="Google Shape;13989;p43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0" name="Google Shape;13990;p43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1" name="Google Shape;13991;p43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2" name="Google Shape;13992;p43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3" name="Google Shape;13993;p43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4" name="Google Shape;13994;p43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5" name="Google Shape;13995;p43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6" name="Google Shape;13996;p43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7" name="Google Shape;13997;p43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8" name="Google Shape;13998;p43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9" name="Google Shape;13999;p43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0" name="Google Shape;14000;p43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1" name="Google Shape;14001;p43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2" name="Google Shape;14002;p43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3" name="Google Shape;14003;p43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4" name="Google Shape;14004;p43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5" name="Google Shape;14005;p43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6" name="Google Shape;14006;p43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7" name="Google Shape;14007;p43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8" name="Google Shape;14008;p43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9" name="Google Shape;14009;p43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0" name="Google Shape;14010;p43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1" name="Google Shape;14011;p43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2" name="Google Shape;14012;p43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3" name="Google Shape;14013;p43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4" name="Google Shape;14014;p43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5" name="Google Shape;14015;p43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6" name="Google Shape;14016;p43"/>
            <p:cNvGrpSpPr/>
            <p:nvPr/>
          </p:nvGrpSpPr>
          <p:grpSpPr>
            <a:xfrm>
              <a:off x="3409814" y="1966405"/>
              <a:ext cx="534921" cy="548629"/>
              <a:chOff x="1002398" y="1671602"/>
              <a:chExt cx="406660" cy="408449"/>
            </a:xfrm>
          </p:grpSpPr>
          <p:sp>
            <p:nvSpPr>
              <p:cNvPr id="14017" name="Google Shape;14017;p43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rgbClr val="EC9B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8" name="Google Shape;14018;p43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9" name="Google Shape;14019;p43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rgbClr val="C168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0" name="Google Shape;14020;p43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1" name="Google Shape;14021;p43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2" name="Google Shape;14022;p43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3" name="Google Shape;14023;p43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4" name="Google Shape;14024;p43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5" name="Google Shape;14025;p43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6" name="Google Shape;14026;p43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7" name="Google Shape;14027;p43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8" name="Google Shape;14028;p43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9" name="Google Shape;14029;p43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0" name="Google Shape;14030;p43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1" name="Google Shape;14031;p43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2" name="Google Shape;14032;p43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3" name="Google Shape;14033;p43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4" name="Google Shape;14034;p43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5" name="Google Shape;14035;p43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6" name="Google Shape;14036;p43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7" name="Google Shape;14037;p43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8" name="Google Shape;14038;p43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9" name="Google Shape;14039;p43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0" name="Google Shape;14040;p43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1" name="Google Shape;14041;p43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2" name="Google Shape;14042;p43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3" name="Google Shape;14043;p43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4" name="Google Shape;14044;p43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5" name="Google Shape;14045;p43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6" name="Google Shape;14046;p43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7" name="Google Shape;14047;p43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48" name="Google Shape;14048;p43"/>
          <p:cNvGrpSpPr/>
          <p:nvPr/>
        </p:nvGrpSpPr>
        <p:grpSpPr>
          <a:xfrm>
            <a:off x="5990204" y="2499201"/>
            <a:ext cx="477073" cy="548645"/>
            <a:chOff x="6075883" y="3227776"/>
            <a:chExt cx="477073" cy="548645"/>
          </a:xfrm>
        </p:grpSpPr>
        <p:grpSp>
          <p:nvGrpSpPr>
            <p:cNvPr id="14049" name="Google Shape;14049;p43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050" name="Google Shape;14050;p43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1" name="Google Shape;14051;p43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2" name="Google Shape;14052;p43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3" name="Google Shape;14053;p43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4" name="Google Shape;14054;p43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5" name="Google Shape;14055;p43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6" name="Google Shape;14056;p43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7" name="Google Shape;14057;p43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8" name="Google Shape;14058;p43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9" name="Google Shape;14059;p43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0" name="Google Shape;14060;p43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1" name="Google Shape;14061;p43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2" name="Google Shape;14062;p43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3" name="Google Shape;14063;p43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4" name="Google Shape;14064;p43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5" name="Google Shape;14065;p43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6" name="Google Shape;14066;p43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7" name="Google Shape;14067;p43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8" name="Google Shape;14068;p43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9" name="Google Shape;14069;p43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0" name="Google Shape;14070;p43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1" name="Google Shape;14071;p43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2" name="Google Shape;14072;p43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3" name="Google Shape;14073;p43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4" name="Google Shape;14074;p43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5" name="Google Shape;14075;p43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6" name="Google Shape;14076;p43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7" name="Google Shape;14077;p43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78" name="Google Shape;14078;p43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079" name="Google Shape;14079;p43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0" name="Google Shape;14080;p43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1" name="Google Shape;14081;p43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2" name="Google Shape;14082;p43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3" name="Google Shape;14083;p43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4" name="Google Shape;14084;p43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5" name="Google Shape;14085;p43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6" name="Google Shape;14086;p43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7" name="Google Shape;14087;p43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8" name="Google Shape;14088;p43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9" name="Google Shape;14089;p43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0" name="Google Shape;14090;p43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1" name="Google Shape;14091;p43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rgbClr val="A6B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2" name="Google Shape;14092;p43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3" name="Google Shape;14093;p43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4" name="Google Shape;14094;p43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5" name="Google Shape;14095;p43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6" name="Google Shape;14096;p43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7" name="Google Shape;14097;p43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8" name="Google Shape;14098;p43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9" name="Google Shape;14099;p43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0" name="Google Shape;14100;p43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1" name="Google Shape;14101;p43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2" name="Google Shape;14102;p43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3" name="Google Shape;14103;p43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4" name="Google Shape;14104;p43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5" name="Google Shape;14105;p43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6" name="Google Shape;14106;p43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07" name="Google Shape;14107;p43"/>
          <p:cNvGrpSpPr/>
          <p:nvPr/>
        </p:nvGrpSpPr>
        <p:grpSpPr>
          <a:xfrm>
            <a:off x="643576" y="2499206"/>
            <a:ext cx="457216" cy="548654"/>
            <a:chOff x="729255" y="3227781"/>
            <a:chExt cx="457216" cy="548654"/>
          </a:xfrm>
        </p:grpSpPr>
        <p:grpSp>
          <p:nvGrpSpPr>
            <p:cNvPr id="14108" name="Google Shape;14108;p43"/>
            <p:cNvGrpSpPr/>
            <p:nvPr/>
          </p:nvGrpSpPr>
          <p:grpSpPr>
            <a:xfrm>
              <a:off x="729268" y="3227781"/>
              <a:ext cx="457204" cy="548654"/>
              <a:chOff x="1786250" y="2749708"/>
              <a:chExt cx="296693" cy="353742"/>
            </a:xfrm>
          </p:grpSpPr>
          <p:sp>
            <p:nvSpPr>
              <p:cNvPr id="14109" name="Google Shape;14109;p43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0" name="Google Shape;14110;p43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1" name="Google Shape;14111;p43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2" name="Google Shape;14112;p43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3" name="Google Shape;14113;p43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4" name="Google Shape;14114;p43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5" name="Google Shape;14115;p43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6" name="Google Shape;14116;p43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7" name="Google Shape;14117;p43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8" name="Google Shape;14118;p43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9" name="Google Shape;14119;p43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0" name="Google Shape;14120;p43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1" name="Google Shape;14121;p43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2" name="Google Shape;14122;p43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3" name="Google Shape;14123;p43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4" name="Google Shape;14124;p43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5" name="Google Shape;14125;p43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6" name="Google Shape;14126;p43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7" name="Google Shape;14127;p43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8" name="Google Shape;14128;p43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9" name="Google Shape;14129;p43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0" name="Google Shape;14130;p43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1" name="Google Shape;14131;p43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2" name="Google Shape;14132;p43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33" name="Google Shape;14133;p43"/>
            <p:cNvGrpSpPr/>
            <p:nvPr/>
          </p:nvGrpSpPr>
          <p:grpSpPr>
            <a:xfrm>
              <a:off x="729255" y="3227781"/>
              <a:ext cx="457204" cy="548654"/>
              <a:chOff x="1786250" y="2749708"/>
              <a:chExt cx="296693" cy="353742"/>
            </a:xfrm>
          </p:grpSpPr>
          <p:sp>
            <p:nvSpPr>
              <p:cNvPr id="14134" name="Google Shape;14134;p43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5" name="Google Shape;14135;p43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6" name="Google Shape;14136;p43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7" name="Google Shape;14137;p43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8" name="Google Shape;14138;p43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9" name="Google Shape;14139;p43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0" name="Google Shape;14140;p43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1" name="Google Shape;14141;p43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2" name="Google Shape;14142;p43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3" name="Google Shape;14143;p43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4" name="Google Shape;14144;p43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5" name="Google Shape;14145;p43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6" name="Google Shape;14146;p43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7" name="Google Shape;14147;p43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8" name="Google Shape;14148;p43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9" name="Google Shape;14149;p43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0" name="Google Shape;14150;p43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1" name="Google Shape;14151;p43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2" name="Google Shape;14152;p43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3" name="Google Shape;14153;p43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4" name="Google Shape;14154;p43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5" name="Google Shape;14155;p43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6" name="Google Shape;14156;p43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7" name="Google Shape;14157;p43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58" name="Google Shape;14158;p43"/>
          <p:cNvGrpSpPr/>
          <p:nvPr/>
        </p:nvGrpSpPr>
        <p:grpSpPr>
          <a:xfrm>
            <a:off x="3324895" y="2499196"/>
            <a:ext cx="533406" cy="548647"/>
            <a:chOff x="3410575" y="3227771"/>
            <a:chExt cx="533406" cy="548647"/>
          </a:xfrm>
        </p:grpSpPr>
        <p:grpSp>
          <p:nvGrpSpPr>
            <p:cNvPr id="14159" name="Google Shape;14159;p43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4160" name="Google Shape;14160;p43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1" name="Google Shape;14161;p43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2" name="Google Shape;14162;p43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3" name="Google Shape;14163;p43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4" name="Google Shape;14164;p43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5" name="Google Shape;14165;p43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6" name="Google Shape;14166;p43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7" name="Google Shape;14167;p43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8" name="Google Shape;14168;p43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9" name="Google Shape;14169;p43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0" name="Google Shape;14170;p43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1" name="Google Shape;14171;p43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2" name="Google Shape;14172;p43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3" name="Google Shape;14173;p43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4" name="Google Shape;14174;p43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5" name="Google Shape;14175;p43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6" name="Google Shape;14176;p43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7" name="Google Shape;14177;p43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8" name="Google Shape;14178;p43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9" name="Google Shape;14179;p43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0" name="Google Shape;14180;p43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1" name="Google Shape;14181;p43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82" name="Google Shape;14182;p43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4183" name="Google Shape;14183;p43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4" name="Google Shape;14184;p43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5" name="Google Shape;14185;p43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6" name="Google Shape;14186;p43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7" name="Google Shape;14187;p43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8" name="Google Shape;14188;p43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9" name="Google Shape;14189;p43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0" name="Google Shape;14190;p43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1" name="Google Shape;14191;p43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2" name="Google Shape;14192;p43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3" name="Google Shape;14193;p43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4" name="Google Shape;14194;p43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5" name="Google Shape;14195;p43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6" name="Google Shape;14196;p43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7" name="Google Shape;14197;p43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8" name="Google Shape;14198;p43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9" name="Google Shape;14199;p43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0" name="Google Shape;14200;p43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1" name="Google Shape;14201;p43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2" name="Google Shape;14202;p43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3" name="Google Shape;14203;p43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4" name="Google Shape;14204;p43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205" name="Google Shape;14205;p43"/>
          <p:cNvGrpSpPr/>
          <p:nvPr/>
        </p:nvGrpSpPr>
        <p:grpSpPr>
          <a:xfrm>
            <a:off x="582618" y="1237811"/>
            <a:ext cx="579134" cy="548661"/>
            <a:chOff x="668298" y="1966386"/>
            <a:chExt cx="579134" cy="548661"/>
          </a:xfrm>
        </p:grpSpPr>
        <p:grpSp>
          <p:nvGrpSpPr>
            <p:cNvPr id="14206" name="Google Shape;14206;p43"/>
            <p:cNvGrpSpPr/>
            <p:nvPr/>
          </p:nvGrpSpPr>
          <p:grpSpPr>
            <a:xfrm>
              <a:off x="668298" y="1966398"/>
              <a:ext cx="579134" cy="548648"/>
              <a:chOff x="7785259" y="2760506"/>
              <a:chExt cx="348603" cy="332373"/>
            </a:xfrm>
          </p:grpSpPr>
          <p:sp>
            <p:nvSpPr>
              <p:cNvPr id="14207" name="Google Shape;14207;p43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8" name="Google Shape;14208;p43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9" name="Google Shape;14209;p43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0" name="Google Shape;14210;p43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1" name="Google Shape;14211;p43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2" name="Google Shape;14212;p43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3" name="Google Shape;14213;p43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4" name="Google Shape;14214;p43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5" name="Google Shape;14215;p43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6" name="Google Shape;14216;p43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17" name="Google Shape;14217;p43"/>
            <p:cNvGrpSpPr/>
            <p:nvPr/>
          </p:nvGrpSpPr>
          <p:grpSpPr>
            <a:xfrm>
              <a:off x="668298" y="1966386"/>
              <a:ext cx="579134" cy="548648"/>
              <a:chOff x="7785259" y="2760506"/>
              <a:chExt cx="348603" cy="332373"/>
            </a:xfrm>
          </p:grpSpPr>
          <p:sp>
            <p:nvSpPr>
              <p:cNvPr id="14218" name="Google Shape;14218;p43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9" name="Google Shape;14219;p43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0" name="Google Shape;14220;p43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1" name="Google Shape;14221;p43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2" name="Google Shape;14222;p43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3" name="Google Shape;14223;p43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4" name="Google Shape;14224;p43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5" name="Google Shape;14225;p43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6" name="Google Shape;14226;p43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7" name="Google Shape;14227;p43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228" name="Google Shape;14228;p43"/>
          <p:cNvGrpSpPr/>
          <p:nvPr/>
        </p:nvGrpSpPr>
        <p:grpSpPr>
          <a:xfrm>
            <a:off x="5901061" y="1237789"/>
            <a:ext cx="655339" cy="548655"/>
            <a:chOff x="5986741" y="1966364"/>
            <a:chExt cx="655339" cy="548655"/>
          </a:xfrm>
        </p:grpSpPr>
        <p:grpSp>
          <p:nvGrpSpPr>
            <p:cNvPr id="14229" name="Google Shape;14229;p43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4230" name="Google Shape;14230;p43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1" name="Google Shape;14231;p43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2" name="Google Shape;14232;p43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3" name="Google Shape;14233;p43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4" name="Google Shape;14234;p43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5" name="Google Shape;14235;p43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6" name="Google Shape;14236;p43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7" name="Google Shape;14237;p43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8" name="Google Shape;14238;p43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9" name="Google Shape;14239;p43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0" name="Google Shape;14240;p43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1" name="Google Shape;14241;p43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2" name="Google Shape;14242;p43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3" name="Google Shape;14243;p43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4" name="Google Shape;14244;p43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5" name="Google Shape;14245;p43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6" name="Google Shape;14246;p43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7" name="Google Shape;14247;p43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8" name="Google Shape;14248;p43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49" name="Google Shape;14249;p43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4250" name="Google Shape;14250;p43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1" name="Google Shape;14251;p43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2" name="Google Shape;14252;p43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3" name="Google Shape;14253;p43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4" name="Google Shape;14254;p43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5" name="Google Shape;14255;p43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6" name="Google Shape;14256;p43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7" name="Google Shape;14257;p43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8" name="Google Shape;14258;p43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9" name="Google Shape;14259;p43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0" name="Google Shape;14260;p43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1" name="Google Shape;14261;p43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2" name="Google Shape;14262;p43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3" name="Google Shape;14263;p43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4" name="Google Shape;14264;p43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5" name="Google Shape;14265;p43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6" name="Google Shape;14266;p43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7" name="Google Shape;14267;p43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rgbClr val="BEC9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8" name="Google Shape;14268;p43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269" name="Google Shape;14269;p43"/>
          <p:cNvSpPr txBox="1"/>
          <p:nvPr/>
        </p:nvSpPr>
        <p:spPr>
          <a:xfrm>
            <a:off x="676375" y="3636325"/>
            <a:ext cx="7894800" cy="119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-"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Potential concerns grow as Lagunitas Non-Alcoholic and Blue Point Toasted have struggled the last two weeks.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-"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Decided to pick them anyway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Week 3 Total: 476 points (3rd)</a:t>
            </a:r>
            <a:endParaRPr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273" name="Shape 14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4" name="Google Shape;14274;p44"/>
          <p:cNvSpPr txBox="1"/>
          <p:nvPr>
            <p:ph type="title"/>
          </p:nvPr>
        </p:nvSpPr>
        <p:spPr>
          <a:xfrm>
            <a:off x="713250" y="365550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Week 4 beer selection</a:t>
            </a:r>
            <a:endParaRPr/>
          </a:p>
        </p:txBody>
      </p:sp>
      <p:sp>
        <p:nvSpPr>
          <p:cNvPr id="14275" name="Google Shape;14275;p44"/>
          <p:cNvSpPr txBox="1"/>
          <p:nvPr>
            <p:ph idx="1" type="subTitle"/>
          </p:nvPr>
        </p:nvSpPr>
        <p:spPr>
          <a:xfrm>
            <a:off x="120711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Breakside IPA</a:t>
            </a:r>
            <a:endParaRPr/>
          </a:p>
        </p:txBody>
      </p:sp>
      <p:sp>
        <p:nvSpPr>
          <p:cNvPr id="14276" name="Google Shape;14276;p44"/>
          <p:cNvSpPr txBox="1"/>
          <p:nvPr>
            <p:ph idx="2" type="subTitle"/>
          </p:nvPr>
        </p:nvSpPr>
        <p:spPr>
          <a:xfrm>
            <a:off x="120711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100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4277" name="Google Shape;14277;p44"/>
          <p:cNvSpPr txBox="1"/>
          <p:nvPr>
            <p:ph idx="3" type="subTitle"/>
          </p:nvPr>
        </p:nvSpPr>
        <p:spPr>
          <a:xfrm>
            <a:off x="120711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Sixpoint Resin Double IPA</a:t>
            </a:r>
            <a:endParaRPr/>
          </a:p>
        </p:txBody>
      </p:sp>
      <p:sp>
        <p:nvSpPr>
          <p:cNvPr id="14278" name="Google Shape;14278;p44"/>
          <p:cNvSpPr txBox="1"/>
          <p:nvPr>
            <p:ph idx="4" type="subTitle"/>
          </p:nvPr>
        </p:nvSpPr>
        <p:spPr>
          <a:xfrm>
            <a:off x="120711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82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</a:t>
            </a:r>
            <a:endParaRPr/>
          </a:p>
        </p:txBody>
      </p:sp>
      <p:sp>
        <p:nvSpPr>
          <p:cNvPr id="14279" name="Google Shape;14279;p44"/>
          <p:cNvSpPr txBox="1"/>
          <p:nvPr>
            <p:ph idx="5" type="subTitle"/>
          </p:nvPr>
        </p:nvSpPr>
        <p:spPr>
          <a:xfrm>
            <a:off x="660176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Ithaca Flower Power IPA</a:t>
            </a:r>
            <a:endParaRPr/>
          </a:p>
        </p:txBody>
      </p:sp>
      <p:sp>
        <p:nvSpPr>
          <p:cNvPr id="14280" name="Google Shape;14280;p44"/>
          <p:cNvSpPr txBox="1"/>
          <p:nvPr>
            <p:ph idx="6" type="subTitle"/>
          </p:nvPr>
        </p:nvSpPr>
        <p:spPr>
          <a:xfrm>
            <a:off x="660176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99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4281" name="Google Shape;14281;p44"/>
          <p:cNvSpPr txBox="1"/>
          <p:nvPr>
            <p:ph idx="7" type="subTitle"/>
          </p:nvPr>
        </p:nvSpPr>
        <p:spPr>
          <a:xfrm>
            <a:off x="660176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Zero Gravity Conehead IPA</a:t>
            </a:r>
            <a:endParaRPr/>
          </a:p>
        </p:txBody>
      </p:sp>
      <p:sp>
        <p:nvSpPr>
          <p:cNvPr id="14282" name="Google Shape;14282;p44"/>
          <p:cNvSpPr txBox="1"/>
          <p:nvPr>
            <p:ph idx="8" type="subTitle"/>
          </p:nvPr>
        </p:nvSpPr>
        <p:spPr>
          <a:xfrm>
            <a:off x="660176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 </a:t>
            </a:r>
            <a:endParaRPr/>
          </a:p>
        </p:txBody>
      </p:sp>
      <p:sp>
        <p:nvSpPr>
          <p:cNvPr id="14283" name="Google Shape;14283;p44"/>
          <p:cNvSpPr txBox="1"/>
          <p:nvPr>
            <p:ph idx="9" type="subTitle"/>
          </p:nvPr>
        </p:nvSpPr>
        <p:spPr>
          <a:xfrm>
            <a:off x="3904443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Great North Aleworks IPA</a:t>
            </a:r>
            <a:endParaRPr/>
          </a:p>
        </p:txBody>
      </p:sp>
      <p:sp>
        <p:nvSpPr>
          <p:cNvPr id="14284" name="Google Shape;14284;p44"/>
          <p:cNvSpPr txBox="1"/>
          <p:nvPr>
            <p:ph idx="13" type="subTitle"/>
          </p:nvPr>
        </p:nvSpPr>
        <p:spPr>
          <a:xfrm>
            <a:off x="3904444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87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sp>
        <p:nvSpPr>
          <p:cNvPr id="14285" name="Google Shape;14285;p44"/>
          <p:cNvSpPr txBox="1"/>
          <p:nvPr>
            <p:ph idx="14" type="subTitle"/>
          </p:nvPr>
        </p:nvSpPr>
        <p:spPr>
          <a:xfrm>
            <a:off x="3944443" y="268253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Tampa Bay Reef Donkey American Pale Ale</a:t>
            </a:r>
            <a:endParaRPr/>
          </a:p>
        </p:txBody>
      </p:sp>
      <p:sp>
        <p:nvSpPr>
          <p:cNvPr id="14286" name="Google Shape;14286;p44"/>
          <p:cNvSpPr txBox="1"/>
          <p:nvPr>
            <p:ph idx="15" type="subTitle"/>
          </p:nvPr>
        </p:nvSpPr>
        <p:spPr>
          <a:xfrm>
            <a:off x="3904444" y="304784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90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grpSp>
        <p:nvGrpSpPr>
          <p:cNvPr id="14287" name="Google Shape;14287;p44"/>
          <p:cNvGrpSpPr/>
          <p:nvPr/>
        </p:nvGrpSpPr>
        <p:grpSpPr>
          <a:xfrm>
            <a:off x="3324135" y="1237830"/>
            <a:ext cx="534921" cy="548641"/>
            <a:chOff x="3409814" y="1966405"/>
            <a:chExt cx="534921" cy="548641"/>
          </a:xfrm>
        </p:grpSpPr>
        <p:grpSp>
          <p:nvGrpSpPr>
            <p:cNvPr id="14288" name="Google Shape;14288;p44"/>
            <p:cNvGrpSpPr/>
            <p:nvPr/>
          </p:nvGrpSpPr>
          <p:grpSpPr>
            <a:xfrm>
              <a:off x="3409814" y="1966417"/>
              <a:ext cx="534921" cy="548629"/>
              <a:chOff x="1002398" y="1671602"/>
              <a:chExt cx="406660" cy="408449"/>
            </a:xfrm>
          </p:grpSpPr>
          <p:sp>
            <p:nvSpPr>
              <p:cNvPr id="14289" name="Google Shape;14289;p44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0" name="Google Shape;14290;p44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1" name="Google Shape;14291;p44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2" name="Google Shape;14292;p44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3" name="Google Shape;14293;p44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4" name="Google Shape;14294;p44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5" name="Google Shape;14295;p44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6" name="Google Shape;14296;p44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7" name="Google Shape;14297;p44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8" name="Google Shape;14298;p44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9" name="Google Shape;14299;p44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0" name="Google Shape;14300;p44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1" name="Google Shape;14301;p44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2" name="Google Shape;14302;p44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3" name="Google Shape;14303;p44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4" name="Google Shape;14304;p44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5" name="Google Shape;14305;p44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6" name="Google Shape;14306;p44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7" name="Google Shape;14307;p44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8" name="Google Shape;14308;p44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9" name="Google Shape;14309;p44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0" name="Google Shape;14310;p44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1" name="Google Shape;14311;p44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2" name="Google Shape;14312;p44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3" name="Google Shape;14313;p44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4" name="Google Shape;14314;p44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5" name="Google Shape;14315;p44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6" name="Google Shape;14316;p44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7" name="Google Shape;14317;p44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8" name="Google Shape;14318;p44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9" name="Google Shape;14319;p44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20" name="Google Shape;14320;p44"/>
            <p:cNvGrpSpPr/>
            <p:nvPr/>
          </p:nvGrpSpPr>
          <p:grpSpPr>
            <a:xfrm>
              <a:off x="3409814" y="1966405"/>
              <a:ext cx="534921" cy="548629"/>
              <a:chOff x="1002398" y="1671602"/>
              <a:chExt cx="406660" cy="408449"/>
            </a:xfrm>
          </p:grpSpPr>
          <p:sp>
            <p:nvSpPr>
              <p:cNvPr id="14321" name="Google Shape;14321;p44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rgbClr val="EC9B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2" name="Google Shape;14322;p44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3" name="Google Shape;14323;p44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rgbClr val="C168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4" name="Google Shape;14324;p44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5" name="Google Shape;14325;p44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6" name="Google Shape;14326;p44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7" name="Google Shape;14327;p44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8" name="Google Shape;14328;p44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9" name="Google Shape;14329;p44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0" name="Google Shape;14330;p44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1" name="Google Shape;14331;p44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2" name="Google Shape;14332;p44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3" name="Google Shape;14333;p44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4" name="Google Shape;14334;p44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5" name="Google Shape;14335;p44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6" name="Google Shape;14336;p44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7" name="Google Shape;14337;p44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8" name="Google Shape;14338;p44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9" name="Google Shape;14339;p44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0" name="Google Shape;14340;p44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1" name="Google Shape;14341;p44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2" name="Google Shape;14342;p44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3" name="Google Shape;14343;p44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4" name="Google Shape;14344;p44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5" name="Google Shape;14345;p44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6" name="Google Shape;14346;p44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7" name="Google Shape;14347;p44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8" name="Google Shape;14348;p44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9" name="Google Shape;14349;p44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0" name="Google Shape;14350;p44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1" name="Google Shape;14351;p44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52" name="Google Shape;14352;p44"/>
          <p:cNvGrpSpPr/>
          <p:nvPr/>
        </p:nvGrpSpPr>
        <p:grpSpPr>
          <a:xfrm>
            <a:off x="5990204" y="2499201"/>
            <a:ext cx="477073" cy="548645"/>
            <a:chOff x="6075883" y="3227776"/>
            <a:chExt cx="477073" cy="548645"/>
          </a:xfrm>
        </p:grpSpPr>
        <p:grpSp>
          <p:nvGrpSpPr>
            <p:cNvPr id="14353" name="Google Shape;14353;p44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354" name="Google Shape;14354;p44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5" name="Google Shape;14355;p44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6" name="Google Shape;14356;p44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7" name="Google Shape;14357;p44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8" name="Google Shape;14358;p44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9" name="Google Shape;14359;p44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0" name="Google Shape;14360;p44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1" name="Google Shape;14361;p44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2" name="Google Shape;14362;p44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3" name="Google Shape;14363;p44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4" name="Google Shape;14364;p44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5" name="Google Shape;14365;p44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6" name="Google Shape;14366;p44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7" name="Google Shape;14367;p44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8" name="Google Shape;14368;p44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9" name="Google Shape;14369;p44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0" name="Google Shape;14370;p44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1" name="Google Shape;14371;p44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2" name="Google Shape;14372;p44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3" name="Google Shape;14373;p44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4" name="Google Shape;14374;p44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5" name="Google Shape;14375;p44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6" name="Google Shape;14376;p44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7" name="Google Shape;14377;p44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8" name="Google Shape;14378;p44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9" name="Google Shape;14379;p44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0" name="Google Shape;14380;p44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1" name="Google Shape;14381;p44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82" name="Google Shape;14382;p44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383" name="Google Shape;14383;p44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4" name="Google Shape;14384;p44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5" name="Google Shape;14385;p44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6" name="Google Shape;14386;p44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7" name="Google Shape;14387;p44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8" name="Google Shape;14388;p44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9" name="Google Shape;14389;p44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0" name="Google Shape;14390;p44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1" name="Google Shape;14391;p44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2" name="Google Shape;14392;p44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3" name="Google Shape;14393;p44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4" name="Google Shape;14394;p44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5" name="Google Shape;14395;p44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rgbClr val="A6B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6" name="Google Shape;14396;p44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7" name="Google Shape;14397;p44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8" name="Google Shape;14398;p44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9" name="Google Shape;14399;p44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0" name="Google Shape;14400;p44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1" name="Google Shape;14401;p44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2" name="Google Shape;14402;p44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3" name="Google Shape;14403;p44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4" name="Google Shape;14404;p44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5" name="Google Shape;14405;p44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6" name="Google Shape;14406;p44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7" name="Google Shape;14407;p44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8" name="Google Shape;14408;p44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9" name="Google Shape;14409;p44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0" name="Google Shape;14410;p44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411" name="Google Shape;14411;p44"/>
          <p:cNvGrpSpPr/>
          <p:nvPr/>
        </p:nvGrpSpPr>
        <p:grpSpPr>
          <a:xfrm>
            <a:off x="643576" y="2499206"/>
            <a:ext cx="457216" cy="548654"/>
            <a:chOff x="729255" y="3227781"/>
            <a:chExt cx="457216" cy="548654"/>
          </a:xfrm>
        </p:grpSpPr>
        <p:grpSp>
          <p:nvGrpSpPr>
            <p:cNvPr id="14412" name="Google Shape;14412;p44"/>
            <p:cNvGrpSpPr/>
            <p:nvPr/>
          </p:nvGrpSpPr>
          <p:grpSpPr>
            <a:xfrm>
              <a:off x="729268" y="3227781"/>
              <a:ext cx="457204" cy="548654"/>
              <a:chOff x="1786250" y="2749708"/>
              <a:chExt cx="296693" cy="353742"/>
            </a:xfrm>
          </p:grpSpPr>
          <p:sp>
            <p:nvSpPr>
              <p:cNvPr id="14413" name="Google Shape;14413;p44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4" name="Google Shape;14414;p44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5" name="Google Shape;14415;p44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6" name="Google Shape;14416;p44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7" name="Google Shape;14417;p44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8" name="Google Shape;14418;p44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9" name="Google Shape;14419;p44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0" name="Google Shape;14420;p44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1" name="Google Shape;14421;p44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2" name="Google Shape;14422;p44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3" name="Google Shape;14423;p44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4" name="Google Shape;14424;p44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5" name="Google Shape;14425;p44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6" name="Google Shape;14426;p44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7" name="Google Shape;14427;p44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8" name="Google Shape;14428;p44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9" name="Google Shape;14429;p44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0" name="Google Shape;14430;p44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1" name="Google Shape;14431;p44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2" name="Google Shape;14432;p44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3" name="Google Shape;14433;p44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4" name="Google Shape;14434;p44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5" name="Google Shape;14435;p44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6" name="Google Shape;14436;p44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37" name="Google Shape;14437;p44"/>
            <p:cNvGrpSpPr/>
            <p:nvPr/>
          </p:nvGrpSpPr>
          <p:grpSpPr>
            <a:xfrm>
              <a:off x="729255" y="3227781"/>
              <a:ext cx="457204" cy="548654"/>
              <a:chOff x="1786250" y="2749708"/>
              <a:chExt cx="296693" cy="353742"/>
            </a:xfrm>
          </p:grpSpPr>
          <p:sp>
            <p:nvSpPr>
              <p:cNvPr id="14438" name="Google Shape;14438;p44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9" name="Google Shape;14439;p44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0" name="Google Shape;14440;p44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1" name="Google Shape;14441;p44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2" name="Google Shape;14442;p44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3" name="Google Shape;14443;p44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4" name="Google Shape;14444;p44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5" name="Google Shape;14445;p44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6" name="Google Shape;14446;p44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7" name="Google Shape;14447;p44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8" name="Google Shape;14448;p44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9" name="Google Shape;14449;p44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0" name="Google Shape;14450;p44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1" name="Google Shape;14451;p44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2" name="Google Shape;14452;p44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3" name="Google Shape;14453;p44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4" name="Google Shape;14454;p44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5" name="Google Shape;14455;p44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6" name="Google Shape;14456;p44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7" name="Google Shape;14457;p44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8" name="Google Shape;14458;p44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9" name="Google Shape;14459;p44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0" name="Google Shape;14460;p44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1" name="Google Shape;14461;p44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462" name="Google Shape;14462;p44"/>
          <p:cNvGrpSpPr/>
          <p:nvPr/>
        </p:nvGrpSpPr>
        <p:grpSpPr>
          <a:xfrm>
            <a:off x="3324895" y="2499196"/>
            <a:ext cx="533406" cy="548647"/>
            <a:chOff x="3410575" y="3227771"/>
            <a:chExt cx="533406" cy="548647"/>
          </a:xfrm>
        </p:grpSpPr>
        <p:grpSp>
          <p:nvGrpSpPr>
            <p:cNvPr id="14463" name="Google Shape;14463;p44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4464" name="Google Shape;14464;p44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5" name="Google Shape;14465;p44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6" name="Google Shape;14466;p44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7" name="Google Shape;14467;p44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8" name="Google Shape;14468;p44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9" name="Google Shape;14469;p44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0" name="Google Shape;14470;p44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1" name="Google Shape;14471;p44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2" name="Google Shape;14472;p44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3" name="Google Shape;14473;p44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4" name="Google Shape;14474;p44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5" name="Google Shape;14475;p44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6" name="Google Shape;14476;p44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7" name="Google Shape;14477;p44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8" name="Google Shape;14478;p44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9" name="Google Shape;14479;p44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0" name="Google Shape;14480;p44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1" name="Google Shape;14481;p44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2" name="Google Shape;14482;p44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3" name="Google Shape;14483;p44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4" name="Google Shape;14484;p44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5" name="Google Shape;14485;p44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86" name="Google Shape;14486;p44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4487" name="Google Shape;14487;p44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8" name="Google Shape;14488;p44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9" name="Google Shape;14489;p44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0" name="Google Shape;14490;p44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1" name="Google Shape;14491;p44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2" name="Google Shape;14492;p44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3" name="Google Shape;14493;p44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4" name="Google Shape;14494;p44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5" name="Google Shape;14495;p44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6" name="Google Shape;14496;p44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7" name="Google Shape;14497;p44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8" name="Google Shape;14498;p44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9" name="Google Shape;14499;p44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0" name="Google Shape;14500;p44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1" name="Google Shape;14501;p44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2" name="Google Shape;14502;p44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3" name="Google Shape;14503;p44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4" name="Google Shape;14504;p44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5" name="Google Shape;14505;p44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6" name="Google Shape;14506;p44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7" name="Google Shape;14507;p44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8" name="Google Shape;14508;p44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09" name="Google Shape;14509;p44"/>
          <p:cNvGrpSpPr/>
          <p:nvPr/>
        </p:nvGrpSpPr>
        <p:grpSpPr>
          <a:xfrm>
            <a:off x="582618" y="1237811"/>
            <a:ext cx="579134" cy="548661"/>
            <a:chOff x="668298" y="1966386"/>
            <a:chExt cx="579134" cy="548661"/>
          </a:xfrm>
        </p:grpSpPr>
        <p:grpSp>
          <p:nvGrpSpPr>
            <p:cNvPr id="14510" name="Google Shape;14510;p44"/>
            <p:cNvGrpSpPr/>
            <p:nvPr/>
          </p:nvGrpSpPr>
          <p:grpSpPr>
            <a:xfrm>
              <a:off x="668298" y="1966398"/>
              <a:ext cx="579134" cy="548648"/>
              <a:chOff x="7785259" y="2760506"/>
              <a:chExt cx="348603" cy="332373"/>
            </a:xfrm>
          </p:grpSpPr>
          <p:sp>
            <p:nvSpPr>
              <p:cNvPr id="14511" name="Google Shape;14511;p44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2" name="Google Shape;14512;p44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3" name="Google Shape;14513;p44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4" name="Google Shape;14514;p44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5" name="Google Shape;14515;p44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6" name="Google Shape;14516;p44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7" name="Google Shape;14517;p44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8" name="Google Shape;14518;p44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9" name="Google Shape;14519;p44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0" name="Google Shape;14520;p44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21" name="Google Shape;14521;p44"/>
            <p:cNvGrpSpPr/>
            <p:nvPr/>
          </p:nvGrpSpPr>
          <p:grpSpPr>
            <a:xfrm>
              <a:off x="668298" y="1966386"/>
              <a:ext cx="579134" cy="548648"/>
              <a:chOff x="7785259" y="2760506"/>
              <a:chExt cx="348603" cy="332373"/>
            </a:xfrm>
          </p:grpSpPr>
          <p:sp>
            <p:nvSpPr>
              <p:cNvPr id="14522" name="Google Shape;14522;p44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3" name="Google Shape;14523;p44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4" name="Google Shape;14524;p44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5" name="Google Shape;14525;p44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6" name="Google Shape;14526;p44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7" name="Google Shape;14527;p44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8" name="Google Shape;14528;p44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9" name="Google Shape;14529;p44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0" name="Google Shape;14530;p44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1" name="Google Shape;14531;p44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32" name="Google Shape;14532;p44"/>
          <p:cNvGrpSpPr/>
          <p:nvPr/>
        </p:nvGrpSpPr>
        <p:grpSpPr>
          <a:xfrm>
            <a:off x="5901061" y="1237789"/>
            <a:ext cx="655339" cy="548655"/>
            <a:chOff x="5986741" y="1966364"/>
            <a:chExt cx="655339" cy="548655"/>
          </a:xfrm>
        </p:grpSpPr>
        <p:grpSp>
          <p:nvGrpSpPr>
            <p:cNvPr id="14533" name="Google Shape;14533;p44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4534" name="Google Shape;14534;p44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5" name="Google Shape;14535;p44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6" name="Google Shape;14536;p44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7" name="Google Shape;14537;p44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8" name="Google Shape;14538;p44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9" name="Google Shape;14539;p44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0" name="Google Shape;14540;p44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1" name="Google Shape;14541;p44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2" name="Google Shape;14542;p44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3" name="Google Shape;14543;p44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4" name="Google Shape;14544;p44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5" name="Google Shape;14545;p44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6" name="Google Shape;14546;p44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7" name="Google Shape;14547;p44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8" name="Google Shape;14548;p44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9" name="Google Shape;14549;p44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0" name="Google Shape;14550;p44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1" name="Google Shape;14551;p44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2" name="Google Shape;14552;p44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53" name="Google Shape;14553;p44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4554" name="Google Shape;14554;p44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5" name="Google Shape;14555;p44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6" name="Google Shape;14556;p44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7" name="Google Shape;14557;p44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8" name="Google Shape;14558;p44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9" name="Google Shape;14559;p44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0" name="Google Shape;14560;p44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1" name="Google Shape;14561;p44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2" name="Google Shape;14562;p44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3" name="Google Shape;14563;p44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4" name="Google Shape;14564;p44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5" name="Google Shape;14565;p44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6" name="Google Shape;14566;p44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7" name="Google Shape;14567;p44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8" name="Google Shape;14568;p44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9" name="Google Shape;14569;p44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0" name="Google Shape;14570;p44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1" name="Google Shape;14571;p44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rgbClr val="BEC9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2" name="Google Shape;14572;p44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573" name="Google Shape;14573;p44"/>
          <p:cNvSpPr txBox="1"/>
          <p:nvPr/>
        </p:nvSpPr>
        <p:spPr>
          <a:xfrm>
            <a:off x="676375" y="3636325"/>
            <a:ext cx="7894800" cy="119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-"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Switched out Blue Point Toasted for Tampa Bay Reef Donkey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Roboto"/>
              <a:buChar char="-"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Never selected a beer that was top 30 in the previous week. (Rank 29th for Blue Point Toasted in Week 3)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b="1"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Week 4 Total: 556 points (2nd)</a:t>
            </a:r>
            <a:endParaRPr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77" name="Shape 14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8" name="Google Shape;14578;p45"/>
          <p:cNvSpPr txBox="1"/>
          <p:nvPr>
            <p:ph type="title"/>
          </p:nvPr>
        </p:nvSpPr>
        <p:spPr>
          <a:xfrm>
            <a:off x="713250" y="365550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Week 5 beer selection</a:t>
            </a:r>
            <a:endParaRPr/>
          </a:p>
        </p:txBody>
      </p:sp>
      <p:sp>
        <p:nvSpPr>
          <p:cNvPr id="14579" name="Google Shape;14579;p45"/>
          <p:cNvSpPr txBox="1"/>
          <p:nvPr>
            <p:ph idx="1" type="subTitle"/>
          </p:nvPr>
        </p:nvSpPr>
        <p:spPr>
          <a:xfrm>
            <a:off x="120711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Heavy Seas Tropicannon</a:t>
            </a:r>
            <a:endParaRPr/>
          </a:p>
        </p:txBody>
      </p:sp>
      <p:sp>
        <p:nvSpPr>
          <p:cNvPr id="14580" name="Google Shape;14580;p45"/>
          <p:cNvSpPr txBox="1"/>
          <p:nvPr>
            <p:ph idx="2" type="subTitle"/>
          </p:nvPr>
        </p:nvSpPr>
        <p:spPr>
          <a:xfrm>
            <a:off x="120711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99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4581" name="Google Shape;14581;p45"/>
          <p:cNvSpPr txBox="1"/>
          <p:nvPr>
            <p:ph idx="3" type="subTitle"/>
          </p:nvPr>
        </p:nvSpPr>
        <p:spPr>
          <a:xfrm>
            <a:off x="120711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Parish Ghost in Machine Ale</a:t>
            </a:r>
            <a:endParaRPr/>
          </a:p>
        </p:txBody>
      </p:sp>
      <p:sp>
        <p:nvSpPr>
          <p:cNvPr id="14582" name="Google Shape;14582;p45"/>
          <p:cNvSpPr txBox="1"/>
          <p:nvPr>
            <p:ph idx="4" type="subTitle"/>
          </p:nvPr>
        </p:nvSpPr>
        <p:spPr>
          <a:xfrm>
            <a:off x="120711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44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sp>
        <p:nvSpPr>
          <p:cNvPr id="14583" name="Google Shape;14583;p45"/>
          <p:cNvSpPr txBox="1"/>
          <p:nvPr>
            <p:ph idx="5" type="subTitle"/>
          </p:nvPr>
        </p:nvSpPr>
        <p:spPr>
          <a:xfrm>
            <a:off x="660176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Marble Double White Ale</a:t>
            </a:r>
            <a:endParaRPr/>
          </a:p>
        </p:txBody>
      </p:sp>
      <p:sp>
        <p:nvSpPr>
          <p:cNvPr id="14584" name="Google Shape;14584;p45"/>
          <p:cNvSpPr txBox="1"/>
          <p:nvPr>
            <p:ph idx="6" type="subTitle"/>
          </p:nvPr>
        </p:nvSpPr>
        <p:spPr>
          <a:xfrm>
            <a:off x="660176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96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sp>
        <p:nvSpPr>
          <p:cNvPr id="14585" name="Google Shape;14585;p45"/>
          <p:cNvSpPr txBox="1"/>
          <p:nvPr>
            <p:ph idx="7" type="subTitle"/>
          </p:nvPr>
        </p:nvSpPr>
        <p:spPr>
          <a:xfrm>
            <a:off x="660176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Sunriver Vicious Mosquito IPA</a:t>
            </a:r>
            <a:endParaRPr/>
          </a:p>
        </p:txBody>
      </p:sp>
      <p:sp>
        <p:nvSpPr>
          <p:cNvPr id="14586" name="Google Shape;14586;p45"/>
          <p:cNvSpPr txBox="1"/>
          <p:nvPr>
            <p:ph idx="8" type="subTitle"/>
          </p:nvPr>
        </p:nvSpPr>
        <p:spPr>
          <a:xfrm>
            <a:off x="660176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46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</a:t>
            </a:r>
            <a:endParaRPr/>
          </a:p>
        </p:txBody>
      </p:sp>
      <p:sp>
        <p:nvSpPr>
          <p:cNvPr id="14587" name="Google Shape;14587;p45"/>
          <p:cNvSpPr txBox="1"/>
          <p:nvPr>
            <p:ph idx="9" type="subTitle"/>
          </p:nvPr>
        </p:nvSpPr>
        <p:spPr>
          <a:xfrm>
            <a:off x="3904443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Left Hand Milk Stout Nitro</a:t>
            </a:r>
            <a:endParaRPr/>
          </a:p>
        </p:txBody>
      </p:sp>
      <p:sp>
        <p:nvSpPr>
          <p:cNvPr id="14588" name="Google Shape;14588;p45"/>
          <p:cNvSpPr txBox="1"/>
          <p:nvPr>
            <p:ph idx="13" type="subTitle"/>
          </p:nvPr>
        </p:nvSpPr>
        <p:spPr>
          <a:xfrm>
            <a:off x="3904444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12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sp>
        <p:nvSpPr>
          <p:cNvPr id="14589" name="Google Shape;14589;p45"/>
          <p:cNvSpPr txBox="1"/>
          <p:nvPr>
            <p:ph idx="14" type="subTitle"/>
          </p:nvPr>
        </p:nvSpPr>
        <p:spPr>
          <a:xfrm>
            <a:off x="3904443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Silver City Tropic Haze IPA</a:t>
            </a:r>
            <a:endParaRPr/>
          </a:p>
        </p:txBody>
      </p:sp>
      <p:sp>
        <p:nvSpPr>
          <p:cNvPr id="14590" name="Google Shape;14590;p45"/>
          <p:cNvSpPr txBox="1"/>
          <p:nvPr>
            <p:ph idx="15" type="subTitle"/>
          </p:nvPr>
        </p:nvSpPr>
        <p:spPr>
          <a:xfrm>
            <a:off x="3904444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78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grpSp>
        <p:nvGrpSpPr>
          <p:cNvPr id="14591" name="Google Shape;14591;p45"/>
          <p:cNvGrpSpPr/>
          <p:nvPr/>
        </p:nvGrpSpPr>
        <p:grpSpPr>
          <a:xfrm>
            <a:off x="3324135" y="1237830"/>
            <a:ext cx="534921" cy="548641"/>
            <a:chOff x="3409814" y="1966405"/>
            <a:chExt cx="534921" cy="548641"/>
          </a:xfrm>
        </p:grpSpPr>
        <p:grpSp>
          <p:nvGrpSpPr>
            <p:cNvPr id="14592" name="Google Shape;14592;p45"/>
            <p:cNvGrpSpPr/>
            <p:nvPr/>
          </p:nvGrpSpPr>
          <p:grpSpPr>
            <a:xfrm>
              <a:off x="3409814" y="1966417"/>
              <a:ext cx="534921" cy="548629"/>
              <a:chOff x="1002398" y="1671602"/>
              <a:chExt cx="406660" cy="408449"/>
            </a:xfrm>
          </p:grpSpPr>
          <p:sp>
            <p:nvSpPr>
              <p:cNvPr id="14593" name="Google Shape;14593;p45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4" name="Google Shape;14594;p45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5" name="Google Shape;14595;p45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6" name="Google Shape;14596;p45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7" name="Google Shape;14597;p45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8" name="Google Shape;14598;p45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9" name="Google Shape;14599;p45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0" name="Google Shape;14600;p45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1" name="Google Shape;14601;p45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2" name="Google Shape;14602;p45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3" name="Google Shape;14603;p45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4" name="Google Shape;14604;p45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5" name="Google Shape;14605;p45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6" name="Google Shape;14606;p45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7" name="Google Shape;14607;p45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8" name="Google Shape;14608;p45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9" name="Google Shape;14609;p45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0" name="Google Shape;14610;p45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1" name="Google Shape;14611;p45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2" name="Google Shape;14612;p45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3" name="Google Shape;14613;p45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4" name="Google Shape;14614;p45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5" name="Google Shape;14615;p45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6" name="Google Shape;14616;p45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7" name="Google Shape;14617;p45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8" name="Google Shape;14618;p45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9" name="Google Shape;14619;p45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0" name="Google Shape;14620;p45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1" name="Google Shape;14621;p45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2" name="Google Shape;14622;p45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3" name="Google Shape;14623;p45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24" name="Google Shape;14624;p45"/>
            <p:cNvGrpSpPr/>
            <p:nvPr/>
          </p:nvGrpSpPr>
          <p:grpSpPr>
            <a:xfrm>
              <a:off x="3409814" y="1966405"/>
              <a:ext cx="534921" cy="548629"/>
              <a:chOff x="1002398" y="1671602"/>
              <a:chExt cx="406660" cy="408449"/>
            </a:xfrm>
          </p:grpSpPr>
          <p:sp>
            <p:nvSpPr>
              <p:cNvPr id="14625" name="Google Shape;14625;p45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rgbClr val="EC9B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6" name="Google Shape;14626;p45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7" name="Google Shape;14627;p45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rgbClr val="C168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8" name="Google Shape;14628;p45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9" name="Google Shape;14629;p45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0" name="Google Shape;14630;p45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1" name="Google Shape;14631;p45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2" name="Google Shape;14632;p45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3" name="Google Shape;14633;p45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4" name="Google Shape;14634;p45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5" name="Google Shape;14635;p45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6" name="Google Shape;14636;p45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7" name="Google Shape;14637;p45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8" name="Google Shape;14638;p45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9" name="Google Shape;14639;p45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0" name="Google Shape;14640;p45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1" name="Google Shape;14641;p45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2" name="Google Shape;14642;p45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3" name="Google Shape;14643;p45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4" name="Google Shape;14644;p45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5" name="Google Shape;14645;p45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6" name="Google Shape;14646;p45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7" name="Google Shape;14647;p45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8" name="Google Shape;14648;p45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9" name="Google Shape;14649;p45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0" name="Google Shape;14650;p45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1" name="Google Shape;14651;p45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2" name="Google Shape;14652;p45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3" name="Google Shape;14653;p45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4" name="Google Shape;14654;p45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5" name="Google Shape;14655;p45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56" name="Google Shape;14656;p45"/>
          <p:cNvGrpSpPr/>
          <p:nvPr/>
        </p:nvGrpSpPr>
        <p:grpSpPr>
          <a:xfrm>
            <a:off x="5990204" y="2499201"/>
            <a:ext cx="477073" cy="548645"/>
            <a:chOff x="6075883" y="3227776"/>
            <a:chExt cx="477073" cy="548645"/>
          </a:xfrm>
        </p:grpSpPr>
        <p:grpSp>
          <p:nvGrpSpPr>
            <p:cNvPr id="14657" name="Google Shape;14657;p45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658" name="Google Shape;14658;p45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9" name="Google Shape;14659;p45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0" name="Google Shape;14660;p45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1" name="Google Shape;14661;p45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2" name="Google Shape;14662;p45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3" name="Google Shape;14663;p45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4" name="Google Shape;14664;p45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5" name="Google Shape;14665;p45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6" name="Google Shape;14666;p45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7" name="Google Shape;14667;p45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8" name="Google Shape;14668;p45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9" name="Google Shape;14669;p45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0" name="Google Shape;14670;p45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1" name="Google Shape;14671;p45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2" name="Google Shape;14672;p45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3" name="Google Shape;14673;p45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4" name="Google Shape;14674;p45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5" name="Google Shape;14675;p45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6" name="Google Shape;14676;p45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7" name="Google Shape;14677;p45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8" name="Google Shape;14678;p45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9" name="Google Shape;14679;p45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0" name="Google Shape;14680;p45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1" name="Google Shape;14681;p45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2" name="Google Shape;14682;p45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3" name="Google Shape;14683;p45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4" name="Google Shape;14684;p45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5" name="Google Shape;14685;p45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86" name="Google Shape;14686;p45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687" name="Google Shape;14687;p45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8" name="Google Shape;14688;p45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9" name="Google Shape;14689;p45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0" name="Google Shape;14690;p45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1" name="Google Shape;14691;p45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2" name="Google Shape;14692;p45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3" name="Google Shape;14693;p45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4" name="Google Shape;14694;p45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5" name="Google Shape;14695;p45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6" name="Google Shape;14696;p45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7" name="Google Shape;14697;p45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8" name="Google Shape;14698;p45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9" name="Google Shape;14699;p45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rgbClr val="A6B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0" name="Google Shape;14700;p45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1" name="Google Shape;14701;p45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2" name="Google Shape;14702;p45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3" name="Google Shape;14703;p45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4" name="Google Shape;14704;p45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5" name="Google Shape;14705;p45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6" name="Google Shape;14706;p45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7" name="Google Shape;14707;p45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8" name="Google Shape;14708;p45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9" name="Google Shape;14709;p45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0" name="Google Shape;14710;p45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1" name="Google Shape;14711;p45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2" name="Google Shape;14712;p45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3" name="Google Shape;14713;p45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4" name="Google Shape;14714;p45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15" name="Google Shape;14715;p45"/>
          <p:cNvGrpSpPr/>
          <p:nvPr/>
        </p:nvGrpSpPr>
        <p:grpSpPr>
          <a:xfrm>
            <a:off x="643576" y="2499206"/>
            <a:ext cx="457216" cy="548654"/>
            <a:chOff x="729255" y="3227781"/>
            <a:chExt cx="457216" cy="548654"/>
          </a:xfrm>
        </p:grpSpPr>
        <p:grpSp>
          <p:nvGrpSpPr>
            <p:cNvPr id="14716" name="Google Shape;14716;p45"/>
            <p:cNvGrpSpPr/>
            <p:nvPr/>
          </p:nvGrpSpPr>
          <p:grpSpPr>
            <a:xfrm>
              <a:off x="729268" y="3227781"/>
              <a:ext cx="457204" cy="548654"/>
              <a:chOff x="1786250" y="2749708"/>
              <a:chExt cx="296693" cy="353742"/>
            </a:xfrm>
          </p:grpSpPr>
          <p:sp>
            <p:nvSpPr>
              <p:cNvPr id="14717" name="Google Shape;14717;p45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8" name="Google Shape;14718;p45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9" name="Google Shape;14719;p45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0" name="Google Shape;14720;p45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1" name="Google Shape;14721;p45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2" name="Google Shape;14722;p45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3" name="Google Shape;14723;p45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4" name="Google Shape;14724;p45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5" name="Google Shape;14725;p45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6" name="Google Shape;14726;p45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7" name="Google Shape;14727;p45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8" name="Google Shape;14728;p45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9" name="Google Shape;14729;p45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0" name="Google Shape;14730;p45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1" name="Google Shape;14731;p45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2" name="Google Shape;14732;p45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3" name="Google Shape;14733;p45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4" name="Google Shape;14734;p45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5" name="Google Shape;14735;p45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6" name="Google Shape;14736;p45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7" name="Google Shape;14737;p45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8" name="Google Shape;14738;p45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9" name="Google Shape;14739;p45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0" name="Google Shape;14740;p45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41" name="Google Shape;14741;p45"/>
            <p:cNvGrpSpPr/>
            <p:nvPr/>
          </p:nvGrpSpPr>
          <p:grpSpPr>
            <a:xfrm>
              <a:off x="729255" y="3227781"/>
              <a:ext cx="457204" cy="548654"/>
              <a:chOff x="1786250" y="2749708"/>
              <a:chExt cx="296693" cy="353742"/>
            </a:xfrm>
          </p:grpSpPr>
          <p:sp>
            <p:nvSpPr>
              <p:cNvPr id="14742" name="Google Shape;14742;p45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3" name="Google Shape;14743;p45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4" name="Google Shape;14744;p45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5" name="Google Shape;14745;p45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6" name="Google Shape;14746;p45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7" name="Google Shape;14747;p45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8" name="Google Shape;14748;p45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9" name="Google Shape;14749;p45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0" name="Google Shape;14750;p45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1" name="Google Shape;14751;p45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2" name="Google Shape;14752;p45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3" name="Google Shape;14753;p45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4" name="Google Shape;14754;p45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5" name="Google Shape;14755;p45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6" name="Google Shape;14756;p45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7" name="Google Shape;14757;p45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8" name="Google Shape;14758;p45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9" name="Google Shape;14759;p45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0" name="Google Shape;14760;p45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1" name="Google Shape;14761;p45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2" name="Google Shape;14762;p45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3" name="Google Shape;14763;p45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4" name="Google Shape;14764;p45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5" name="Google Shape;14765;p45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66" name="Google Shape;14766;p45"/>
          <p:cNvGrpSpPr/>
          <p:nvPr/>
        </p:nvGrpSpPr>
        <p:grpSpPr>
          <a:xfrm>
            <a:off x="3324895" y="2499196"/>
            <a:ext cx="533406" cy="548647"/>
            <a:chOff x="3410575" y="3227771"/>
            <a:chExt cx="533406" cy="548647"/>
          </a:xfrm>
        </p:grpSpPr>
        <p:grpSp>
          <p:nvGrpSpPr>
            <p:cNvPr id="14767" name="Google Shape;14767;p45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4768" name="Google Shape;14768;p45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9" name="Google Shape;14769;p45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0" name="Google Shape;14770;p45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1" name="Google Shape;14771;p45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2" name="Google Shape;14772;p45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3" name="Google Shape;14773;p45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4" name="Google Shape;14774;p45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5" name="Google Shape;14775;p45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6" name="Google Shape;14776;p45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7" name="Google Shape;14777;p45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8" name="Google Shape;14778;p45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9" name="Google Shape;14779;p45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0" name="Google Shape;14780;p45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1" name="Google Shape;14781;p45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2" name="Google Shape;14782;p45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3" name="Google Shape;14783;p45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4" name="Google Shape;14784;p45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5" name="Google Shape;14785;p45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6" name="Google Shape;14786;p45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7" name="Google Shape;14787;p45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8" name="Google Shape;14788;p45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9" name="Google Shape;14789;p45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90" name="Google Shape;14790;p45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4791" name="Google Shape;14791;p45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2" name="Google Shape;14792;p45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3" name="Google Shape;14793;p45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4" name="Google Shape;14794;p45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5" name="Google Shape;14795;p45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6" name="Google Shape;14796;p45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7" name="Google Shape;14797;p45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8" name="Google Shape;14798;p45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9" name="Google Shape;14799;p45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0" name="Google Shape;14800;p45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1" name="Google Shape;14801;p45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2" name="Google Shape;14802;p45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3" name="Google Shape;14803;p45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4" name="Google Shape;14804;p45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5" name="Google Shape;14805;p45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6" name="Google Shape;14806;p45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7" name="Google Shape;14807;p45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8" name="Google Shape;14808;p45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9" name="Google Shape;14809;p45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0" name="Google Shape;14810;p45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1" name="Google Shape;14811;p45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2" name="Google Shape;14812;p45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13" name="Google Shape;14813;p45"/>
          <p:cNvGrpSpPr/>
          <p:nvPr/>
        </p:nvGrpSpPr>
        <p:grpSpPr>
          <a:xfrm>
            <a:off x="582618" y="1237811"/>
            <a:ext cx="579134" cy="548661"/>
            <a:chOff x="668298" y="1966386"/>
            <a:chExt cx="579134" cy="548661"/>
          </a:xfrm>
        </p:grpSpPr>
        <p:grpSp>
          <p:nvGrpSpPr>
            <p:cNvPr id="14814" name="Google Shape;14814;p45"/>
            <p:cNvGrpSpPr/>
            <p:nvPr/>
          </p:nvGrpSpPr>
          <p:grpSpPr>
            <a:xfrm>
              <a:off x="668298" y="1966398"/>
              <a:ext cx="579134" cy="548648"/>
              <a:chOff x="7785259" y="2760506"/>
              <a:chExt cx="348603" cy="332373"/>
            </a:xfrm>
          </p:grpSpPr>
          <p:sp>
            <p:nvSpPr>
              <p:cNvPr id="14815" name="Google Shape;14815;p45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6" name="Google Shape;14816;p45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7" name="Google Shape;14817;p45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8" name="Google Shape;14818;p45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9" name="Google Shape;14819;p45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0" name="Google Shape;14820;p45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1" name="Google Shape;14821;p45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2" name="Google Shape;14822;p45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3" name="Google Shape;14823;p45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4" name="Google Shape;14824;p45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25" name="Google Shape;14825;p45"/>
            <p:cNvGrpSpPr/>
            <p:nvPr/>
          </p:nvGrpSpPr>
          <p:grpSpPr>
            <a:xfrm>
              <a:off x="668298" y="1966386"/>
              <a:ext cx="579134" cy="548648"/>
              <a:chOff x="7785259" y="2760506"/>
              <a:chExt cx="348603" cy="332373"/>
            </a:xfrm>
          </p:grpSpPr>
          <p:sp>
            <p:nvSpPr>
              <p:cNvPr id="14826" name="Google Shape;14826;p45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7" name="Google Shape;14827;p45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8" name="Google Shape;14828;p45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9" name="Google Shape;14829;p45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0" name="Google Shape;14830;p45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1" name="Google Shape;14831;p45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2" name="Google Shape;14832;p45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3" name="Google Shape;14833;p45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4" name="Google Shape;14834;p45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5" name="Google Shape;14835;p45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36" name="Google Shape;14836;p45"/>
          <p:cNvGrpSpPr/>
          <p:nvPr/>
        </p:nvGrpSpPr>
        <p:grpSpPr>
          <a:xfrm>
            <a:off x="5901061" y="1237789"/>
            <a:ext cx="655339" cy="548655"/>
            <a:chOff x="5986741" y="1966364"/>
            <a:chExt cx="655339" cy="548655"/>
          </a:xfrm>
        </p:grpSpPr>
        <p:grpSp>
          <p:nvGrpSpPr>
            <p:cNvPr id="14837" name="Google Shape;14837;p45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4838" name="Google Shape;14838;p45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9" name="Google Shape;14839;p45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0" name="Google Shape;14840;p45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1" name="Google Shape;14841;p45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2" name="Google Shape;14842;p45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3" name="Google Shape;14843;p45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4" name="Google Shape;14844;p45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5" name="Google Shape;14845;p45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6" name="Google Shape;14846;p45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7" name="Google Shape;14847;p45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8" name="Google Shape;14848;p45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9" name="Google Shape;14849;p45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0" name="Google Shape;14850;p45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1" name="Google Shape;14851;p45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2" name="Google Shape;14852;p45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3" name="Google Shape;14853;p45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4" name="Google Shape;14854;p45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5" name="Google Shape;14855;p45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6" name="Google Shape;14856;p45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57" name="Google Shape;14857;p45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4858" name="Google Shape;14858;p45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9" name="Google Shape;14859;p45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0" name="Google Shape;14860;p45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1" name="Google Shape;14861;p45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2" name="Google Shape;14862;p45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3" name="Google Shape;14863;p45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4" name="Google Shape;14864;p45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5" name="Google Shape;14865;p45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6" name="Google Shape;14866;p45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7" name="Google Shape;14867;p45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8" name="Google Shape;14868;p45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9" name="Google Shape;14869;p45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0" name="Google Shape;14870;p45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1" name="Google Shape;14871;p45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2" name="Google Shape;14872;p45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3" name="Google Shape;14873;p45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4" name="Google Shape;14874;p45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5" name="Google Shape;14875;p45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rgbClr val="BEC9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6" name="Google Shape;14876;p45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877" name="Google Shape;14877;p45"/>
          <p:cNvSpPr txBox="1"/>
          <p:nvPr/>
        </p:nvSpPr>
        <p:spPr>
          <a:xfrm>
            <a:off x="676375" y="3636325"/>
            <a:ext cx="7894800" cy="119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- </a:t>
            </a: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Two extremes present in this week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- First time since Week 1 that all beers were picked for the first time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Week 5 Total: 375 points (9th)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81" name="Shape 1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2" name="Google Shape;14882;p46"/>
          <p:cNvSpPr txBox="1"/>
          <p:nvPr>
            <p:ph type="title"/>
          </p:nvPr>
        </p:nvSpPr>
        <p:spPr>
          <a:xfrm>
            <a:off x="713250" y="365550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Week 6 beer selection</a:t>
            </a:r>
            <a:endParaRPr/>
          </a:p>
        </p:txBody>
      </p:sp>
      <p:sp>
        <p:nvSpPr>
          <p:cNvPr id="14883" name="Google Shape;14883;p46"/>
          <p:cNvSpPr txBox="1"/>
          <p:nvPr>
            <p:ph idx="1" type="subTitle"/>
          </p:nvPr>
        </p:nvSpPr>
        <p:spPr>
          <a:xfrm>
            <a:off x="120711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Belching Beaver Deftones Phantom Bride IPA</a:t>
            </a:r>
            <a:endParaRPr/>
          </a:p>
        </p:txBody>
      </p:sp>
      <p:sp>
        <p:nvSpPr>
          <p:cNvPr id="14884" name="Google Shape;14884;p46"/>
          <p:cNvSpPr txBox="1"/>
          <p:nvPr>
            <p:ph idx="2" type="subTitle"/>
          </p:nvPr>
        </p:nvSpPr>
        <p:spPr>
          <a:xfrm>
            <a:off x="1233044" y="2006488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37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1st </a:t>
            </a:r>
            <a:endParaRPr/>
          </a:p>
        </p:txBody>
      </p:sp>
      <p:sp>
        <p:nvSpPr>
          <p:cNvPr id="14885" name="Google Shape;14885;p46"/>
          <p:cNvSpPr txBox="1"/>
          <p:nvPr>
            <p:ph idx="3" type="subTitle"/>
          </p:nvPr>
        </p:nvSpPr>
        <p:spPr>
          <a:xfrm>
            <a:off x="1233043" y="257873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Sunriver Vicious Mosquito IPA</a:t>
            </a:r>
            <a:endParaRPr/>
          </a:p>
        </p:txBody>
      </p:sp>
      <p:sp>
        <p:nvSpPr>
          <p:cNvPr id="14886" name="Google Shape;14886;p46"/>
          <p:cNvSpPr txBox="1"/>
          <p:nvPr>
            <p:ph idx="4" type="subTitle"/>
          </p:nvPr>
        </p:nvSpPr>
        <p:spPr>
          <a:xfrm>
            <a:off x="1233044" y="2984503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55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</a:t>
            </a:r>
            <a:endParaRPr/>
          </a:p>
        </p:txBody>
      </p:sp>
      <p:sp>
        <p:nvSpPr>
          <p:cNvPr id="14887" name="Google Shape;14887;p46"/>
          <p:cNvSpPr txBox="1"/>
          <p:nvPr>
            <p:ph idx="5" type="subTitle"/>
          </p:nvPr>
        </p:nvSpPr>
        <p:spPr>
          <a:xfrm>
            <a:off x="6601768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Parish Ghost in Machine Ale</a:t>
            </a:r>
            <a:endParaRPr/>
          </a:p>
        </p:txBody>
      </p:sp>
      <p:sp>
        <p:nvSpPr>
          <p:cNvPr id="14888" name="Google Shape;14888;p46"/>
          <p:cNvSpPr txBox="1"/>
          <p:nvPr>
            <p:ph idx="6" type="subTitle"/>
          </p:nvPr>
        </p:nvSpPr>
        <p:spPr>
          <a:xfrm>
            <a:off x="6601769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33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 </a:t>
            </a:r>
            <a:endParaRPr/>
          </a:p>
        </p:txBody>
      </p:sp>
      <p:sp>
        <p:nvSpPr>
          <p:cNvPr id="14889" name="Google Shape;14889;p46"/>
          <p:cNvSpPr txBox="1"/>
          <p:nvPr>
            <p:ph idx="7" type="subTitle"/>
          </p:nvPr>
        </p:nvSpPr>
        <p:spPr>
          <a:xfrm>
            <a:off x="6601768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Zero Gravity Conehead IPA</a:t>
            </a:r>
            <a:endParaRPr/>
          </a:p>
        </p:txBody>
      </p:sp>
      <p:sp>
        <p:nvSpPr>
          <p:cNvPr id="14890" name="Google Shape;14890;p46"/>
          <p:cNvSpPr txBox="1"/>
          <p:nvPr>
            <p:ph idx="8" type="subTitle"/>
          </p:nvPr>
        </p:nvSpPr>
        <p:spPr>
          <a:xfrm>
            <a:off x="6601769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95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3rd</a:t>
            </a:r>
            <a:endParaRPr/>
          </a:p>
        </p:txBody>
      </p:sp>
      <p:sp>
        <p:nvSpPr>
          <p:cNvPr id="14891" name="Google Shape;14891;p46"/>
          <p:cNvSpPr txBox="1"/>
          <p:nvPr>
            <p:ph idx="9" type="subTitle"/>
          </p:nvPr>
        </p:nvSpPr>
        <p:spPr>
          <a:xfrm>
            <a:off x="3904443" y="1237825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Left Hand Milk Stout Nitro</a:t>
            </a:r>
            <a:endParaRPr/>
          </a:p>
        </p:txBody>
      </p:sp>
      <p:sp>
        <p:nvSpPr>
          <p:cNvPr id="14892" name="Google Shape;14892;p46"/>
          <p:cNvSpPr txBox="1"/>
          <p:nvPr>
            <p:ph idx="13" type="subTitle"/>
          </p:nvPr>
        </p:nvSpPr>
        <p:spPr>
          <a:xfrm>
            <a:off x="3904444" y="1562275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76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</a:t>
            </a:r>
            <a:endParaRPr/>
          </a:p>
        </p:txBody>
      </p:sp>
      <p:sp>
        <p:nvSpPr>
          <p:cNvPr id="14893" name="Google Shape;14893;p46"/>
          <p:cNvSpPr txBox="1"/>
          <p:nvPr>
            <p:ph idx="14" type="subTitle"/>
          </p:nvPr>
        </p:nvSpPr>
        <p:spPr>
          <a:xfrm>
            <a:off x="3904443" y="2499188"/>
            <a:ext cx="1959600" cy="30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Wormtown Be Hoppy IPA</a:t>
            </a:r>
            <a:endParaRPr/>
          </a:p>
        </p:txBody>
      </p:sp>
      <p:sp>
        <p:nvSpPr>
          <p:cNvPr id="14894" name="Google Shape;14894;p46"/>
          <p:cNvSpPr txBox="1"/>
          <p:nvPr>
            <p:ph idx="15" type="subTitle"/>
          </p:nvPr>
        </p:nvSpPr>
        <p:spPr>
          <a:xfrm>
            <a:off x="3904444" y="2830091"/>
            <a:ext cx="1959600" cy="46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Points: 98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Times Picked: 2nd</a:t>
            </a:r>
            <a:endParaRPr/>
          </a:p>
        </p:txBody>
      </p:sp>
      <p:grpSp>
        <p:nvGrpSpPr>
          <p:cNvPr id="14895" name="Google Shape;14895;p46"/>
          <p:cNvGrpSpPr/>
          <p:nvPr/>
        </p:nvGrpSpPr>
        <p:grpSpPr>
          <a:xfrm>
            <a:off x="3324135" y="1237830"/>
            <a:ext cx="534921" cy="548641"/>
            <a:chOff x="3409814" y="1966405"/>
            <a:chExt cx="534921" cy="548641"/>
          </a:xfrm>
        </p:grpSpPr>
        <p:grpSp>
          <p:nvGrpSpPr>
            <p:cNvPr id="14896" name="Google Shape;14896;p46"/>
            <p:cNvGrpSpPr/>
            <p:nvPr/>
          </p:nvGrpSpPr>
          <p:grpSpPr>
            <a:xfrm>
              <a:off x="3409814" y="1966417"/>
              <a:ext cx="534921" cy="548629"/>
              <a:chOff x="1002398" y="1671602"/>
              <a:chExt cx="406660" cy="408449"/>
            </a:xfrm>
          </p:grpSpPr>
          <p:sp>
            <p:nvSpPr>
              <p:cNvPr id="14897" name="Google Shape;14897;p46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8" name="Google Shape;14898;p46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9" name="Google Shape;14899;p46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0" name="Google Shape;14900;p46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1" name="Google Shape;14901;p46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2" name="Google Shape;14902;p46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3" name="Google Shape;14903;p46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4" name="Google Shape;14904;p46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5" name="Google Shape;14905;p46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6" name="Google Shape;14906;p46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7" name="Google Shape;14907;p46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8" name="Google Shape;14908;p46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9" name="Google Shape;14909;p46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0" name="Google Shape;14910;p46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1" name="Google Shape;14911;p46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2" name="Google Shape;14912;p46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3" name="Google Shape;14913;p46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4" name="Google Shape;14914;p46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5" name="Google Shape;14915;p46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6" name="Google Shape;14916;p46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7" name="Google Shape;14917;p46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8" name="Google Shape;14918;p46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9" name="Google Shape;14919;p46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0" name="Google Shape;14920;p46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1" name="Google Shape;14921;p46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2" name="Google Shape;14922;p46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3" name="Google Shape;14923;p46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4" name="Google Shape;14924;p46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5" name="Google Shape;14925;p46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6" name="Google Shape;14926;p46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7" name="Google Shape;14927;p46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28" name="Google Shape;14928;p46"/>
            <p:cNvGrpSpPr/>
            <p:nvPr/>
          </p:nvGrpSpPr>
          <p:grpSpPr>
            <a:xfrm>
              <a:off x="3409814" y="1966405"/>
              <a:ext cx="534921" cy="548629"/>
              <a:chOff x="1002398" y="1671602"/>
              <a:chExt cx="406660" cy="408449"/>
            </a:xfrm>
          </p:grpSpPr>
          <p:sp>
            <p:nvSpPr>
              <p:cNvPr id="14929" name="Google Shape;14929;p46"/>
              <p:cNvSpPr/>
              <p:nvPr/>
            </p:nvSpPr>
            <p:spPr>
              <a:xfrm>
                <a:off x="1033361" y="1777633"/>
                <a:ext cx="303686" cy="208615"/>
              </a:xfrm>
              <a:custGeom>
                <a:rect b="b" l="l" r="r" t="t"/>
                <a:pathLst>
                  <a:path extrusionOk="0" h="6414" w="9337">
                    <a:moveTo>
                      <a:pt x="8598" y="1"/>
                    </a:moveTo>
                    <a:cubicBezTo>
                      <a:pt x="8360" y="25"/>
                      <a:pt x="8431" y="263"/>
                      <a:pt x="8336" y="430"/>
                    </a:cubicBezTo>
                    <a:cubicBezTo>
                      <a:pt x="8282" y="525"/>
                      <a:pt x="8196" y="565"/>
                      <a:pt x="8107" y="565"/>
                    </a:cubicBezTo>
                    <a:cubicBezTo>
                      <a:pt x="8039" y="565"/>
                      <a:pt x="7969" y="542"/>
                      <a:pt x="7907" y="501"/>
                    </a:cubicBezTo>
                    <a:cubicBezTo>
                      <a:pt x="7788" y="430"/>
                      <a:pt x="7812" y="287"/>
                      <a:pt x="7740" y="168"/>
                    </a:cubicBezTo>
                    <a:cubicBezTo>
                      <a:pt x="7696" y="79"/>
                      <a:pt x="7652" y="54"/>
                      <a:pt x="7590" y="54"/>
                    </a:cubicBezTo>
                    <a:cubicBezTo>
                      <a:pt x="7552" y="54"/>
                      <a:pt x="7509" y="63"/>
                      <a:pt x="7455" y="72"/>
                    </a:cubicBezTo>
                    <a:cubicBezTo>
                      <a:pt x="7312" y="103"/>
                      <a:pt x="7165" y="112"/>
                      <a:pt x="7015" y="112"/>
                    </a:cubicBezTo>
                    <a:cubicBezTo>
                      <a:pt x="6815" y="112"/>
                      <a:pt x="6611" y="96"/>
                      <a:pt x="6407" y="96"/>
                    </a:cubicBezTo>
                    <a:cubicBezTo>
                      <a:pt x="6276" y="108"/>
                      <a:pt x="6145" y="114"/>
                      <a:pt x="6014" y="114"/>
                    </a:cubicBezTo>
                    <a:cubicBezTo>
                      <a:pt x="5883" y="114"/>
                      <a:pt x="5752" y="108"/>
                      <a:pt x="5621" y="96"/>
                    </a:cubicBezTo>
                    <a:cubicBezTo>
                      <a:pt x="5355" y="71"/>
                      <a:pt x="5087" y="61"/>
                      <a:pt x="4817" y="61"/>
                    </a:cubicBezTo>
                    <a:cubicBezTo>
                      <a:pt x="4314" y="61"/>
                      <a:pt x="3807" y="97"/>
                      <a:pt x="3311" y="144"/>
                    </a:cubicBezTo>
                    <a:cubicBezTo>
                      <a:pt x="3144" y="160"/>
                      <a:pt x="2978" y="165"/>
                      <a:pt x="2810" y="165"/>
                    </a:cubicBezTo>
                    <a:cubicBezTo>
                      <a:pt x="2475" y="165"/>
                      <a:pt x="2136" y="144"/>
                      <a:pt x="1787" y="144"/>
                    </a:cubicBezTo>
                    <a:cubicBezTo>
                      <a:pt x="1620" y="144"/>
                      <a:pt x="1715" y="191"/>
                      <a:pt x="1668" y="334"/>
                    </a:cubicBezTo>
                    <a:cubicBezTo>
                      <a:pt x="1644" y="453"/>
                      <a:pt x="1525" y="549"/>
                      <a:pt x="1406" y="596"/>
                    </a:cubicBezTo>
                    <a:cubicBezTo>
                      <a:pt x="1391" y="599"/>
                      <a:pt x="1377" y="601"/>
                      <a:pt x="1363" y="601"/>
                    </a:cubicBezTo>
                    <a:cubicBezTo>
                      <a:pt x="1151" y="601"/>
                      <a:pt x="1028" y="275"/>
                      <a:pt x="1072" y="96"/>
                    </a:cubicBezTo>
                    <a:cubicBezTo>
                      <a:pt x="1058" y="91"/>
                      <a:pt x="1043" y="90"/>
                      <a:pt x="1027" y="90"/>
                    </a:cubicBezTo>
                    <a:cubicBezTo>
                      <a:pt x="964" y="90"/>
                      <a:pt x="891" y="120"/>
                      <a:pt x="834" y="120"/>
                    </a:cubicBezTo>
                    <a:cubicBezTo>
                      <a:pt x="668" y="168"/>
                      <a:pt x="477" y="168"/>
                      <a:pt x="310" y="239"/>
                    </a:cubicBezTo>
                    <a:cubicBezTo>
                      <a:pt x="215" y="287"/>
                      <a:pt x="96" y="287"/>
                      <a:pt x="96" y="382"/>
                    </a:cubicBezTo>
                    <a:cubicBezTo>
                      <a:pt x="96" y="573"/>
                      <a:pt x="72" y="763"/>
                      <a:pt x="48" y="930"/>
                    </a:cubicBezTo>
                    <a:cubicBezTo>
                      <a:pt x="1" y="1311"/>
                      <a:pt x="25" y="1668"/>
                      <a:pt x="25" y="2049"/>
                    </a:cubicBezTo>
                    <a:cubicBezTo>
                      <a:pt x="48" y="2359"/>
                      <a:pt x="25" y="2668"/>
                      <a:pt x="1" y="2978"/>
                    </a:cubicBezTo>
                    <a:cubicBezTo>
                      <a:pt x="1" y="3287"/>
                      <a:pt x="25" y="3597"/>
                      <a:pt x="25" y="3907"/>
                    </a:cubicBezTo>
                    <a:cubicBezTo>
                      <a:pt x="48" y="4573"/>
                      <a:pt x="72" y="5240"/>
                      <a:pt x="72" y="5907"/>
                    </a:cubicBezTo>
                    <a:cubicBezTo>
                      <a:pt x="72" y="6145"/>
                      <a:pt x="120" y="6217"/>
                      <a:pt x="358" y="6240"/>
                    </a:cubicBezTo>
                    <a:cubicBezTo>
                      <a:pt x="501" y="6256"/>
                      <a:pt x="644" y="6262"/>
                      <a:pt x="787" y="6262"/>
                    </a:cubicBezTo>
                    <a:cubicBezTo>
                      <a:pt x="1072" y="6262"/>
                      <a:pt x="1358" y="6240"/>
                      <a:pt x="1644" y="6240"/>
                    </a:cubicBezTo>
                    <a:cubicBezTo>
                      <a:pt x="2215" y="6264"/>
                      <a:pt x="2787" y="6240"/>
                      <a:pt x="3359" y="6288"/>
                    </a:cubicBezTo>
                    <a:cubicBezTo>
                      <a:pt x="4049" y="6359"/>
                      <a:pt x="4740" y="6312"/>
                      <a:pt x="5454" y="6359"/>
                    </a:cubicBezTo>
                    <a:cubicBezTo>
                      <a:pt x="5811" y="6371"/>
                      <a:pt x="6175" y="6371"/>
                      <a:pt x="6541" y="6371"/>
                    </a:cubicBezTo>
                    <a:cubicBezTo>
                      <a:pt x="6907" y="6371"/>
                      <a:pt x="7276" y="6371"/>
                      <a:pt x="7645" y="6383"/>
                    </a:cubicBezTo>
                    <a:cubicBezTo>
                      <a:pt x="7874" y="6383"/>
                      <a:pt x="8102" y="6414"/>
                      <a:pt x="8331" y="6414"/>
                    </a:cubicBezTo>
                    <a:cubicBezTo>
                      <a:pt x="8388" y="6414"/>
                      <a:pt x="8445" y="6412"/>
                      <a:pt x="8503" y="6407"/>
                    </a:cubicBezTo>
                    <a:cubicBezTo>
                      <a:pt x="8693" y="6383"/>
                      <a:pt x="8955" y="6383"/>
                      <a:pt x="9122" y="6264"/>
                    </a:cubicBezTo>
                    <a:cubicBezTo>
                      <a:pt x="9336" y="6121"/>
                      <a:pt x="9265" y="5883"/>
                      <a:pt x="9169" y="5693"/>
                    </a:cubicBezTo>
                    <a:cubicBezTo>
                      <a:pt x="9122" y="5574"/>
                      <a:pt x="9122" y="5478"/>
                      <a:pt x="9122" y="5359"/>
                    </a:cubicBezTo>
                    <a:cubicBezTo>
                      <a:pt x="9145" y="5193"/>
                      <a:pt x="9122" y="5050"/>
                      <a:pt x="9122" y="4883"/>
                    </a:cubicBezTo>
                    <a:cubicBezTo>
                      <a:pt x="9098" y="4597"/>
                      <a:pt x="9122" y="4311"/>
                      <a:pt x="9122" y="4026"/>
                    </a:cubicBezTo>
                    <a:cubicBezTo>
                      <a:pt x="9122" y="3716"/>
                      <a:pt x="9122" y="3406"/>
                      <a:pt x="9098" y="3097"/>
                    </a:cubicBezTo>
                    <a:cubicBezTo>
                      <a:pt x="9074" y="2763"/>
                      <a:pt x="9122" y="2430"/>
                      <a:pt x="9098" y="2097"/>
                    </a:cubicBezTo>
                    <a:cubicBezTo>
                      <a:pt x="9074" y="1525"/>
                      <a:pt x="9169" y="977"/>
                      <a:pt x="9050" y="406"/>
                    </a:cubicBezTo>
                    <a:cubicBezTo>
                      <a:pt x="9026" y="334"/>
                      <a:pt x="9003" y="120"/>
                      <a:pt x="8931" y="49"/>
                    </a:cubicBezTo>
                    <a:cubicBezTo>
                      <a:pt x="8860" y="1"/>
                      <a:pt x="8693" y="1"/>
                      <a:pt x="8598" y="1"/>
                    </a:cubicBezTo>
                    <a:close/>
                  </a:path>
                </a:pathLst>
              </a:custGeom>
              <a:solidFill>
                <a:srgbClr val="EC9B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0" name="Google Shape;14930;p46"/>
              <p:cNvSpPr/>
              <p:nvPr/>
            </p:nvSpPr>
            <p:spPr>
              <a:xfrm>
                <a:off x="1031833" y="1779845"/>
                <a:ext cx="299783" cy="205591"/>
              </a:xfrm>
              <a:custGeom>
                <a:rect b="b" l="l" r="r" t="t"/>
                <a:pathLst>
                  <a:path extrusionOk="0" h="6321" w="9217">
                    <a:moveTo>
                      <a:pt x="1020" y="1"/>
                    </a:moveTo>
                    <a:cubicBezTo>
                      <a:pt x="972" y="1"/>
                      <a:pt x="922" y="14"/>
                      <a:pt x="881" y="28"/>
                    </a:cubicBezTo>
                    <a:cubicBezTo>
                      <a:pt x="667" y="28"/>
                      <a:pt x="500" y="28"/>
                      <a:pt x="310" y="147"/>
                    </a:cubicBezTo>
                    <a:cubicBezTo>
                      <a:pt x="95" y="266"/>
                      <a:pt x="48" y="624"/>
                      <a:pt x="72" y="838"/>
                    </a:cubicBezTo>
                    <a:cubicBezTo>
                      <a:pt x="95" y="1171"/>
                      <a:pt x="24" y="1529"/>
                      <a:pt x="0" y="1886"/>
                    </a:cubicBezTo>
                    <a:cubicBezTo>
                      <a:pt x="0" y="2338"/>
                      <a:pt x="48" y="2838"/>
                      <a:pt x="72" y="3291"/>
                    </a:cubicBezTo>
                    <a:cubicBezTo>
                      <a:pt x="95" y="3791"/>
                      <a:pt x="119" y="4267"/>
                      <a:pt x="95" y="4767"/>
                    </a:cubicBezTo>
                    <a:cubicBezTo>
                      <a:pt x="72" y="5148"/>
                      <a:pt x="24" y="5553"/>
                      <a:pt x="72" y="5934"/>
                    </a:cubicBezTo>
                    <a:cubicBezTo>
                      <a:pt x="119" y="6220"/>
                      <a:pt x="381" y="6291"/>
                      <a:pt x="643" y="6315"/>
                    </a:cubicBezTo>
                    <a:cubicBezTo>
                      <a:pt x="1143" y="6315"/>
                      <a:pt x="1667" y="6244"/>
                      <a:pt x="2191" y="6244"/>
                    </a:cubicBezTo>
                    <a:cubicBezTo>
                      <a:pt x="2297" y="6249"/>
                      <a:pt x="2402" y="6251"/>
                      <a:pt x="2508" y="6251"/>
                    </a:cubicBezTo>
                    <a:cubicBezTo>
                      <a:pt x="2797" y="6251"/>
                      <a:pt x="3086" y="6237"/>
                      <a:pt x="3374" y="6237"/>
                    </a:cubicBezTo>
                    <a:cubicBezTo>
                      <a:pt x="3480" y="6237"/>
                      <a:pt x="3586" y="6239"/>
                      <a:pt x="3691" y="6244"/>
                    </a:cubicBezTo>
                    <a:cubicBezTo>
                      <a:pt x="3937" y="6264"/>
                      <a:pt x="4218" y="6320"/>
                      <a:pt x="4474" y="6320"/>
                    </a:cubicBezTo>
                    <a:cubicBezTo>
                      <a:pt x="4516" y="6320"/>
                      <a:pt x="4556" y="6319"/>
                      <a:pt x="4596" y="6315"/>
                    </a:cubicBezTo>
                    <a:cubicBezTo>
                      <a:pt x="4692" y="6315"/>
                      <a:pt x="4763" y="6268"/>
                      <a:pt x="4858" y="6268"/>
                    </a:cubicBezTo>
                    <a:cubicBezTo>
                      <a:pt x="4977" y="6268"/>
                      <a:pt x="5073" y="6291"/>
                      <a:pt x="5192" y="6291"/>
                    </a:cubicBezTo>
                    <a:cubicBezTo>
                      <a:pt x="5573" y="6291"/>
                      <a:pt x="5930" y="6172"/>
                      <a:pt x="6311" y="6172"/>
                    </a:cubicBezTo>
                    <a:cubicBezTo>
                      <a:pt x="6430" y="6172"/>
                      <a:pt x="6525" y="6196"/>
                      <a:pt x="6644" y="6220"/>
                    </a:cubicBezTo>
                    <a:cubicBezTo>
                      <a:pt x="6835" y="6220"/>
                      <a:pt x="7025" y="6196"/>
                      <a:pt x="7192" y="6196"/>
                    </a:cubicBezTo>
                    <a:cubicBezTo>
                      <a:pt x="7478" y="6172"/>
                      <a:pt x="7740" y="6149"/>
                      <a:pt x="8026" y="6149"/>
                    </a:cubicBezTo>
                    <a:cubicBezTo>
                      <a:pt x="8240" y="6149"/>
                      <a:pt x="8454" y="6149"/>
                      <a:pt x="8669" y="6172"/>
                    </a:cubicBezTo>
                    <a:cubicBezTo>
                      <a:pt x="8736" y="6189"/>
                      <a:pt x="8827" y="6206"/>
                      <a:pt x="8917" y="6206"/>
                    </a:cubicBezTo>
                    <a:cubicBezTo>
                      <a:pt x="8954" y="6206"/>
                      <a:pt x="8991" y="6203"/>
                      <a:pt x="9026" y="6196"/>
                    </a:cubicBezTo>
                    <a:cubicBezTo>
                      <a:pt x="9216" y="6125"/>
                      <a:pt x="9145" y="5720"/>
                      <a:pt x="9097" y="5577"/>
                    </a:cubicBezTo>
                    <a:cubicBezTo>
                      <a:pt x="8978" y="5196"/>
                      <a:pt x="8669" y="5148"/>
                      <a:pt x="8311" y="5101"/>
                    </a:cubicBezTo>
                    <a:cubicBezTo>
                      <a:pt x="7597" y="5005"/>
                      <a:pt x="6930" y="4696"/>
                      <a:pt x="6216" y="4553"/>
                    </a:cubicBezTo>
                    <a:cubicBezTo>
                      <a:pt x="5763" y="4434"/>
                      <a:pt x="5287" y="4339"/>
                      <a:pt x="4834" y="4148"/>
                    </a:cubicBezTo>
                    <a:cubicBezTo>
                      <a:pt x="4739" y="4100"/>
                      <a:pt x="4620" y="4029"/>
                      <a:pt x="4501" y="3981"/>
                    </a:cubicBezTo>
                    <a:cubicBezTo>
                      <a:pt x="4406" y="3934"/>
                      <a:pt x="4287" y="3886"/>
                      <a:pt x="4168" y="3886"/>
                    </a:cubicBezTo>
                    <a:cubicBezTo>
                      <a:pt x="3929" y="3862"/>
                      <a:pt x="3739" y="3767"/>
                      <a:pt x="3548" y="3648"/>
                    </a:cubicBezTo>
                    <a:cubicBezTo>
                      <a:pt x="3096" y="3386"/>
                      <a:pt x="2667" y="3005"/>
                      <a:pt x="2310" y="2624"/>
                    </a:cubicBezTo>
                    <a:cubicBezTo>
                      <a:pt x="1953" y="2219"/>
                      <a:pt x="1667" y="1790"/>
                      <a:pt x="1524" y="1267"/>
                    </a:cubicBezTo>
                    <a:cubicBezTo>
                      <a:pt x="1477" y="1171"/>
                      <a:pt x="1477" y="1076"/>
                      <a:pt x="1453" y="981"/>
                    </a:cubicBezTo>
                    <a:cubicBezTo>
                      <a:pt x="1429" y="838"/>
                      <a:pt x="1405" y="695"/>
                      <a:pt x="1358" y="576"/>
                    </a:cubicBezTo>
                    <a:cubicBezTo>
                      <a:pt x="1310" y="457"/>
                      <a:pt x="1262" y="362"/>
                      <a:pt x="1215" y="219"/>
                    </a:cubicBezTo>
                    <a:cubicBezTo>
                      <a:pt x="1191" y="171"/>
                      <a:pt x="1191" y="52"/>
                      <a:pt x="1119" y="28"/>
                    </a:cubicBezTo>
                    <a:cubicBezTo>
                      <a:pt x="1089" y="8"/>
                      <a:pt x="1055" y="1"/>
                      <a:pt x="102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1" name="Google Shape;14931;p46"/>
              <p:cNvSpPr/>
              <p:nvPr/>
            </p:nvSpPr>
            <p:spPr>
              <a:xfrm>
                <a:off x="1037362" y="1980492"/>
                <a:ext cx="293473" cy="24264"/>
              </a:xfrm>
              <a:custGeom>
                <a:rect b="b" l="l" r="r" t="t"/>
                <a:pathLst>
                  <a:path extrusionOk="0" h="746" w="9023">
                    <a:moveTo>
                      <a:pt x="8744" y="1"/>
                    </a:moveTo>
                    <a:cubicBezTo>
                      <a:pt x="8710" y="1"/>
                      <a:pt x="8681" y="3"/>
                      <a:pt x="8665" y="3"/>
                    </a:cubicBezTo>
                    <a:lnTo>
                      <a:pt x="8118" y="3"/>
                    </a:lnTo>
                    <a:cubicBezTo>
                      <a:pt x="7617" y="3"/>
                      <a:pt x="7117" y="27"/>
                      <a:pt x="6641" y="27"/>
                    </a:cubicBezTo>
                    <a:cubicBezTo>
                      <a:pt x="6591" y="24"/>
                      <a:pt x="6542" y="22"/>
                      <a:pt x="6493" y="22"/>
                    </a:cubicBezTo>
                    <a:cubicBezTo>
                      <a:pt x="6190" y="22"/>
                      <a:pt x="5901" y="78"/>
                      <a:pt x="5593" y="99"/>
                    </a:cubicBezTo>
                    <a:cubicBezTo>
                      <a:pt x="5260" y="99"/>
                      <a:pt x="4926" y="75"/>
                      <a:pt x="4593" y="75"/>
                    </a:cubicBezTo>
                    <a:cubicBezTo>
                      <a:pt x="3855" y="75"/>
                      <a:pt x="3117" y="51"/>
                      <a:pt x="2378" y="51"/>
                    </a:cubicBezTo>
                    <a:lnTo>
                      <a:pt x="854" y="51"/>
                    </a:lnTo>
                    <a:cubicBezTo>
                      <a:pt x="785" y="51"/>
                      <a:pt x="608" y="30"/>
                      <a:pt x="442" y="30"/>
                    </a:cubicBezTo>
                    <a:cubicBezTo>
                      <a:pt x="210" y="30"/>
                      <a:pt x="1" y="71"/>
                      <a:pt x="140" y="265"/>
                    </a:cubicBezTo>
                    <a:cubicBezTo>
                      <a:pt x="402" y="670"/>
                      <a:pt x="902" y="742"/>
                      <a:pt x="1330" y="742"/>
                    </a:cubicBezTo>
                    <a:cubicBezTo>
                      <a:pt x="1530" y="742"/>
                      <a:pt x="1730" y="745"/>
                      <a:pt x="1923" y="745"/>
                    </a:cubicBezTo>
                    <a:cubicBezTo>
                      <a:pt x="2212" y="745"/>
                      <a:pt x="2483" y="737"/>
                      <a:pt x="2712" y="694"/>
                    </a:cubicBezTo>
                    <a:cubicBezTo>
                      <a:pt x="2767" y="686"/>
                      <a:pt x="2825" y="683"/>
                      <a:pt x="2885" y="683"/>
                    </a:cubicBezTo>
                    <a:cubicBezTo>
                      <a:pt x="3003" y="683"/>
                      <a:pt x="3124" y="694"/>
                      <a:pt x="3236" y="694"/>
                    </a:cubicBezTo>
                    <a:cubicBezTo>
                      <a:pt x="3569" y="670"/>
                      <a:pt x="3879" y="670"/>
                      <a:pt x="4212" y="670"/>
                    </a:cubicBezTo>
                    <a:cubicBezTo>
                      <a:pt x="4599" y="687"/>
                      <a:pt x="4998" y="704"/>
                      <a:pt x="5401" y="704"/>
                    </a:cubicBezTo>
                    <a:cubicBezTo>
                      <a:pt x="5568" y="704"/>
                      <a:pt x="5735" y="701"/>
                      <a:pt x="5903" y="694"/>
                    </a:cubicBezTo>
                    <a:cubicBezTo>
                      <a:pt x="5950" y="689"/>
                      <a:pt x="5997" y="687"/>
                      <a:pt x="6043" y="687"/>
                    </a:cubicBezTo>
                    <a:cubicBezTo>
                      <a:pt x="6228" y="687"/>
                      <a:pt x="6403" y="718"/>
                      <a:pt x="6593" y="718"/>
                    </a:cubicBezTo>
                    <a:lnTo>
                      <a:pt x="7546" y="718"/>
                    </a:lnTo>
                    <a:cubicBezTo>
                      <a:pt x="7808" y="694"/>
                      <a:pt x="8094" y="694"/>
                      <a:pt x="8356" y="599"/>
                    </a:cubicBezTo>
                    <a:cubicBezTo>
                      <a:pt x="8475" y="575"/>
                      <a:pt x="9022" y="241"/>
                      <a:pt x="8927" y="75"/>
                    </a:cubicBezTo>
                    <a:cubicBezTo>
                      <a:pt x="8895" y="11"/>
                      <a:pt x="8811" y="1"/>
                      <a:pt x="8744" y="1"/>
                    </a:cubicBezTo>
                    <a:close/>
                  </a:path>
                </a:pathLst>
              </a:custGeom>
              <a:solidFill>
                <a:srgbClr val="C168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2" name="Google Shape;14932;p46"/>
              <p:cNvSpPr/>
              <p:nvPr/>
            </p:nvSpPr>
            <p:spPr>
              <a:xfrm>
                <a:off x="1285105" y="1732944"/>
                <a:ext cx="24817" cy="65375"/>
              </a:xfrm>
              <a:custGeom>
                <a:rect b="b" l="l" r="r" t="t"/>
                <a:pathLst>
                  <a:path extrusionOk="0" h="2010" w="763">
                    <a:moveTo>
                      <a:pt x="417" y="1"/>
                    </a:moveTo>
                    <a:cubicBezTo>
                      <a:pt x="392" y="1"/>
                      <a:pt x="364" y="6"/>
                      <a:pt x="334" y="18"/>
                    </a:cubicBezTo>
                    <a:cubicBezTo>
                      <a:pt x="215" y="41"/>
                      <a:pt x="143" y="256"/>
                      <a:pt x="120" y="351"/>
                    </a:cubicBezTo>
                    <a:cubicBezTo>
                      <a:pt x="48" y="589"/>
                      <a:pt x="72" y="827"/>
                      <a:pt x="48" y="1065"/>
                    </a:cubicBezTo>
                    <a:cubicBezTo>
                      <a:pt x="48" y="1256"/>
                      <a:pt x="24" y="1423"/>
                      <a:pt x="24" y="1613"/>
                    </a:cubicBezTo>
                    <a:cubicBezTo>
                      <a:pt x="24" y="1685"/>
                      <a:pt x="0" y="1804"/>
                      <a:pt x="48" y="1875"/>
                    </a:cubicBezTo>
                    <a:cubicBezTo>
                      <a:pt x="106" y="1967"/>
                      <a:pt x="202" y="2009"/>
                      <a:pt x="300" y="2009"/>
                    </a:cubicBezTo>
                    <a:cubicBezTo>
                      <a:pt x="404" y="2009"/>
                      <a:pt x="510" y="1961"/>
                      <a:pt x="572" y="1875"/>
                    </a:cubicBezTo>
                    <a:cubicBezTo>
                      <a:pt x="763" y="1589"/>
                      <a:pt x="715" y="1256"/>
                      <a:pt x="691" y="946"/>
                    </a:cubicBezTo>
                    <a:cubicBezTo>
                      <a:pt x="667" y="732"/>
                      <a:pt x="667" y="518"/>
                      <a:pt x="643" y="327"/>
                    </a:cubicBezTo>
                    <a:cubicBezTo>
                      <a:pt x="603" y="147"/>
                      <a:pt x="547" y="1"/>
                      <a:pt x="41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3" name="Google Shape;14933;p46"/>
              <p:cNvSpPr/>
              <p:nvPr/>
            </p:nvSpPr>
            <p:spPr>
              <a:xfrm>
                <a:off x="1068228" y="1733204"/>
                <a:ext cx="22475" cy="63131"/>
              </a:xfrm>
              <a:custGeom>
                <a:rect b="b" l="l" r="r" t="t"/>
                <a:pathLst>
                  <a:path extrusionOk="0" h="1941" w="691">
                    <a:moveTo>
                      <a:pt x="351" y="0"/>
                    </a:moveTo>
                    <a:cubicBezTo>
                      <a:pt x="312" y="0"/>
                      <a:pt x="268" y="12"/>
                      <a:pt x="215" y="33"/>
                    </a:cubicBezTo>
                    <a:cubicBezTo>
                      <a:pt x="48" y="105"/>
                      <a:pt x="48" y="272"/>
                      <a:pt x="48" y="438"/>
                    </a:cubicBezTo>
                    <a:cubicBezTo>
                      <a:pt x="48" y="581"/>
                      <a:pt x="72" y="748"/>
                      <a:pt x="48" y="915"/>
                    </a:cubicBezTo>
                    <a:cubicBezTo>
                      <a:pt x="48" y="1105"/>
                      <a:pt x="24" y="1296"/>
                      <a:pt x="0" y="1486"/>
                    </a:cubicBezTo>
                    <a:cubicBezTo>
                      <a:pt x="0" y="1735"/>
                      <a:pt x="43" y="1940"/>
                      <a:pt x="312" y="1940"/>
                    </a:cubicBezTo>
                    <a:cubicBezTo>
                      <a:pt x="327" y="1940"/>
                      <a:pt x="342" y="1940"/>
                      <a:pt x="358" y="1939"/>
                    </a:cubicBezTo>
                    <a:cubicBezTo>
                      <a:pt x="453" y="1939"/>
                      <a:pt x="548" y="1939"/>
                      <a:pt x="596" y="1843"/>
                    </a:cubicBezTo>
                    <a:cubicBezTo>
                      <a:pt x="667" y="1724"/>
                      <a:pt x="667" y="1581"/>
                      <a:pt x="667" y="1462"/>
                    </a:cubicBezTo>
                    <a:cubicBezTo>
                      <a:pt x="691" y="1042"/>
                      <a:pt x="576" y="599"/>
                      <a:pt x="572" y="177"/>
                    </a:cubicBezTo>
                    <a:lnTo>
                      <a:pt x="572" y="177"/>
                    </a:lnTo>
                    <a:cubicBezTo>
                      <a:pt x="573" y="178"/>
                      <a:pt x="573" y="178"/>
                      <a:pt x="574" y="178"/>
                    </a:cubicBezTo>
                    <a:cubicBezTo>
                      <a:pt x="578" y="178"/>
                      <a:pt x="578" y="170"/>
                      <a:pt x="572" y="152"/>
                    </a:cubicBezTo>
                    <a:lnTo>
                      <a:pt x="572" y="152"/>
                    </a:lnTo>
                    <a:cubicBezTo>
                      <a:pt x="572" y="161"/>
                      <a:pt x="572" y="169"/>
                      <a:pt x="572" y="177"/>
                    </a:cubicBezTo>
                    <a:lnTo>
                      <a:pt x="572" y="177"/>
                    </a:lnTo>
                    <a:cubicBezTo>
                      <a:pt x="557" y="172"/>
                      <a:pt x="511" y="109"/>
                      <a:pt x="477" y="57"/>
                    </a:cubicBezTo>
                    <a:cubicBezTo>
                      <a:pt x="437" y="18"/>
                      <a:pt x="398" y="0"/>
                      <a:pt x="35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4" name="Google Shape;14934;p46"/>
              <p:cNvSpPr/>
              <p:nvPr/>
            </p:nvSpPr>
            <p:spPr>
              <a:xfrm>
                <a:off x="1006268" y="1673651"/>
                <a:ext cx="65863" cy="92729"/>
              </a:xfrm>
              <a:custGeom>
                <a:rect b="b" l="l" r="r" t="t"/>
                <a:pathLst>
                  <a:path extrusionOk="0" h="2851" w="2025">
                    <a:moveTo>
                      <a:pt x="703" y="1"/>
                    </a:moveTo>
                    <a:cubicBezTo>
                      <a:pt x="565" y="1"/>
                      <a:pt x="433" y="51"/>
                      <a:pt x="334" y="150"/>
                    </a:cubicBezTo>
                    <a:cubicBezTo>
                      <a:pt x="262" y="221"/>
                      <a:pt x="167" y="364"/>
                      <a:pt x="167" y="483"/>
                    </a:cubicBezTo>
                    <a:cubicBezTo>
                      <a:pt x="167" y="578"/>
                      <a:pt x="215" y="721"/>
                      <a:pt x="262" y="793"/>
                    </a:cubicBezTo>
                    <a:cubicBezTo>
                      <a:pt x="286" y="840"/>
                      <a:pt x="334" y="864"/>
                      <a:pt x="381" y="912"/>
                    </a:cubicBezTo>
                    <a:cubicBezTo>
                      <a:pt x="405" y="912"/>
                      <a:pt x="477" y="912"/>
                      <a:pt x="477" y="959"/>
                    </a:cubicBezTo>
                    <a:cubicBezTo>
                      <a:pt x="524" y="1031"/>
                      <a:pt x="262" y="1317"/>
                      <a:pt x="215" y="1388"/>
                    </a:cubicBezTo>
                    <a:cubicBezTo>
                      <a:pt x="119" y="1602"/>
                      <a:pt x="0" y="1864"/>
                      <a:pt x="24" y="2103"/>
                    </a:cubicBezTo>
                    <a:cubicBezTo>
                      <a:pt x="24" y="2317"/>
                      <a:pt x="119" y="2579"/>
                      <a:pt x="310" y="2698"/>
                    </a:cubicBezTo>
                    <a:cubicBezTo>
                      <a:pt x="477" y="2793"/>
                      <a:pt x="738" y="2817"/>
                      <a:pt x="929" y="2817"/>
                    </a:cubicBezTo>
                    <a:cubicBezTo>
                      <a:pt x="1131" y="2834"/>
                      <a:pt x="1333" y="2851"/>
                      <a:pt x="1527" y="2851"/>
                    </a:cubicBezTo>
                    <a:cubicBezTo>
                      <a:pt x="1607" y="2851"/>
                      <a:pt x="1686" y="2848"/>
                      <a:pt x="1762" y="2841"/>
                    </a:cubicBezTo>
                    <a:cubicBezTo>
                      <a:pt x="2024" y="2841"/>
                      <a:pt x="2001" y="2364"/>
                      <a:pt x="1882" y="2198"/>
                    </a:cubicBezTo>
                    <a:cubicBezTo>
                      <a:pt x="1836" y="2152"/>
                      <a:pt x="1781" y="2136"/>
                      <a:pt x="1723" y="2136"/>
                    </a:cubicBezTo>
                    <a:cubicBezTo>
                      <a:pt x="1689" y="2136"/>
                      <a:pt x="1654" y="2141"/>
                      <a:pt x="1620" y="2150"/>
                    </a:cubicBezTo>
                    <a:cubicBezTo>
                      <a:pt x="1493" y="2150"/>
                      <a:pt x="1376" y="2171"/>
                      <a:pt x="1256" y="2171"/>
                    </a:cubicBezTo>
                    <a:cubicBezTo>
                      <a:pt x="1196" y="2171"/>
                      <a:pt x="1135" y="2166"/>
                      <a:pt x="1072" y="2150"/>
                    </a:cubicBezTo>
                    <a:cubicBezTo>
                      <a:pt x="905" y="2103"/>
                      <a:pt x="762" y="2031"/>
                      <a:pt x="715" y="1864"/>
                    </a:cubicBezTo>
                    <a:cubicBezTo>
                      <a:pt x="667" y="1674"/>
                      <a:pt x="786" y="1602"/>
                      <a:pt x="953" y="1531"/>
                    </a:cubicBezTo>
                    <a:cubicBezTo>
                      <a:pt x="1215" y="1340"/>
                      <a:pt x="1548" y="1340"/>
                      <a:pt x="1620" y="983"/>
                    </a:cubicBezTo>
                    <a:cubicBezTo>
                      <a:pt x="1691" y="745"/>
                      <a:pt x="1667" y="531"/>
                      <a:pt x="1477" y="340"/>
                    </a:cubicBezTo>
                    <a:cubicBezTo>
                      <a:pt x="1334" y="174"/>
                      <a:pt x="1024" y="31"/>
                      <a:pt x="786" y="7"/>
                    </a:cubicBezTo>
                    <a:cubicBezTo>
                      <a:pt x="758" y="3"/>
                      <a:pt x="731" y="1"/>
                      <a:pt x="70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5" name="Google Shape;14935;p46"/>
              <p:cNvSpPr/>
              <p:nvPr/>
            </p:nvSpPr>
            <p:spPr>
              <a:xfrm>
                <a:off x="1085271" y="1740912"/>
                <a:ext cx="204517" cy="24003"/>
              </a:xfrm>
              <a:custGeom>
                <a:rect b="b" l="l" r="r" t="t"/>
                <a:pathLst>
                  <a:path extrusionOk="0" h="738" w="6288">
                    <a:moveTo>
                      <a:pt x="3033" y="1"/>
                    </a:moveTo>
                    <a:cubicBezTo>
                      <a:pt x="2539" y="1"/>
                      <a:pt x="2044" y="18"/>
                      <a:pt x="1572" y="35"/>
                    </a:cubicBezTo>
                    <a:cubicBezTo>
                      <a:pt x="1502" y="40"/>
                      <a:pt x="1432" y="41"/>
                      <a:pt x="1364" y="41"/>
                    </a:cubicBezTo>
                    <a:cubicBezTo>
                      <a:pt x="1176" y="41"/>
                      <a:pt x="995" y="28"/>
                      <a:pt x="816" y="28"/>
                    </a:cubicBezTo>
                    <a:cubicBezTo>
                      <a:pt x="750" y="28"/>
                      <a:pt x="685" y="29"/>
                      <a:pt x="619" y="35"/>
                    </a:cubicBezTo>
                    <a:cubicBezTo>
                      <a:pt x="453" y="35"/>
                      <a:pt x="310" y="35"/>
                      <a:pt x="167" y="11"/>
                    </a:cubicBezTo>
                    <a:cubicBezTo>
                      <a:pt x="96" y="225"/>
                      <a:pt x="0" y="511"/>
                      <a:pt x="96" y="630"/>
                    </a:cubicBezTo>
                    <a:cubicBezTo>
                      <a:pt x="127" y="693"/>
                      <a:pt x="191" y="704"/>
                      <a:pt x="258" y="704"/>
                    </a:cubicBezTo>
                    <a:cubicBezTo>
                      <a:pt x="291" y="704"/>
                      <a:pt x="326" y="701"/>
                      <a:pt x="358" y="701"/>
                    </a:cubicBezTo>
                    <a:lnTo>
                      <a:pt x="2144" y="701"/>
                    </a:lnTo>
                    <a:cubicBezTo>
                      <a:pt x="2890" y="687"/>
                      <a:pt x="3645" y="648"/>
                      <a:pt x="4404" y="648"/>
                    </a:cubicBezTo>
                    <a:cubicBezTo>
                      <a:pt x="4927" y="648"/>
                      <a:pt x="5453" y="667"/>
                      <a:pt x="5978" y="725"/>
                    </a:cubicBezTo>
                    <a:cubicBezTo>
                      <a:pt x="6013" y="725"/>
                      <a:pt x="6067" y="737"/>
                      <a:pt x="6118" y="737"/>
                    </a:cubicBezTo>
                    <a:cubicBezTo>
                      <a:pt x="6168" y="737"/>
                      <a:pt x="6216" y="725"/>
                      <a:pt x="6240" y="678"/>
                    </a:cubicBezTo>
                    <a:cubicBezTo>
                      <a:pt x="6287" y="630"/>
                      <a:pt x="6264" y="439"/>
                      <a:pt x="6287" y="368"/>
                    </a:cubicBezTo>
                    <a:cubicBezTo>
                      <a:pt x="6287" y="154"/>
                      <a:pt x="6264" y="82"/>
                      <a:pt x="6025" y="82"/>
                    </a:cubicBezTo>
                    <a:cubicBezTo>
                      <a:pt x="5239" y="58"/>
                      <a:pt x="4430" y="11"/>
                      <a:pt x="3644" y="11"/>
                    </a:cubicBezTo>
                    <a:cubicBezTo>
                      <a:pt x="3442" y="4"/>
                      <a:pt x="3237" y="1"/>
                      <a:pt x="303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6" name="Google Shape;14936;p46"/>
              <p:cNvSpPr/>
              <p:nvPr/>
            </p:nvSpPr>
            <p:spPr>
              <a:xfrm>
                <a:off x="1306018" y="1737140"/>
                <a:ext cx="98388" cy="336178"/>
              </a:xfrm>
              <a:custGeom>
                <a:rect b="b" l="l" r="r" t="t"/>
                <a:pathLst>
                  <a:path extrusionOk="0" h="10336" w="3025">
                    <a:moveTo>
                      <a:pt x="211" y="0"/>
                    </a:moveTo>
                    <a:cubicBezTo>
                      <a:pt x="103" y="0"/>
                      <a:pt x="0" y="17"/>
                      <a:pt x="0" y="103"/>
                    </a:cubicBezTo>
                    <a:cubicBezTo>
                      <a:pt x="120" y="270"/>
                      <a:pt x="24" y="555"/>
                      <a:pt x="96" y="746"/>
                    </a:cubicBezTo>
                    <a:cubicBezTo>
                      <a:pt x="131" y="865"/>
                      <a:pt x="209" y="895"/>
                      <a:pt x="301" y="895"/>
                    </a:cubicBezTo>
                    <a:cubicBezTo>
                      <a:pt x="393" y="895"/>
                      <a:pt x="501" y="865"/>
                      <a:pt x="596" y="865"/>
                    </a:cubicBezTo>
                    <a:cubicBezTo>
                      <a:pt x="637" y="860"/>
                      <a:pt x="676" y="858"/>
                      <a:pt x="714" y="858"/>
                    </a:cubicBezTo>
                    <a:cubicBezTo>
                      <a:pt x="875" y="858"/>
                      <a:pt x="1013" y="893"/>
                      <a:pt x="1167" y="913"/>
                    </a:cubicBezTo>
                    <a:cubicBezTo>
                      <a:pt x="1199" y="913"/>
                      <a:pt x="1231" y="910"/>
                      <a:pt x="1260" y="910"/>
                    </a:cubicBezTo>
                    <a:cubicBezTo>
                      <a:pt x="1318" y="910"/>
                      <a:pt x="1366" y="921"/>
                      <a:pt x="1382" y="984"/>
                    </a:cubicBezTo>
                    <a:cubicBezTo>
                      <a:pt x="1405" y="1032"/>
                      <a:pt x="1358" y="1127"/>
                      <a:pt x="1334" y="1175"/>
                    </a:cubicBezTo>
                    <a:cubicBezTo>
                      <a:pt x="1286" y="1294"/>
                      <a:pt x="1263" y="1365"/>
                      <a:pt x="1239" y="1484"/>
                    </a:cubicBezTo>
                    <a:cubicBezTo>
                      <a:pt x="1239" y="1698"/>
                      <a:pt x="1334" y="1889"/>
                      <a:pt x="1548" y="1984"/>
                    </a:cubicBezTo>
                    <a:cubicBezTo>
                      <a:pt x="1584" y="2008"/>
                      <a:pt x="1632" y="2008"/>
                      <a:pt x="1679" y="2008"/>
                    </a:cubicBezTo>
                    <a:cubicBezTo>
                      <a:pt x="1727" y="2008"/>
                      <a:pt x="1775" y="2008"/>
                      <a:pt x="1810" y="2032"/>
                    </a:cubicBezTo>
                    <a:cubicBezTo>
                      <a:pt x="1929" y="2079"/>
                      <a:pt x="1929" y="2270"/>
                      <a:pt x="1929" y="2365"/>
                    </a:cubicBezTo>
                    <a:cubicBezTo>
                      <a:pt x="1953" y="2746"/>
                      <a:pt x="2001" y="3127"/>
                      <a:pt x="1977" y="3508"/>
                    </a:cubicBezTo>
                    <a:cubicBezTo>
                      <a:pt x="1953" y="3985"/>
                      <a:pt x="1906" y="4485"/>
                      <a:pt x="1858" y="4961"/>
                    </a:cubicBezTo>
                    <a:cubicBezTo>
                      <a:pt x="1834" y="5413"/>
                      <a:pt x="1858" y="5890"/>
                      <a:pt x="1858" y="6342"/>
                    </a:cubicBezTo>
                    <a:cubicBezTo>
                      <a:pt x="1858" y="7152"/>
                      <a:pt x="1977" y="7962"/>
                      <a:pt x="1929" y="8747"/>
                    </a:cubicBezTo>
                    <a:cubicBezTo>
                      <a:pt x="1906" y="9152"/>
                      <a:pt x="1858" y="9652"/>
                      <a:pt x="2001" y="10033"/>
                    </a:cubicBezTo>
                    <a:cubicBezTo>
                      <a:pt x="2066" y="10212"/>
                      <a:pt x="2275" y="10335"/>
                      <a:pt x="2476" y="10335"/>
                    </a:cubicBezTo>
                    <a:cubicBezTo>
                      <a:pt x="2571" y="10335"/>
                      <a:pt x="2663" y="10308"/>
                      <a:pt x="2739" y="10248"/>
                    </a:cubicBezTo>
                    <a:cubicBezTo>
                      <a:pt x="3025" y="10010"/>
                      <a:pt x="3001" y="9510"/>
                      <a:pt x="3001" y="9176"/>
                    </a:cubicBezTo>
                    <a:cubicBezTo>
                      <a:pt x="3001" y="8652"/>
                      <a:pt x="2906" y="8128"/>
                      <a:pt x="2906" y="7604"/>
                    </a:cubicBezTo>
                    <a:cubicBezTo>
                      <a:pt x="2882" y="7176"/>
                      <a:pt x="2882" y="6771"/>
                      <a:pt x="2858" y="6366"/>
                    </a:cubicBezTo>
                    <a:cubicBezTo>
                      <a:pt x="2858" y="5985"/>
                      <a:pt x="2858" y="5604"/>
                      <a:pt x="2858" y="5223"/>
                    </a:cubicBezTo>
                    <a:cubicBezTo>
                      <a:pt x="2834" y="4580"/>
                      <a:pt x="2787" y="3961"/>
                      <a:pt x="2811" y="3318"/>
                    </a:cubicBezTo>
                    <a:cubicBezTo>
                      <a:pt x="2811" y="2818"/>
                      <a:pt x="2882" y="2294"/>
                      <a:pt x="2882" y="1794"/>
                    </a:cubicBezTo>
                    <a:cubicBezTo>
                      <a:pt x="2882" y="1603"/>
                      <a:pt x="2858" y="1436"/>
                      <a:pt x="2834" y="1270"/>
                    </a:cubicBezTo>
                    <a:cubicBezTo>
                      <a:pt x="2811" y="1079"/>
                      <a:pt x="2763" y="913"/>
                      <a:pt x="2763" y="746"/>
                    </a:cubicBezTo>
                    <a:cubicBezTo>
                      <a:pt x="2787" y="579"/>
                      <a:pt x="2811" y="436"/>
                      <a:pt x="2763" y="270"/>
                    </a:cubicBezTo>
                    <a:cubicBezTo>
                      <a:pt x="2730" y="121"/>
                      <a:pt x="2617" y="98"/>
                      <a:pt x="2488" y="98"/>
                    </a:cubicBezTo>
                    <a:cubicBezTo>
                      <a:pt x="2430" y="98"/>
                      <a:pt x="2369" y="103"/>
                      <a:pt x="2310" y="103"/>
                    </a:cubicBezTo>
                    <a:cubicBezTo>
                      <a:pt x="2001" y="79"/>
                      <a:pt x="1691" y="55"/>
                      <a:pt x="1382" y="31"/>
                    </a:cubicBezTo>
                    <a:cubicBezTo>
                      <a:pt x="1072" y="31"/>
                      <a:pt x="739" y="31"/>
                      <a:pt x="405" y="8"/>
                    </a:cubicBezTo>
                    <a:cubicBezTo>
                      <a:pt x="358" y="8"/>
                      <a:pt x="283" y="0"/>
                      <a:pt x="211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7" name="Google Shape;14937;p46"/>
              <p:cNvSpPr/>
              <p:nvPr/>
            </p:nvSpPr>
            <p:spPr>
              <a:xfrm>
                <a:off x="1203760" y="1832405"/>
                <a:ext cx="87557" cy="118033"/>
              </a:xfrm>
              <a:custGeom>
                <a:rect b="b" l="l" r="r" t="t"/>
                <a:pathLst>
                  <a:path extrusionOk="0" h="3629" w="2692">
                    <a:moveTo>
                      <a:pt x="1648" y="1"/>
                    </a:moveTo>
                    <a:cubicBezTo>
                      <a:pt x="1481" y="1"/>
                      <a:pt x="1290" y="39"/>
                      <a:pt x="1144" y="55"/>
                    </a:cubicBezTo>
                    <a:cubicBezTo>
                      <a:pt x="977" y="79"/>
                      <a:pt x="787" y="79"/>
                      <a:pt x="596" y="127"/>
                    </a:cubicBezTo>
                    <a:cubicBezTo>
                      <a:pt x="430" y="151"/>
                      <a:pt x="263" y="246"/>
                      <a:pt x="72" y="317"/>
                    </a:cubicBezTo>
                    <a:cubicBezTo>
                      <a:pt x="72" y="794"/>
                      <a:pt x="25" y="1270"/>
                      <a:pt x="25" y="1746"/>
                    </a:cubicBezTo>
                    <a:cubicBezTo>
                      <a:pt x="25" y="2127"/>
                      <a:pt x="72" y="2508"/>
                      <a:pt x="49" y="2889"/>
                    </a:cubicBezTo>
                    <a:cubicBezTo>
                      <a:pt x="49" y="3104"/>
                      <a:pt x="1" y="3413"/>
                      <a:pt x="215" y="3532"/>
                    </a:cubicBezTo>
                    <a:cubicBezTo>
                      <a:pt x="363" y="3606"/>
                      <a:pt x="539" y="3629"/>
                      <a:pt x="720" y="3629"/>
                    </a:cubicBezTo>
                    <a:cubicBezTo>
                      <a:pt x="947" y="3629"/>
                      <a:pt x="1183" y="3593"/>
                      <a:pt x="1382" y="3580"/>
                    </a:cubicBezTo>
                    <a:cubicBezTo>
                      <a:pt x="1692" y="3556"/>
                      <a:pt x="2025" y="3580"/>
                      <a:pt x="2311" y="3485"/>
                    </a:cubicBezTo>
                    <a:cubicBezTo>
                      <a:pt x="2501" y="3437"/>
                      <a:pt x="2668" y="3366"/>
                      <a:pt x="2668" y="3151"/>
                    </a:cubicBezTo>
                    <a:cubicBezTo>
                      <a:pt x="2692" y="2985"/>
                      <a:pt x="2644" y="2842"/>
                      <a:pt x="2597" y="2699"/>
                    </a:cubicBezTo>
                    <a:cubicBezTo>
                      <a:pt x="2525" y="2413"/>
                      <a:pt x="2406" y="2080"/>
                      <a:pt x="2382" y="1770"/>
                    </a:cubicBezTo>
                    <a:cubicBezTo>
                      <a:pt x="2359" y="1484"/>
                      <a:pt x="2216" y="1199"/>
                      <a:pt x="2168" y="913"/>
                    </a:cubicBezTo>
                    <a:cubicBezTo>
                      <a:pt x="2168" y="841"/>
                      <a:pt x="2168" y="746"/>
                      <a:pt x="2144" y="675"/>
                    </a:cubicBezTo>
                    <a:cubicBezTo>
                      <a:pt x="2120" y="603"/>
                      <a:pt x="2073" y="532"/>
                      <a:pt x="2049" y="460"/>
                    </a:cubicBezTo>
                    <a:cubicBezTo>
                      <a:pt x="2001" y="341"/>
                      <a:pt x="2025" y="103"/>
                      <a:pt x="1858" y="32"/>
                    </a:cubicBezTo>
                    <a:cubicBezTo>
                      <a:pt x="1798" y="9"/>
                      <a:pt x="1726" y="1"/>
                      <a:pt x="164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8" name="Google Shape;14938;p46"/>
              <p:cNvSpPr/>
              <p:nvPr/>
            </p:nvSpPr>
            <p:spPr>
              <a:xfrm>
                <a:off x="1069789" y="1832666"/>
                <a:ext cx="89867" cy="118554"/>
              </a:xfrm>
              <a:custGeom>
                <a:rect b="b" l="l" r="r" t="t"/>
                <a:pathLst>
                  <a:path extrusionOk="0" h="3645" w="2763">
                    <a:moveTo>
                      <a:pt x="1055" y="1"/>
                    </a:moveTo>
                    <a:cubicBezTo>
                      <a:pt x="933" y="1"/>
                      <a:pt x="826" y="21"/>
                      <a:pt x="786" y="71"/>
                    </a:cubicBezTo>
                    <a:cubicBezTo>
                      <a:pt x="738" y="119"/>
                      <a:pt x="738" y="214"/>
                      <a:pt x="714" y="262"/>
                    </a:cubicBezTo>
                    <a:cubicBezTo>
                      <a:pt x="667" y="357"/>
                      <a:pt x="619" y="428"/>
                      <a:pt x="595" y="548"/>
                    </a:cubicBezTo>
                    <a:cubicBezTo>
                      <a:pt x="572" y="690"/>
                      <a:pt x="548" y="857"/>
                      <a:pt x="524" y="1000"/>
                    </a:cubicBezTo>
                    <a:cubicBezTo>
                      <a:pt x="452" y="1357"/>
                      <a:pt x="405" y="1714"/>
                      <a:pt x="310" y="2072"/>
                    </a:cubicBezTo>
                    <a:cubicBezTo>
                      <a:pt x="238" y="2381"/>
                      <a:pt x="95" y="2715"/>
                      <a:pt x="48" y="3024"/>
                    </a:cubicBezTo>
                    <a:cubicBezTo>
                      <a:pt x="0" y="3405"/>
                      <a:pt x="357" y="3477"/>
                      <a:pt x="667" y="3501"/>
                    </a:cubicBezTo>
                    <a:cubicBezTo>
                      <a:pt x="1072" y="3572"/>
                      <a:pt x="1500" y="3620"/>
                      <a:pt x="1905" y="3643"/>
                    </a:cubicBezTo>
                    <a:cubicBezTo>
                      <a:pt x="1948" y="3643"/>
                      <a:pt x="1999" y="3644"/>
                      <a:pt x="2055" y="3644"/>
                    </a:cubicBezTo>
                    <a:cubicBezTo>
                      <a:pt x="2280" y="3644"/>
                      <a:pt x="2577" y="3629"/>
                      <a:pt x="2691" y="3477"/>
                    </a:cubicBezTo>
                    <a:cubicBezTo>
                      <a:pt x="2762" y="3310"/>
                      <a:pt x="2762" y="3048"/>
                      <a:pt x="2762" y="2858"/>
                    </a:cubicBezTo>
                    <a:cubicBezTo>
                      <a:pt x="2762" y="2619"/>
                      <a:pt x="2762" y="2381"/>
                      <a:pt x="2762" y="2143"/>
                    </a:cubicBezTo>
                    <a:cubicBezTo>
                      <a:pt x="2762" y="1810"/>
                      <a:pt x="2739" y="1476"/>
                      <a:pt x="2739" y="1143"/>
                    </a:cubicBezTo>
                    <a:cubicBezTo>
                      <a:pt x="2739" y="881"/>
                      <a:pt x="2762" y="571"/>
                      <a:pt x="2691" y="309"/>
                    </a:cubicBezTo>
                    <a:cubicBezTo>
                      <a:pt x="2653" y="157"/>
                      <a:pt x="2539" y="142"/>
                      <a:pt x="2409" y="142"/>
                    </a:cubicBezTo>
                    <a:cubicBezTo>
                      <a:pt x="2377" y="142"/>
                      <a:pt x="2343" y="143"/>
                      <a:pt x="2310" y="143"/>
                    </a:cubicBezTo>
                    <a:cubicBezTo>
                      <a:pt x="2167" y="143"/>
                      <a:pt x="2024" y="95"/>
                      <a:pt x="1881" y="95"/>
                    </a:cubicBezTo>
                    <a:cubicBezTo>
                      <a:pt x="1809" y="81"/>
                      <a:pt x="1719" y="57"/>
                      <a:pt x="1638" y="57"/>
                    </a:cubicBezTo>
                    <a:cubicBezTo>
                      <a:pt x="1586" y="57"/>
                      <a:pt x="1538" y="67"/>
                      <a:pt x="1500" y="95"/>
                    </a:cubicBezTo>
                    <a:cubicBezTo>
                      <a:pt x="1417" y="40"/>
                      <a:pt x="1223" y="1"/>
                      <a:pt x="1055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9" name="Google Shape;14939;p46"/>
              <p:cNvSpPr/>
              <p:nvPr/>
            </p:nvSpPr>
            <p:spPr>
              <a:xfrm>
                <a:off x="1007797" y="1709851"/>
                <a:ext cx="63554" cy="57569"/>
              </a:xfrm>
              <a:custGeom>
                <a:rect b="b" l="l" r="r" t="t"/>
                <a:pathLst>
                  <a:path extrusionOk="0" h="1770" w="1954">
                    <a:moveTo>
                      <a:pt x="441" y="0"/>
                    </a:moveTo>
                    <a:cubicBezTo>
                      <a:pt x="310" y="0"/>
                      <a:pt x="159" y="225"/>
                      <a:pt x="120" y="323"/>
                    </a:cubicBezTo>
                    <a:cubicBezTo>
                      <a:pt x="1" y="537"/>
                      <a:pt x="1" y="847"/>
                      <a:pt x="48" y="1085"/>
                    </a:cubicBezTo>
                    <a:cubicBezTo>
                      <a:pt x="120" y="1299"/>
                      <a:pt x="191" y="1490"/>
                      <a:pt x="382" y="1585"/>
                    </a:cubicBezTo>
                    <a:cubicBezTo>
                      <a:pt x="572" y="1680"/>
                      <a:pt x="834" y="1752"/>
                      <a:pt x="1049" y="1752"/>
                    </a:cubicBezTo>
                    <a:cubicBezTo>
                      <a:pt x="1168" y="1763"/>
                      <a:pt x="1293" y="1769"/>
                      <a:pt x="1415" y="1769"/>
                    </a:cubicBezTo>
                    <a:cubicBezTo>
                      <a:pt x="1537" y="1769"/>
                      <a:pt x="1656" y="1763"/>
                      <a:pt x="1763" y="1752"/>
                    </a:cubicBezTo>
                    <a:cubicBezTo>
                      <a:pt x="1954" y="1728"/>
                      <a:pt x="1954" y="1561"/>
                      <a:pt x="1882" y="1394"/>
                    </a:cubicBezTo>
                    <a:lnTo>
                      <a:pt x="1882" y="1394"/>
                    </a:lnTo>
                    <a:cubicBezTo>
                      <a:pt x="1715" y="1418"/>
                      <a:pt x="1525" y="1442"/>
                      <a:pt x="1358" y="1442"/>
                    </a:cubicBezTo>
                    <a:cubicBezTo>
                      <a:pt x="1310" y="1447"/>
                      <a:pt x="1256" y="1450"/>
                      <a:pt x="1199" y="1450"/>
                    </a:cubicBezTo>
                    <a:cubicBezTo>
                      <a:pt x="1001" y="1450"/>
                      <a:pt x="768" y="1415"/>
                      <a:pt x="620" y="1323"/>
                    </a:cubicBezTo>
                    <a:cubicBezTo>
                      <a:pt x="358" y="1180"/>
                      <a:pt x="406" y="847"/>
                      <a:pt x="477" y="608"/>
                    </a:cubicBezTo>
                    <a:cubicBezTo>
                      <a:pt x="525" y="466"/>
                      <a:pt x="644" y="180"/>
                      <a:pt x="525" y="37"/>
                    </a:cubicBezTo>
                    <a:cubicBezTo>
                      <a:pt x="499" y="11"/>
                      <a:pt x="471" y="0"/>
                      <a:pt x="441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0" name="Google Shape;14940;p46"/>
              <p:cNvSpPr/>
              <p:nvPr/>
            </p:nvSpPr>
            <p:spPr>
              <a:xfrm>
                <a:off x="1011667" y="1685945"/>
                <a:ext cx="37989" cy="19938"/>
              </a:xfrm>
              <a:custGeom>
                <a:rect b="b" l="l" r="r" t="t"/>
                <a:pathLst>
                  <a:path extrusionOk="0" h="613" w="1168">
                    <a:moveTo>
                      <a:pt x="126" y="0"/>
                    </a:moveTo>
                    <a:cubicBezTo>
                      <a:pt x="116" y="0"/>
                      <a:pt x="106" y="3"/>
                      <a:pt x="96" y="10"/>
                    </a:cubicBezTo>
                    <a:cubicBezTo>
                      <a:pt x="1" y="58"/>
                      <a:pt x="1" y="248"/>
                      <a:pt x="49" y="343"/>
                    </a:cubicBezTo>
                    <a:cubicBezTo>
                      <a:pt x="92" y="446"/>
                      <a:pt x="208" y="494"/>
                      <a:pt x="330" y="494"/>
                    </a:cubicBezTo>
                    <a:cubicBezTo>
                      <a:pt x="406" y="494"/>
                      <a:pt x="484" y="475"/>
                      <a:pt x="549" y="439"/>
                    </a:cubicBezTo>
                    <a:cubicBezTo>
                      <a:pt x="620" y="462"/>
                      <a:pt x="668" y="439"/>
                      <a:pt x="763" y="534"/>
                    </a:cubicBezTo>
                    <a:cubicBezTo>
                      <a:pt x="805" y="590"/>
                      <a:pt x="822" y="613"/>
                      <a:pt x="853" y="613"/>
                    </a:cubicBezTo>
                    <a:cubicBezTo>
                      <a:pt x="875" y="613"/>
                      <a:pt x="904" y="601"/>
                      <a:pt x="954" y="581"/>
                    </a:cubicBezTo>
                    <a:cubicBezTo>
                      <a:pt x="1120" y="486"/>
                      <a:pt x="1168" y="200"/>
                      <a:pt x="977" y="105"/>
                    </a:cubicBezTo>
                    <a:cubicBezTo>
                      <a:pt x="936" y="82"/>
                      <a:pt x="894" y="73"/>
                      <a:pt x="853" y="73"/>
                    </a:cubicBezTo>
                    <a:cubicBezTo>
                      <a:pt x="721" y="73"/>
                      <a:pt x="587" y="161"/>
                      <a:pt x="446" y="161"/>
                    </a:cubicBezTo>
                    <a:cubicBezTo>
                      <a:pt x="402" y="161"/>
                      <a:pt x="357" y="152"/>
                      <a:pt x="311" y="129"/>
                    </a:cubicBezTo>
                    <a:cubicBezTo>
                      <a:pt x="249" y="108"/>
                      <a:pt x="188" y="0"/>
                      <a:pt x="126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1" name="Google Shape;14941;p46"/>
              <p:cNvSpPr/>
              <p:nvPr/>
            </p:nvSpPr>
            <p:spPr>
              <a:xfrm>
                <a:off x="1070537" y="1736522"/>
                <a:ext cx="11676" cy="59065"/>
              </a:xfrm>
              <a:custGeom>
                <a:rect b="b" l="l" r="r" t="t"/>
                <a:pathLst>
                  <a:path extrusionOk="0" h="1816" w="359">
                    <a:moveTo>
                      <a:pt x="189" y="1"/>
                    </a:moveTo>
                    <a:cubicBezTo>
                      <a:pt x="72" y="1"/>
                      <a:pt x="71" y="152"/>
                      <a:pt x="48" y="241"/>
                    </a:cubicBezTo>
                    <a:cubicBezTo>
                      <a:pt x="25" y="431"/>
                      <a:pt x="48" y="646"/>
                      <a:pt x="25" y="836"/>
                    </a:cubicBezTo>
                    <a:cubicBezTo>
                      <a:pt x="25" y="1003"/>
                      <a:pt x="25" y="1170"/>
                      <a:pt x="48" y="1336"/>
                    </a:cubicBezTo>
                    <a:cubicBezTo>
                      <a:pt x="1" y="1479"/>
                      <a:pt x="1" y="1765"/>
                      <a:pt x="144" y="1813"/>
                    </a:cubicBezTo>
                    <a:cubicBezTo>
                      <a:pt x="150" y="1814"/>
                      <a:pt x="156" y="1815"/>
                      <a:pt x="162" y="1815"/>
                    </a:cubicBezTo>
                    <a:cubicBezTo>
                      <a:pt x="245" y="1815"/>
                      <a:pt x="287" y="1665"/>
                      <a:pt x="287" y="1598"/>
                    </a:cubicBezTo>
                    <a:cubicBezTo>
                      <a:pt x="334" y="1408"/>
                      <a:pt x="310" y="1194"/>
                      <a:pt x="310" y="1003"/>
                    </a:cubicBezTo>
                    <a:cubicBezTo>
                      <a:pt x="310" y="765"/>
                      <a:pt x="310" y="527"/>
                      <a:pt x="310" y="312"/>
                    </a:cubicBezTo>
                    <a:cubicBezTo>
                      <a:pt x="310" y="193"/>
                      <a:pt x="358" y="3"/>
                      <a:pt x="215" y="3"/>
                    </a:cubicBezTo>
                    <a:cubicBezTo>
                      <a:pt x="206" y="1"/>
                      <a:pt x="197" y="1"/>
                      <a:pt x="189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2" name="Google Shape;14942;p46"/>
              <p:cNvSpPr/>
              <p:nvPr/>
            </p:nvSpPr>
            <p:spPr>
              <a:xfrm>
                <a:off x="1084491" y="1734733"/>
                <a:ext cx="213819" cy="64204"/>
              </a:xfrm>
              <a:custGeom>
                <a:rect b="b" l="l" r="r" t="t"/>
                <a:pathLst>
                  <a:path extrusionOk="0" h="1974" w="6574">
                    <a:moveTo>
                      <a:pt x="6425" y="1"/>
                    </a:moveTo>
                    <a:cubicBezTo>
                      <a:pt x="6394" y="1"/>
                      <a:pt x="6356" y="24"/>
                      <a:pt x="6311" y="82"/>
                    </a:cubicBezTo>
                    <a:cubicBezTo>
                      <a:pt x="6240" y="177"/>
                      <a:pt x="6240" y="344"/>
                      <a:pt x="6192" y="439"/>
                    </a:cubicBezTo>
                    <a:cubicBezTo>
                      <a:pt x="6121" y="629"/>
                      <a:pt x="6002" y="582"/>
                      <a:pt x="5811" y="606"/>
                    </a:cubicBezTo>
                    <a:lnTo>
                      <a:pt x="5263" y="606"/>
                    </a:lnTo>
                    <a:cubicBezTo>
                      <a:pt x="4859" y="589"/>
                      <a:pt x="4443" y="572"/>
                      <a:pt x="4032" y="572"/>
                    </a:cubicBezTo>
                    <a:cubicBezTo>
                      <a:pt x="3862" y="572"/>
                      <a:pt x="3692" y="575"/>
                      <a:pt x="3525" y="582"/>
                    </a:cubicBezTo>
                    <a:cubicBezTo>
                      <a:pt x="3427" y="585"/>
                      <a:pt x="3329" y="587"/>
                      <a:pt x="3231" y="587"/>
                    </a:cubicBezTo>
                    <a:cubicBezTo>
                      <a:pt x="2755" y="587"/>
                      <a:pt x="2271" y="553"/>
                      <a:pt x="1795" y="553"/>
                    </a:cubicBezTo>
                    <a:cubicBezTo>
                      <a:pt x="1697" y="553"/>
                      <a:pt x="1598" y="554"/>
                      <a:pt x="1501" y="558"/>
                    </a:cubicBezTo>
                    <a:cubicBezTo>
                      <a:pt x="1191" y="582"/>
                      <a:pt x="882" y="582"/>
                      <a:pt x="572" y="629"/>
                    </a:cubicBezTo>
                    <a:cubicBezTo>
                      <a:pt x="513" y="641"/>
                      <a:pt x="453" y="647"/>
                      <a:pt x="390" y="647"/>
                    </a:cubicBezTo>
                    <a:cubicBezTo>
                      <a:pt x="328" y="647"/>
                      <a:pt x="262" y="641"/>
                      <a:pt x="191" y="629"/>
                    </a:cubicBezTo>
                    <a:lnTo>
                      <a:pt x="191" y="629"/>
                    </a:lnTo>
                    <a:cubicBezTo>
                      <a:pt x="0" y="915"/>
                      <a:pt x="786" y="915"/>
                      <a:pt x="834" y="915"/>
                    </a:cubicBezTo>
                    <a:cubicBezTo>
                      <a:pt x="1286" y="915"/>
                      <a:pt x="1739" y="939"/>
                      <a:pt x="2168" y="939"/>
                    </a:cubicBezTo>
                    <a:cubicBezTo>
                      <a:pt x="3017" y="904"/>
                      <a:pt x="3854" y="842"/>
                      <a:pt x="4687" y="842"/>
                    </a:cubicBezTo>
                    <a:cubicBezTo>
                      <a:pt x="4975" y="842"/>
                      <a:pt x="5262" y="849"/>
                      <a:pt x="5549" y="868"/>
                    </a:cubicBezTo>
                    <a:cubicBezTo>
                      <a:pt x="5668" y="868"/>
                      <a:pt x="5764" y="891"/>
                      <a:pt x="5883" y="891"/>
                    </a:cubicBezTo>
                    <a:cubicBezTo>
                      <a:pt x="5930" y="891"/>
                      <a:pt x="6010" y="881"/>
                      <a:pt x="6078" y="881"/>
                    </a:cubicBezTo>
                    <a:cubicBezTo>
                      <a:pt x="6113" y="881"/>
                      <a:pt x="6145" y="883"/>
                      <a:pt x="6168" y="891"/>
                    </a:cubicBezTo>
                    <a:cubicBezTo>
                      <a:pt x="6240" y="915"/>
                      <a:pt x="6264" y="963"/>
                      <a:pt x="6264" y="1034"/>
                    </a:cubicBezTo>
                    <a:cubicBezTo>
                      <a:pt x="6311" y="1225"/>
                      <a:pt x="6288" y="1391"/>
                      <a:pt x="6288" y="1582"/>
                    </a:cubicBezTo>
                    <a:cubicBezTo>
                      <a:pt x="6288" y="1653"/>
                      <a:pt x="6288" y="1915"/>
                      <a:pt x="6359" y="1963"/>
                    </a:cubicBezTo>
                    <a:cubicBezTo>
                      <a:pt x="6374" y="1971"/>
                      <a:pt x="6388" y="1974"/>
                      <a:pt x="6401" y="1974"/>
                    </a:cubicBezTo>
                    <a:cubicBezTo>
                      <a:pt x="6469" y="1974"/>
                      <a:pt x="6506" y="1880"/>
                      <a:pt x="6526" y="1820"/>
                    </a:cubicBezTo>
                    <a:cubicBezTo>
                      <a:pt x="6573" y="1606"/>
                      <a:pt x="6526" y="1320"/>
                      <a:pt x="6549" y="1106"/>
                    </a:cubicBezTo>
                    <a:cubicBezTo>
                      <a:pt x="6573" y="820"/>
                      <a:pt x="6573" y="558"/>
                      <a:pt x="6549" y="296"/>
                    </a:cubicBezTo>
                    <a:cubicBezTo>
                      <a:pt x="6549" y="174"/>
                      <a:pt x="6511" y="1"/>
                      <a:pt x="642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3" name="Google Shape;14943;p46"/>
              <p:cNvSpPr/>
              <p:nvPr/>
            </p:nvSpPr>
            <p:spPr>
              <a:xfrm>
                <a:off x="1306799" y="1750345"/>
                <a:ext cx="80564" cy="33631"/>
              </a:xfrm>
              <a:custGeom>
                <a:rect b="b" l="l" r="r" t="t"/>
                <a:pathLst>
                  <a:path extrusionOk="0" h="1034" w="2477">
                    <a:moveTo>
                      <a:pt x="1009" y="0"/>
                    </a:moveTo>
                    <a:cubicBezTo>
                      <a:pt x="942" y="0"/>
                      <a:pt x="875" y="2"/>
                      <a:pt x="810" y="6"/>
                    </a:cubicBezTo>
                    <a:cubicBezTo>
                      <a:pt x="619" y="6"/>
                      <a:pt x="453" y="30"/>
                      <a:pt x="262" y="54"/>
                    </a:cubicBezTo>
                    <a:cubicBezTo>
                      <a:pt x="191" y="54"/>
                      <a:pt x="119" y="78"/>
                      <a:pt x="48" y="78"/>
                    </a:cubicBezTo>
                    <a:cubicBezTo>
                      <a:pt x="48" y="173"/>
                      <a:pt x="0" y="292"/>
                      <a:pt x="143" y="388"/>
                    </a:cubicBezTo>
                    <a:cubicBezTo>
                      <a:pt x="223" y="451"/>
                      <a:pt x="291" y="462"/>
                      <a:pt x="371" y="462"/>
                    </a:cubicBezTo>
                    <a:cubicBezTo>
                      <a:pt x="410" y="462"/>
                      <a:pt x="453" y="459"/>
                      <a:pt x="500" y="459"/>
                    </a:cubicBezTo>
                    <a:cubicBezTo>
                      <a:pt x="596" y="447"/>
                      <a:pt x="691" y="441"/>
                      <a:pt x="786" y="441"/>
                    </a:cubicBezTo>
                    <a:cubicBezTo>
                      <a:pt x="881" y="441"/>
                      <a:pt x="977" y="447"/>
                      <a:pt x="1072" y="459"/>
                    </a:cubicBezTo>
                    <a:cubicBezTo>
                      <a:pt x="1199" y="459"/>
                      <a:pt x="1326" y="448"/>
                      <a:pt x="1453" y="448"/>
                    </a:cubicBezTo>
                    <a:cubicBezTo>
                      <a:pt x="1516" y="448"/>
                      <a:pt x="1580" y="451"/>
                      <a:pt x="1643" y="459"/>
                    </a:cubicBezTo>
                    <a:cubicBezTo>
                      <a:pt x="1786" y="483"/>
                      <a:pt x="2024" y="530"/>
                      <a:pt x="2096" y="697"/>
                    </a:cubicBezTo>
                    <a:cubicBezTo>
                      <a:pt x="2120" y="769"/>
                      <a:pt x="2096" y="959"/>
                      <a:pt x="2120" y="1007"/>
                    </a:cubicBezTo>
                    <a:cubicBezTo>
                      <a:pt x="2135" y="1025"/>
                      <a:pt x="2152" y="1033"/>
                      <a:pt x="2169" y="1033"/>
                    </a:cubicBezTo>
                    <a:cubicBezTo>
                      <a:pt x="2285" y="1033"/>
                      <a:pt x="2429" y="661"/>
                      <a:pt x="2429" y="578"/>
                    </a:cubicBezTo>
                    <a:cubicBezTo>
                      <a:pt x="2453" y="459"/>
                      <a:pt x="2477" y="340"/>
                      <a:pt x="2382" y="221"/>
                    </a:cubicBezTo>
                    <a:cubicBezTo>
                      <a:pt x="2263" y="102"/>
                      <a:pt x="2072" y="102"/>
                      <a:pt x="1905" y="78"/>
                    </a:cubicBezTo>
                    <a:cubicBezTo>
                      <a:pt x="1614" y="39"/>
                      <a:pt x="1306" y="0"/>
                      <a:pt x="1009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4" name="Google Shape;14944;p46"/>
              <p:cNvSpPr/>
              <p:nvPr/>
            </p:nvSpPr>
            <p:spPr>
              <a:xfrm>
                <a:off x="1345504" y="1772039"/>
                <a:ext cx="40331" cy="296010"/>
              </a:xfrm>
              <a:custGeom>
                <a:rect b="b" l="l" r="r" t="t"/>
                <a:pathLst>
                  <a:path extrusionOk="0" h="9101" w="1240">
                    <a:moveTo>
                      <a:pt x="242" y="1"/>
                    </a:moveTo>
                    <a:cubicBezTo>
                      <a:pt x="76" y="1"/>
                      <a:pt x="94" y="255"/>
                      <a:pt x="72" y="387"/>
                    </a:cubicBezTo>
                    <a:cubicBezTo>
                      <a:pt x="1" y="625"/>
                      <a:pt x="49" y="816"/>
                      <a:pt x="311" y="911"/>
                    </a:cubicBezTo>
                    <a:cubicBezTo>
                      <a:pt x="501" y="1006"/>
                      <a:pt x="620" y="911"/>
                      <a:pt x="692" y="1126"/>
                    </a:cubicBezTo>
                    <a:cubicBezTo>
                      <a:pt x="739" y="1268"/>
                      <a:pt x="739" y="1411"/>
                      <a:pt x="739" y="1554"/>
                    </a:cubicBezTo>
                    <a:cubicBezTo>
                      <a:pt x="739" y="1911"/>
                      <a:pt x="715" y="2269"/>
                      <a:pt x="787" y="2626"/>
                    </a:cubicBezTo>
                    <a:cubicBezTo>
                      <a:pt x="882" y="2983"/>
                      <a:pt x="763" y="3412"/>
                      <a:pt x="763" y="3769"/>
                    </a:cubicBezTo>
                    <a:cubicBezTo>
                      <a:pt x="739" y="4198"/>
                      <a:pt x="763" y="4626"/>
                      <a:pt x="763" y="5055"/>
                    </a:cubicBezTo>
                    <a:cubicBezTo>
                      <a:pt x="763" y="5722"/>
                      <a:pt x="763" y="6365"/>
                      <a:pt x="763" y="7032"/>
                    </a:cubicBezTo>
                    <a:cubicBezTo>
                      <a:pt x="763" y="7579"/>
                      <a:pt x="715" y="8127"/>
                      <a:pt x="715" y="8675"/>
                    </a:cubicBezTo>
                    <a:cubicBezTo>
                      <a:pt x="715" y="8754"/>
                      <a:pt x="749" y="9100"/>
                      <a:pt x="885" y="9100"/>
                    </a:cubicBezTo>
                    <a:cubicBezTo>
                      <a:pt x="912" y="9100"/>
                      <a:pt x="942" y="9087"/>
                      <a:pt x="977" y="9056"/>
                    </a:cubicBezTo>
                    <a:cubicBezTo>
                      <a:pt x="1073" y="8984"/>
                      <a:pt x="1025" y="8746"/>
                      <a:pt x="1025" y="8651"/>
                    </a:cubicBezTo>
                    <a:cubicBezTo>
                      <a:pt x="1025" y="8317"/>
                      <a:pt x="1049" y="7984"/>
                      <a:pt x="1073" y="7627"/>
                    </a:cubicBezTo>
                    <a:cubicBezTo>
                      <a:pt x="1192" y="6007"/>
                      <a:pt x="1096" y="4364"/>
                      <a:pt x="1216" y="2745"/>
                    </a:cubicBezTo>
                    <a:cubicBezTo>
                      <a:pt x="1239" y="2435"/>
                      <a:pt x="1216" y="2126"/>
                      <a:pt x="1168" y="1840"/>
                    </a:cubicBezTo>
                    <a:cubicBezTo>
                      <a:pt x="1120" y="1578"/>
                      <a:pt x="1096" y="1316"/>
                      <a:pt x="1049" y="1054"/>
                    </a:cubicBezTo>
                    <a:cubicBezTo>
                      <a:pt x="1025" y="959"/>
                      <a:pt x="1025" y="816"/>
                      <a:pt x="954" y="745"/>
                    </a:cubicBezTo>
                    <a:cubicBezTo>
                      <a:pt x="925" y="716"/>
                      <a:pt x="889" y="707"/>
                      <a:pt x="848" y="707"/>
                    </a:cubicBezTo>
                    <a:cubicBezTo>
                      <a:pt x="763" y="707"/>
                      <a:pt x="659" y="748"/>
                      <a:pt x="567" y="748"/>
                    </a:cubicBezTo>
                    <a:cubicBezTo>
                      <a:pt x="552" y="748"/>
                      <a:pt x="538" y="747"/>
                      <a:pt x="525" y="745"/>
                    </a:cubicBezTo>
                    <a:cubicBezTo>
                      <a:pt x="406" y="721"/>
                      <a:pt x="311" y="602"/>
                      <a:pt x="311" y="483"/>
                    </a:cubicBezTo>
                    <a:cubicBezTo>
                      <a:pt x="311" y="363"/>
                      <a:pt x="430" y="292"/>
                      <a:pt x="430" y="173"/>
                    </a:cubicBezTo>
                    <a:cubicBezTo>
                      <a:pt x="430" y="102"/>
                      <a:pt x="358" y="30"/>
                      <a:pt x="287" y="6"/>
                    </a:cubicBezTo>
                    <a:cubicBezTo>
                      <a:pt x="271" y="3"/>
                      <a:pt x="256" y="1"/>
                      <a:pt x="24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5" name="Google Shape;14945;p46"/>
              <p:cNvSpPr/>
              <p:nvPr/>
            </p:nvSpPr>
            <p:spPr>
              <a:xfrm>
                <a:off x="1200670" y="1836406"/>
                <a:ext cx="57342" cy="113447"/>
              </a:xfrm>
              <a:custGeom>
                <a:rect b="b" l="l" r="r" t="t"/>
                <a:pathLst>
                  <a:path extrusionOk="0" h="3488" w="1763">
                    <a:moveTo>
                      <a:pt x="1342" y="0"/>
                    </a:moveTo>
                    <a:cubicBezTo>
                      <a:pt x="1152" y="0"/>
                      <a:pt x="965" y="14"/>
                      <a:pt x="787" y="28"/>
                    </a:cubicBezTo>
                    <a:cubicBezTo>
                      <a:pt x="644" y="28"/>
                      <a:pt x="358" y="28"/>
                      <a:pt x="215" y="123"/>
                    </a:cubicBezTo>
                    <a:cubicBezTo>
                      <a:pt x="1" y="242"/>
                      <a:pt x="72" y="766"/>
                      <a:pt x="96" y="980"/>
                    </a:cubicBezTo>
                    <a:cubicBezTo>
                      <a:pt x="96" y="1266"/>
                      <a:pt x="144" y="1576"/>
                      <a:pt x="144" y="1885"/>
                    </a:cubicBezTo>
                    <a:cubicBezTo>
                      <a:pt x="167" y="2195"/>
                      <a:pt x="144" y="2528"/>
                      <a:pt x="167" y="2838"/>
                    </a:cubicBezTo>
                    <a:cubicBezTo>
                      <a:pt x="167" y="2981"/>
                      <a:pt x="144" y="3386"/>
                      <a:pt x="310" y="3457"/>
                    </a:cubicBezTo>
                    <a:cubicBezTo>
                      <a:pt x="320" y="3462"/>
                      <a:pt x="330" y="3464"/>
                      <a:pt x="341" y="3464"/>
                    </a:cubicBezTo>
                    <a:cubicBezTo>
                      <a:pt x="386" y="3464"/>
                      <a:pt x="444" y="3433"/>
                      <a:pt x="501" y="3433"/>
                    </a:cubicBezTo>
                    <a:cubicBezTo>
                      <a:pt x="572" y="3433"/>
                      <a:pt x="667" y="3457"/>
                      <a:pt x="763" y="3457"/>
                    </a:cubicBezTo>
                    <a:cubicBezTo>
                      <a:pt x="858" y="3457"/>
                      <a:pt x="953" y="3481"/>
                      <a:pt x="1048" y="3481"/>
                    </a:cubicBezTo>
                    <a:cubicBezTo>
                      <a:pt x="1072" y="3486"/>
                      <a:pt x="1096" y="3487"/>
                      <a:pt x="1120" y="3487"/>
                    </a:cubicBezTo>
                    <a:cubicBezTo>
                      <a:pt x="1214" y="3487"/>
                      <a:pt x="1306" y="3457"/>
                      <a:pt x="1382" y="3457"/>
                    </a:cubicBezTo>
                    <a:cubicBezTo>
                      <a:pt x="1430" y="3457"/>
                      <a:pt x="1488" y="3478"/>
                      <a:pt x="1535" y="3478"/>
                    </a:cubicBezTo>
                    <a:cubicBezTo>
                      <a:pt x="1559" y="3478"/>
                      <a:pt x="1580" y="3473"/>
                      <a:pt x="1596" y="3457"/>
                    </a:cubicBezTo>
                    <a:cubicBezTo>
                      <a:pt x="1668" y="3386"/>
                      <a:pt x="1596" y="3195"/>
                      <a:pt x="1572" y="3124"/>
                    </a:cubicBezTo>
                    <a:cubicBezTo>
                      <a:pt x="1358" y="2647"/>
                      <a:pt x="1096" y="2290"/>
                      <a:pt x="1096" y="1742"/>
                    </a:cubicBezTo>
                    <a:cubicBezTo>
                      <a:pt x="1096" y="1385"/>
                      <a:pt x="1168" y="1004"/>
                      <a:pt x="1287" y="671"/>
                    </a:cubicBezTo>
                    <a:cubicBezTo>
                      <a:pt x="1382" y="433"/>
                      <a:pt x="1549" y="147"/>
                      <a:pt x="1763" y="28"/>
                    </a:cubicBezTo>
                    <a:cubicBezTo>
                      <a:pt x="1622" y="8"/>
                      <a:pt x="1481" y="0"/>
                      <a:pt x="134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6" name="Google Shape;14946;p46"/>
              <p:cNvSpPr/>
              <p:nvPr/>
            </p:nvSpPr>
            <p:spPr>
              <a:xfrm>
                <a:off x="1068228" y="1833739"/>
                <a:ext cx="64302" cy="115106"/>
              </a:xfrm>
              <a:custGeom>
                <a:rect b="b" l="l" r="r" t="t"/>
                <a:pathLst>
                  <a:path extrusionOk="0" h="3539" w="1977">
                    <a:moveTo>
                      <a:pt x="1153" y="0"/>
                    </a:moveTo>
                    <a:cubicBezTo>
                      <a:pt x="1063" y="0"/>
                      <a:pt x="972" y="17"/>
                      <a:pt x="882" y="62"/>
                    </a:cubicBezTo>
                    <a:cubicBezTo>
                      <a:pt x="667" y="181"/>
                      <a:pt x="667" y="586"/>
                      <a:pt x="620" y="800"/>
                    </a:cubicBezTo>
                    <a:cubicBezTo>
                      <a:pt x="405" y="1491"/>
                      <a:pt x="310" y="2205"/>
                      <a:pt x="119" y="2896"/>
                    </a:cubicBezTo>
                    <a:cubicBezTo>
                      <a:pt x="72" y="3086"/>
                      <a:pt x="0" y="3277"/>
                      <a:pt x="215" y="3372"/>
                    </a:cubicBezTo>
                    <a:cubicBezTo>
                      <a:pt x="262" y="3384"/>
                      <a:pt x="310" y="3384"/>
                      <a:pt x="358" y="3384"/>
                    </a:cubicBezTo>
                    <a:cubicBezTo>
                      <a:pt x="405" y="3384"/>
                      <a:pt x="453" y="3384"/>
                      <a:pt x="500" y="3396"/>
                    </a:cubicBezTo>
                    <a:cubicBezTo>
                      <a:pt x="620" y="3420"/>
                      <a:pt x="739" y="3468"/>
                      <a:pt x="858" y="3491"/>
                    </a:cubicBezTo>
                    <a:cubicBezTo>
                      <a:pt x="965" y="3527"/>
                      <a:pt x="1078" y="3539"/>
                      <a:pt x="1194" y="3539"/>
                    </a:cubicBezTo>
                    <a:cubicBezTo>
                      <a:pt x="1310" y="3539"/>
                      <a:pt x="1429" y="3527"/>
                      <a:pt x="1548" y="3515"/>
                    </a:cubicBezTo>
                    <a:cubicBezTo>
                      <a:pt x="1786" y="3515"/>
                      <a:pt x="1715" y="3348"/>
                      <a:pt x="1596" y="3182"/>
                    </a:cubicBezTo>
                    <a:cubicBezTo>
                      <a:pt x="1310" y="2777"/>
                      <a:pt x="1239" y="2182"/>
                      <a:pt x="1286" y="1681"/>
                    </a:cubicBezTo>
                    <a:cubicBezTo>
                      <a:pt x="1310" y="1277"/>
                      <a:pt x="1429" y="896"/>
                      <a:pt x="1644" y="538"/>
                    </a:cubicBezTo>
                    <a:cubicBezTo>
                      <a:pt x="1739" y="419"/>
                      <a:pt x="1834" y="181"/>
                      <a:pt x="1977" y="110"/>
                    </a:cubicBezTo>
                    <a:cubicBezTo>
                      <a:pt x="1810" y="38"/>
                      <a:pt x="1525" y="38"/>
                      <a:pt x="1310" y="14"/>
                    </a:cubicBezTo>
                    <a:cubicBezTo>
                      <a:pt x="1258" y="6"/>
                      <a:pt x="1206" y="0"/>
                      <a:pt x="1153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7" name="Google Shape;14947;p46"/>
              <p:cNvSpPr/>
              <p:nvPr/>
            </p:nvSpPr>
            <p:spPr>
              <a:xfrm>
                <a:off x="1097663" y="1806320"/>
                <a:ext cx="62773" cy="32753"/>
              </a:xfrm>
              <a:custGeom>
                <a:rect b="b" l="l" r="r" t="t"/>
                <a:pathLst>
                  <a:path extrusionOk="0" h="1007" w="1930">
                    <a:moveTo>
                      <a:pt x="1167" y="0"/>
                    </a:moveTo>
                    <a:cubicBezTo>
                      <a:pt x="1072" y="24"/>
                      <a:pt x="1001" y="72"/>
                      <a:pt x="929" y="143"/>
                    </a:cubicBezTo>
                    <a:cubicBezTo>
                      <a:pt x="858" y="214"/>
                      <a:pt x="834" y="310"/>
                      <a:pt x="762" y="357"/>
                    </a:cubicBezTo>
                    <a:cubicBezTo>
                      <a:pt x="715" y="286"/>
                      <a:pt x="667" y="214"/>
                      <a:pt x="572" y="214"/>
                    </a:cubicBezTo>
                    <a:cubicBezTo>
                      <a:pt x="553" y="211"/>
                      <a:pt x="534" y="210"/>
                      <a:pt x="516" y="210"/>
                    </a:cubicBezTo>
                    <a:cubicBezTo>
                      <a:pt x="392" y="210"/>
                      <a:pt x="274" y="275"/>
                      <a:pt x="191" y="357"/>
                    </a:cubicBezTo>
                    <a:cubicBezTo>
                      <a:pt x="119" y="429"/>
                      <a:pt x="0" y="619"/>
                      <a:pt x="0" y="715"/>
                    </a:cubicBezTo>
                    <a:cubicBezTo>
                      <a:pt x="0" y="857"/>
                      <a:pt x="262" y="881"/>
                      <a:pt x="381" y="881"/>
                    </a:cubicBezTo>
                    <a:cubicBezTo>
                      <a:pt x="620" y="905"/>
                      <a:pt x="881" y="953"/>
                      <a:pt x="1143" y="976"/>
                    </a:cubicBezTo>
                    <a:cubicBezTo>
                      <a:pt x="1258" y="976"/>
                      <a:pt x="1418" y="1007"/>
                      <a:pt x="1550" y="1007"/>
                    </a:cubicBezTo>
                    <a:cubicBezTo>
                      <a:pt x="1584" y="1007"/>
                      <a:pt x="1615" y="1005"/>
                      <a:pt x="1644" y="1000"/>
                    </a:cubicBezTo>
                    <a:cubicBezTo>
                      <a:pt x="1834" y="976"/>
                      <a:pt x="1929" y="595"/>
                      <a:pt x="1786" y="453"/>
                    </a:cubicBezTo>
                    <a:cubicBezTo>
                      <a:pt x="1715" y="381"/>
                      <a:pt x="1548" y="453"/>
                      <a:pt x="1501" y="357"/>
                    </a:cubicBezTo>
                    <a:cubicBezTo>
                      <a:pt x="1477" y="334"/>
                      <a:pt x="1524" y="262"/>
                      <a:pt x="1501" y="238"/>
                    </a:cubicBezTo>
                    <a:cubicBezTo>
                      <a:pt x="1501" y="191"/>
                      <a:pt x="1477" y="143"/>
                      <a:pt x="1453" y="119"/>
                    </a:cubicBezTo>
                    <a:cubicBezTo>
                      <a:pt x="1382" y="24"/>
                      <a:pt x="1215" y="0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8" name="Google Shape;14948;p46"/>
              <p:cNvSpPr/>
              <p:nvPr/>
            </p:nvSpPr>
            <p:spPr>
              <a:xfrm>
                <a:off x="1046534" y="1848147"/>
                <a:ext cx="44201" cy="60431"/>
              </a:xfrm>
              <a:custGeom>
                <a:rect b="b" l="l" r="r" t="t"/>
                <a:pathLst>
                  <a:path extrusionOk="0" h="1858" w="1359">
                    <a:moveTo>
                      <a:pt x="834" y="0"/>
                    </a:moveTo>
                    <a:cubicBezTo>
                      <a:pt x="715" y="0"/>
                      <a:pt x="620" y="48"/>
                      <a:pt x="524" y="119"/>
                    </a:cubicBezTo>
                    <a:cubicBezTo>
                      <a:pt x="334" y="262"/>
                      <a:pt x="286" y="595"/>
                      <a:pt x="191" y="834"/>
                    </a:cubicBezTo>
                    <a:cubicBezTo>
                      <a:pt x="120" y="1048"/>
                      <a:pt x="1" y="1357"/>
                      <a:pt x="191" y="1548"/>
                    </a:cubicBezTo>
                    <a:cubicBezTo>
                      <a:pt x="310" y="1691"/>
                      <a:pt x="524" y="1834"/>
                      <a:pt x="715" y="1858"/>
                    </a:cubicBezTo>
                    <a:cubicBezTo>
                      <a:pt x="906" y="1858"/>
                      <a:pt x="977" y="1739"/>
                      <a:pt x="977" y="1572"/>
                    </a:cubicBezTo>
                    <a:cubicBezTo>
                      <a:pt x="977" y="1524"/>
                      <a:pt x="977" y="1405"/>
                      <a:pt x="953" y="1381"/>
                    </a:cubicBezTo>
                    <a:cubicBezTo>
                      <a:pt x="936" y="1364"/>
                      <a:pt x="915" y="1359"/>
                      <a:pt x="892" y="1359"/>
                    </a:cubicBezTo>
                    <a:cubicBezTo>
                      <a:pt x="867" y="1359"/>
                      <a:pt x="839" y="1365"/>
                      <a:pt x="811" y="1365"/>
                    </a:cubicBezTo>
                    <a:cubicBezTo>
                      <a:pt x="795" y="1365"/>
                      <a:pt x="779" y="1363"/>
                      <a:pt x="763" y="1357"/>
                    </a:cubicBezTo>
                    <a:cubicBezTo>
                      <a:pt x="548" y="1357"/>
                      <a:pt x="644" y="1072"/>
                      <a:pt x="667" y="929"/>
                    </a:cubicBezTo>
                    <a:cubicBezTo>
                      <a:pt x="691" y="881"/>
                      <a:pt x="715" y="715"/>
                      <a:pt x="763" y="667"/>
                    </a:cubicBezTo>
                    <a:cubicBezTo>
                      <a:pt x="775" y="655"/>
                      <a:pt x="798" y="649"/>
                      <a:pt x="825" y="649"/>
                    </a:cubicBezTo>
                    <a:cubicBezTo>
                      <a:pt x="852" y="649"/>
                      <a:pt x="882" y="655"/>
                      <a:pt x="906" y="667"/>
                    </a:cubicBezTo>
                    <a:cubicBezTo>
                      <a:pt x="974" y="667"/>
                      <a:pt x="1042" y="682"/>
                      <a:pt x="1101" y="682"/>
                    </a:cubicBezTo>
                    <a:cubicBezTo>
                      <a:pt x="1145" y="682"/>
                      <a:pt x="1184" y="674"/>
                      <a:pt x="1215" y="643"/>
                    </a:cubicBezTo>
                    <a:cubicBezTo>
                      <a:pt x="1263" y="572"/>
                      <a:pt x="1263" y="453"/>
                      <a:pt x="1287" y="357"/>
                    </a:cubicBezTo>
                    <a:cubicBezTo>
                      <a:pt x="1287" y="286"/>
                      <a:pt x="1358" y="72"/>
                      <a:pt x="1334" y="0"/>
                    </a:cubicBezTo>
                    <a:lnTo>
                      <a:pt x="1334" y="0"/>
                    </a:lnTo>
                    <a:cubicBezTo>
                      <a:pt x="1314" y="20"/>
                      <a:pt x="1294" y="28"/>
                      <a:pt x="1272" y="28"/>
                    </a:cubicBezTo>
                    <a:cubicBezTo>
                      <a:pt x="1242" y="28"/>
                      <a:pt x="1209" y="14"/>
                      <a:pt x="11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9" name="Google Shape;14949;p46"/>
              <p:cNvSpPr/>
              <p:nvPr/>
            </p:nvSpPr>
            <p:spPr>
              <a:xfrm>
                <a:off x="1201451" y="1808630"/>
                <a:ext cx="65863" cy="29012"/>
              </a:xfrm>
              <a:custGeom>
                <a:rect b="b" l="l" r="r" t="t"/>
                <a:pathLst>
                  <a:path extrusionOk="0" h="892" w="2025">
                    <a:moveTo>
                      <a:pt x="730" y="1"/>
                    </a:moveTo>
                    <a:cubicBezTo>
                      <a:pt x="655" y="1"/>
                      <a:pt x="584" y="12"/>
                      <a:pt x="548" y="48"/>
                    </a:cubicBezTo>
                    <a:cubicBezTo>
                      <a:pt x="477" y="120"/>
                      <a:pt x="477" y="263"/>
                      <a:pt x="405" y="310"/>
                    </a:cubicBezTo>
                    <a:cubicBezTo>
                      <a:pt x="384" y="321"/>
                      <a:pt x="362" y="324"/>
                      <a:pt x="341" y="324"/>
                    </a:cubicBezTo>
                    <a:cubicBezTo>
                      <a:pt x="302" y="324"/>
                      <a:pt x="264" y="313"/>
                      <a:pt x="225" y="313"/>
                    </a:cubicBezTo>
                    <a:cubicBezTo>
                      <a:pt x="190" y="313"/>
                      <a:pt x="155" y="323"/>
                      <a:pt x="120" y="358"/>
                    </a:cubicBezTo>
                    <a:cubicBezTo>
                      <a:pt x="0" y="524"/>
                      <a:pt x="215" y="763"/>
                      <a:pt x="358" y="882"/>
                    </a:cubicBezTo>
                    <a:cubicBezTo>
                      <a:pt x="386" y="889"/>
                      <a:pt x="413" y="892"/>
                      <a:pt x="441" y="892"/>
                    </a:cubicBezTo>
                    <a:cubicBezTo>
                      <a:pt x="509" y="892"/>
                      <a:pt x="576" y="875"/>
                      <a:pt x="643" y="858"/>
                    </a:cubicBezTo>
                    <a:cubicBezTo>
                      <a:pt x="858" y="810"/>
                      <a:pt x="1072" y="786"/>
                      <a:pt x="1286" y="786"/>
                    </a:cubicBezTo>
                    <a:cubicBezTo>
                      <a:pt x="1370" y="775"/>
                      <a:pt x="1447" y="769"/>
                      <a:pt x="1522" y="769"/>
                    </a:cubicBezTo>
                    <a:cubicBezTo>
                      <a:pt x="1596" y="769"/>
                      <a:pt x="1667" y="775"/>
                      <a:pt x="1739" y="786"/>
                    </a:cubicBezTo>
                    <a:cubicBezTo>
                      <a:pt x="1787" y="786"/>
                      <a:pt x="1858" y="786"/>
                      <a:pt x="1882" y="763"/>
                    </a:cubicBezTo>
                    <a:cubicBezTo>
                      <a:pt x="2025" y="691"/>
                      <a:pt x="1906" y="405"/>
                      <a:pt x="1834" y="310"/>
                    </a:cubicBezTo>
                    <a:cubicBezTo>
                      <a:pt x="1759" y="217"/>
                      <a:pt x="1640" y="152"/>
                      <a:pt x="1523" y="152"/>
                    </a:cubicBezTo>
                    <a:cubicBezTo>
                      <a:pt x="1492" y="152"/>
                      <a:pt x="1460" y="157"/>
                      <a:pt x="1429" y="167"/>
                    </a:cubicBezTo>
                    <a:cubicBezTo>
                      <a:pt x="1336" y="191"/>
                      <a:pt x="1288" y="260"/>
                      <a:pt x="1197" y="307"/>
                    </a:cubicBezTo>
                    <a:lnTo>
                      <a:pt x="1197" y="307"/>
                    </a:lnTo>
                    <a:cubicBezTo>
                      <a:pt x="1246" y="270"/>
                      <a:pt x="998" y="24"/>
                      <a:pt x="929" y="24"/>
                    </a:cubicBezTo>
                    <a:cubicBezTo>
                      <a:pt x="882" y="12"/>
                      <a:pt x="804" y="1"/>
                      <a:pt x="7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0" name="Google Shape;14950;p46"/>
              <p:cNvSpPr/>
              <p:nvPr/>
            </p:nvSpPr>
            <p:spPr>
              <a:xfrm>
                <a:off x="1272713" y="1848147"/>
                <a:ext cx="44169" cy="58415"/>
              </a:xfrm>
              <a:custGeom>
                <a:rect b="b" l="l" r="r" t="t"/>
                <a:pathLst>
                  <a:path extrusionOk="0" h="1796" w="1358">
                    <a:moveTo>
                      <a:pt x="501" y="0"/>
                    </a:moveTo>
                    <a:cubicBezTo>
                      <a:pt x="405" y="0"/>
                      <a:pt x="286" y="0"/>
                      <a:pt x="215" y="24"/>
                    </a:cubicBezTo>
                    <a:cubicBezTo>
                      <a:pt x="119" y="48"/>
                      <a:pt x="72" y="95"/>
                      <a:pt x="24" y="119"/>
                    </a:cubicBezTo>
                    <a:cubicBezTo>
                      <a:pt x="0" y="262"/>
                      <a:pt x="24" y="500"/>
                      <a:pt x="72" y="643"/>
                    </a:cubicBezTo>
                    <a:cubicBezTo>
                      <a:pt x="96" y="691"/>
                      <a:pt x="114" y="709"/>
                      <a:pt x="137" y="709"/>
                    </a:cubicBezTo>
                    <a:cubicBezTo>
                      <a:pt x="161" y="709"/>
                      <a:pt x="191" y="691"/>
                      <a:pt x="239" y="667"/>
                    </a:cubicBezTo>
                    <a:cubicBezTo>
                      <a:pt x="308" y="639"/>
                      <a:pt x="345" y="627"/>
                      <a:pt x="378" y="627"/>
                    </a:cubicBezTo>
                    <a:cubicBezTo>
                      <a:pt x="402" y="627"/>
                      <a:pt x="423" y="633"/>
                      <a:pt x="453" y="643"/>
                    </a:cubicBezTo>
                    <a:cubicBezTo>
                      <a:pt x="596" y="715"/>
                      <a:pt x="667" y="857"/>
                      <a:pt x="691" y="1000"/>
                    </a:cubicBezTo>
                    <a:cubicBezTo>
                      <a:pt x="715" y="1215"/>
                      <a:pt x="739" y="1310"/>
                      <a:pt x="524" y="1381"/>
                    </a:cubicBezTo>
                    <a:cubicBezTo>
                      <a:pt x="453" y="1405"/>
                      <a:pt x="334" y="1381"/>
                      <a:pt x="310" y="1429"/>
                    </a:cubicBezTo>
                    <a:cubicBezTo>
                      <a:pt x="286" y="1477"/>
                      <a:pt x="334" y="1643"/>
                      <a:pt x="358" y="1691"/>
                    </a:cubicBezTo>
                    <a:cubicBezTo>
                      <a:pt x="377" y="1769"/>
                      <a:pt x="445" y="1795"/>
                      <a:pt x="529" y="1795"/>
                    </a:cubicBezTo>
                    <a:cubicBezTo>
                      <a:pt x="648" y="1795"/>
                      <a:pt x="798" y="1743"/>
                      <a:pt x="882" y="1715"/>
                    </a:cubicBezTo>
                    <a:cubicBezTo>
                      <a:pt x="1358" y="1572"/>
                      <a:pt x="1263" y="976"/>
                      <a:pt x="1096" y="619"/>
                    </a:cubicBezTo>
                    <a:cubicBezTo>
                      <a:pt x="1024" y="453"/>
                      <a:pt x="929" y="214"/>
                      <a:pt x="810" y="72"/>
                    </a:cubicBezTo>
                    <a:cubicBezTo>
                      <a:pt x="715" y="0"/>
                      <a:pt x="596" y="24"/>
                      <a:pt x="5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1" name="Google Shape;14951;p46"/>
              <p:cNvSpPr/>
              <p:nvPr/>
            </p:nvSpPr>
            <p:spPr>
              <a:xfrm>
                <a:off x="1064032" y="1858490"/>
                <a:ext cx="24361" cy="13986"/>
              </a:xfrm>
              <a:custGeom>
                <a:rect b="b" l="l" r="r" t="t"/>
                <a:pathLst>
                  <a:path extrusionOk="0" h="430" w="749">
                    <a:moveTo>
                      <a:pt x="449" y="0"/>
                    </a:moveTo>
                    <a:cubicBezTo>
                      <a:pt x="375" y="0"/>
                      <a:pt x="304" y="19"/>
                      <a:pt x="248" y="63"/>
                    </a:cubicBezTo>
                    <a:cubicBezTo>
                      <a:pt x="183" y="128"/>
                      <a:pt x="0" y="430"/>
                      <a:pt x="111" y="430"/>
                    </a:cubicBezTo>
                    <a:cubicBezTo>
                      <a:pt x="122" y="430"/>
                      <a:pt x="136" y="427"/>
                      <a:pt x="153" y="420"/>
                    </a:cubicBezTo>
                    <a:cubicBezTo>
                      <a:pt x="287" y="401"/>
                      <a:pt x="344" y="275"/>
                      <a:pt x="448" y="275"/>
                    </a:cubicBezTo>
                    <a:cubicBezTo>
                      <a:pt x="473" y="275"/>
                      <a:pt x="501" y="282"/>
                      <a:pt x="534" y="301"/>
                    </a:cubicBezTo>
                    <a:cubicBezTo>
                      <a:pt x="575" y="322"/>
                      <a:pt x="616" y="377"/>
                      <a:pt x="642" y="377"/>
                    </a:cubicBezTo>
                    <a:cubicBezTo>
                      <a:pt x="646" y="377"/>
                      <a:pt x="650" y="376"/>
                      <a:pt x="653" y="373"/>
                    </a:cubicBezTo>
                    <a:cubicBezTo>
                      <a:pt x="701" y="373"/>
                      <a:pt x="749" y="135"/>
                      <a:pt x="701" y="63"/>
                    </a:cubicBezTo>
                    <a:cubicBezTo>
                      <a:pt x="624" y="25"/>
                      <a:pt x="534" y="0"/>
                      <a:pt x="449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2" name="Google Shape;14952;p46"/>
              <p:cNvSpPr/>
              <p:nvPr/>
            </p:nvSpPr>
            <p:spPr>
              <a:xfrm>
                <a:off x="1051185" y="1863824"/>
                <a:ext cx="27126" cy="43486"/>
              </a:xfrm>
              <a:custGeom>
                <a:rect b="b" l="l" r="r" t="t"/>
                <a:pathLst>
                  <a:path extrusionOk="0" h="1337" w="834">
                    <a:moveTo>
                      <a:pt x="256" y="0"/>
                    </a:moveTo>
                    <a:cubicBezTo>
                      <a:pt x="239" y="0"/>
                      <a:pt x="215" y="30"/>
                      <a:pt x="191" y="90"/>
                    </a:cubicBezTo>
                    <a:cubicBezTo>
                      <a:pt x="96" y="209"/>
                      <a:pt x="24" y="399"/>
                      <a:pt x="24" y="542"/>
                    </a:cubicBezTo>
                    <a:cubicBezTo>
                      <a:pt x="0" y="709"/>
                      <a:pt x="48" y="899"/>
                      <a:pt x="120" y="1042"/>
                    </a:cubicBezTo>
                    <a:cubicBezTo>
                      <a:pt x="215" y="1209"/>
                      <a:pt x="405" y="1304"/>
                      <a:pt x="572" y="1328"/>
                    </a:cubicBezTo>
                    <a:cubicBezTo>
                      <a:pt x="593" y="1333"/>
                      <a:pt x="618" y="1336"/>
                      <a:pt x="644" y="1336"/>
                    </a:cubicBezTo>
                    <a:cubicBezTo>
                      <a:pt x="734" y="1336"/>
                      <a:pt x="834" y="1301"/>
                      <a:pt x="834" y="1209"/>
                    </a:cubicBezTo>
                    <a:cubicBezTo>
                      <a:pt x="810" y="1090"/>
                      <a:pt x="667" y="1090"/>
                      <a:pt x="596" y="1066"/>
                    </a:cubicBezTo>
                    <a:cubicBezTo>
                      <a:pt x="120" y="995"/>
                      <a:pt x="262" y="423"/>
                      <a:pt x="286" y="90"/>
                    </a:cubicBezTo>
                    <a:cubicBezTo>
                      <a:pt x="286" y="30"/>
                      <a:pt x="274" y="0"/>
                      <a:pt x="25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3" name="Google Shape;14953;p46"/>
              <p:cNvSpPr/>
              <p:nvPr/>
            </p:nvSpPr>
            <p:spPr>
              <a:xfrm>
                <a:off x="1096362" y="1815135"/>
                <a:ext cx="60204" cy="23190"/>
              </a:xfrm>
              <a:custGeom>
                <a:rect b="b" l="l" r="r" t="t"/>
                <a:pathLst>
                  <a:path extrusionOk="0" h="713" w="1851">
                    <a:moveTo>
                      <a:pt x="437" y="1"/>
                    </a:moveTo>
                    <a:cubicBezTo>
                      <a:pt x="205" y="1"/>
                      <a:pt x="0" y="349"/>
                      <a:pt x="64" y="563"/>
                    </a:cubicBezTo>
                    <a:cubicBezTo>
                      <a:pt x="421" y="634"/>
                      <a:pt x="612" y="682"/>
                      <a:pt x="921" y="682"/>
                    </a:cubicBezTo>
                    <a:cubicBezTo>
                      <a:pt x="1112" y="682"/>
                      <a:pt x="1318" y="712"/>
                      <a:pt x="1514" y="712"/>
                    </a:cubicBezTo>
                    <a:cubicBezTo>
                      <a:pt x="1564" y="712"/>
                      <a:pt x="1612" y="710"/>
                      <a:pt x="1660" y="705"/>
                    </a:cubicBezTo>
                    <a:cubicBezTo>
                      <a:pt x="1755" y="682"/>
                      <a:pt x="1850" y="610"/>
                      <a:pt x="1779" y="515"/>
                    </a:cubicBezTo>
                    <a:cubicBezTo>
                      <a:pt x="1757" y="461"/>
                      <a:pt x="1706" y="446"/>
                      <a:pt x="1648" y="446"/>
                    </a:cubicBezTo>
                    <a:cubicBezTo>
                      <a:pt x="1578" y="446"/>
                      <a:pt x="1497" y="467"/>
                      <a:pt x="1445" y="467"/>
                    </a:cubicBezTo>
                    <a:cubicBezTo>
                      <a:pt x="1398" y="467"/>
                      <a:pt x="1303" y="467"/>
                      <a:pt x="1255" y="444"/>
                    </a:cubicBezTo>
                    <a:cubicBezTo>
                      <a:pt x="1207" y="420"/>
                      <a:pt x="1207" y="372"/>
                      <a:pt x="1160" y="348"/>
                    </a:cubicBezTo>
                    <a:cubicBezTo>
                      <a:pt x="1130" y="334"/>
                      <a:pt x="1098" y="328"/>
                      <a:pt x="1066" y="328"/>
                    </a:cubicBezTo>
                    <a:cubicBezTo>
                      <a:pt x="993" y="328"/>
                      <a:pt x="916" y="356"/>
                      <a:pt x="850" y="372"/>
                    </a:cubicBezTo>
                    <a:cubicBezTo>
                      <a:pt x="822" y="378"/>
                      <a:pt x="797" y="381"/>
                      <a:pt x="777" y="381"/>
                    </a:cubicBezTo>
                    <a:cubicBezTo>
                      <a:pt x="554" y="381"/>
                      <a:pt x="734" y="58"/>
                      <a:pt x="517" y="15"/>
                    </a:cubicBezTo>
                    <a:cubicBezTo>
                      <a:pt x="490" y="5"/>
                      <a:pt x="463" y="1"/>
                      <a:pt x="437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4" name="Google Shape;14954;p46"/>
              <p:cNvSpPr/>
              <p:nvPr/>
            </p:nvSpPr>
            <p:spPr>
              <a:xfrm>
                <a:off x="1203760" y="1809963"/>
                <a:ext cx="58155" cy="28427"/>
              </a:xfrm>
              <a:custGeom>
                <a:rect b="b" l="l" r="r" t="t"/>
                <a:pathLst>
                  <a:path extrusionOk="0" h="874" w="1788">
                    <a:moveTo>
                      <a:pt x="587" y="0"/>
                    </a:moveTo>
                    <a:cubicBezTo>
                      <a:pt x="429" y="0"/>
                      <a:pt x="425" y="185"/>
                      <a:pt x="382" y="293"/>
                    </a:cubicBezTo>
                    <a:cubicBezTo>
                      <a:pt x="330" y="276"/>
                      <a:pt x="284" y="264"/>
                      <a:pt x="243" y="264"/>
                    </a:cubicBezTo>
                    <a:cubicBezTo>
                      <a:pt x="173" y="264"/>
                      <a:pt x="118" y="298"/>
                      <a:pt x="72" y="388"/>
                    </a:cubicBezTo>
                    <a:cubicBezTo>
                      <a:pt x="1" y="555"/>
                      <a:pt x="96" y="674"/>
                      <a:pt x="191" y="817"/>
                    </a:cubicBezTo>
                    <a:cubicBezTo>
                      <a:pt x="224" y="860"/>
                      <a:pt x="261" y="874"/>
                      <a:pt x="301" y="874"/>
                    </a:cubicBezTo>
                    <a:cubicBezTo>
                      <a:pt x="349" y="874"/>
                      <a:pt x="401" y="854"/>
                      <a:pt x="453" y="841"/>
                    </a:cubicBezTo>
                    <a:cubicBezTo>
                      <a:pt x="572" y="817"/>
                      <a:pt x="692" y="817"/>
                      <a:pt x="834" y="793"/>
                    </a:cubicBezTo>
                    <a:cubicBezTo>
                      <a:pt x="953" y="781"/>
                      <a:pt x="1079" y="781"/>
                      <a:pt x="1204" y="781"/>
                    </a:cubicBezTo>
                    <a:cubicBezTo>
                      <a:pt x="1329" y="781"/>
                      <a:pt x="1454" y="781"/>
                      <a:pt x="1573" y="769"/>
                    </a:cubicBezTo>
                    <a:cubicBezTo>
                      <a:pt x="1644" y="745"/>
                      <a:pt x="1739" y="769"/>
                      <a:pt x="1763" y="674"/>
                    </a:cubicBezTo>
                    <a:cubicBezTo>
                      <a:pt x="1787" y="579"/>
                      <a:pt x="1692" y="579"/>
                      <a:pt x="1620" y="555"/>
                    </a:cubicBezTo>
                    <a:cubicBezTo>
                      <a:pt x="1501" y="507"/>
                      <a:pt x="1430" y="483"/>
                      <a:pt x="1287" y="483"/>
                    </a:cubicBezTo>
                    <a:cubicBezTo>
                      <a:pt x="1191" y="503"/>
                      <a:pt x="1047" y="538"/>
                      <a:pt x="933" y="538"/>
                    </a:cubicBezTo>
                    <a:cubicBezTo>
                      <a:pt x="906" y="538"/>
                      <a:pt x="881" y="536"/>
                      <a:pt x="858" y="531"/>
                    </a:cubicBezTo>
                    <a:cubicBezTo>
                      <a:pt x="596" y="436"/>
                      <a:pt x="906" y="79"/>
                      <a:pt x="644" y="7"/>
                    </a:cubicBezTo>
                    <a:cubicBezTo>
                      <a:pt x="623" y="3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5" name="Google Shape;14955;p46"/>
              <p:cNvSpPr/>
              <p:nvPr/>
            </p:nvSpPr>
            <p:spPr>
              <a:xfrm>
                <a:off x="1273493" y="1858263"/>
                <a:ext cx="20751" cy="12360"/>
              </a:xfrm>
              <a:custGeom>
                <a:rect b="b" l="l" r="r" t="t"/>
                <a:pathLst>
                  <a:path extrusionOk="0" h="380" w="638">
                    <a:moveTo>
                      <a:pt x="324" y="0"/>
                    </a:moveTo>
                    <a:cubicBezTo>
                      <a:pt x="212" y="0"/>
                      <a:pt x="97" y="35"/>
                      <a:pt x="48" y="94"/>
                    </a:cubicBezTo>
                    <a:cubicBezTo>
                      <a:pt x="0" y="165"/>
                      <a:pt x="72" y="261"/>
                      <a:pt x="119" y="380"/>
                    </a:cubicBezTo>
                    <a:cubicBezTo>
                      <a:pt x="215" y="332"/>
                      <a:pt x="310" y="308"/>
                      <a:pt x="429" y="308"/>
                    </a:cubicBezTo>
                    <a:cubicBezTo>
                      <a:pt x="461" y="308"/>
                      <a:pt x="487" y="311"/>
                      <a:pt x="509" y="311"/>
                    </a:cubicBezTo>
                    <a:cubicBezTo>
                      <a:pt x="553" y="311"/>
                      <a:pt x="580" y="300"/>
                      <a:pt x="596" y="237"/>
                    </a:cubicBezTo>
                    <a:cubicBezTo>
                      <a:pt x="637" y="69"/>
                      <a:pt x="483" y="0"/>
                      <a:pt x="324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6" name="Google Shape;14956;p46"/>
              <p:cNvSpPr/>
              <p:nvPr/>
            </p:nvSpPr>
            <p:spPr>
              <a:xfrm>
                <a:off x="1284324" y="1871630"/>
                <a:ext cx="27906" cy="34054"/>
              </a:xfrm>
              <a:custGeom>
                <a:rect b="b" l="l" r="r" t="t"/>
                <a:pathLst>
                  <a:path extrusionOk="0" h="1047" w="858">
                    <a:moveTo>
                      <a:pt x="657" y="0"/>
                    </a:moveTo>
                    <a:cubicBezTo>
                      <a:pt x="638" y="0"/>
                      <a:pt x="618" y="5"/>
                      <a:pt x="596" y="16"/>
                    </a:cubicBezTo>
                    <a:cubicBezTo>
                      <a:pt x="429" y="112"/>
                      <a:pt x="596" y="469"/>
                      <a:pt x="572" y="612"/>
                    </a:cubicBezTo>
                    <a:cubicBezTo>
                      <a:pt x="525" y="802"/>
                      <a:pt x="167" y="897"/>
                      <a:pt x="1" y="897"/>
                    </a:cubicBezTo>
                    <a:cubicBezTo>
                      <a:pt x="9" y="1009"/>
                      <a:pt x="89" y="1046"/>
                      <a:pt x="190" y="1046"/>
                    </a:cubicBezTo>
                    <a:cubicBezTo>
                      <a:pt x="371" y="1046"/>
                      <a:pt x="622" y="928"/>
                      <a:pt x="667" y="897"/>
                    </a:cubicBezTo>
                    <a:cubicBezTo>
                      <a:pt x="858" y="778"/>
                      <a:pt x="834" y="564"/>
                      <a:pt x="834" y="374"/>
                    </a:cubicBezTo>
                    <a:cubicBezTo>
                      <a:pt x="834" y="289"/>
                      <a:pt x="797" y="0"/>
                      <a:pt x="65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7" name="Google Shape;14957;p46"/>
              <p:cNvSpPr/>
              <p:nvPr/>
            </p:nvSpPr>
            <p:spPr>
              <a:xfrm>
                <a:off x="1002398" y="1671602"/>
                <a:ext cx="406660" cy="408449"/>
              </a:xfrm>
              <a:custGeom>
                <a:rect b="b" l="l" r="r" t="t"/>
                <a:pathLst>
                  <a:path extrusionOk="0" h="12558" w="12503">
                    <a:moveTo>
                      <a:pt x="5787" y="2285"/>
                    </a:moveTo>
                    <a:cubicBezTo>
                      <a:pt x="6287" y="2285"/>
                      <a:pt x="6787" y="2308"/>
                      <a:pt x="7311" y="2308"/>
                    </a:cubicBezTo>
                    <a:cubicBezTo>
                      <a:pt x="7573" y="2332"/>
                      <a:pt x="7811" y="2332"/>
                      <a:pt x="8073" y="2332"/>
                    </a:cubicBezTo>
                    <a:cubicBezTo>
                      <a:pt x="8192" y="2332"/>
                      <a:pt x="8311" y="2356"/>
                      <a:pt x="8407" y="2356"/>
                    </a:cubicBezTo>
                    <a:cubicBezTo>
                      <a:pt x="8470" y="2356"/>
                      <a:pt x="8534" y="2345"/>
                      <a:pt x="8597" y="2345"/>
                    </a:cubicBezTo>
                    <a:cubicBezTo>
                      <a:pt x="8629" y="2345"/>
                      <a:pt x="8661" y="2348"/>
                      <a:pt x="8692" y="2356"/>
                    </a:cubicBezTo>
                    <a:cubicBezTo>
                      <a:pt x="8692" y="2475"/>
                      <a:pt x="8692" y="2594"/>
                      <a:pt x="8692" y="2713"/>
                    </a:cubicBezTo>
                    <a:cubicBezTo>
                      <a:pt x="8466" y="2689"/>
                      <a:pt x="8240" y="2683"/>
                      <a:pt x="8014" y="2683"/>
                    </a:cubicBezTo>
                    <a:cubicBezTo>
                      <a:pt x="7787" y="2683"/>
                      <a:pt x="7561" y="2689"/>
                      <a:pt x="7335" y="2689"/>
                    </a:cubicBezTo>
                    <a:cubicBezTo>
                      <a:pt x="6811" y="2689"/>
                      <a:pt x="6311" y="2666"/>
                      <a:pt x="5787" y="2642"/>
                    </a:cubicBezTo>
                    <a:cubicBezTo>
                      <a:pt x="5263" y="2642"/>
                      <a:pt x="4763" y="2642"/>
                      <a:pt x="4239" y="2666"/>
                    </a:cubicBezTo>
                    <a:cubicBezTo>
                      <a:pt x="4001" y="2689"/>
                      <a:pt x="3739" y="2689"/>
                      <a:pt x="3477" y="2689"/>
                    </a:cubicBezTo>
                    <a:cubicBezTo>
                      <a:pt x="3263" y="2713"/>
                      <a:pt x="3025" y="2713"/>
                      <a:pt x="2786" y="2761"/>
                    </a:cubicBezTo>
                    <a:cubicBezTo>
                      <a:pt x="2786" y="2713"/>
                      <a:pt x="2786" y="2689"/>
                      <a:pt x="2786" y="2666"/>
                    </a:cubicBezTo>
                    <a:cubicBezTo>
                      <a:pt x="2786" y="2547"/>
                      <a:pt x="2786" y="2404"/>
                      <a:pt x="2763" y="2285"/>
                    </a:cubicBezTo>
                    <a:lnTo>
                      <a:pt x="2763" y="2285"/>
                    </a:lnTo>
                    <a:cubicBezTo>
                      <a:pt x="2929" y="2293"/>
                      <a:pt x="3096" y="2295"/>
                      <a:pt x="3262" y="2295"/>
                    </a:cubicBezTo>
                    <a:cubicBezTo>
                      <a:pt x="3593" y="2295"/>
                      <a:pt x="3922" y="2285"/>
                      <a:pt x="4239" y="2285"/>
                    </a:cubicBezTo>
                    <a:close/>
                    <a:moveTo>
                      <a:pt x="869" y="252"/>
                    </a:moveTo>
                    <a:cubicBezTo>
                      <a:pt x="1060" y="252"/>
                      <a:pt x="1264" y="341"/>
                      <a:pt x="1405" y="451"/>
                    </a:cubicBezTo>
                    <a:cubicBezTo>
                      <a:pt x="1572" y="594"/>
                      <a:pt x="1691" y="808"/>
                      <a:pt x="1620" y="1022"/>
                    </a:cubicBezTo>
                    <a:cubicBezTo>
                      <a:pt x="1572" y="1213"/>
                      <a:pt x="1405" y="1284"/>
                      <a:pt x="1215" y="1356"/>
                    </a:cubicBezTo>
                    <a:cubicBezTo>
                      <a:pt x="1024" y="1427"/>
                      <a:pt x="857" y="1523"/>
                      <a:pt x="762" y="1689"/>
                    </a:cubicBezTo>
                    <a:cubicBezTo>
                      <a:pt x="667" y="1880"/>
                      <a:pt x="667" y="2094"/>
                      <a:pt x="786" y="2237"/>
                    </a:cubicBezTo>
                    <a:cubicBezTo>
                      <a:pt x="929" y="2404"/>
                      <a:pt x="1167" y="2475"/>
                      <a:pt x="1358" y="2475"/>
                    </a:cubicBezTo>
                    <a:cubicBezTo>
                      <a:pt x="1396" y="2481"/>
                      <a:pt x="1434" y="2484"/>
                      <a:pt x="1472" y="2484"/>
                    </a:cubicBezTo>
                    <a:cubicBezTo>
                      <a:pt x="1577" y="2484"/>
                      <a:pt x="1682" y="2462"/>
                      <a:pt x="1786" y="2427"/>
                    </a:cubicBezTo>
                    <a:cubicBezTo>
                      <a:pt x="1858" y="2404"/>
                      <a:pt x="1929" y="2404"/>
                      <a:pt x="1977" y="2380"/>
                    </a:cubicBezTo>
                    <a:cubicBezTo>
                      <a:pt x="1977" y="2499"/>
                      <a:pt x="1977" y="2642"/>
                      <a:pt x="1977" y="2785"/>
                    </a:cubicBezTo>
                    <a:cubicBezTo>
                      <a:pt x="1921" y="2777"/>
                      <a:pt x="1866" y="2774"/>
                      <a:pt x="1810" y="2774"/>
                    </a:cubicBezTo>
                    <a:cubicBezTo>
                      <a:pt x="1699" y="2774"/>
                      <a:pt x="1588" y="2785"/>
                      <a:pt x="1477" y="2785"/>
                    </a:cubicBezTo>
                    <a:cubicBezTo>
                      <a:pt x="1334" y="2785"/>
                      <a:pt x="1167" y="2761"/>
                      <a:pt x="1024" y="2761"/>
                    </a:cubicBezTo>
                    <a:cubicBezTo>
                      <a:pt x="738" y="2737"/>
                      <a:pt x="453" y="2689"/>
                      <a:pt x="357" y="2404"/>
                    </a:cubicBezTo>
                    <a:cubicBezTo>
                      <a:pt x="238" y="2142"/>
                      <a:pt x="262" y="1856"/>
                      <a:pt x="357" y="1594"/>
                    </a:cubicBezTo>
                    <a:cubicBezTo>
                      <a:pt x="429" y="1451"/>
                      <a:pt x="524" y="1332"/>
                      <a:pt x="643" y="1237"/>
                    </a:cubicBezTo>
                    <a:cubicBezTo>
                      <a:pt x="667" y="1189"/>
                      <a:pt x="738" y="1165"/>
                      <a:pt x="786" y="1118"/>
                    </a:cubicBezTo>
                    <a:cubicBezTo>
                      <a:pt x="929" y="1094"/>
                      <a:pt x="1072" y="1022"/>
                      <a:pt x="1167" y="903"/>
                    </a:cubicBezTo>
                    <a:cubicBezTo>
                      <a:pt x="1230" y="841"/>
                      <a:pt x="1182" y="704"/>
                      <a:pt x="1105" y="704"/>
                    </a:cubicBezTo>
                    <a:cubicBezTo>
                      <a:pt x="1095" y="704"/>
                      <a:pt x="1083" y="707"/>
                      <a:pt x="1072" y="713"/>
                    </a:cubicBezTo>
                    <a:cubicBezTo>
                      <a:pt x="943" y="745"/>
                      <a:pt x="782" y="875"/>
                      <a:pt x="639" y="875"/>
                    </a:cubicBezTo>
                    <a:cubicBezTo>
                      <a:pt x="571" y="875"/>
                      <a:pt x="507" y="845"/>
                      <a:pt x="453" y="760"/>
                    </a:cubicBezTo>
                    <a:cubicBezTo>
                      <a:pt x="381" y="618"/>
                      <a:pt x="453" y="403"/>
                      <a:pt x="596" y="332"/>
                    </a:cubicBezTo>
                    <a:cubicBezTo>
                      <a:pt x="676" y="275"/>
                      <a:pt x="771" y="252"/>
                      <a:pt x="869" y="252"/>
                    </a:cubicBezTo>
                    <a:close/>
                    <a:moveTo>
                      <a:pt x="5284" y="2918"/>
                    </a:moveTo>
                    <a:cubicBezTo>
                      <a:pt x="5435" y="2918"/>
                      <a:pt x="5586" y="2921"/>
                      <a:pt x="5739" y="2928"/>
                    </a:cubicBezTo>
                    <a:cubicBezTo>
                      <a:pt x="6240" y="2928"/>
                      <a:pt x="6763" y="2951"/>
                      <a:pt x="7287" y="2975"/>
                    </a:cubicBezTo>
                    <a:cubicBezTo>
                      <a:pt x="7546" y="2975"/>
                      <a:pt x="7820" y="2960"/>
                      <a:pt x="8092" y="2960"/>
                    </a:cubicBezTo>
                    <a:cubicBezTo>
                      <a:pt x="8296" y="2960"/>
                      <a:pt x="8499" y="2968"/>
                      <a:pt x="8692" y="2999"/>
                    </a:cubicBezTo>
                    <a:cubicBezTo>
                      <a:pt x="8692" y="3047"/>
                      <a:pt x="8692" y="3094"/>
                      <a:pt x="8692" y="3142"/>
                    </a:cubicBezTo>
                    <a:cubicBezTo>
                      <a:pt x="8692" y="3213"/>
                      <a:pt x="8692" y="3213"/>
                      <a:pt x="8645" y="3213"/>
                    </a:cubicBezTo>
                    <a:cubicBezTo>
                      <a:pt x="8626" y="3218"/>
                      <a:pt x="8607" y="3220"/>
                      <a:pt x="8588" y="3220"/>
                    </a:cubicBezTo>
                    <a:cubicBezTo>
                      <a:pt x="8511" y="3220"/>
                      <a:pt x="8435" y="3190"/>
                      <a:pt x="8359" y="3190"/>
                    </a:cubicBezTo>
                    <a:lnTo>
                      <a:pt x="8002" y="3190"/>
                    </a:lnTo>
                    <a:cubicBezTo>
                      <a:pt x="7740" y="3190"/>
                      <a:pt x="7478" y="3190"/>
                      <a:pt x="7216" y="3213"/>
                    </a:cubicBezTo>
                    <a:lnTo>
                      <a:pt x="5668" y="3213"/>
                    </a:lnTo>
                    <a:cubicBezTo>
                      <a:pt x="5168" y="3237"/>
                      <a:pt x="4644" y="3261"/>
                      <a:pt x="4144" y="3261"/>
                    </a:cubicBezTo>
                    <a:cubicBezTo>
                      <a:pt x="3959" y="3278"/>
                      <a:pt x="3773" y="3295"/>
                      <a:pt x="3597" y="3295"/>
                    </a:cubicBezTo>
                    <a:cubicBezTo>
                      <a:pt x="3523" y="3295"/>
                      <a:pt x="3452" y="3292"/>
                      <a:pt x="3382" y="3285"/>
                    </a:cubicBezTo>
                    <a:cubicBezTo>
                      <a:pt x="3255" y="3285"/>
                      <a:pt x="3117" y="3274"/>
                      <a:pt x="2983" y="3274"/>
                    </a:cubicBezTo>
                    <a:cubicBezTo>
                      <a:pt x="2916" y="3274"/>
                      <a:pt x="2850" y="3277"/>
                      <a:pt x="2786" y="3285"/>
                    </a:cubicBezTo>
                    <a:cubicBezTo>
                      <a:pt x="2786" y="3190"/>
                      <a:pt x="2786" y="3070"/>
                      <a:pt x="2786" y="2975"/>
                    </a:cubicBezTo>
                    <a:cubicBezTo>
                      <a:pt x="2858" y="2983"/>
                      <a:pt x="2929" y="2986"/>
                      <a:pt x="3001" y="2986"/>
                    </a:cubicBezTo>
                    <a:cubicBezTo>
                      <a:pt x="3144" y="2986"/>
                      <a:pt x="3287" y="2975"/>
                      <a:pt x="3429" y="2975"/>
                    </a:cubicBezTo>
                    <a:cubicBezTo>
                      <a:pt x="3691" y="2951"/>
                      <a:pt x="3930" y="2951"/>
                      <a:pt x="4192" y="2951"/>
                    </a:cubicBezTo>
                    <a:cubicBezTo>
                      <a:pt x="4562" y="2935"/>
                      <a:pt x="4921" y="2918"/>
                      <a:pt x="5284" y="2918"/>
                    </a:cubicBezTo>
                    <a:close/>
                    <a:moveTo>
                      <a:pt x="2358" y="2020"/>
                    </a:moveTo>
                    <a:cubicBezTo>
                      <a:pt x="2365" y="2020"/>
                      <a:pt x="2373" y="2021"/>
                      <a:pt x="2382" y="2023"/>
                    </a:cubicBezTo>
                    <a:cubicBezTo>
                      <a:pt x="2572" y="2046"/>
                      <a:pt x="2548" y="2451"/>
                      <a:pt x="2548" y="2570"/>
                    </a:cubicBezTo>
                    <a:cubicBezTo>
                      <a:pt x="2572" y="2785"/>
                      <a:pt x="2548" y="3023"/>
                      <a:pt x="2548" y="3237"/>
                    </a:cubicBezTo>
                    <a:cubicBezTo>
                      <a:pt x="2548" y="3380"/>
                      <a:pt x="2596" y="3666"/>
                      <a:pt x="2405" y="3713"/>
                    </a:cubicBezTo>
                    <a:cubicBezTo>
                      <a:pt x="2386" y="3723"/>
                      <a:pt x="2358" y="3729"/>
                      <a:pt x="2328" y="3729"/>
                    </a:cubicBezTo>
                    <a:cubicBezTo>
                      <a:pt x="2287" y="3729"/>
                      <a:pt x="2243" y="3718"/>
                      <a:pt x="2215" y="3690"/>
                    </a:cubicBezTo>
                    <a:cubicBezTo>
                      <a:pt x="2191" y="3618"/>
                      <a:pt x="2215" y="3475"/>
                      <a:pt x="2215" y="3404"/>
                    </a:cubicBezTo>
                    <a:cubicBezTo>
                      <a:pt x="2215" y="3166"/>
                      <a:pt x="2239" y="2928"/>
                      <a:pt x="2239" y="2689"/>
                    </a:cubicBezTo>
                    <a:cubicBezTo>
                      <a:pt x="2239" y="2547"/>
                      <a:pt x="2239" y="2404"/>
                      <a:pt x="2215" y="2261"/>
                    </a:cubicBezTo>
                    <a:cubicBezTo>
                      <a:pt x="2237" y="2130"/>
                      <a:pt x="2278" y="2020"/>
                      <a:pt x="2358" y="2020"/>
                    </a:cubicBezTo>
                    <a:close/>
                    <a:moveTo>
                      <a:pt x="9068" y="2020"/>
                    </a:moveTo>
                    <a:cubicBezTo>
                      <a:pt x="9077" y="2020"/>
                      <a:pt x="9087" y="2021"/>
                      <a:pt x="9097" y="2023"/>
                    </a:cubicBezTo>
                    <a:cubicBezTo>
                      <a:pt x="9264" y="2046"/>
                      <a:pt x="9240" y="2451"/>
                      <a:pt x="9264" y="2570"/>
                    </a:cubicBezTo>
                    <a:cubicBezTo>
                      <a:pt x="9264" y="2809"/>
                      <a:pt x="9264" y="3047"/>
                      <a:pt x="9240" y="3261"/>
                    </a:cubicBezTo>
                    <a:cubicBezTo>
                      <a:pt x="9240" y="3404"/>
                      <a:pt x="9312" y="3666"/>
                      <a:pt x="9121" y="3713"/>
                    </a:cubicBezTo>
                    <a:cubicBezTo>
                      <a:pt x="9092" y="3723"/>
                      <a:pt x="9062" y="3729"/>
                      <a:pt x="9034" y="3729"/>
                    </a:cubicBezTo>
                    <a:cubicBezTo>
                      <a:pt x="8995" y="3729"/>
                      <a:pt x="8958" y="3718"/>
                      <a:pt x="8931" y="3690"/>
                    </a:cubicBezTo>
                    <a:cubicBezTo>
                      <a:pt x="8883" y="3618"/>
                      <a:pt x="8907" y="3475"/>
                      <a:pt x="8907" y="3404"/>
                    </a:cubicBezTo>
                    <a:cubicBezTo>
                      <a:pt x="8931" y="3166"/>
                      <a:pt x="8931" y="2928"/>
                      <a:pt x="8954" y="2689"/>
                    </a:cubicBezTo>
                    <a:cubicBezTo>
                      <a:pt x="8954" y="2547"/>
                      <a:pt x="8931" y="2404"/>
                      <a:pt x="8931" y="2261"/>
                    </a:cubicBezTo>
                    <a:cubicBezTo>
                      <a:pt x="8952" y="2130"/>
                      <a:pt x="8974" y="2020"/>
                      <a:pt x="9068" y="2020"/>
                    </a:cubicBezTo>
                    <a:close/>
                    <a:moveTo>
                      <a:pt x="8692" y="3428"/>
                    </a:moveTo>
                    <a:lnTo>
                      <a:pt x="8692" y="3428"/>
                    </a:lnTo>
                    <a:cubicBezTo>
                      <a:pt x="8669" y="3594"/>
                      <a:pt x="8669" y="3833"/>
                      <a:pt x="8835" y="3928"/>
                    </a:cubicBezTo>
                    <a:cubicBezTo>
                      <a:pt x="8892" y="3956"/>
                      <a:pt x="8959" y="3969"/>
                      <a:pt x="9028" y="3969"/>
                    </a:cubicBezTo>
                    <a:cubicBezTo>
                      <a:pt x="9132" y="3969"/>
                      <a:pt x="9240" y="3938"/>
                      <a:pt x="9312" y="3880"/>
                    </a:cubicBezTo>
                    <a:cubicBezTo>
                      <a:pt x="9431" y="3785"/>
                      <a:pt x="9478" y="3618"/>
                      <a:pt x="9478" y="3475"/>
                    </a:cubicBezTo>
                    <a:lnTo>
                      <a:pt x="9669" y="3475"/>
                    </a:lnTo>
                    <a:cubicBezTo>
                      <a:pt x="9701" y="3475"/>
                      <a:pt x="9743" y="3465"/>
                      <a:pt x="9782" y="3465"/>
                    </a:cubicBezTo>
                    <a:cubicBezTo>
                      <a:pt x="9801" y="3465"/>
                      <a:pt x="9820" y="3467"/>
                      <a:pt x="9836" y="3475"/>
                    </a:cubicBezTo>
                    <a:cubicBezTo>
                      <a:pt x="9931" y="3523"/>
                      <a:pt x="9883" y="3666"/>
                      <a:pt x="9859" y="3761"/>
                    </a:cubicBezTo>
                    <a:cubicBezTo>
                      <a:pt x="9859" y="4142"/>
                      <a:pt x="9859" y="4547"/>
                      <a:pt x="9883" y="4952"/>
                    </a:cubicBezTo>
                    <a:cubicBezTo>
                      <a:pt x="9883" y="5785"/>
                      <a:pt x="9978" y="6595"/>
                      <a:pt x="9955" y="7405"/>
                    </a:cubicBezTo>
                    <a:cubicBezTo>
                      <a:pt x="9955" y="7810"/>
                      <a:pt x="9955" y="8214"/>
                      <a:pt x="9955" y="8619"/>
                    </a:cubicBezTo>
                    <a:cubicBezTo>
                      <a:pt x="9955" y="8810"/>
                      <a:pt x="9955" y="9000"/>
                      <a:pt x="9955" y="9167"/>
                    </a:cubicBezTo>
                    <a:cubicBezTo>
                      <a:pt x="9955" y="9238"/>
                      <a:pt x="9955" y="9334"/>
                      <a:pt x="9955" y="9405"/>
                    </a:cubicBezTo>
                    <a:cubicBezTo>
                      <a:pt x="9740" y="9405"/>
                      <a:pt x="9526" y="9381"/>
                      <a:pt x="9312" y="9357"/>
                    </a:cubicBezTo>
                    <a:lnTo>
                      <a:pt x="8430" y="9357"/>
                    </a:lnTo>
                    <a:cubicBezTo>
                      <a:pt x="7835" y="9381"/>
                      <a:pt x="7264" y="9405"/>
                      <a:pt x="6668" y="9453"/>
                    </a:cubicBezTo>
                    <a:cubicBezTo>
                      <a:pt x="6002" y="9479"/>
                      <a:pt x="5343" y="9498"/>
                      <a:pt x="4683" y="9498"/>
                    </a:cubicBezTo>
                    <a:cubicBezTo>
                      <a:pt x="4140" y="9498"/>
                      <a:pt x="3597" y="9485"/>
                      <a:pt x="3048" y="9453"/>
                    </a:cubicBezTo>
                    <a:cubicBezTo>
                      <a:pt x="2715" y="9429"/>
                      <a:pt x="2405" y="9405"/>
                      <a:pt x="2072" y="9405"/>
                    </a:cubicBezTo>
                    <a:cubicBezTo>
                      <a:pt x="1786" y="9405"/>
                      <a:pt x="1453" y="9405"/>
                      <a:pt x="1167" y="9453"/>
                    </a:cubicBezTo>
                    <a:cubicBezTo>
                      <a:pt x="1167" y="9429"/>
                      <a:pt x="1167" y="9405"/>
                      <a:pt x="1167" y="9381"/>
                    </a:cubicBezTo>
                    <a:cubicBezTo>
                      <a:pt x="1167" y="9191"/>
                      <a:pt x="1191" y="9000"/>
                      <a:pt x="1191" y="8834"/>
                    </a:cubicBezTo>
                    <a:cubicBezTo>
                      <a:pt x="1191" y="8429"/>
                      <a:pt x="1167" y="8048"/>
                      <a:pt x="1143" y="7643"/>
                    </a:cubicBezTo>
                    <a:cubicBezTo>
                      <a:pt x="1096" y="6738"/>
                      <a:pt x="1096" y="5833"/>
                      <a:pt x="1096" y="4928"/>
                    </a:cubicBezTo>
                    <a:cubicBezTo>
                      <a:pt x="1096" y="4690"/>
                      <a:pt x="1119" y="4452"/>
                      <a:pt x="1119" y="4214"/>
                    </a:cubicBezTo>
                    <a:cubicBezTo>
                      <a:pt x="1143" y="4047"/>
                      <a:pt x="1143" y="3856"/>
                      <a:pt x="1167" y="3690"/>
                    </a:cubicBezTo>
                    <a:cubicBezTo>
                      <a:pt x="1191" y="3547"/>
                      <a:pt x="1381" y="3547"/>
                      <a:pt x="1477" y="3547"/>
                    </a:cubicBezTo>
                    <a:cubicBezTo>
                      <a:pt x="1643" y="3523"/>
                      <a:pt x="1810" y="3475"/>
                      <a:pt x="1977" y="3475"/>
                    </a:cubicBezTo>
                    <a:cubicBezTo>
                      <a:pt x="1977" y="3642"/>
                      <a:pt x="1977" y="3833"/>
                      <a:pt x="2120" y="3928"/>
                    </a:cubicBezTo>
                    <a:cubicBezTo>
                      <a:pt x="2176" y="3956"/>
                      <a:pt x="2243" y="3969"/>
                      <a:pt x="2312" y="3969"/>
                    </a:cubicBezTo>
                    <a:cubicBezTo>
                      <a:pt x="2417" y="3969"/>
                      <a:pt x="2524" y="3938"/>
                      <a:pt x="2596" y="3880"/>
                    </a:cubicBezTo>
                    <a:cubicBezTo>
                      <a:pt x="2691" y="3809"/>
                      <a:pt x="2739" y="3690"/>
                      <a:pt x="2763" y="3571"/>
                    </a:cubicBezTo>
                    <a:cubicBezTo>
                      <a:pt x="2977" y="3594"/>
                      <a:pt x="3167" y="3594"/>
                      <a:pt x="3382" y="3594"/>
                    </a:cubicBezTo>
                    <a:cubicBezTo>
                      <a:pt x="3620" y="3594"/>
                      <a:pt x="3882" y="3571"/>
                      <a:pt x="4144" y="3571"/>
                    </a:cubicBezTo>
                    <a:cubicBezTo>
                      <a:pt x="4644" y="3547"/>
                      <a:pt x="5168" y="3523"/>
                      <a:pt x="5668" y="3523"/>
                    </a:cubicBezTo>
                    <a:cubicBezTo>
                      <a:pt x="6192" y="3499"/>
                      <a:pt x="6692" y="3499"/>
                      <a:pt x="7216" y="3475"/>
                    </a:cubicBezTo>
                    <a:lnTo>
                      <a:pt x="8002" y="3475"/>
                    </a:lnTo>
                    <a:cubicBezTo>
                      <a:pt x="8088" y="3475"/>
                      <a:pt x="8177" y="3479"/>
                      <a:pt x="8269" y="3479"/>
                    </a:cubicBezTo>
                    <a:cubicBezTo>
                      <a:pt x="8407" y="3479"/>
                      <a:pt x="8550" y="3471"/>
                      <a:pt x="8692" y="3428"/>
                    </a:cubicBezTo>
                    <a:close/>
                    <a:moveTo>
                      <a:pt x="9288" y="9643"/>
                    </a:moveTo>
                    <a:cubicBezTo>
                      <a:pt x="9431" y="9667"/>
                      <a:pt x="9574" y="9667"/>
                      <a:pt x="9716" y="9691"/>
                    </a:cubicBezTo>
                    <a:lnTo>
                      <a:pt x="9859" y="9691"/>
                    </a:lnTo>
                    <a:cubicBezTo>
                      <a:pt x="9740" y="9786"/>
                      <a:pt x="9621" y="9881"/>
                      <a:pt x="9502" y="9977"/>
                    </a:cubicBezTo>
                    <a:cubicBezTo>
                      <a:pt x="9359" y="10048"/>
                      <a:pt x="9216" y="10048"/>
                      <a:pt x="9050" y="10048"/>
                    </a:cubicBezTo>
                    <a:cubicBezTo>
                      <a:pt x="9002" y="10056"/>
                      <a:pt x="8952" y="10059"/>
                      <a:pt x="8900" y="10059"/>
                    </a:cubicBezTo>
                    <a:cubicBezTo>
                      <a:pt x="8796" y="10059"/>
                      <a:pt x="8685" y="10048"/>
                      <a:pt x="8573" y="10048"/>
                    </a:cubicBezTo>
                    <a:cubicBezTo>
                      <a:pt x="8383" y="10048"/>
                      <a:pt x="8216" y="10048"/>
                      <a:pt x="8026" y="10072"/>
                    </a:cubicBezTo>
                    <a:cubicBezTo>
                      <a:pt x="7621" y="10072"/>
                      <a:pt x="7192" y="10048"/>
                      <a:pt x="6787" y="10048"/>
                    </a:cubicBezTo>
                    <a:cubicBezTo>
                      <a:pt x="6382" y="10048"/>
                      <a:pt x="6001" y="10072"/>
                      <a:pt x="5597" y="10072"/>
                    </a:cubicBezTo>
                    <a:cubicBezTo>
                      <a:pt x="5475" y="10075"/>
                      <a:pt x="5352" y="10077"/>
                      <a:pt x="5230" y="10077"/>
                    </a:cubicBezTo>
                    <a:cubicBezTo>
                      <a:pt x="4750" y="10077"/>
                      <a:pt x="4265" y="10055"/>
                      <a:pt x="3783" y="10055"/>
                    </a:cubicBezTo>
                    <a:cubicBezTo>
                      <a:pt x="3569" y="10055"/>
                      <a:pt x="3355" y="10059"/>
                      <a:pt x="3144" y="10072"/>
                    </a:cubicBezTo>
                    <a:cubicBezTo>
                      <a:pt x="2836" y="10092"/>
                      <a:pt x="2529" y="10148"/>
                      <a:pt x="2206" y="10148"/>
                    </a:cubicBezTo>
                    <a:cubicBezTo>
                      <a:pt x="2154" y="10148"/>
                      <a:pt x="2101" y="10147"/>
                      <a:pt x="2048" y="10143"/>
                    </a:cubicBezTo>
                    <a:cubicBezTo>
                      <a:pt x="1881" y="10143"/>
                      <a:pt x="1762" y="10096"/>
                      <a:pt x="1620" y="9977"/>
                    </a:cubicBezTo>
                    <a:cubicBezTo>
                      <a:pt x="1524" y="9905"/>
                      <a:pt x="1405" y="9786"/>
                      <a:pt x="1310" y="9691"/>
                    </a:cubicBezTo>
                    <a:cubicBezTo>
                      <a:pt x="1286" y="9667"/>
                      <a:pt x="1286" y="9667"/>
                      <a:pt x="1286" y="9667"/>
                    </a:cubicBezTo>
                    <a:lnTo>
                      <a:pt x="1286" y="9667"/>
                    </a:lnTo>
                    <a:cubicBezTo>
                      <a:pt x="1358" y="9675"/>
                      <a:pt x="1432" y="9678"/>
                      <a:pt x="1507" y="9678"/>
                    </a:cubicBezTo>
                    <a:cubicBezTo>
                      <a:pt x="1657" y="9678"/>
                      <a:pt x="1810" y="9667"/>
                      <a:pt x="1953" y="9667"/>
                    </a:cubicBezTo>
                    <a:cubicBezTo>
                      <a:pt x="2044" y="9660"/>
                      <a:pt x="2132" y="9657"/>
                      <a:pt x="2219" y="9657"/>
                    </a:cubicBezTo>
                    <a:cubicBezTo>
                      <a:pt x="2430" y="9657"/>
                      <a:pt x="2632" y="9674"/>
                      <a:pt x="2834" y="9691"/>
                    </a:cubicBezTo>
                    <a:cubicBezTo>
                      <a:pt x="3453" y="9715"/>
                      <a:pt x="4049" y="9715"/>
                      <a:pt x="4668" y="9738"/>
                    </a:cubicBezTo>
                    <a:cubicBezTo>
                      <a:pt x="5859" y="9738"/>
                      <a:pt x="7073" y="9691"/>
                      <a:pt x="8288" y="9643"/>
                    </a:cubicBezTo>
                    <a:close/>
                    <a:moveTo>
                      <a:pt x="9478" y="2189"/>
                    </a:moveTo>
                    <a:lnTo>
                      <a:pt x="9478" y="2189"/>
                    </a:lnTo>
                    <a:cubicBezTo>
                      <a:pt x="9550" y="2213"/>
                      <a:pt x="9621" y="2213"/>
                      <a:pt x="9716" y="2213"/>
                    </a:cubicBezTo>
                    <a:lnTo>
                      <a:pt x="10217" y="2213"/>
                    </a:lnTo>
                    <a:cubicBezTo>
                      <a:pt x="10383" y="2225"/>
                      <a:pt x="10544" y="2231"/>
                      <a:pt x="10705" y="2231"/>
                    </a:cubicBezTo>
                    <a:cubicBezTo>
                      <a:pt x="10866" y="2231"/>
                      <a:pt x="11026" y="2225"/>
                      <a:pt x="11193" y="2213"/>
                    </a:cubicBezTo>
                    <a:lnTo>
                      <a:pt x="11598" y="2213"/>
                    </a:lnTo>
                    <a:cubicBezTo>
                      <a:pt x="11645" y="2213"/>
                      <a:pt x="11711" y="2207"/>
                      <a:pt x="11776" y="2207"/>
                    </a:cubicBezTo>
                    <a:cubicBezTo>
                      <a:pt x="11842" y="2207"/>
                      <a:pt x="11907" y="2213"/>
                      <a:pt x="11955" y="2237"/>
                    </a:cubicBezTo>
                    <a:cubicBezTo>
                      <a:pt x="12098" y="2308"/>
                      <a:pt x="12050" y="2594"/>
                      <a:pt x="12050" y="2737"/>
                    </a:cubicBezTo>
                    <a:cubicBezTo>
                      <a:pt x="12050" y="2999"/>
                      <a:pt x="12098" y="3285"/>
                      <a:pt x="12122" y="3547"/>
                    </a:cubicBezTo>
                    <a:cubicBezTo>
                      <a:pt x="12122" y="3880"/>
                      <a:pt x="12122" y="4214"/>
                      <a:pt x="12098" y="4547"/>
                    </a:cubicBezTo>
                    <a:cubicBezTo>
                      <a:pt x="12098" y="4857"/>
                      <a:pt x="12074" y="5190"/>
                      <a:pt x="12098" y="5523"/>
                    </a:cubicBezTo>
                    <a:cubicBezTo>
                      <a:pt x="12098" y="5857"/>
                      <a:pt x="12098" y="6190"/>
                      <a:pt x="12098" y="6524"/>
                    </a:cubicBezTo>
                    <a:cubicBezTo>
                      <a:pt x="12074" y="6905"/>
                      <a:pt x="12074" y="7262"/>
                      <a:pt x="12074" y="7643"/>
                    </a:cubicBezTo>
                    <a:cubicBezTo>
                      <a:pt x="12074" y="7857"/>
                      <a:pt x="12026" y="8095"/>
                      <a:pt x="12050" y="8310"/>
                    </a:cubicBezTo>
                    <a:cubicBezTo>
                      <a:pt x="12050" y="8524"/>
                      <a:pt x="12074" y="8762"/>
                      <a:pt x="12074" y="8976"/>
                    </a:cubicBezTo>
                    <a:cubicBezTo>
                      <a:pt x="12098" y="9619"/>
                      <a:pt x="12050" y="10239"/>
                      <a:pt x="12098" y="10858"/>
                    </a:cubicBezTo>
                    <a:cubicBezTo>
                      <a:pt x="12122" y="11191"/>
                      <a:pt x="12169" y="11525"/>
                      <a:pt x="12146" y="11834"/>
                    </a:cubicBezTo>
                    <a:cubicBezTo>
                      <a:pt x="12146" y="11929"/>
                      <a:pt x="12146" y="12072"/>
                      <a:pt x="12098" y="12168"/>
                    </a:cubicBezTo>
                    <a:cubicBezTo>
                      <a:pt x="12042" y="12238"/>
                      <a:pt x="11960" y="12258"/>
                      <a:pt x="11873" y="12258"/>
                    </a:cubicBezTo>
                    <a:cubicBezTo>
                      <a:pt x="11814" y="12258"/>
                      <a:pt x="11751" y="12249"/>
                      <a:pt x="11693" y="12239"/>
                    </a:cubicBezTo>
                    <a:cubicBezTo>
                      <a:pt x="11598" y="12215"/>
                      <a:pt x="11503" y="12191"/>
                      <a:pt x="11455" y="12072"/>
                    </a:cubicBezTo>
                    <a:cubicBezTo>
                      <a:pt x="11407" y="12001"/>
                      <a:pt x="11407" y="11882"/>
                      <a:pt x="11407" y="11763"/>
                    </a:cubicBezTo>
                    <a:cubicBezTo>
                      <a:pt x="11383" y="11096"/>
                      <a:pt x="11455" y="10405"/>
                      <a:pt x="11431" y="9715"/>
                    </a:cubicBezTo>
                    <a:cubicBezTo>
                      <a:pt x="11431" y="9357"/>
                      <a:pt x="11431" y="9000"/>
                      <a:pt x="11431" y="8619"/>
                    </a:cubicBezTo>
                    <a:cubicBezTo>
                      <a:pt x="11407" y="8286"/>
                      <a:pt x="11383" y="7929"/>
                      <a:pt x="11383" y="7595"/>
                    </a:cubicBezTo>
                    <a:cubicBezTo>
                      <a:pt x="11407" y="7095"/>
                      <a:pt x="11383" y="6595"/>
                      <a:pt x="11360" y="6095"/>
                    </a:cubicBezTo>
                    <a:cubicBezTo>
                      <a:pt x="11360" y="5619"/>
                      <a:pt x="11383" y="5142"/>
                      <a:pt x="11431" y="4666"/>
                    </a:cubicBezTo>
                    <a:cubicBezTo>
                      <a:pt x="11431" y="4499"/>
                      <a:pt x="11455" y="4285"/>
                      <a:pt x="11383" y="4142"/>
                    </a:cubicBezTo>
                    <a:cubicBezTo>
                      <a:pt x="11288" y="3975"/>
                      <a:pt x="11122" y="3975"/>
                      <a:pt x="10979" y="3928"/>
                    </a:cubicBezTo>
                    <a:cubicBezTo>
                      <a:pt x="10764" y="3880"/>
                      <a:pt x="10669" y="3666"/>
                      <a:pt x="10693" y="3451"/>
                    </a:cubicBezTo>
                    <a:cubicBezTo>
                      <a:pt x="10693" y="3356"/>
                      <a:pt x="10740" y="3261"/>
                      <a:pt x="10788" y="3190"/>
                    </a:cubicBezTo>
                    <a:cubicBezTo>
                      <a:pt x="10812" y="3142"/>
                      <a:pt x="10860" y="3070"/>
                      <a:pt x="10907" y="3023"/>
                    </a:cubicBezTo>
                    <a:cubicBezTo>
                      <a:pt x="11002" y="3023"/>
                      <a:pt x="11145" y="3047"/>
                      <a:pt x="11217" y="3118"/>
                    </a:cubicBezTo>
                    <a:cubicBezTo>
                      <a:pt x="11288" y="3166"/>
                      <a:pt x="11288" y="3237"/>
                      <a:pt x="11288" y="3309"/>
                    </a:cubicBezTo>
                    <a:cubicBezTo>
                      <a:pt x="11241" y="3428"/>
                      <a:pt x="11145" y="3404"/>
                      <a:pt x="11050" y="3451"/>
                    </a:cubicBezTo>
                    <a:cubicBezTo>
                      <a:pt x="10979" y="3499"/>
                      <a:pt x="10979" y="3618"/>
                      <a:pt x="11050" y="3666"/>
                    </a:cubicBezTo>
                    <a:cubicBezTo>
                      <a:pt x="11099" y="3692"/>
                      <a:pt x="11147" y="3704"/>
                      <a:pt x="11194" y="3704"/>
                    </a:cubicBezTo>
                    <a:cubicBezTo>
                      <a:pt x="11400" y="3704"/>
                      <a:pt x="11574" y="3479"/>
                      <a:pt x="11574" y="3285"/>
                    </a:cubicBezTo>
                    <a:cubicBezTo>
                      <a:pt x="11574" y="3023"/>
                      <a:pt x="11383" y="2856"/>
                      <a:pt x="11169" y="2785"/>
                    </a:cubicBezTo>
                    <a:cubicBezTo>
                      <a:pt x="11026" y="2742"/>
                      <a:pt x="10892" y="2733"/>
                      <a:pt x="10756" y="2733"/>
                    </a:cubicBezTo>
                    <a:cubicBezTo>
                      <a:pt x="10665" y="2733"/>
                      <a:pt x="10574" y="2737"/>
                      <a:pt x="10479" y="2737"/>
                    </a:cubicBezTo>
                    <a:cubicBezTo>
                      <a:pt x="10395" y="2725"/>
                      <a:pt x="10306" y="2725"/>
                      <a:pt x="10217" y="2725"/>
                    </a:cubicBezTo>
                    <a:cubicBezTo>
                      <a:pt x="10127" y="2725"/>
                      <a:pt x="10038" y="2725"/>
                      <a:pt x="9955" y="2713"/>
                    </a:cubicBezTo>
                    <a:lnTo>
                      <a:pt x="9645" y="2713"/>
                    </a:lnTo>
                    <a:cubicBezTo>
                      <a:pt x="9609" y="2713"/>
                      <a:pt x="9574" y="2725"/>
                      <a:pt x="9547" y="2725"/>
                    </a:cubicBezTo>
                    <a:cubicBezTo>
                      <a:pt x="9520" y="2725"/>
                      <a:pt x="9502" y="2713"/>
                      <a:pt x="9502" y="2666"/>
                    </a:cubicBezTo>
                    <a:cubicBezTo>
                      <a:pt x="9478" y="2523"/>
                      <a:pt x="9502" y="2356"/>
                      <a:pt x="9478" y="2189"/>
                    </a:cubicBezTo>
                    <a:close/>
                    <a:moveTo>
                      <a:pt x="881" y="0"/>
                    </a:moveTo>
                    <a:cubicBezTo>
                      <a:pt x="596" y="0"/>
                      <a:pt x="329" y="122"/>
                      <a:pt x="214" y="427"/>
                    </a:cubicBezTo>
                    <a:cubicBezTo>
                      <a:pt x="119" y="641"/>
                      <a:pt x="191" y="903"/>
                      <a:pt x="405" y="1046"/>
                    </a:cubicBezTo>
                    <a:cubicBezTo>
                      <a:pt x="429" y="1070"/>
                      <a:pt x="453" y="1070"/>
                      <a:pt x="476" y="1070"/>
                    </a:cubicBezTo>
                    <a:cubicBezTo>
                      <a:pt x="453" y="1070"/>
                      <a:pt x="453" y="1070"/>
                      <a:pt x="453" y="1094"/>
                    </a:cubicBezTo>
                    <a:cubicBezTo>
                      <a:pt x="310" y="1213"/>
                      <a:pt x="214" y="1356"/>
                      <a:pt x="119" y="1546"/>
                    </a:cubicBezTo>
                    <a:cubicBezTo>
                      <a:pt x="0" y="1832"/>
                      <a:pt x="0" y="2189"/>
                      <a:pt x="119" y="2499"/>
                    </a:cubicBezTo>
                    <a:cubicBezTo>
                      <a:pt x="238" y="2832"/>
                      <a:pt x="524" y="2951"/>
                      <a:pt x="857" y="3023"/>
                    </a:cubicBezTo>
                    <a:cubicBezTo>
                      <a:pt x="1048" y="3047"/>
                      <a:pt x="1239" y="3047"/>
                      <a:pt x="1405" y="3070"/>
                    </a:cubicBezTo>
                    <a:cubicBezTo>
                      <a:pt x="1500" y="3070"/>
                      <a:pt x="1602" y="3076"/>
                      <a:pt x="1700" y="3076"/>
                    </a:cubicBezTo>
                    <a:cubicBezTo>
                      <a:pt x="1798" y="3076"/>
                      <a:pt x="1893" y="3070"/>
                      <a:pt x="1977" y="3047"/>
                    </a:cubicBezTo>
                    <a:cubicBezTo>
                      <a:pt x="1977" y="3118"/>
                      <a:pt x="1977" y="3190"/>
                      <a:pt x="1977" y="3261"/>
                    </a:cubicBezTo>
                    <a:cubicBezTo>
                      <a:pt x="1929" y="3253"/>
                      <a:pt x="1884" y="3250"/>
                      <a:pt x="1840" y="3250"/>
                    </a:cubicBezTo>
                    <a:cubicBezTo>
                      <a:pt x="1752" y="3250"/>
                      <a:pt x="1667" y="3261"/>
                      <a:pt x="1572" y="3261"/>
                    </a:cubicBezTo>
                    <a:cubicBezTo>
                      <a:pt x="1429" y="3285"/>
                      <a:pt x="1262" y="3285"/>
                      <a:pt x="1119" y="3332"/>
                    </a:cubicBezTo>
                    <a:cubicBezTo>
                      <a:pt x="977" y="3380"/>
                      <a:pt x="905" y="3499"/>
                      <a:pt x="881" y="3642"/>
                    </a:cubicBezTo>
                    <a:cubicBezTo>
                      <a:pt x="857" y="3809"/>
                      <a:pt x="857" y="3999"/>
                      <a:pt x="857" y="4166"/>
                    </a:cubicBezTo>
                    <a:cubicBezTo>
                      <a:pt x="786" y="5071"/>
                      <a:pt x="810" y="5976"/>
                      <a:pt x="834" y="6857"/>
                    </a:cubicBezTo>
                    <a:cubicBezTo>
                      <a:pt x="834" y="7309"/>
                      <a:pt x="857" y="7738"/>
                      <a:pt x="881" y="8191"/>
                    </a:cubicBezTo>
                    <a:cubicBezTo>
                      <a:pt x="881" y="8405"/>
                      <a:pt x="881" y="8619"/>
                      <a:pt x="881" y="8857"/>
                    </a:cubicBezTo>
                    <a:cubicBezTo>
                      <a:pt x="857" y="9024"/>
                      <a:pt x="834" y="9215"/>
                      <a:pt x="834" y="9381"/>
                    </a:cubicBezTo>
                    <a:cubicBezTo>
                      <a:pt x="834" y="9548"/>
                      <a:pt x="881" y="9715"/>
                      <a:pt x="977" y="9834"/>
                    </a:cubicBezTo>
                    <a:cubicBezTo>
                      <a:pt x="1096" y="9929"/>
                      <a:pt x="1215" y="10048"/>
                      <a:pt x="1334" y="10143"/>
                    </a:cubicBezTo>
                    <a:cubicBezTo>
                      <a:pt x="1453" y="10262"/>
                      <a:pt x="1596" y="10358"/>
                      <a:pt x="1762" y="10405"/>
                    </a:cubicBezTo>
                    <a:cubicBezTo>
                      <a:pt x="1874" y="10433"/>
                      <a:pt x="1986" y="10445"/>
                      <a:pt x="2097" y="10445"/>
                    </a:cubicBezTo>
                    <a:cubicBezTo>
                      <a:pt x="2176" y="10445"/>
                      <a:pt x="2255" y="10439"/>
                      <a:pt x="2334" y="10429"/>
                    </a:cubicBezTo>
                    <a:cubicBezTo>
                      <a:pt x="2763" y="10405"/>
                      <a:pt x="3167" y="10358"/>
                      <a:pt x="3596" y="10358"/>
                    </a:cubicBezTo>
                    <a:cubicBezTo>
                      <a:pt x="3747" y="10350"/>
                      <a:pt x="3895" y="10347"/>
                      <a:pt x="4042" y="10347"/>
                    </a:cubicBezTo>
                    <a:cubicBezTo>
                      <a:pt x="4337" y="10347"/>
                      <a:pt x="4628" y="10358"/>
                      <a:pt x="4930" y="10358"/>
                    </a:cubicBezTo>
                    <a:cubicBezTo>
                      <a:pt x="5156" y="10370"/>
                      <a:pt x="5376" y="10376"/>
                      <a:pt x="5597" y="10376"/>
                    </a:cubicBezTo>
                    <a:cubicBezTo>
                      <a:pt x="5817" y="10376"/>
                      <a:pt x="6037" y="10370"/>
                      <a:pt x="6263" y="10358"/>
                    </a:cubicBezTo>
                    <a:cubicBezTo>
                      <a:pt x="6716" y="10358"/>
                      <a:pt x="7168" y="10381"/>
                      <a:pt x="7621" y="10381"/>
                    </a:cubicBezTo>
                    <a:cubicBezTo>
                      <a:pt x="7891" y="10381"/>
                      <a:pt x="8161" y="10371"/>
                      <a:pt x="8430" y="10371"/>
                    </a:cubicBezTo>
                    <a:cubicBezTo>
                      <a:pt x="8565" y="10371"/>
                      <a:pt x="8700" y="10374"/>
                      <a:pt x="8835" y="10381"/>
                    </a:cubicBezTo>
                    <a:cubicBezTo>
                      <a:pt x="9193" y="10381"/>
                      <a:pt x="9526" y="10358"/>
                      <a:pt x="9812" y="10143"/>
                    </a:cubicBezTo>
                    <a:cubicBezTo>
                      <a:pt x="9931" y="10024"/>
                      <a:pt x="10097" y="9905"/>
                      <a:pt x="10169" y="9762"/>
                    </a:cubicBezTo>
                    <a:cubicBezTo>
                      <a:pt x="10264" y="9619"/>
                      <a:pt x="10240" y="9405"/>
                      <a:pt x="10240" y="9262"/>
                    </a:cubicBezTo>
                    <a:cubicBezTo>
                      <a:pt x="10264" y="8810"/>
                      <a:pt x="10240" y="8381"/>
                      <a:pt x="10240" y="7929"/>
                    </a:cubicBezTo>
                    <a:cubicBezTo>
                      <a:pt x="10264" y="7024"/>
                      <a:pt x="10193" y="6119"/>
                      <a:pt x="10169" y="5214"/>
                    </a:cubicBezTo>
                    <a:cubicBezTo>
                      <a:pt x="10169" y="4785"/>
                      <a:pt x="10145" y="4333"/>
                      <a:pt x="10169" y="3904"/>
                    </a:cubicBezTo>
                    <a:cubicBezTo>
                      <a:pt x="10169" y="3618"/>
                      <a:pt x="10240" y="3261"/>
                      <a:pt x="9883" y="3190"/>
                    </a:cubicBezTo>
                    <a:cubicBezTo>
                      <a:pt x="9764" y="3166"/>
                      <a:pt x="9621" y="3166"/>
                      <a:pt x="9502" y="3166"/>
                    </a:cubicBezTo>
                    <a:cubicBezTo>
                      <a:pt x="9502" y="3118"/>
                      <a:pt x="9502" y="3047"/>
                      <a:pt x="9502" y="2999"/>
                    </a:cubicBezTo>
                    <a:cubicBezTo>
                      <a:pt x="9574" y="2999"/>
                      <a:pt x="9645" y="2975"/>
                      <a:pt x="9693" y="2975"/>
                    </a:cubicBezTo>
                    <a:cubicBezTo>
                      <a:pt x="9836" y="2999"/>
                      <a:pt x="9978" y="2999"/>
                      <a:pt x="10121" y="2999"/>
                    </a:cubicBezTo>
                    <a:lnTo>
                      <a:pt x="10598" y="2999"/>
                    </a:lnTo>
                    <a:cubicBezTo>
                      <a:pt x="10598" y="3023"/>
                      <a:pt x="10598" y="3023"/>
                      <a:pt x="10598" y="3023"/>
                    </a:cubicBezTo>
                    <a:cubicBezTo>
                      <a:pt x="10479" y="3166"/>
                      <a:pt x="10431" y="3332"/>
                      <a:pt x="10431" y="3523"/>
                    </a:cubicBezTo>
                    <a:cubicBezTo>
                      <a:pt x="10407" y="3737"/>
                      <a:pt x="10502" y="3928"/>
                      <a:pt x="10645" y="4047"/>
                    </a:cubicBezTo>
                    <a:cubicBezTo>
                      <a:pt x="10717" y="4118"/>
                      <a:pt x="10788" y="4166"/>
                      <a:pt x="10883" y="4190"/>
                    </a:cubicBezTo>
                    <a:cubicBezTo>
                      <a:pt x="10931" y="4214"/>
                      <a:pt x="11050" y="4190"/>
                      <a:pt x="11098" y="4237"/>
                    </a:cubicBezTo>
                    <a:cubicBezTo>
                      <a:pt x="11169" y="4285"/>
                      <a:pt x="11145" y="4428"/>
                      <a:pt x="11145" y="4499"/>
                    </a:cubicBezTo>
                    <a:cubicBezTo>
                      <a:pt x="11145" y="4595"/>
                      <a:pt x="11145" y="4690"/>
                      <a:pt x="11122" y="4809"/>
                    </a:cubicBezTo>
                    <a:cubicBezTo>
                      <a:pt x="11122" y="5071"/>
                      <a:pt x="11098" y="5333"/>
                      <a:pt x="11098" y="5595"/>
                    </a:cubicBezTo>
                    <a:cubicBezTo>
                      <a:pt x="11074" y="6119"/>
                      <a:pt x="11122" y="6643"/>
                      <a:pt x="11122" y="7190"/>
                    </a:cubicBezTo>
                    <a:cubicBezTo>
                      <a:pt x="11122" y="7667"/>
                      <a:pt x="11122" y="8167"/>
                      <a:pt x="11122" y="8667"/>
                    </a:cubicBezTo>
                    <a:cubicBezTo>
                      <a:pt x="11145" y="9167"/>
                      <a:pt x="11145" y="9667"/>
                      <a:pt x="11145" y="10167"/>
                    </a:cubicBezTo>
                    <a:cubicBezTo>
                      <a:pt x="11145" y="10429"/>
                      <a:pt x="11122" y="10691"/>
                      <a:pt x="11122" y="10953"/>
                    </a:cubicBezTo>
                    <a:cubicBezTo>
                      <a:pt x="11098" y="11286"/>
                      <a:pt x="11074" y="11644"/>
                      <a:pt x="11098" y="11977"/>
                    </a:cubicBezTo>
                    <a:cubicBezTo>
                      <a:pt x="11145" y="12239"/>
                      <a:pt x="11288" y="12430"/>
                      <a:pt x="11550" y="12501"/>
                    </a:cubicBezTo>
                    <a:cubicBezTo>
                      <a:pt x="11646" y="12536"/>
                      <a:pt x="11755" y="12558"/>
                      <a:pt x="11863" y="12558"/>
                    </a:cubicBezTo>
                    <a:cubicBezTo>
                      <a:pt x="12051" y="12558"/>
                      <a:pt x="12239" y="12492"/>
                      <a:pt x="12360" y="12310"/>
                    </a:cubicBezTo>
                    <a:cubicBezTo>
                      <a:pt x="12503" y="12096"/>
                      <a:pt x="12455" y="11715"/>
                      <a:pt x="12455" y="11453"/>
                    </a:cubicBezTo>
                    <a:cubicBezTo>
                      <a:pt x="12431" y="11096"/>
                      <a:pt x="12384" y="10715"/>
                      <a:pt x="12384" y="10334"/>
                    </a:cubicBezTo>
                    <a:cubicBezTo>
                      <a:pt x="12384" y="9905"/>
                      <a:pt x="12384" y="9453"/>
                      <a:pt x="12384" y="9000"/>
                    </a:cubicBezTo>
                    <a:cubicBezTo>
                      <a:pt x="12360" y="8786"/>
                      <a:pt x="12360" y="8572"/>
                      <a:pt x="12336" y="8333"/>
                    </a:cubicBezTo>
                    <a:cubicBezTo>
                      <a:pt x="12336" y="8310"/>
                      <a:pt x="12336" y="8262"/>
                      <a:pt x="12336" y="8238"/>
                    </a:cubicBezTo>
                    <a:cubicBezTo>
                      <a:pt x="12336" y="7690"/>
                      <a:pt x="12360" y="7119"/>
                      <a:pt x="12384" y="6571"/>
                    </a:cubicBezTo>
                    <a:cubicBezTo>
                      <a:pt x="12384" y="6214"/>
                      <a:pt x="12407" y="5881"/>
                      <a:pt x="12384" y="5523"/>
                    </a:cubicBezTo>
                    <a:cubicBezTo>
                      <a:pt x="12384" y="5166"/>
                      <a:pt x="12384" y="4833"/>
                      <a:pt x="12407" y="4499"/>
                    </a:cubicBezTo>
                    <a:cubicBezTo>
                      <a:pt x="12407" y="4142"/>
                      <a:pt x="12407" y="3785"/>
                      <a:pt x="12384" y="3428"/>
                    </a:cubicBezTo>
                    <a:cubicBezTo>
                      <a:pt x="12384" y="3166"/>
                      <a:pt x="12336" y="2880"/>
                      <a:pt x="12336" y="2618"/>
                    </a:cubicBezTo>
                    <a:cubicBezTo>
                      <a:pt x="12336" y="2427"/>
                      <a:pt x="12312" y="2189"/>
                      <a:pt x="12169" y="2046"/>
                    </a:cubicBezTo>
                    <a:cubicBezTo>
                      <a:pt x="12044" y="1939"/>
                      <a:pt x="11839" y="1926"/>
                      <a:pt x="11654" y="1926"/>
                    </a:cubicBezTo>
                    <a:cubicBezTo>
                      <a:pt x="11592" y="1926"/>
                      <a:pt x="11532" y="1927"/>
                      <a:pt x="11479" y="1927"/>
                    </a:cubicBezTo>
                    <a:cubicBezTo>
                      <a:pt x="11098" y="1951"/>
                      <a:pt x="10717" y="1951"/>
                      <a:pt x="10312" y="1951"/>
                    </a:cubicBezTo>
                    <a:cubicBezTo>
                      <a:pt x="10121" y="1951"/>
                      <a:pt x="9907" y="1951"/>
                      <a:pt x="9716" y="1975"/>
                    </a:cubicBezTo>
                    <a:cubicBezTo>
                      <a:pt x="9653" y="1975"/>
                      <a:pt x="9579" y="1964"/>
                      <a:pt x="9501" y="1964"/>
                    </a:cubicBezTo>
                    <a:cubicBezTo>
                      <a:pt x="9462" y="1964"/>
                      <a:pt x="9423" y="1967"/>
                      <a:pt x="9383" y="1975"/>
                    </a:cubicBezTo>
                    <a:cubicBezTo>
                      <a:pt x="9314" y="1854"/>
                      <a:pt x="9207" y="1770"/>
                      <a:pt x="9090" y="1770"/>
                    </a:cubicBezTo>
                    <a:cubicBezTo>
                      <a:pt x="9046" y="1770"/>
                      <a:pt x="9000" y="1782"/>
                      <a:pt x="8954" y="1808"/>
                    </a:cubicBezTo>
                    <a:cubicBezTo>
                      <a:pt x="8835" y="1856"/>
                      <a:pt x="8764" y="1951"/>
                      <a:pt x="8740" y="2070"/>
                    </a:cubicBezTo>
                    <a:cubicBezTo>
                      <a:pt x="8677" y="2054"/>
                      <a:pt x="8613" y="2049"/>
                      <a:pt x="8550" y="2049"/>
                    </a:cubicBezTo>
                    <a:cubicBezTo>
                      <a:pt x="8425" y="2049"/>
                      <a:pt x="8303" y="2070"/>
                      <a:pt x="8192" y="2070"/>
                    </a:cubicBezTo>
                    <a:cubicBezTo>
                      <a:pt x="7930" y="2046"/>
                      <a:pt x="7668" y="2046"/>
                      <a:pt x="7406" y="2046"/>
                    </a:cubicBezTo>
                    <a:cubicBezTo>
                      <a:pt x="6883" y="2023"/>
                      <a:pt x="6359" y="1999"/>
                      <a:pt x="5835" y="1999"/>
                    </a:cubicBezTo>
                    <a:lnTo>
                      <a:pt x="4263" y="1999"/>
                    </a:lnTo>
                    <a:cubicBezTo>
                      <a:pt x="3763" y="2023"/>
                      <a:pt x="3239" y="1999"/>
                      <a:pt x="2715" y="2046"/>
                    </a:cubicBezTo>
                    <a:cubicBezTo>
                      <a:pt x="2715" y="2023"/>
                      <a:pt x="2715" y="1999"/>
                      <a:pt x="2691" y="1999"/>
                    </a:cubicBezTo>
                    <a:cubicBezTo>
                      <a:pt x="2637" y="1873"/>
                      <a:pt x="2502" y="1774"/>
                      <a:pt x="2367" y="1774"/>
                    </a:cubicBezTo>
                    <a:cubicBezTo>
                      <a:pt x="2324" y="1774"/>
                      <a:pt x="2280" y="1785"/>
                      <a:pt x="2239" y="1808"/>
                    </a:cubicBezTo>
                    <a:cubicBezTo>
                      <a:pt x="2096" y="1856"/>
                      <a:pt x="2048" y="1999"/>
                      <a:pt x="2001" y="2142"/>
                    </a:cubicBezTo>
                    <a:cubicBezTo>
                      <a:pt x="1980" y="2135"/>
                      <a:pt x="1957" y="2132"/>
                      <a:pt x="1932" y="2132"/>
                    </a:cubicBezTo>
                    <a:cubicBezTo>
                      <a:pt x="1873" y="2132"/>
                      <a:pt x="1806" y="2149"/>
                      <a:pt x="1739" y="2166"/>
                    </a:cubicBezTo>
                    <a:cubicBezTo>
                      <a:pt x="1638" y="2182"/>
                      <a:pt x="1525" y="2199"/>
                      <a:pt x="1417" y="2199"/>
                    </a:cubicBezTo>
                    <a:cubicBezTo>
                      <a:pt x="1372" y="2199"/>
                      <a:pt x="1328" y="2196"/>
                      <a:pt x="1286" y="2189"/>
                    </a:cubicBezTo>
                    <a:cubicBezTo>
                      <a:pt x="1191" y="2166"/>
                      <a:pt x="1072" y="2118"/>
                      <a:pt x="1024" y="2046"/>
                    </a:cubicBezTo>
                    <a:cubicBezTo>
                      <a:pt x="953" y="1951"/>
                      <a:pt x="1000" y="1832"/>
                      <a:pt x="1072" y="1761"/>
                    </a:cubicBezTo>
                    <a:cubicBezTo>
                      <a:pt x="1215" y="1618"/>
                      <a:pt x="1453" y="1594"/>
                      <a:pt x="1620" y="1475"/>
                    </a:cubicBezTo>
                    <a:cubicBezTo>
                      <a:pt x="1810" y="1332"/>
                      <a:pt x="1929" y="1094"/>
                      <a:pt x="1905" y="880"/>
                    </a:cubicBezTo>
                    <a:cubicBezTo>
                      <a:pt x="1881" y="451"/>
                      <a:pt x="1500" y="117"/>
                      <a:pt x="1096" y="22"/>
                    </a:cubicBezTo>
                    <a:cubicBezTo>
                      <a:pt x="1024" y="8"/>
                      <a:pt x="952" y="0"/>
                      <a:pt x="8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8" name="Google Shape;14958;p46"/>
              <p:cNvSpPr/>
              <p:nvPr/>
            </p:nvSpPr>
            <p:spPr>
              <a:xfrm>
                <a:off x="1044973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2824" y="192"/>
                    </a:moveTo>
                    <a:cubicBezTo>
                      <a:pt x="2974" y="192"/>
                      <a:pt x="3093" y="326"/>
                      <a:pt x="3049" y="480"/>
                    </a:cubicBezTo>
                    <a:cubicBezTo>
                      <a:pt x="3029" y="521"/>
                      <a:pt x="3079" y="580"/>
                      <a:pt x="3139" y="580"/>
                    </a:cubicBezTo>
                    <a:cubicBezTo>
                      <a:pt x="3149" y="580"/>
                      <a:pt x="3159" y="578"/>
                      <a:pt x="3168" y="575"/>
                    </a:cubicBezTo>
                    <a:cubicBezTo>
                      <a:pt x="3204" y="566"/>
                      <a:pt x="3244" y="557"/>
                      <a:pt x="3279" y="557"/>
                    </a:cubicBezTo>
                    <a:cubicBezTo>
                      <a:pt x="3337" y="557"/>
                      <a:pt x="3383" y="582"/>
                      <a:pt x="3383" y="670"/>
                    </a:cubicBezTo>
                    <a:cubicBezTo>
                      <a:pt x="3406" y="790"/>
                      <a:pt x="3287" y="837"/>
                      <a:pt x="3216" y="932"/>
                    </a:cubicBezTo>
                    <a:cubicBezTo>
                      <a:pt x="3216" y="932"/>
                      <a:pt x="3192" y="956"/>
                      <a:pt x="3192" y="956"/>
                    </a:cubicBezTo>
                    <a:cubicBezTo>
                      <a:pt x="2930" y="932"/>
                      <a:pt x="2668" y="909"/>
                      <a:pt x="2406" y="885"/>
                    </a:cubicBezTo>
                    <a:cubicBezTo>
                      <a:pt x="2192" y="861"/>
                      <a:pt x="1954" y="837"/>
                      <a:pt x="1739" y="813"/>
                    </a:cubicBezTo>
                    <a:cubicBezTo>
                      <a:pt x="1739" y="670"/>
                      <a:pt x="1811" y="528"/>
                      <a:pt x="1906" y="432"/>
                    </a:cubicBezTo>
                    <a:cubicBezTo>
                      <a:pt x="1967" y="371"/>
                      <a:pt x="2033" y="340"/>
                      <a:pt x="2097" y="340"/>
                    </a:cubicBezTo>
                    <a:cubicBezTo>
                      <a:pt x="2183" y="340"/>
                      <a:pt x="2267" y="395"/>
                      <a:pt x="2335" y="504"/>
                    </a:cubicBezTo>
                    <a:cubicBezTo>
                      <a:pt x="2355" y="534"/>
                      <a:pt x="2383" y="547"/>
                      <a:pt x="2411" y="547"/>
                    </a:cubicBezTo>
                    <a:cubicBezTo>
                      <a:pt x="2450" y="547"/>
                      <a:pt x="2488" y="521"/>
                      <a:pt x="2501" y="480"/>
                    </a:cubicBezTo>
                    <a:cubicBezTo>
                      <a:pt x="2549" y="337"/>
                      <a:pt x="2621" y="218"/>
                      <a:pt x="2787" y="194"/>
                    </a:cubicBezTo>
                    <a:cubicBezTo>
                      <a:pt x="2800" y="192"/>
                      <a:pt x="2812" y="192"/>
                      <a:pt x="2824" y="192"/>
                    </a:cubicBezTo>
                    <a:close/>
                    <a:moveTo>
                      <a:pt x="952" y="2096"/>
                    </a:moveTo>
                    <a:cubicBezTo>
                      <a:pt x="986" y="2096"/>
                      <a:pt x="1021" y="2109"/>
                      <a:pt x="1049" y="2123"/>
                    </a:cubicBezTo>
                    <a:cubicBezTo>
                      <a:pt x="1096" y="2123"/>
                      <a:pt x="1120" y="2123"/>
                      <a:pt x="1144" y="2147"/>
                    </a:cubicBezTo>
                    <a:cubicBezTo>
                      <a:pt x="1120" y="2242"/>
                      <a:pt x="1120" y="2337"/>
                      <a:pt x="1096" y="2433"/>
                    </a:cubicBezTo>
                    <a:cubicBezTo>
                      <a:pt x="1073" y="2528"/>
                      <a:pt x="1049" y="2599"/>
                      <a:pt x="1025" y="2695"/>
                    </a:cubicBezTo>
                    <a:lnTo>
                      <a:pt x="977" y="2695"/>
                    </a:lnTo>
                    <a:cubicBezTo>
                      <a:pt x="906" y="2671"/>
                      <a:pt x="811" y="2671"/>
                      <a:pt x="787" y="2599"/>
                    </a:cubicBezTo>
                    <a:cubicBezTo>
                      <a:pt x="739" y="2504"/>
                      <a:pt x="787" y="2385"/>
                      <a:pt x="811" y="2290"/>
                    </a:cubicBezTo>
                    <a:cubicBezTo>
                      <a:pt x="811" y="2242"/>
                      <a:pt x="834" y="2147"/>
                      <a:pt x="882" y="2123"/>
                    </a:cubicBezTo>
                    <a:cubicBezTo>
                      <a:pt x="902" y="2103"/>
                      <a:pt x="927" y="2096"/>
                      <a:pt x="952" y="2096"/>
                    </a:cubicBezTo>
                    <a:close/>
                    <a:moveTo>
                      <a:pt x="916" y="1447"/>
                    </a:moveTo>
                    <a:cubicBezTo>
                      <a:pt x="1047" y="1447"/>
                      <a:pt x="1185" y="1480"/>
                      <a:pt x="1311" y="1480"/>
                    </a:cubicBezTo>
                    <a:cubicBezTo>
                      <a:pt x="1311" y="1480"/>
                      <a:pt x="1287" y="1480"/>
                      <a:pt x="1287" y="1504"/>
                    </a:cubicBezTo>
                    <a:cubicBezTo>
                      <a:pt x="1287" y="1552"/>
                      <a:pt x="1263" y="1599"/>
                      <a:pt x="1263" y="1647"/>
                    </a:cubicBezTo>
                    <a:cubicBezTo>
                      <a:pt x="1239" y="1742"/>
                      <a:pt x="1215" y="1837"/>
                      <a:pt x="1192" y="1933"/>
                    </a:cubicBezTo>
                    <a:cubicBezTo>
                      <a:pt x="1144" y="1933"/>
                      <a:pt x="1096" y="1933"/>
                      <a:pt x="1049" y="1909"/>
                    </a:cubicBezTo>
                    <a:cubicBezTo>
                      <a:pt x="1001" y="1909"/>
                      <a:pt x="954" y="1898"/>
                      <a:pt x="906" y="1898"/>
                    </a:cubicBezTo>
                    <a:cubicBezTo>
                      <a:pt x="882" y="1898"/>
                      <a:pt x="858" y="1901"/>
                      <a:pt x="834" y="1909"/>
                    </a:cubicBezTo>
                    <a:cubicBezTo>
                      <a:pt x="668" y="1980"/>
                      <a:pt x="644" y="2147"/>
                      <a:pt x="596" y="2290"/>
                    </a:cubicBezTo>
                    <a:cubicBezTo>
                      <a:pt x="572" y="2433"/>
                      <a:pt x="549" y="2599"/>
                      <a:pt x="620" y="2718"/>
                    </a:cubicBezTo>
                    <a:cubicBezTo>
                      <a:pt x="668" y="2814"/>
                      <a:pt x="739" y="2838"/>
                      <a:pt x="811" y="2838"/>
                    </a:cubicBezTo>
                    <a:cubicBezTo>
                      <a:pt x="858" y="2861"/>
                      <a:pt x="930" y="2861"/>
                      <a:pt x="977" y="2861"/>
                    </a:cubicBezTo>
                    <a:cubicBezTo>
                      <a:pt x="954" y="2933"/>
                      <a:pt x="954" y="2980"/>
                      <a:pt x="930" y="3052"/>
                    </a:cubicBezTo>
                    <a:cubicBezTo>
                      <a:pt x="834" y="3028"/>
                      <a:pt x="692" y="3028"/>
                      <a:pt x="596" y="3004"/>
                    </a:cubicBezTo>
                    <a:cubicBezTo>
                      <a:pt x="453" y="2957"/>
                      <a:pt x="334" y="2885"/>
                      <a:pt x="287" y="2766"/>
                    </a:cubicBezTo>
                    <a:cubicBezTo>
                      <a:pt x="191" y="2576"/>
                      <a:pt x="287" y="2314"/>
                      <a:pt x="358" y="2123"/>
                    </a:cubicBezTo>
                    <a:cubicBezTo>
                      <a:pt x="430" y="1956"/>
                      <a:pt x="477" y="1718"/>
                      <a:pt x="596" y="1575"/>
                    </a:cubicBezTo>
                    <a:cubicBezTo>
                      <a:pt x="687" y="1474"/>
                      <a:pt x="798" y="1447"/>
                      <a:pt x="916" y="1447"/>
                    </a:cubicBezTo>
                    <a:close/>
                    <a:moveTo>
                      <a:pt x="1627" y="1017"/>
                    </a:moveTo>
                    <a:cubicBezTo>
                      <a:pt x="1636" y="1017"/>
                      <a:pt x="1652" y="1028"/>
                      <a:pt x="1668" y="1028"/>
                    </a:cubicBezTo>
                    <a:cubicBezTo>
                      <a:pt x="1811" y="1028"/>
                      <a:pt x="1954" y="1051"/>
                      <a:pt x="2097" y="1075"/>
                    </a:cubicBezTo>
                    <a:cubicBezTo>
                      <a:pt x="2311" y="1075"/>
                      <a:pt x="2549" y="1099"/>
                      <a:pt x="2787" y="1123"/>
                    </a:cubicBezTo>
                    <a:cubicBezTo>
                      <a:pt x="2906" y="1123"/>
                      <a:pt x="3025" y="1147"/>
                      <a:pt x="3121" y="1171"/>
                    </a:cubicBezTo>
                    <a:cubicBezTo>
                      <a:pt x="3168" y="1171"/>
                      <a:pt x="3311" y="1171"/>
                      <a:pt x="3359" y="1194"/>
                    </a:cubicBezTo>
                    <a:cubicBezTo>
                      <a:pt x="3383" y="1242"/>
                      <a:pt x="3383" y="1290"/>
                      <a:pt x="3383" y="1313"/>
                    </a:cubicBezTo>
                    <a:cubicBezTo>
                      <a:pt x="3383" y="1433"/>
                      <a:pt x="3383" y="1552"/>
                      <a:pt x="3383" y="1671"/>
                    </a:cubicBezTo>
                    <a:cubicBezTo>
                      <a:pt x="3406" y="1909"/>
                      <a:pt x="3406" y="2147"/>
                      <a:pt x="3406" y="2385"/>
                    </a:cubicBezTo>
                    <a:cubicBezTo>
                      <a:pt x="3406" y="2861"/>
                      <a:pt x="3406" y="3314"/>
                      <a:pt x="3383" y="3790"/>
                    </a:cubicBezTo>
                    <a:cubicBezTo>
                      <a:pt x="3359" y="3933"/>
                      <a:pt x="3383" y="4100"/>
                      <a:pt x="3359" y="4243"/>
                    </a:cubicBezTo>
                    <a:cubicBezTo>
                      <a:pt x="3335" y="4314"/>
                      <a:pt x="3311" y="4362"/>
                      <a:pt x="3240" y="4386"/>
                    </a:cubicBezTo>
                    <a:cubicBezTo>
                      <a:pt x="3208" y="4393"/>
                      <a:pt x="3171" y="4396"/>
                      <a:pt x="3131" y="4396"/>
                    </a:cubicBezTo>
                    <a:cubicBezTo>
                      <a:pt x="3052" y="4396"/>
                      <a:pt x="2962" y="4386"/>
                      <a:pt x="2883" y="4386"/>
                    </a:cubicBezTo>
                    <a:cubicBezTo>
                      <a:pt x="2785" y="4380"/>
                      <a:pt x="2687" y="4378"/>
                      <a:pt x="2588" y="4378"/>
                    </a:cubicBezTo>
                    <a:cubicBezTo>
                      <a:pt x="2411" y="4378"/>
                      <a:pt x="2233" y="4384"/>
                      <a:pt x="2055" y="4384"/>
                    </a:cubicBezTo>
                    <a:cubicBezTo>
                      <a:pt x="1893" y="4384"/>
                      <a:pt x="1731" y="4379"/>
                      <a:pt x="1573" y="4362"/>
                    </a:cubicBezTo>
                    <a:cubicBezTo>
                      <a:pt x="1406" y="4338"/>
                      <a:pt x="1215" y="4290"/>
                      <a:pt x="1049" y="4243"/>
                    </a:cubicBezTo>
                    <a:cubicBezTo>
                      <a:pt x="977" y="4219"/>
                      <a:pt x="906" y="4171"/>
                      <a:pt x="882" y="4100"/>
                    </a:cubicBezTo>
                    <a:cubicBezTo>
                      <a:pt x="858" y="4004"/>
                      <a:pt x="906" y="3885"/>
                      <a:pt x="930" y="3814"/>
                    </a:cubicBezTo>
                    <a:cubicBezTo>
                      <a:pt x="1049" y="3314"/>
                      <a:pt x="1192" y="2838"/>
                      <a:pt x="1287" y="2361"/>
                    </a:cubicBezTo>
                    <a:cubicBezTo>
                      <a:pt x="1335" y="2195"/>
                      <a:pt x="1358" y="2052"/>
                      <a:pt x="1382" y="1909"/>
                    </a:cubicBezTo>
                    <a:cubicBezTo>
                      <a:pt x="1406" y="1837"/>
                      <a:pt x="1406" y="1790"/>
                      <a:pt x="1430" y="1718"/>
                    </a:cubicBezTo>
                    <a:cubicBezTo>
                      <a:pt x="1477" y="1575"/>
                      <a:pt x="1501" y="1433"/>
                      <a:pt x="1525" y="1290"/>
                    </a:cubicBezTo>
                    <a:cubicBezTo>
                      <a:pt x="1549" y="1218"/>
                      <a:pt x="1549" y="1171"/>
                      <a:pt x="1573" y="1099"/>
                    </a:cubicBezTo>
                    <a:cubicBezTo>
                      <a:pt x="1573" y="1075"/>
                      <a:pt x="1597" y="1051"/>
                      <a:pt x="1620" y="1028"/>
                    </a:cubicBezTo>
                    <a:cubicBezTo>
                      <a:pt x="1620" y="1020"/>
                      <a:pt x="1623" y="1017"/>
                      <a:pt x="1627" y="1017"/>
                    </a:cubicBezTo>
                    <a:close/>
                    <a:moveTo>
                      <a:pt x="2805" y="1"/>
                    </a:moveTo>
                    <a:cubicBezTo>
                      <a:pt x="2616" y="1"/>
                      <a:pt x="2470" y="115"/>
                      <a:pt x="2382" y="289"/>
                    </a:cubicBezTo>
                    <a:cubicBezTo>
                      <a:pt x="2290" y="210"/>
                      <a:pt x="2182" y="160"/>
                      <a:pt x="2076" y="160"/>
                    </a:cubicBezTo>
                    <a:cubicBezTo>
                      <a:pt x="1992" y="160"/>
                      <a:pt x="1909" y="192"/>
                      <a:pt x="1835" y="266"/>
                    </a:cubicBezTo>
                    <a:cubicBezTo>
                      <a:pt x="1692" y="385"/>
                      <a:pt x="1525" y="647"/>
                      <a:pt x="1597" y="813"/>
                    </a:cubicBezTo>
                    <a:cubicBezTo>
                      <a:pt x="1501" y="837"/>
                      <a:pt x="1430" y="885"/>
                      <a:pt x="1382" y="1004"/>
                    </a:cubicBezTo>
                    <a:cubicBezTo>
                      <a:pt x="1358" y="1099"/>
                      <a:pt x="1335" y="1218"/>
                      <a:pt x="1335" y="1313"/>
                    </a:cubicBezTo>
                    <a:cubicBezTo>
                      <a:pt x="1192" y="1266"/>
                      <a:pt x="977" y="1266"/>
                      <a:pt x="858" y="1266"/>
                    </a:cubicBezTo>
                    <a:cubicBezTo>
                      <a:pt x="715" y="1266"/>
                      <a:pt x="596" y="1313"/>
                      <a:pt x="501" y="1409"/>
                    </a:cubicBezTo>
                    <a:cubicBezTo>
                      <a:pt x="311" y="1575"/>
                      <a:pt x="239" y="1885"/>
                      <a:pt x="168" y="2123"/>
                    </a:cubicBezTo>
                    <a:cubicBezTo>
                      <a:pt x="72" y="2361"/>
                      <a:pt x="1" y="2671"/>
                      <a:pt x="120" y="2909"/>
                    </a:cubicBezTo>
                    <a:cubicBezTo>
                      <a:pt x="215" y="3028"/>
                      <a:pt x="334" y="3100"/>
                      <a:pt x="477" y="3171"/>
                    </a:cubicBezTo>
                    <a:cubicBezTo>
                      <a:pt x="596" y="3219"/>
                      <a:pt x="739" y="3242"/>
                      <a:pt x="882" y="3242"/>
                    </a:cubicBezTo>
                    <a:cubicBezTo>
                      <a:pt x="811" y="3457"/>
                      <a:pt x="739" y="3695"/>
                      <a:pt x="715" y="3909"/>
                    </a:cubicBezTo>
                    <a:cubicBezTo>
                      <a:pt x="668" y="4076"/>
                      <a:pt x="692" y="4243"/>
                      <a:pt x="834" y="4338"/>
                    </a:cubicBezTo>
                    <a:cubicBezTo>
                      <a:pt x="1001" y="4433"/>
                      <a:pt x="1192" y="4481"/>
                      <a:pt x="1358" y="4505"/>
                    </a:cubicBezTo>
                    <a:cubicBezTo>
                      <a:pt x="1608" y="4564"/>
                      <a:pt x="1858" y="4576"/>
                      <a:pt x="2109" y="4576"/>
                    </a:cubicBezTo>
                    <a:cubicBezTo>
                      <a:pt x="2275" y="4576"/>
                      <a:pt x="2442" y="4571"/>
                      <a:pt x="2609" y="4571"/>
                    </a:cubicBezTo>
                    <a:cubicBezTo>
                      <a:pt x="2692" y="4571"/>
                      <a:pt x="2775" y="4572"/>
                      <a:pt x="2859" y="4576"/>
                    </a:cubicBezTo>
                    <a:cubicBezTo>
                      <a:pt x="2947" y="4587"/>
                      <a:pt x="3050" y="4603"/>
                      <a:pt x="3150" y="4603"/>
                    </a:cubicBezTo>
                    <a:cubicBezTo>
                      <a:pt x="3266" y="4603"/>
                      <a:pt x="3377" y="4581"/>
                      <a:pt x="3454" y="4505"/>
                    </a:cubicBezTo>
                    <a:cubicBezTo>
                      <a:pt x="3549" y="4386"/>
                      <a:pt x="3549" y="4219"/>
                      <a:pt x="3573" y="4100"/>
                    </a:cubicBezTo>
                    <a:cubicBezTo>
                      <a:pt x="3573" y="3576"/>
                      <a:pt x="3597" y="3076"/>
                      <a:pt x="3597" y="2576"/>
                    </a:cubicBezTo>
                    <a:cubicBezTo>
                      <a:pt x="3597" y="2290"/>
                      <a:pt x="3621" y="2028"/>
                      <a:pt x="3597" y="1742"/>
                    </a:cubicBezTo>
                    <a:cubicBezTo>
                      <a:pt x="3597" y="1623"/>
                      <a:pt x="3597" y="1480"/>
                      <a:pt x="3573" y="1361"/>
                    </a:cubicBezTo>
                    <a:cubicBezTo>
                      <a:pt x="3573" y="1290"/>
                      <a:pt x="3573" y="1194"/>
                      <a:pt x="3549" y="1147"/>
                    </a:cubicBezTo>
                    <a:cubicBezTo>
                      <a:pt x="3525" y="1075"/>
                      <a:pt x="3478" y="1028"/>
                      <a:pt x="3406" y="1004"/>
                    </a:cubicBezTo>
                    <a:cubicBezTo>
                      <a:pt x="3525" y="909"/>
                      <a:pt x="3597" y="742"/>
                      <a:pt x="3573" y="599"/>
                    </a:cubicBezTo>
                    <a:cubicBezTo>
                      <a:pt x="3531" y="453"/>
                      <a:pt x="3417" y="380"/>
                      <a:pt x="3293" y="380"/>
                    </a:cubicBezTo>
                    <a:cubicBezTo>
                      <a:pt x="3275" y="380"/>
                      <a:pt x="3258" y="382"/>
                      <a:pt x="3240" y="385"/>
                    </a:cubicBezTo>
                    <a:cubicBezTo>
                      <a:pt x="3216" y="194"/>
                      <a:pt x="3049" y="27"/>
                      <a:pt x="2859" y="4"/>
                    </a:cubicBezTo>
                    <a:cubicBezTo>
                      <a:pt x="2840" y="2"/>
                      <a:pt x="2823" y="1"/>
                      <a:pt x="280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9" name="Google Shape;14959;p46"/>
              <p:cNvSpPr/>
              <p:nvPr/>
            </p:nvSpPr>
            <p:spPr>
              <a:xfrm>
                <a:off x="1199889" y="1803881"/>
                <a:ext cx="117773" cy="149745"/>
              </a:xfrm>
              <a:custGeom>
                <a:rect b="b" l="l" r="r" t="t"/>
                <a:pathLst>
                  <a:path extrusionOk="0" h="4604" w="3621">
                    <a:moveTo>
                      <a:pt x="798" y="192"/>
                    </a:moveTo>
                    <a:cubicBezTo>
                      <a:pt x="810" y="192"/>
                      <a:pt x="822" y="192"/>
                      <a:pt x="834" y="194"/>
                    </a:cubicBezTo>
                    <a:cubicBezTo>
                      <a:pt x="977" y="218"/>
                      <a:pt x="1072" y="337"/>
                      <a:pt x="1120" y="480"/>
                    </a:cubicBezTo>
                    <a:cubicBezTo>
                      <a:pt x="1134" y="521"/>
                      <a:pt x="1172" y="547"/>
                      <a:pt x="1211" y="547"/>
                    </a:cubicBezTo>
                    <a:cubicBezTo>
                      <a:pt x="1239" y="547"/>
                      <a:pt x="1267" y="534"/>
                      <a:pt x="1287" y="504"/>
                    </a:cubicBezTo>
                    <a:cubicBezTo>
                      <a:pt x="1341" y="395"/>
                      <a:pt x="1427" y="340"/>
                      <a:pt x="1517" y="340"/>
                    </a:cubicBezTo>
                    <a:cubicBezTo>
                      <a:pt x="1584" y="340"/>
                      <a:pt x="1654" y="371"/>
                      <a:pt x="1715" y="432"/>
                    </a:cubicBezTo>
                    <a:cubicBezTo>
                      <a:pt x="1787" y="528"/>
                      <a:pt x="1882" y="670"/>
                      <a:pt x="1882" y="813"/>
                    </a:cubicBezTo>
                    <a:cubicBezTo>
                      <a:pt x="1668" y="837"/>
                      <a:pt x="1430" y="861"/>
                      <a:pt x="1192" y="885"/>
                    </a:cubicBezTo>
                    <a:cubicBezTo>
                      <a:pt x="930" y="909"/>
                      <a:pt x="691" y="932"/>
                      <a:pt x="430" y="956"/>
                    </a:cubicBezTo>
                    <a:lnTo>
                      <a:pt x="406" y="956"/>
                    </a:lnTo>
                    <a:cubicBezTo>
                      <a:pt x="406" y="956"/>
                      <a:pt x="406" y="932"/>
                      <a:pt x="406" y="932"/>
                    </a:cubicBezTo>
                    <a:cubicBezTo>
                      <a:pt x="334" y="837"/>
                      <a:pt x="215" y="790"/>
                      <a:pt x="215" y="670"/>
                    </a:cubicBezTo>
                    <a:cubicBezTo>
                      <a:pt x="230" y="582"/>
                      <a:pt x="282" y="557"/>
                      <a:pt x="342" y="557"/>
                    </a:cubicBezTo>
                    <a:cubicBezTo>
                      <a:pt x="378" y="557"/>
                      <a:pt x="417" y="566"/>
                      <a:pt x="453" y="575"/>
                    </a:cubicBezTo>
                    <a:cubicBezTo>
                      <a:pt x="463" y="578"/>
                      <a:pt x="472" y="580"/>
                      <a:pt x="481" y="580"/>
                    </a:cubicBezTo>
                    <a:cubicBezTo>
                      <a:pt x="537" y="580"/>
                      <a:pt x="572" y="521"/>
                      <a:pt x="572" y="480"/>
                    </a:cubicBezTo>
                    <a:cubicBezTo>
                      <a:pt x="528" y="326"/>
                      <a:pt x="648" y="192"/>
                      <a:pt x="798" y="192"/>
                    </a:cubicBezTo>
                    <a:close/>
                    <a:moveTo>
                      <a:pt x="2668" y="2096"/>
                    </a:moveTo>
                    <a:cubicBezTo>
                      <a:pt x="2695" y="2096"/>
                      <a:pt x="2719" y="2103"/>
                      <a:pt x="2740" y="2123"/>
                    </a:cubicBezTo>
                    <a:cubicBezTo>
                      <a:pt x="2787" y="2147"/>
                      <a:pt x="2787" y="2242"/>
                      <a:pt x="2811" y="2290"/>
                    </a:cubicBezTo>
                    <a:cubicBezTo>
                      <a:pt x="2835" y="2385"/>
                      <a:pt x="2859" y="2504"/>
                      <a:pt x="2835" y="2599"/>
                    </a:cubicBezTo>
                    <a:cubicBezTo>
                      <a:pt x="2787" y="2671"/>
                      <a:pt x="2716" y="2671"/>
                      <a:pt x="2644" y="2695"/>
                    </a:cubicBezTo>
                    <a:lnTo>
                      <a:pt x="2597" y="2695"/>
                    </a:lnTo>
                    <a:cubicBezTo>
                      <a:pt x="2573" y="2599"/>
                      <a:pt x="2549" y="2528"/>
                      <a:pt x="2525" y="2433"/>
                    </a:cubicBezTo>
                    <a:cubicBezTo>
                      <a:pt x="2501" y="2337"/>
                      <a:pt x="2478" y="2242"/>
                      <a:pt x="2454" y="2147"/>
                    </a:cubicBezTo>
                    <a:cubicBezTo>
                      <a:pt x="2501" y="2123"/>
                      <a:pt x="2525" y="2123"/>
                      <a:pt x="2549" y="2123"/>
                    </a:cubicBezTo>
                    <a:cubicBezTo>
                      <a:pt x="2590" y="2109"/>
                      <a:pt x="2631" y="2096"/>
                      <a:pt x="2668" y="2096"/>
                    </a:cubicBezTo>
                    <a:close/>
                    <a:moveTo>
                      <a:pt x="2702" y="1447"/>
                    </a:moveTo>
                    <a:cubicBezTo>
                      <a:pt x="2817" y="1447"/>
                      <a:pt x="2923" y="1474"/>
                      <a:pt x="3001" y="1575"/>
                    </a:cubicBezTo>
                    <a:cubicBezTo>
                      <a:pt x="3144" y="1718"/>
                      <a:pt x="3192" y="1956"/>
                      <a:pt x="3263" y="2123"/>
                    </a:cubicBezTo>
                    <a:cubicBezTo>
                      <a:pt x="3311" y="2314"/>
                      <a:pt x="3430" y="2576"/>
                      <a:pt x="3335" y="2766"/>
                    </a:cubicBezTo>
                    <a:cubicBezTo>
                      <a:pt x="3287" y="2885"/>
                      <a:pt x="3144" y="2957"/>
                      <a:pt x="3025" y="3004"/>
                    </a:cubicBezTo>
                    <a:cubicBezTo>
                      <a:pt x="2906" y="3028"/>
                      <a:pt x="2787" y="3028"/>
                      <a:pt x="2692" y="3052"/>
                    </a:cubicBezTo>
                    <a:cubicBezTo>
                      <a:pt x="2668" y="2980"/>
                      <a:pt x="2644" y="2933"/>
                      <a:pt x="2644" y="2861"/>
                    </a:cubicBezTo>
                    <a:cubicBezTo>
                      <a:pt x="2692" y="2861"/>
                      <a:pt x="2740" y="2861"/>
                      <a:pt x="2811" y="2838"/>
                    </a:cubicBezTo>
                    <a:cubicBezTo>
                      <a:pt x="2882" y="2838"/>
                      <a:pt x="2930" y="2814"/>
                      <a:pt x="2978" y="2718"/>
                    </a:cubicBezTo>
                    <a:cubicBezTo>
                      <a:pt x="3073" y="2599"/>
                      <a:pt x="3049" y="2433"/>
                      <a:pt x="3001" y="2290"/>
                    </a:cubicBezTo>
                    <a:cubicBezTo>
                      <a:pt x="2978" y="2147"/>
                      <a:pt x="2930" y="1980"/>
                      <a:pt x="2787" y="1909"/>
                    </a:cubicBezTo>
                    <a:cubicBezTo>
                      <a:pt x="2763" y="1901"/>
                      <a:pt x="2740" y="1898"/>
                      <a:pt x="2716" y="1898"/>
                    </a:cubicBezTo>
                    <a:cubicBezTo>
                      <a:pt x="2668" y="1898"/>
                      <a:pt x="2620" y="1909"/>
                      <a:pt x="2573" y="1909"/>
                    </a:cubicBezTo>
                    <a:cubicBezTo>
                      <a:pt x="2525" y="1933"/>
                      <a:pt x="2478" y="1933"/>
                      <a:pt x="2430" y="1933"/>
                    </a:cubicBezTo>
                    <a:cubicBezTo>
                      <a:pt x="2406" y="1837"/>
                      <a:pt x="2382" y="1742"/>
                      <a:pt x="2358" y="1647"/>
                    </a:cubicBezTo>
                    <a:cubicBezTo>
                      <a:pt x="2335" y="1599"/>
                      <a:pt x="2335" y="1552"/>
                      <a:pt x="2311" y="1504"/>
                    </a:cubicBezTo>
                    <a:cubicBezTo>
                      <a:pt x="2311" y="1480"/>
                      <a:pt x="2311" y="1480"/>
                      <a:pt x="2311" y="1480"/>
                    </a:cubicBezTo>
                    <a:cubicBezTo>
                      <a:pt x="2436" y="1480"/>
                      <a:pt x="2575" y="1447"/>
                      <a:pt x="2702" y="1447"/>
                    </a:cubicBezTo>
                    <a:close/>
                    <a:moveTo>
                      <a:pt x="1984" y="1017"/>
                    </a:moveTo>
                    <a:cubicBezTo>
                      <a:pt x="1988" y="1017"/>
                      <a:pt x="1993" y="1020"/>
                      <a:pt x="2001" y="1028"/>
                    </a:cubicBezTo>
                    <a:cubicBezTo>
                      <a:pt x="2025" y="1051"/>
                      <a:pt x="2025" y="1075"/>
                      <a:pt x="2049" y="1099"/>
                    </a:cubicBezTo>
                    <a:cubicBezTo>
                      <a:pt x="2049" y="1171"/>
                      <a:pt x="2073" y="1218"/>
                      <a:pt x="2097" y="1290"/>
                    </a:cubicBezTo>
                    <a:cubicBezTo>
                      <a:pt x="2120" y="1433"/>
                      <a:pt x="2144" y="1575"/>
                      <a:pt x="2168" y="1718"/>
                    </a:cubicBezTo>
                    <a:cubicBezTo>
                      <a:pt x="2192" y="1790"/>
                      <a:pt x="2216" y="1837"/>
                      <a:pt x="2239" y="1909"/>
                    </a:cubicBezTo>
                    <a:cubicBezTo>
                      <a:pt x="2263" y="2052"/>
                      <a:pt x="2287" y="2195"/>
                      <a:pt x="2311" y="2361"/>
                    </a:cubicBezTo>
                    <a:cubicBezTo>
                      <a:pt x="2430" y="2838"/>
                      <a:pt x="2573" y="3314"/>
                      <a:pt x="2692" y="3814"/>
                    </a:cubicBezTo>
                    <a:cubicBezTo>
                      <a:pt x="2716" y="3885"/>
                      <a:pt x="2740" y="4004"/>
                      <a:pt x="2740" y="4100"/>
                    </a:cubicBezTo>
                    <a:cubicBezTo>
                      <a:pt x="2716" y="4171"/>
                      <a:pt x="2620" y="4219"/>
                      <a:pt x="2549" y="4243"/>
                    </a:cubicBezTo>
                    <a:cubicBezTo>
                      <a:pt x="2382" y="4290"/>
                      <a:pt x="2216" y="4338"/>
                      <a:pt x="2049" y="4362"/>
                    </a:cubicBezTo>
                    <a:cubicBezTo>
                      <a:pt x="1882" y="4379"/>
                      <a:pt x="1718" y="4384"/>
                      <a:pt x="1555" y="4384"/>
                    </a:cubicBezTo>
                    <a:cubicBezTo>
                      <a:pt x="1376" y="4384"/>
                      <a:pt x="1199" y="4378"/>
                      <a:pt x="1020" y="4378"/>
                    </a:cubicBezTo>
                    <a:cubicBezTo>
                      <a:pt x="919" y="4378"/>
                      <a:pt x="818" y="4380"/>
                      <a:pt x="715" y="4386"/>
                    </a:cubicBezTo>
                    <a:cubicBezTo>
                      <a:pt x="652" y="4386"/>
                      <a:pt x="567" y="4396"/>
                      <a:pt x="482" y="4396"/>
                    </a:cubicBezTo>
                    <a:cubicBezTo>
                      <a:pt x="440" y="4396"/>
                      <a:pt x="398" y="4393"/>
                      <a:pt x="358" y="4386"/>
                    </a:cubicBezTo>
                    <a:cubicBezTo>
                      <a:pt x="287" y="4362"/>
                      <a:pt x="287" y="4314"/>
                      <a:pt x="263" y="4243"/>
                    </a:cubicBezTo>
                    <a:cubicBezTo>
                      <a:pt x="239" y="4100"/>
                      <a:pt x="239" y="3933"/>
                      <a:pt x="239" y="3790"/>
                    </a:cubicBezTo>
                    <a:cubicBezTo>
                      <a:pt x="215" y="3314"/>
                      <a:pt x="215" y="2861"/>
                      <a:pt x="215" y="2385"/>
                    </a:cubicBezTo>
                    <a:cubicBezTo>
                      <a:pt x="215" y="2147"/>
                      <a:pt x="215" y="1909"/>
                      <a:pt x="215" y="1671"/>
                    </a:cubicBezTo>
                    <a:cubicBezTo>
                      <a:pt x="239" y="1552"/>
                      <a:pt x="239" y="1433"/>
                      <a:pt x="239" y="1313"/>
                    </a:cubicBezTo>
                    <a:cubicBezTo>
                      <a:pt x="239" y="1290"/>
                      <a:pt x="239" y="1242"/>
                      <a:pt x="263" y="1194"/>
                    </a:cubicBezTo>
                    <a:cubicBezTo>
                      <a:pt x="310" y="1171"/>
                      <a:pt x="430" y="1171"/>
                      <a:pt x="477" y="1171"/>
                    </a:cubicBezTo>
                    <a:cubicBezTo>
                      <a:pt x="596" y="1147"/>
                      <a:pt x="715" y="1123"/>
                      <a:pt x="834" y="1123"/>
                    </a:cubicBezTo>
                    <a:cubicBezTo>
                      <a:pt x="1049" y="1099"/>
                      <a:pt x="1287" y="1075"/>
                      <a:pt x="1525" y="1075"/>
                    </a:cubicBezTo>
                    <a:cubicBezTo>
                      <a:pt x="1668" y="1051"/>
                      <a:pt x="1811" y="1028"/>
                      <a:pt x="1954" y="1028"/>
                    </a:cubicBezTo>
                    <a:cubicBezTo>
                      <a:pt x="1970" y="1028"/>
                      <a:pt x="1975" y="1017"/>
                      <a:pt x="1984" y="1017"/>
                    </a:cubicBezTo>
                    <a:close/>
                    <a:moveTo>
                      <a:pt x="812" y="1"/>
                    </a:moveTo>
                    <a:cubicBezTo>
                      <a:pt x="795" y="1"/>
                      <a:pt x="779" y="2"/>
                      <a:pt x="763" y="4"/>
                    </a:cubicBezTo>
                    <a:cubicBezTo>
                      <a:pt x="549" y="27"/>
                      <a:pt x="382" y="194"/>
                      <a:pt x="382" y="385"/>
                    </a:cubicBezTo>
                    <a:cubicBezTo>
                      <a:pt x="364" y="382"/>
                      <a:pt x="346" y="380"/>
                      <a:pt x="328" y="380"/>
                    </a:cubicBezTo>
                    <a:cubicBezTo>
                      <a:pt x="205" y="380"/>
                      <a:pt x="90" y="453"/>
                      <a:pt x="48" y="599"/>
                    </a:cubicBezTo>
                    <a:cubicBezTo>
                      <a:pt x="25" y="742"/>
                      <a:pt x="72" y="909"/>
                      <a:pt x="191" y="1004"/>
                    </a:cubicBezTo>
                    <a:cubicBezTo>
                      <a:pt x="144" y="1028"/>
                      <a:pt x="96" y="1075"/>
                      <a:pt x="72" y="1147"/>
                    </a:cubicBezTo>
                    <a:cubicBezTo>
                      <a:pt x="25" y="1194"/>
                      <a:pt x="25" y="1290"/>
                      <a:pt x="25" y="1361"/>
                    </a:cubicBezTo>
                    <a:cubicBezTo>
                      <a:pt x="25" y="1480"/>
                      <a:pt x="25" y="1623"/>
                      <a:pt x="1" y="1742"/>
                    </a:cubicBezTo>
                    <a:cubicBezTo>
                      <a:pt x="1" y="2028"/>
                      <a:pt x="1" y="2290"/>
                      <a:pt x="1" y="2576"/>
                    </a:cubicBezTo>
                    <a:cubicBezTo>
                      <a:pt x="1" y="3076"/>
                      <a:pt x="48" y="3576"/>
                      <a:pt x="48" y="4100"/>
                    </a:cubicBezTo>
                    <a:cubicBezTo>
                      <a:pt x="48" y="4219"/>
                      <a:pt x="48" y="4386"/>
                      <a:pt x="168" y="4505"/>
                    </a:cubicBezTo>
                    <a:cubicBezTo>
                      <a:pt x="244" y="4581"/>
                      <a:pt x="356" y="4603"/>
                      <a:pt x="472" y="4603"/>
                    </a:cubicBezTo>
                    <a:cubicBezTo>
                      <a:pt x="571" y="4603"/>
                      <a:pt x="675" y="4587"/>
                      <a:pt x="763" y="4576"/>
                    </a:cubicBezTo>
                    <a:cubicBezTo>
                      <a:pt x="842" y="4572"/>
                      <a:pt x="922" y="4571"/>
                      <a:pt x="1003" y="4571"/>
                    </a:cubicBezTo>
                    <a:cubicBezTo>
                      <a:pt x="1164" y="4571"/>
                      <a:pt x="1328" y="4576"/>
                      <a:pt x="1492" y="4576"/>
                    </a:cubicBezTo>
                    <a:cubicBezTo>
                      <a:pt x="1739" y="4576"/>
                      <a:pt x="1989" y="4564"/>
                      <a:pt x="2239" y="4505"/>
                    </a:cubicBezTo>
                    <a:cubicBezTo>
                      <a:pt x="2406" y="4481"/>
                      <a:pt x="2620" y="4433"/>
                      <a:pt x="2763" y="4338"/>
                    </a:cubicBezTo>
                    <a:cubicBezTo>
                      <a:pt x="2930" y="4243"/>
                      <a:pt x="2930" y="4076"/>
                      <a:pt x="2906" y="3909"/>
                    </a:cubicBezTo>
                    <a:cubicBezTo>
                      <a:pt x="2859" y="3695"/>
                      <a:pt x="2787" y="3457"/>
                      <a:pt x="2740" y="3242"/>
                    </a:cubicBezTo>
                    <a:cubicBezTo>
                      <a:pt x="2882" y="3242"/>
                      <a:pt x="3025" y="3195"/>
                      <a:pt x="3144" y="3171"/>
                    </a:cubicBezTo>
                    <a:cubicBezTo>
                      <a:pt x="3287" y="3100"/>
                      <a:pt x="3406" y="3028"/>
                      <a:pt x="3478" y="2909"/>
                    </a:cubicBezTo>
                    <a:cubicBezTo>
                      <a:pt x="3621" y="2671"/>
                      <a:pt x="3525" y="2361"/>
                      <a:pt x="3454" y="2123"/>
                    </a:cubicBezTo>
                    <a:cubicBezTo>
                      <a:pt x="3359" y="1885"/>
                      <a:pt x="3287" y="1575"/>
                      <a:pt x="3121" y="1409"/>
                    </a:cubicBezTo>
                    <a:cubicBezTo>
                      <a:pt x="3025" y="1313"/>
                      <a:pt x="2906" y="1266"/>
                      <a:pt x="2763" y="1266"/>
                    </a:cubicBezTo>
                    <a:cubicBezTo>
                      <a:pt x="2620" y="1266"/>
                      <a:pt x="2430" y="1266"/>
                      <a:pt x="2287" y="1313"/>
                    </a:cubicBezTo>
                    <a:cubicBezTo>
                      <a:pt x="2263" y="1218"/>
                      <a:pt x="2263" y="1099"/>
                      <a:pt x="2216" y="1004"/>
                    </a:cubicBezTo>
                    <a:cubicBezTo>
                      <a:pt x="2192" y="885"/>
                      <a:pt x="2120" y="837"/>
                      <a:pt x="2025" y="813"/>
                    </a:cubicBezTo>
                    <a:cubicBezTo>
                      <a:pt x="2097" y="647"/>
                      <a:pt x="1906" y="385"/>
                      <a:pt x="1787" y="266"/>
                    </a:cubicBezTo>
                    <a:cubicBezTo>
                      <a:pt x="1702" y="192"/>
                      <a:pt x="1618" y="160"/>
                      <a:pt x="1536" y="160"/>
                    </a:cubicBezTo>
                    <a:cubicBezTo>
                      <a:pt x="1432" y="160"/>
                      <a:pt x="1332" y="210"/>
                      <a:pt x="1239" y="289"/>
                    </a:cubicBezTo>
                    <a:cubicBezTo>
                      <a:pt x="1152" y="115"/>
                      <a:pt x="985" y="1"/>
                      <a:pt x="81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60" name="Google Shape;14960;p46"/>
          <p:cNvGrpSpPr/>
          <p:nvPr/>
        </p:nvGrpSpPr>
        <p:grpSpPr>
          <a:xfrm>
            <a:off x="5990204" y="2499201"/>
            <a:ext cx="477073" cy="548645"/>
            <a:chOff x="6075883" y="3227776"/>
            <a:chExt cx="477073" cy="548645"/>
          </a:xfrm>
        </p:grpSpPr>
        <p:grpSp>
          <p:nvGrpSpPr>
            <p:cNvPr id="14961" name="Google Shape;14961;p46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962" name="Google Shape;14962;p46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3" name="Google Shape;14963;p46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4" name="Google Shape;14964;p46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5" name="Google Shape;14965;p46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6" name="Google Shape;14966;p46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7" name="Google Shape;14967;p46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8" name="Google Shape;14968;p46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9" name="Google Shape;14969;p46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0" name="Google Shape;14970;p46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1" name="Google Shape;14971;p46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2" name="Google Shape;14972;p46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3" name="Google Shape;14973;p46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4" name="Google Shape;14974;p46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5" name="Google Shape;14975;p46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6" name="Google Shape;14976;p46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7" name="Google Shape;14977;p46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8" name="Google Shape;14978;p46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9" name="Google Shape;14979;p46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0" name="Google Shape;14980;p46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1" name="Google Shape;14981;p46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2" name="Google Shape;14982;p46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3" name="Google Shape;14983;p46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4" name="Google Shape;14984;p46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5" name="Google Shape;14985;p46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6" name="Google Shape;14986;p46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7" name="Google Shape;14987;p46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8" name="Google Shape;14988;p46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9" name="Google Shape;14989;p46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90" name="Google Shape;14990;p46"/>
            <p:cNvGrpSpPr/>
            <p:nvPr/>
          </p:nvGrpSpPr>
          <p:grpSpPr>
            <a:xfrm>
              <a:off x="6075883" y="3227776"/>
              <a:ext cx="477073" cy="548645"/>
              <a:chOff x="7784478" y="1681587"/>
              <a:chExt cx="347822" cy="388641"/>
            </a:xfrm>
          </p:grpSpPr>
          <p:sp>
            <p:nvSpPr>
              <p:cNvPr id="14991" name="Google Shape;14991;p46"/>
              <p:cNvSpPr/>
              <p:nvPr/>
            </p:nvSpPr>
            <p:spPr>
              <a:xfrm>
                <a:off x="7793000" y="1713429"/>
                <a:ext cx="337740" cy="77605"/>
              </a:xfrm>
              <a:custGeom>
                <a:rect b="b" l="l" r="r" t="t"/>
                <a:pathLst>
                  <a:path extrusionOk="0" h="2386" w="10384">
                    <a:moveTo>
                      <a:pt x="9892" y="1"/>
                    </a:moveTo>
                    <a:cubicBezTo>
                      <a:pt x="9753" y="1"/>
                      <a:pt x="9604" y="22"/>
                      <a:pt x="9527" y="22"/>
                    </a:cubicBezTo>
                    <a:lnTo>
                      <a:pt x="8955" y="22"/>
                    </a:lnTo>
                    <a:cubicBezTo>
                      <a:pt x="8891" y="22"/>
                      <a:pt x="8786" y="1"/>
                      <a:pt x="8701" y="1"/>
                    </a:cubicBezTo>
                    <a:cubicBezTo>
                      <a:pt x="8659" y="1"/>
                      <a:pt x="8622" y="6"/>
                      <a:pt x="8598" y="22"/>
                    </a:cubicBezTo>
                    <a:cubicBezTo>
                      <a:pt x="8455" y="94"/>
                      <a:pt x="8455" y="427"/>
                      <a:pt x="8455" y="594"/>
                    </a:cubicBezTo>
                    <a:cubicBezTo>
                      <a:pt x="8455" y="784"/>
                      <a:pt x="8455" y="713"/>
                      <a:pt x="8598" y="760"/>
                    </a:cubicBezTo>
                    <a:cubicBezTo>
                      <a:pt x="8907" y="832"/>
                      <a:pt x="8931" y="1141"/>
                      <a:pt x="8788" y="1356"/>
                    </a:cubicBezTo>
                    <a:cubicBezTo>
                      <a:pt x="8583" y="1664"/>
                      <a:pt x="8217" y="1742"/>
                      <a:pt x="7875" y="1742"/>
                    </a:cubicBezTo>
                    <a:cubicBezTo>
                      <a:pt x="7822" y="1742"/>
                      <a:pt x="7768" y="1740"/>
                      <a:pt x="7717" y="1737"/>
                    </a:cubicBezTo>
                    <a:cubicBezTo>
                      <a:pt x="7655" y="1737"/>
                      <a:pt x="7572" y="1739"/>
                      <a:pt x="7480" y="1739"/>
                    </a:cubicBezTo>
                    <a:cubicBezTo>
                      <a:pt x="7181" y="1739"/>
                      <a:pt x="6784" y="1712"/>
                      <a:pt x="6693" y="1475"/>
                    </a:cubicBezTo>
                    <a:cubicBezTo>
                      <a:pt x="6597" y="1189"/>
                      <a:pt x="6645" y="832"/>
                      <a:pt x="6883" y="641"/>
                    </a:cubicBezTo>
                    <a:cubicBezTo>
                      <a:pt x="7002" y="570"/>
                      <a:pt x="7002" y="570"/>
                      <a:pt x="7026" y="403"/>
                    </a:cubicBezTo>
                    <a:cubicBezTo>
                      <a:pt x="7026" y="308"/>
                      <a:pt x="7074" y="141"/>
                      <a:pt x="7002" y="94"/>
                    </a:cubicBezTo>
                    <a:cubicBezTo>
                      <a:pt x="6963" y="62"/>
                      <a:pt x="6894" y="51"/>
                      <a:pt x="6814" y="51"/>
                    </a:cubicBezTo>
                    <a:cubicBezTo>
                      <a:pt x="6656" y="51"/>
                      <a:pt x="6454" y="94"/>
                      <a:pt x="6359" y="94"/>
                    </a:cubicBezTo>
                    <a:cubicBezTo>
                      <a:pt x="6300" y="94"/>
                      <a:pt x="6216" y="82"/>
                      <a:pt x="6139" y="82"/>
                    </a:cubicBezTo>
                    <a:cubicBezTo>
                      <a:pt x="6062" y="82"/>
                      <a:pt x="5990" y="94"/>
                      <a:pt x="5954" y="141"/>
                    </a:cubicBezTo>
                    <a:cubicBezTo>
                      <a:pt x="5931" y="189"/>
                      <a:pt x="5859" y="570"/>
                      <a:pt x="5883" y="641"/>
                    </a:cubicBezTo>
                    <a:cubicBezTo>
                      <a:pt x="5907" y="737"/>
                      <a:pt x="6002" y="737"/>
                      <a:pt x="6073" y="784"/>
                    </a:cubicBezTo>
                    <a:cubicBezTo>
                      <a:pt x="6240" y="903"/>
                      <a:pt x="6288" y="1022"/>
                      <a:pt x="6240" y="1237"/>
                    </a:cubicBezTo>
                    <a:cubicBezTo>
                      <a:pt x="6145" y="1546"/>
                      <a:pt x="5835" y="1642"/>
                      <a:pt x="5526" y="1665"/>
                    </a:cubicBezTo>
                    <a:cubicBezTo>
                      <a:pt x="5349" y="1676"/>
                      <a:pt x="5143" y="1693"/>
                      <a:pt x="4934" y="1693"/>
                    </a:cubicBezTo>
                    <a:cubicBezTo>
                      <a:pt x="4691" y="1693"/>
                      <a:pt x="4445" y="1671"/>
                      <a:pt x="4240" y="1594"/>
                    </a:cubicBezTo>
                    <a:cubicBezTo>
                      <a:pt x="4025" y="1499"/>
                      <a:pt x="3906" y="1308"/>
                      <a:pt x="3930" y="1070"/>
                    </a:cubicBezTo>
                    <a:cubicBezTo>
                      <a:pt x="3978" y="808"/>
                      <a:pt x="4121" y="713"/>
                      <a:pt x="4359" y="665"/>
                    </a:cubicBezTo>
                    <a:cubicBezTo>
                      <a:pt x="4383" y="522"/>
                      <a:pt x="4454" y="284"/>
                      <a:pt x="4406" y="165"/>
                    </a:cubicBezTo>
                    <a:cubicBezTo>
                      <a:pt x="4375" y="91"/>
                      <a:pt x="4301" y="69"/>
                      <a:pt x="4216" y="69"/>
                    </a:cubicBezTo>
                    <a:cubicBezTo>
                      <a:pt x="4110" y="69"/>
                      <a:pt x="3986" y="104"/>
                      <a:pt x="3906" y="117"/>
                    </a:cubicBezTo>
                    <a:cubicBezTo>
                      <a:pt x="3740" y="117"/>
                      <a:pt x="3430" y="117"/>
                      <a:pt x="3335" y="237"/>
                    </a:cubicBezTo>
                    <a:cubicBezTo>
                      <a:pt x="3287" y="308"/>
                      <a:pt x="3216" y="546"/>
                      <a:pt x="3240" y="618"/>
                    </a:cubicBezTo>
                    <a:cubicBezTo>
                      <a:pt x="3263" y="808"/>
                      <a:pt x="3478" y="808"/>
                      <a:pt x="3573" y="975"/>
                    </a:cubicBezTo>
                    <a:cubicBezTo>
                      <a:pt x="3668" y="1165"/>
                      <a:pt x="3621" y="1403"/>
                      <a:pt x="3454" y="1546"/>
                    </a:cubicBezTo>
                    <a:cubicBezTo>
                      <a:pt x="3240" y="1689"/>
                      <a:pt x="2930" y="1713"/>
                      <a:pt x="2668" y="1713"/>
                    </a:cubicBezTo>
                    <a:cubicBezTo>
                      <a:pt x="2493" y="1713"/>
                      <a:pt x="2308" y="1734"/>
                      <a:pt x="2126" y="1734"/>
                    </a:cubicBezTo>
                    <a:cubicBezTo>
                      <a:pt x="2036" y="1734"/>
                      <a:pt x="1946" y="1729"/>
                      <a:pt x="1858" y="1713"/>
                    </a:cubicBezTo>
                    <a:cubicBezTo>
                      <a:pt x="1501" y="1665"/>
                      <a:pt x="1382" y="1261"/>
                      <a:pt x="1430" y="927"/>
                    </a:cubicBezTo>
                    <a:cubicBezTo>
                      <a:pt x="1453" y="856"/>
                      <a:pt x="1477" y="737"/>
                      <a:pt x="1525" y="689"/>
                    </a:cubicBezTo>
                    <a:cubicBezTo>
                      <a:pt x="1596" y="641"/>
                      <a:pt x="1668" y="665"/>
                      <a:pt x="1739" y="618"/>
                    </a:cubicBezTo>
                    <a:cubicBezTo>
                      <a:pt x="1882" y="498"/>
                      <a:pt x="1763" y="260"/>
                      <a:pt x="1834" y="117"/>
                    </a:cubicBezTo>
                    <a:lnTo>
                      <a:pt x="1834" y="117"/>
                    </a:lnTo>
                    <a:cubicBezTo>
                      <a:pt x="1501" y="141"/>
                      <a:pt x="1144" y="165"/>
                      <a:pt x="810" y="237"/>
                    </a:cubicBezTo>
                    <a:cubicBezTo>
                      <a:pt x="548" y="260"/>
                      <a:pt x="215" y="260"/>
                      <a:pt x="120" y="546"/>
                    </a:cubicBezTo>
                    <a:cubicBezTo>
                      <a:pt x="1" y="927"/>
                      <a:pt x="1" y="1380"/>
                      <a:pt x="72" y="1761"/>
                    </a:cubicBezTo>
                    <a:cubicBezTo>
                      <a:pt x="120" y="2023"/>
                      <a:pt x="96" y="2213"/>
                      <a:pt x="382" y="2308"/>
                    </a:cubicBezTo>
                    <a:cubicBezTo>
                      <a:pt x="584" y="2368"/>
                      <a:pt x="810" y="2386"/>
                      <a:pt x="1040" y="2386"/>
                    </a:cubicBezTo>
                    <a:cubicBezTo>
                      <a:pt x="1269" y="2386"/>
                      <a:pt x="1501" y="2368"/>
                      <a:pt x="1715" y="2356"/>
                    </a:cubicBezTo>
                    <a:cubicBezTo>
                      <a:pt x="2406" y="2308"/>
                      <a:pt x="3120" y="2285"/>
                      <a:pt x="3835" y="2261"/>
                    </a:cubicBezTo>
                    <a:cubicBezTo>
                      <a:pt x="4039" y="2255"/>
                      <a:pt x="4243" y="2252"/>
                      <a:pt x="4448" y="2252"/>
                    </a:cubicBezTo>
                    <a:cubicBezTo>
                      <a:pt x="5753" y="2252"/>
                      <a:pt x="7057" y="2358"/>
                      <a:pt x="8347" y="2358"/>
                    </a:cubicBezTo>
                    <a:cubicBezTo>
                      <a:pt x="8454" y="2358"/>
                      <a:pt x="8562" y="2358"/>
                      <a:pt x="8669" y="2356"/>
                    </a:cubicBezTo>
                    <a:cubicBezTo>
                      <a:pt x="9003" y="2356"/>
                      <a:pt x="9312" y="2332"/>
                      <a:pt x="9646" y="2285"/>
                    </a:cubicBezTo>
                    <a:cubicBezTo>
                      <a:pt x="9765" y="2285"/>
                      <a:pt x="10003" y="2285"/>
                      <a:pt x="10122" y="2213"/>
                    </a:cubicBezTo>
                    <a:cubicBezTo>
                      <a:pt x="10241" y="2118"/>
                      <a:pt x="10241" y="1927"/>
                      <a:pt x="10265" y="1808"/>
                    </a:cubicBezTo>
                    <a:cubicBezTo>
                      <a:pt x="10312" y="1475"/>
                      <a:pt x="10384" y="1141"/>
                      <a:pt x="10360" y="808"/>
                    </a:cubicBezTo>
                    <a:cubicBezTo>
                      <a:pt x="10336" y="641"/>
                      <a:pt x="10289" y="498"/>
                      <a:pt x="10265" y="332"/>
                    </a:cubicBezTo>
                    <a:cubicBezTo>
                      <a:pt x="10241" y="260"/>
                      <a:pt x="10241" y="117"/>
                      <a:pt x="10170" y="70"/>
                    </a:cubicBezTo>
                    <a:cubicBezTo>
                      <a:pt x="10115" y="16"/>
                      <a:pt x="10007" y="1"/>
                      <a:pt x="989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2" name="Google Shape;14992;p46"/>
              <p:cNvSpPr/>
              <p:nvPr/>
            </p:nvSpPr>
            <p:spPr>
              <a:xfrm>
                <a:off x="7792219" y="1717234"/>
                <a:ext cx="330779" cy="72823"/>
              </a:xfrm>
              <a:custGeom>
                <a:rect b="b" l="l" r="r" t="t"/>
                <a:pathLst>
                  <a:path extrusionOk="0" h="2239" w="10170">
                    <a:moveTo>
                      <a:pt x="1763" y="0"/>
                    </a:moveTo>
                    <a:cubicBezTo>
                      <a:pt x="1287" y="48"/>
                      <a:pt x="787" y="48"/>
                      <a:pt x="430" y="215"/>
                    </a:cubicBezTo>
                    <a:cubicBezTo>
                      <a:pt x="120" y="381"/>
                      <a:pt x="96" y="620"/>
                      <a:pt x="96" y="953"/>
                    </a:cubicBezTo>
                    <a:cubicBezTo>
                      <a:pt x="96" y="1286"/>
                      <a:pt x="1" y="1787"/>
                      <a:pt x="215" y="2048"/>
                    </a:cubicBezTo>
                    <a:cubicBezTo>
                      <a:pt x="334" y="2168"/>
                      <a:pt x="430" y="2191"/>
                      <a:pt x="596" y="2191"/>
                    </a:cubicBezTo>
                    <a:lnTo>
                      <a:pt x="1358" y="2191"/>
                    </a:lnTo>
                    <a:cubicBezTo>
                      <a:pt x="1692" y="2191"/>
                      <a:pt x="2001" y="2239"/>
                      <a:pt x="2335" y="2239"/>
                    </a:cubicBezTo>
                    <a:cubicBezTo>
                      <a:pt x="2668" y="2239"/>
                      <a:pt x="3002" y="2215"/>
                      <a:pt x="3335" y="2215"/>
                    </a:cubicBezTo>
                    <a:cubicBezTo>
                      <a:pt x="4145" y="2191"/>
                      <a:pt x="4931" y="2191"/>
                      <a:pt x="5740" y="2191"/>
                    </a:cubicBezTo>
                    <a:cubicBezTo>
                      <a:pt x="6478" y="2191"/>
                      <a:pt x="7241" y="2168"/>
                      <a:pt x="7979" y="2168"/>
                    </a:cubicBezTo>
                    <a:cubicBezTo>
                      <a:pt x="8360" y="2168"/>
                      <a:pt x="8765" y="2191"/>
                      <a:pt x="9146" y="2191"/>
                    </a:cubicBezTo>
                    <a:cubicBezTo>
                      <a:pt x="9408" y="2191"/>
                      <a:pt x="9741" y="2191"/>
                      <a:pt x="10003" y="2120"/>
                    </a:cubicBezTo>
                    <a:cubicBezTo>
                      <a:pt x="10146" y="2048"/>
                      <a:pt x="10170" y="1953"/>
                      <a:pt x="10027" y="1858"/>
                    </a:cubicBezTo>
                    <a:cubicBezTo>
                      <a:pt x="9860" y="1751"/>
                      <a:pt x="9652" y="1721"/>
                      <a:pt x="9437" y="1721"/>
                    </a:cubicBezTo>
                    <a:cubicBezTo>
                      <a:pt x="9223" y="1721"/>
                      <a:pt x="9003" y="1751"/>
                      <a:pt x="8812" y="1763"/>
                    </a:cubicBezTo>
                    <a:cubicBezTo>
                      <a:pt x="8669" y="1767"/>
                      <a:pt x="8526" y="1769"/>
                      <a:pt x="8381" y="1769"/>
                    </a:cubicBezTo>
                    <a:cubicBezTo>
                      <a:pt x="7803" y="1769"/>
                      <a:pt x="7212" y="1739"/>
                      <a:pt x="6621" y="1739"/>
                    </a:cubicBezTo>
                    <a:cubicBezTo>
                      <a:pt x="5907" y="1739"/>
                      <a:pt x="5192" y="1739"/>
                      <a:pt x="4454" y="1715"/>
                    </a:cubicBezTo>
                    <a:cubicBezTo>
                      <a:pt x="3930" y="1691"/>
                      <a:pt x="3406" y="1620"/>
                      <a:pt x="2882" y="1620"/>
                    </a:cubicBezTo>
                    <a:cubicBezTo>
                      <a:pt x="2597" y="1596"/>
                      <a:pt x="2287" y="1596"/>
                      <a:pt x="2001" y="1572"/>
                    </a:cubicBezTo>
                    <a:cubicBezTo>
                      <a:pt x="1716" y="1548"/>
                      <a:pt x="1501" y="1525"/>
                      <a:pt x="1454" y="1215"/>
                    </a:cubicBezTo>
                    <a:cubicBezTo>
                      <a:pt x="1406" y="1001"/>
                      <a:pt x="1382" y="763"/>
                      <a:pt x="1549" y="596"/>
                    </a:cubicBezTo>
                    <a:cubicBezTo>
                      <a:pt x="1597" y="524"/>
                      <a:pt x="1739" y="477"/>
                      <a:pt x="1787" y="381"/>
                    </a:cubicBezTo>
                    <a:cubicBezTo>
                      <a:pt x="1811" y="286"/>
                      <a:pt x="1811" y="72"/>
                      <a:pt x="1763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3" name="Google Shape;14993;p46"/>
              <p:cNvSpPr/>
              <p:nvPr/>
            </p:nvSpPr>
            <p:spPr>
              <a:xfrm>
                <a:off x="7836388" y="1735058"/>
                <a:ext cx="72823" cy="33663"/>
              </a:xfrm>
              <a:custGeom>
                <a:rect b="b" l="l" r="r" t="t"/>
                <a:pathLst>
                  <a:path extrusionOk="0" h="1035" w="2239">
                    <a:moveTo>
                      <a:pt x="358" y="0"/>
                    </a:moveTo>
                    <a:cubicBezTo>
                      <a:pt x="0" y="48"/>
                      <a:pt x="24" y="810"/>
                      <a:pt x="286" y="953"/>
                    </a:cubicBezTo>
                    <a:cubicBezTo>
                      <a:pt x="400" y="996"/>
                      <a:pt x="540" y="1004"/>
                      <a:pt x="675" y="1004"/>
                    </a:cubicBezTo>
                    <a:cubicBezTo>
                      <a:pt x="765" y="1004"/>
                      <a:pt x="853" y="1000"/>
                      <a:pt x="929" y="1000"/>
                    </a:cubicBezTo>
                    <a:cubicBezTo>
                      <a:pt x="1081" y="1017"/>
                      <a:pt x="1244" y="1034"/>
                      <a:pt x="1394" y="1034"/>
                    </a:cubicBezTo>
                    <a:cubicBezTo>
                      <a:pt x="1456" y="1034"/>
                      <a:pt x="1516" y="1031"/>
                      <a:pt x="1572" y="1024"/>
                    </a:cubicBezTo>
                    <a:cubicBezTo>
                      <a:pt x="1834" y="1000"/>
                      <a:pt x="1929" y="977"/>
                      <a:pt x="2096" y="786"/>
                    </a:cubicBezTo>
                    <a:cubicBezTo>
                      <a:pt x="2239" y="643"/>
                      <a:pt x="2239" y="476"/>
                      <a:pt x="2191" y="286"/>
                    </a:cubicBezTo>
                    <a:cubicBezTo>
                      <a:pt x="2174" y="183"/>
                      <a:pt x="2107" y="105"/>
                      <a:pt x="2018" y="105"/>
                    </a:cubicBezTo>
                    <a:cubicBezTo>
                      <a:pt x="1983" y="105"/>
                      <a:pt x="1945" y="116"/>
                      <a:pt x="1906" y="143"/>
                    </a:cubicBezTo>
                    <a:cubicBezTo>
                      <a:pt x="1715" y="238"/>
                      <a:pt x="1691" y="476"/>
                      <a:pt x="1477" y="548"/>
                    </a:cubicBezTo>
                    <a:cubicBezTo>
                      <a:pt x="1380" y="580"/>
                      <a:pt x="1274" y="593"/>
                      <a:pt x="1166" y="593"/>
                    </a:cubicBezTo>
                    <a:cubicBezTo>
                      <a:pt x="1036" y="593"/>
                      <a:pt x="904" y="574"/>
                      <a:pt x="786" y="548"/>
                    </a:cubicBezTo>
                    <a:cubicBezTo>
                      <a:pt x="667" y="548"/>
                      <a:pt x="548" y="524"/>
                      <a:pt x="500" y="405"/>
                    </a:cubicBezTo>
                    <a:cubicBezTo>
                      <a:pt x="429" y="286"/>
                      <a:pt x="500" y="119"/>
                      <a:pt x="429" y="0"/>
                    </a:cubicBezTo>
                    <a:cubicBezTo>
                      <a:pt x="417" y="12"/>
                      <a:pt x="411" y="18"/>
                      <a:pt x="402" y="18"/>
                    </a:cubicBezTo>
                    <a:cubicBezTo>
                      <a:pt x="393" y="18"/>
                      <a:pt x="381" y="12"/>
                      <a:pt x="358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4" name="Google Shape;14994;p46"/>
              <p:cNvSpPr/>
              <p:nvPr/>
            </p:nvSpPr>
            <p:spPr>
              <a:xfrm>
                <a:off x="7920823" y="1733432"/>
                <a:ext cx="75913" cy="35355"/>
              </a:xfrm>
              <a:custGeom>
                <a:rect b="b" l="l" r="r" t="t"/>
                <a:pathLst>
                  <a:path extrusionOk="0" h="1087" w="2334">
                    <a:moveTo>
                      <a:pt x="372" y="1"/>
                    </a:moveTo>
                    <a:cubicBezTo>
                      <a:pt x="291" y="1"/>
                      <a:pt x="116" y="251"/>
                      <a:pt x="95" y="312"/>
                    </a:cubicBezTo>
                    <a:cubicBezTo>
                      <a:pt x="24" y="503"/>
                      <a:pt x="0" y="646"/>
                      <a:pt x="95" y="812"/>
                    </a:cubicBezTo>
                    <a:cubicBezTo>
                      <a:pt x="252" y="1039"/>
                      <a:pt x="652" y="1087"/>
                      <a:pt x="986" y="1087"/>
                    </a:cubicBezTo>
                    <a:cubicBezTo>
                      <a:pt x="1108" y="1087"/>
                      <a:pt x="1221" y="1081"/>
                      <a:pt x="1310" y="1074"/>
                    </a:cubicBezTo>
                    <a:cubicBezTo>
                      <a:pt x="1691" y="1027"/>
                      <a:pt x="2167" y="955"/>
                      <a:pt x="2286" y="526"/>
                    </a:cubicBezTo>
                    <a:cubicBezTo>
                      <a:pt x="2334" y="407"/>
                      <a:pt x="2263" y="122"/>
                      <a:pt x="2096" y="98"/>
                    </a:cubicBezTo>
                    <a:cubicBezTo>
                      <a:pt x="2085" y="95"/>
                      <a:pt x="2074" y="93"/>
                      <a:pt x="2064" y="93"/>
                    </a:cubicBezTo>
                    <a:cubicBezTo>
                      <a:pt x="1917" y="93"/>
                      <a:pt x="1828" y="390"/>
                      <a:pt x="1739" y="479"/>
                    </a:cubicBezTo>
                    <a:cubicBezTo>
                      <a:pt x="1598" y="620"/>
                      <a:pt x="1353" y="656"/>
                      <a:pt x="1139" y="656"/>
                    </a:cubicBezTo>
                    <a:cubicBezTo>
                      <a:pt x="1063" y="656"/>
                      <a:pt x="991" y="652"/>
                      <a:pt x="929" y="646"/>
                    </a:cubicBezTo>
                    <a:cubicBezTo>
                      <a:pt x="548" y="574"/>
                      <a:pt x="595" y="312"/>
                      <a:pt x="476" y="50"/>
                    </a:cubicBezTo>
                    <a:cubicBezTo>
                      <a:pt x="465" y="50"/>
                      <a:pt x="459" y="56"/>
                      <a:pt x="450" y="56"/>
                    </a:cubicBezTo>
                    <a:cubicBezTo>
                      <a:pt x="441" y="56"/>
                      <a:pt x="429" y="50"/>
                      <a:pt x="405" y="26"/>
                    </a:cubicBezTo>
                    <a:cubicBezTo>
                      <a:pt x="398" y="9"/>
                      <a:pt x="387" y="1"/>
                      <a:pt x="3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5" name="Google Shape;14995;p46"/>
              <p:cNvSpPr/>
              <p:nvPr/>
            </p:nvSpPr>
            <p:spPr>
              <a:xfrm>
                <a:off x="8007567" y="1735058"/>
                <a:ext cx="72075" cy="35810"/>
              </a:xfrm>
              <a:custGeom>
                <a:rect b="b" l="l" r="r" t="t"/>
                <a:pathLst>
                  <a:path extrusionOk="0" h="1101" w="2216">
                    <a:moveTo>
                      <a:pt x="381" y="0"/>
                    </a:moveTo>
                    <a:cubicBezTo>
                      <a:pt x="191" y="0"/>
                      <a:pt x="24" y="357"/>
                      <a:pt x="0" y="524"/>
                    </a:cubicBezTo>
                    <a:cubicBezTo>
                      <a:pt x="0" y="715"/>
                      <a:pt x="72" y="881"/>
                      <a:pt x="239" y="953"/>
                    </a:cubicBezTo>
                    <a:cubicBezTo>
                      <a:pt x="443" y="1062"/>
                      <a:pt x="725" y="1101"/>
                      <a:pt x="1004" y="1101"/>
                    </a:cubicBezTo>
                    <a:cubicBezTo>
                      <a:pt x="1214" y="1101"/>
                      <a:pt x="1422" y="1079"/>
                      <a:pt x="1596" y="1048"/>
                    </a:cubicBezTo>
                    <a:cubicBezTo>
                      <a:pt x="1953" y="1000"/>
                      <a:pt x="2215" y="596"/>
                      <a:pt x="2167" y="238"/>
                    </a:cubicBezTo>
                    <a:cubicBezTo>
                      <a:pt x="2156" y="113"/>
                      <a:pt x="2117" y="65"/>
                      <a:pt x="2063" y="65"/>
                    </a:cubicBezTo>
                    <a:cubicBezTo>
                      <a:pt x="1903" y="65"/>
                      <a:pt x="1614" y="488"/>
                      <a:pt x="1524" y="524"/>
                    </a:cubicBezTo>
                    <a:cubicBezTo>
                      <a:pt x="1399" y="587"/>
                      <a:pt x="1261" y="617"/>
                      <a:pt x="1127" y="617"/>
                    </a:cubicBezTo>
                    <a:cubicBezTo>
                      <a:pt x="752" y="617"/>
                      <a:pt x="399" y="386"/>
                      <a:pt x="381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6" name="Google Shape;14996;p46"/>
              <p:cNvSpPr/>
              <p:nvPr/>
            </p:nvSpPr>
            <p:spPr>
              <a:xfrm>
                <a:off x="8020740" y="1685425"/>
                <a:ext cx="49601" cy="67652"/>
              </a:xfrm>
              <a:custGeom>
                <a:rect b="b" l="l" r="r" t="t"/>
                <a:pathLst>
                  <a:path extrusionOk="0" h="2080" w="1525">
                    <a:moveTo>
                      <a:pt x="916" y="1"/>
                    </a:moveTo>
                    <a:cubicBezTo>
                      <a:pt x="865" y="1"/>
                      <a:pt x="814" y="9"/>
                      <a:pt x="762" y="26"/>
                    </a:cubicBezTo>
                    <a:cubicBezTo>
                      <a:pt x="741" y="15"/>
                      <a:pt x="716" y="10"/>
                      <a:pt x="690" y="10"/>
                    </a:cubicBezTo>
                    <a:cubicBezTo>
                      <a:pt x="544" y="10"/>
                      <a:pt x="343" y="159"/>
                      <a:pt x="262" y="240"/>
                    </a:cubicBezTo>
                    <a:cubicBezTo>
                      <a:pt x="72" y="383"/>
                      <a:pt x="72" y="645"/>
                      <a:pt x="48" y="859"/>
                    </a:cubicBezTo>
                    <a:cubicBezTo>
                      <a:pt x="24" y="1145"/>
                      <a:pt x="0" y="1621"/>
                      <a:pt x="167" y="1860"/>
                    </a:cubicBezTo>
                    <a:cubicBezTo>
                      <a:pt x="262" y="2014"/>
                      <a:pt x="488" y="2080"/>
                      <a:pt x="721" y="2080"/>
                    </a:cubicBezTo>
                    <a:cubicBezTo>
                      <a:pt x="953" y="2080"/>
                      <a:pt x="1191" y="2014"/>
                      <a:pt x="1310" y="1907"/>
                    </a:cubicBezTo>
                    <a:cubicBezTo>
                      <a:pt x="1477" y="1741"/>
                      <a:pt x="1524" y="1431"/>
                      <a:pt x="1524" y="1217"/>
                    </a:cubicBezTo>
                    <a:cubicBezTo>
                      <a:pt x="1524" y="931"/>
                      <a:pt x="1524" y="621"/>
                      <a:pt x="1429" y="359"/>
                    </a:cubicBezTo>
                    <a:cubicBezTo>
                      <a:pt x="1351" y="164"/>
                      <a:pt x="1145" y="1"/>
                      <a:pt x="916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7" name="Google Shape;14997;p46"/>
              <p:cNvSpPr/>
              <p:nvPr/>
            </p:nvSpPr>
            <p:spPr>
              <a:xfrm>
                <a:off x="7935524" y="1686303"/>
                <a:ext cx="49601" cy="68498"/>
              </a:xfrm>
              <a:custGeom>
                <a:rect b="b" l="l" r="r" t="t"/>
                <a:pathLst>
                  <a:path extrusionOk="0" h="2106" w="1525">
                    <a:moveTo>
                      <a:pt x="849" y="0"/>
                    </a:moveTo>
                    <a:cubicBezTo>
                      <a:pt x="719" y="0"/>
                      <a:pt x="564" y="81"/>
                      <a:pt x="453" y="118"/>
                    </a:cubicBezTo>
                    <a:cubicBezTo>
                      <a:pt x="263" y="166"/>
                      <a:pt x="120" y="308"/>
                      <a:pt x="72" y="499"/>
                    </a:cubicBezTo>
                    <a:cubicBezTo>
                      <a:pt x="24" y="761"/>
                      <a:pt x="1" y="1047"/>
                      <a:pt x="24" y="1309"/>
                    </a:cubicBezTo>
                    <a:cubicBezTo>
                      <a:pt x="48" y="1499"/>
                      <a:pt x="24" y="1690"/>
                      <a:pt x="120" y="1856"/>
                    </a:cubicBezTo>
                    <a:cubicBezTo>
                      <a:pt x="218" y="2038"/>
                      <a:pt x="431" y="2105"/>
                      <a:pt x="648" y="2105"/>
                    </a:cubicBezTo>
                    <a:cubicBezTo>
                      <a:pt x="800" y="2105"/>
                      <a:pt x="954" y="2072"/>
                      <a:pt x="1072" y="2023"/>
                    </a:cubicBezTo>
                    <a:cubicBezTo>
                      <a:pt x="1429" y="1880"/>
                      <a:pt x="1477" y="1404"/>
                      <a:pt x="1501" y="1071"/>
                    </a:cubicBezTo>
                    <a:cubicBezTo>
                      <a:pt x="1501" y="880"/>
                      <a:pt x="1525" y="570"/>
                      <a:pt x="1429" y="380"/>
                    </a:cubicBezTo>
                    <a:cubicBezTo>
                      <a:pt x="1334" y="118"/>
                      <a:pt x="1144" y="47"/>
                      <a:pt x="953" y="23"/>
                    </a:cubicBezTo>
                    <a:cubicBezTo>
                      <a:pt x="922" y="7"/>
                      <a:pt x="887" y="0"/>
                      <a:pt x="849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8" name="Google Shape;14998;p46"/>
              <p:cNvSpPr/>
              <p:nvPr/>
            </p:nvSpPr>
            <p:spPr>
              <a:xfrm>
                <a:off x="7851089" y="1687214"/>
                <a:ext cx="51942" cy="69831"/>
              </a:xfrm>
              <a:custGeom>
                <a:rect b="b" l="l" r="r" t="t"/>
                <a:pathLst>
                  <a:path extrusionOk="0" h="2147" w="1597">
                    <a:moveTo>
                      <a:pt x="757" y="1"/>
                    </a:moveTo>
                    <a:cubicBezTo>
                      <a:pt x="424" y="1"/>
                      <a:pt x="106" y="222"/>
                      <a:pt x="48" y="566"/>
                    </a:cubicBezTo>
                    <a:cubicBezTo>
                      <a:pt x="25" y="828"/>
                      <a:pt x="1" y="1090"/>
                      <a:pt x="25" y="1352"/>
                    </a:cubicBezTo>
                    <a:cubicBezTo>
                      <a:pt x="48" y="1519"/>
                      <a:pt x="25" y="1709"/>
                      <a:pt x="96" y="1876"/>
                    </a:cubicBezTo>
                    <a:cubicBezTo>
                      <a:pt x="210" y="2075"/>
                      <a:pt x="443" y="2147"/>
                      <a:pt x="678" y="2147"/>
                    </a:cubicBezTo>
                    <a:cubicBezTo>
                      <a:pt x="836" y="2147"/>
                      <a:pt x="996" y="2114"/>
                      <a:pt x="1120" y="2067"/>
                    </a:cubicBezTo>
                    <a:cubicBezTo>
                      <a:pt x="1596" y="1876"/>
                      <a:pt x="1525" y="1328"/>
                      <a:pt x="1501" y="900"/>
                    </a:cubicBezTo>
                    <a:cubicBezTo>
                      <a:pt x="1501" y="685"/>
                      <a:pt x="1525" y="447"/>
                      <a:pt x="1430" y="280"/>
                    </a:cubicBezTo>
                    <a:cubicBezTo>
                      <a:pt x="1311" y="90"/>
                      <a:pt x="1168" y="90"/>
                      <a:pt x="1001" y="42"/>
                    </a:cubicBezTo>
                    <a:cubicBezTo>
                      <a:pt x="921" y="14"/>
                      <a:pt x="839" y="1"/>
                      <a:pt x="75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9" name="Google Shape;14999;p46"/>
              <p:cNvSpPr/>
              <p:nvPr/>
            </p:nvSpPr>
            <p:spPr>
              <a:xfrm>
                <a:off x="7929344" y="1689295"/>
                <a:ext cx="33338" cy="63586"/>
              </a:xfrm>
              <a:custGeom>
                <a:rect b="b" l="l" r="r" t="t"/>
                <a:pathLst>
                  <a:path extrusionOk="0" h="1955" w="1025">
                    <a:moveTo>
                      <a:pt x="844" y="1"/>
                    </a:moveTo>
                    <a:cubicBezTo>
                      <a:pt x="720" y="1"/>
                      <a:pt x="601" y="15"/>
                      <a:pt x="453" y="145"/>
                    </a:cubicBezTo>
                    <a:cubicBezTo>
                      <a:pt x="381" y="240"/>
                      <a:pt x="333" y="336"/>
                      <a:pt x="310" y="455"/>
                    </a:cubicBezTo>
                    <a:cubicBezTo>
                      <a:pt x="262" y="836"/>
                      <a:pt x="0" y="1931"/>
                      <a:pt x="643" y="1955"/>
                    </a:cubicBezTo>
                    <a:cubicBezTo>
                      <a:pt x="1000" y="1955"/>
                      <a:pt x="1024" y="1645"/>
                      <a:pt x="976" y="1360"/>
                    </a:cubicBezTo>
                    <a:cubicBezTo>
                      <a:pt x="881" y="907"/>
                      <a:pt x="810" y="455"/>
                      <a:pt x="953" y="2"/>
                    </a:cubicBezTo>
                    <a:cubicBezTo>
                      <a:pt x="916" y="2"/>
                      <a:pt x="880" y="1"/>
                      <a:pt x="844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0" name="Google Shape;15000;p46"/>
              <p:cNvSpPr/>
              <p:nvPr/>
            </p:nvSpPr>
            <p:spPr>
              <a:xfrm>
                <a:off x="8017617" y="1685848"/>
                <a:ext cx="31809" cy="66253"/>
              </a:xfrm>
              <a:custGeom>
                <a:rect b="b" l="l" r="r" t="t"/>
                <a:pathLst>
                  <a:path extrusionOk="0" h="2037" w="978">
                    <a:moveTo>
                      <a:pt x="753" y="1"/>
                    </a:moveTo>
                    <a:cubicBezTo>
                      <a:pt x="481" y="1"/>
                      <a:pt x="274" y="261"/>
                      <a:pt x="215" y="537"/>
                    </a:cubicBezTo>
                    <a:cubicBezTo>
                      <a:pt x="120" y="942"/>
                      <a:pt x="1" y="1799"/>
                      <a:pt x="477" y="2013"/>
                    </a:cubicBezTo>
                    <a:cubicBezTo>
                      <a:pt x="517" y="2029"/>
                      <a:pt x="555" y="2037"/>
                      <a:pt x="591" y="2037"/>
                    </a:cubicBezTo>
                    <a:cubicBezTo>
                      <a:pt x="768" y="2037"/>
                      <a:pt x="890" y="1858"/>
                      <a:pt x="930" y="1680"/>
                    </a:cubicBezTo>
                    <a:cubicBezTo>
                      <a:pt x="977" y="1418"/>
                      <a:pt x="906" y="1108"/>
                      <a:pt x="882" y="823"/>
                    </a:cubicBezTo>
                    <a:cubicBezTo>
                      <a:pt x="882" y="561"/>
                      <a:pt x="930" y="299"/>
                      <a:pt x="930" y="37"/>
                    </a:cubicBezTo>
                    <a:cubicBezTo>
                      <a:pt x="868" y="12"/>
                      <a:pt x="809" y="1"/>
                      <a:pt x="753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1" name="Google Shape;15001;p46"/>
              <p:cNvSpPr/>
              <p:nvPr/>
            </p:nvSpPr>
            <p:spPr>
              <a:xfrm>
                <a:off x="7849561" y="1688580"/>
                <a:ext cx="27906" cy="65017"/>
              </a:xfrm>
              <a:custGeom>
                <a:rect b="b" l="l" r="r" t="t"/>
                <a:pathLst>
                  <a:path extrusionOk="0" h="1999" w="858">
                    <a:moveTo>
                      <a:pt x="702" y="1"/>
                    </a:moveTo>
                    <a:cubicBezTo>
                      <a:pt x="480" y="1"/>
                      <a:pt x="224" y="233"/>
                      <a:pt x="167" y="405"/>
                    </a:cubicBezTo>
                    <a:cubicBezTo>
                      <a:pt x="48" y="715"/>
                      <a:pt x="0" y="1191"/>
                      <a:pt x="48" y="1524"/>
                    </a:cubicBezTo>
                    <a:cubicBezTo>
                      <a:pt x="95" y="1786"/>
                      <a:pt x="167" y="1858"/>
                      <a:pt x="405" y="1929"/>
                    </a:cubicBezTo>
                    <a:cubicBezTo>
                      <a:pt x="502" y="1962"/>
                      <a:pt x="599" y="1999"/>
                      <a:pt x="672" y="1999"/>
                    </a:cubicBezTo>
                    <a:cubicBezTo>
                      <a:pt x="760" y="1999"/>
                      <a:pt x="812" y="1945"/>
                      <a:pt x="786" y="1763"/>
                    </a:cubicBezTo>
                    <a:cubicBezTo>
                      <a:pt x="738" y="1215"/>
                      <a:pt x="667" y="596"/>
                      <a:pt x="858" y="48"/>
                    </a:cubicBezTo>
                    <a:cubicBezTo>
                      <a:pt x="810" y="15"/>
                      <a:pt x="757" y="1"/>
                      <a:pt x="70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2" name="Google Shape;15002;p46"/>
              <p:cNvSpPr/>
              <p:nvPr/>
            </p:nvSpPr>
            <p:spPr>
              <a:xfrm>
                <a:off x="7784478" y="1784171"/>
                <a:ext cx="341610" cy="252979"/>
              </a:xfrm>
              <a:custGeom>
                <a:rect b="b" l="l" r="r" t="t"/>
                <a:pathLst>
                  <a:path extrusionOk="0" h="7778" w="10503">
                    <a:moveTo>
                      <a:pt x="6090" y="1"/>
                    </a:moveTo>
                    <a:cubicBezTo>
                      <a:pt x="5839" y="1"/>
                      <a:pt x="5588" y="5"/>
                      <a:pt x="5335" y="14"/>
                    </a:cubicBezTo>
                    <a:cubicBezTo>
                      <a:pt x="4249" y="55"/>
                      <a:pt x="3163" y="167"/>
                      <a:pt x="2077" y="167"/>
                    </a:cubicBezTo>
                    <a:cubicBezTo>
                      <a:pt x="1901" y="167"/>
                      <a:pt x="1725" y="164"/>
                      <a:pt x="1549" y="157"/>
                    </a:cubicBezTo>
                    <a:cubicBezTo>
                      <a:pt x="1358" y="133"/>
                      <a:pt x="1168" y="133"/>
                      <a:pt x="977" y="133"/>
                    </a:cubicBezTo>
                    <a:cubicBezTo>
                      <a:pt x="858" y="133"/>
                      <a:pt x="691" y="133"/>
                      <a:pt x="501" y="157"/>
                    </a:cubicBezTo>
                    <a:cubicBezTo>
                      <a:pt x="572" y="276"/>
                      <a:pt x="501" y="538"/>
                      <a:pt x="477" y="681"/>
                    </a:cubicBezTo>
                    <a:cubicBezTo>
                      <a:pt x="453" y="1062"/>
                      <a:pt x="429" y="1443"/>
                      <a:pt x="382" y="1824"/>
                    </a:cubicBezTo>
                    <a:cubicBezTo>
                      <a:pt x="334" y="2420"/>
                      <a:pt x="310" y="3015"/>
                      <a:pt x="310" y="3634"/>
                    </a:cubicBezTo>
                    <a:cubicBezTo>
                      <a:pt x="310" y="4158"/>
                      <a:pt x="263" y="4658"/>
                      <a:pt x="263" y="5158"/>
                    </a:cubicBezTo>
                    <a:cubicBezTo>
                      <a:pt x="239" y="5563"/>
                      <a:pt x="263" y="5968"/>
                      <a:pt x="215" y="6397"/>
                    </a:cubicBezTo>
                    <a:cubicBezTo>
                      <a:pt x="191" y="6682"/>
                      <a:pt x="1" y="7421"/>
                      <a:pt x="406" y="7516"/>
                    </a:cubicBezTo>
                    <a:cubicBezTo>
                      <a:pt x="644" y="7540"/>
                      <a:pt x="882" y="7540"/>
                      <a:pt x="1120" y="7563"/>
                    </a:cubicBezTo>
                    <a:cubicBezTo>
                      <a:pt x="1406" y="7563"/>
                      <a:pt x="1668" y="7587"/>
                      <a:pt x="1954" y="7611"/>
                    </a:cubicBezTo>
                    <a:cubicBezTo>
                      <a:pt x="2573" y="7635"/>
                      <a:pt x="3192" y="7683"/>
                      <a:pt x="3811" y="7730"/>
                    </a:cubicBezTo>
                    <a:cubicBezTo>
                      <a:pt x="4478" y="7778"/>
                      <a:pt x="5145" y="7778"/>
                      <a:pt x="5835" y="7778"/>
                    </a:cubicBezTo>
                    <a:cubicBezTo>
                      <a:pt x="6293" y="7778"/>
                      <a:pt x="6750" y="7747"/>
                      <a:pt x="7207" y="7747"/>
                    </a:cubicBezTo>
                    <a:cubicBezTo>
                      <a:pt x="7321" y="7747"/>
                      <a:pt x="7436" y="7749"/>
                      <a:pt x="7550" y="7754"/>
                    </a:cubicBezTo>
                    <a:cubicBezTo>
                      <a:pt x="7788" y="7754"/>
                      <a:pt x="8037" y="7775"/>
                      <a:pt x="8282" y="7775"/>
                    </a:cubicBezTo>
                    <a:cubicBezTo>
                      <a:pt x="8405" y="7775"/>
                      <a:pt x="8526" y="7770"/>
                      <a:pt x="8645" y="7754"/>
                    </a:cubicBezTo>
                    <a:cubicBezTo>
                      <a:pt x="8907" y="7730"/>
                      <a:pt x="9098" y="7659"/>
                      <a:pt x="9193" y="7397"/>
                    </a:cubicBezTo>
                    <a:cubicBezTo>
                      <a:pt x="9312" y="7063"/>
                      <a:pt x="9217" y="6563"/>
                      <a:pt x="9550" y="6325"/>
                    </a:cubicBezTo>
                    <a:cubicBezTo>
                      <a:pt x="9612" y="6277"/>
                      <a:pt x="9676" y="6261"/>
                      <a:pt x="9742" y="6261"/>
                    </a:cubicBezTo>
                    <a:cubicBezTo>
                      <a:pt x="9879" y="6261"/>
                      <a:pt x="10022" y="6332"/>
                      <a:pt x="10167" y="6332"/>
                    </a:cubicBezTo>
                    <a:cubicBezTo>
                      <a:pt x="10191" y="6332"/>
                      <a:pt x="10216" y="6330"/>
                      <a:pt x="10241" y="6325"/>
                    </a:cubicBezTo>
                    <a:cubicBezTo>
                      <a:pt x="10360" y="6277"/>
                      <a:pt x="10336" y="6230"/>
                      <a:pt x="10384" y="6087"/>
                    </a:cubicBezTo>
                    <a:cubicBezTo>
                      <a:pt x="10455" y="5801"/>
                      <a:pt x="10455" y="5539"/>
                      <a:pt x="10479" y="5230"/>
                    </a:cubicBezTo>
                    <a:cubicBezTo>
                      <a:pt x="10503" y="4372"/>
                      <a:pt x="10384" y="3539"/>
                      <a:pt x="10360" y="2682"/>
                    </a:cubicBezTo>
                    <a:cubicBezTo>
                      <a:pt x="10336" y="1967"/>
                      <a:pt x="10336" y="1253"/>
                      <a:pt x="10384" y="538"/>
                    </a:cubicBezTo>
                    <a:cubicBezTo>
                      <a:pt x="10408" y="372"/>
                      <a:pt x="10479" y="133"/>
                      <a:pt x="10289" y="62"/>
                    </a:cubicBezTo>
                    <a:cubicBezTo>
                      <a:pt x="10229" y="38"/>
                      <a:pt x="10158" y="32"/>
                      <a:pt x="10086" y="32"/>
                    </a:cubicBezTo>
                    <a:cubicBezTo>
                      <a:pt x="10015" y="32"/>
                      <a:pt x="9943" y="38"/>
                      <a:pt x="9884" y="38"/>
                    </a:cubicBezTo>
                    <a:cubicBezTo>
                      <a:pt x="9622" y="38"/>
                      <a:pt x="9360" y="62"/>
                      <a:pt x="9074" y="62"/>
                    </a:cubicBezTo>
                    <a:cubicBezTo>
                      <a:pt x="8083" y="62"/>
                      <a:pt x="7093" y="1"/>
                      <a:pt x="609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3" name="Google Shape;15003;p46"/>
              <p:cNvSpPr/>
              <p:nvPr/>
            </p:nvSpPr>
            <p:spPr>
              <a:xfrm>
                <a:off x="7790690" y="1785797"/>
                <a:ext cx="334650" cy="280951"/>
              </a:xfrm>
              <a:custGeom>
                <a:rect b="b" l="l" r="r" t="t"/>
                <a:pathLst>
                  <a:path extrusionOk="0" h="8638" w="10289">
                    <a:moveTo>
                      <a:pt x="1120" y="1"/>
                    </a:moveTo>
                    <a:cubicBezTo>
                      <a:pt x="973" y="1"/>
                      <a:pt x="824" y="12"/>
                      <a:pt x="691" y="12"/>
                    </a:cubicBezTo>
                    <a:cubicBezTo>
                      <a:pt x="596" y="36"/>
                      <a:pt x="381" y="12"/>
                      <a:pt x="310" y="107"/>
                    </a:cubicBezTo>
                    <a:cubicBezTo>
                      <a:pt x="238" y="179"/>
                      <a:pt x="262" y="345"/>
                      <a:pt x="262" y="464"/>
                    </a:cubicBezTo>
                    <a:cubicBezTo>
                      <a:pt x="262" y="798"/>
                      <a:pt x="215" y="1131"/>
                      <a:pt x="191" y="1465"/>
                    </a:cubicBezTo>
                    <a:cubicBezTo>
                      <a:pt x="191" y="1774"/>
                      <a:pt x="238" y="2084"/>
                      <a:pt x="238" y="2370"/>
                    </a:cubicBezTo>
                    <a:cubicBezTo>
                      <a:pt x="262" y="2632"/>
                      <a:pt x="238" y="2893"/>
                      <a:pt x="215" y="3155"/>
                    </a:cubicBezTo>
                    <a:cubicBezTo>
                      <a:pt x="215" y="3370"/>
                      <a:pt x="167" y="3584"/>
                      <a:pt x="167" y="3798"/>
                    </a:cubicBezTo>
                    <a:cubicBezTo>
                      <a:pt x="119" y="4299"/>
                      <a:pt x="119" y="4822"/>
                      <a:pt x="72" y="5323"/>
                    </a:cubicBezTo>
                    <a:cubicBezTo>
                      <a:pt x="48" y="5775"/>
                      <a:pt x="48" y="6204"/>
                      <a:pt x="48" y="6632"/>
                    </a:cubicBezTo>
                    <a:cubicBezTo>
                      <a:pt x="24" y="6799"/>
                      <a:pt x="0" y="6990"/>
                      <a:pt x="24" y="7156"/>
                    </a:cubicBezTo>
                    <a:cubicBezTo>
                      <a:pt x="48" y="7323"/>
                      <a:pt x="119" y="7466"/>
                      <a:pt x="191" y="7585"/>
                    </a:cubicBezTo>
                    <a:cubicBezTo>
                      <a:pt x="286" y="7728"/>
                      <a:pt x="334" y="7871"/>
                      <a:pt x="429" y="8014"/>
                    </a:cubicBezTo>
                    <a:cubicBezTo>
                      <a:pt x="596" y="8252"/>
                      <a:pt x="834" y="8442"/>
                      <a:pt x="1143" y="8490"/>
                    </a:cubicBezTo>
                    <a:cubicBezTo>
                      <a:pt x="1373" y="8526"/>
                      <a:pt x="1606" y="8538"/>
                      <a:pt x="1839" y="8538"/>
                    </a:cubicBezTo>
                    <a:cubicBezTo>
                      <a:pt x="2318" y="8538"/>
                      <a:pt x="2804" y="8487"/>
                      <a:pt x="3290" y="8487"/>
                    </a:cubicBezTo>
                    <a:cubicBezTo>
                      <a:pt x="3352" y="8487"/>
                      <a:pt x="3415" y="8488"/>
                      <a:pt x="3477" y="8490"/>
                    </a:cubicBezTo>
                    <a:cubicBezTo>
                      <a:pt x="4287" y="8514"/>
                      <a:pt x="5120" y="8514"/>
                      <a:pt x="5930" y="8537"/>
                    </a:cubicBezTo>
                    <a:cubicBezTo>
                      <a:pt x="6097" y="8543"/>
                      <a:pt x="6265" y="8545"/>
                      <a:pt x="6432" y="8545"/>
                    </a:cubicBezTo>
                    <a:cubicBezTo>
                      <a:pt x="6730" y="8545"/>
                      <a:pt x="7028" y="8539"/>
                      <a:pt x="7327" y="8539"/>
                    </a:cubicBezTo>
                    <a:cubicBezTo>
                      <a:pt x="7599" y="8539"/>
                      <a:pt x="7872" y="8544"/>
                      <a:pt x="8145" y="8561"/>
                    </a:cubicBezTo>
                    <a:cubicBezTo>
                      <a:pt x="8403" y="8577"/>
                      <a:pt x="8704" y="8637"/>
                      <a:pt x="8991" y="8637"/>
                    </a:cubicBezTo>
                    <a:cubicBezTo>
                      <a:pt x="9127" y="8637"/>
                      <a:pt x="9260" y="8624"/>
                      <a:pt x="9383" y="8585"/>
                    </a:cubicBezTo>
                    <a:cubicBezTo>
                      <a:pt x="9598" y="8537"/>
                      <a:pt x="9693" y="8418"/>
                      <a:pt x="9788" y="8252"/>
                    </a:cubicBezTo>
                    <a:cubicBezTo>
                      <a:pt x="9979" y="7990"/>
                      <a:pt x="10098" y="7704"/>
                      <a:pt x="10145" y="7371"/>
                    </a:cubicBezTo>
                    <a:cubicBezTo>
                      <a:pt x="10193" y="7085"/>
                      <a:pt x="10217" y="6775"/>
                      <a:pt x="10264" y="6489"/>
                    </a:cubicBezTo>
                    <a:cubicBezTo>
                      <a:pt x="10288" y="6347"/>
                      <a:pt x="10288" y="6347"/>
                      <a:pt x="10169" y="6299"/>
                    </a:cubicBezTo>
                    <a:cubicBezTo>
                      <a:pt x="10074" y="6251"/>
                      <a:pt x="9931" y="6227"/>
                      <a:pt x="9812" y="6204"/>
                    </a:cubicBezTo>
                    <a:cubicBezTo>
                      <a:pt x="9778" y="6198"/>
                      <a:pt x="9732" y="6195"/>
                      <a:pt x="9680" y="6195"/>
                    </a:cubicBezTo>
                    <a:cubicBezTo>
                      <a:pt x="9512" y="6195"/>
                      <a:pt x="9278" y="6226"/>
                      <a:pt x="9169" y="6299"/>
                    </a:cubicBezTo>
                    <a:cubicBezTo>
                      <a:pt x="8978" y="6489"/>
                      <a:pt x="9026" y="6942"/>
                      <a:pt x="8978" y="7180"/>
                    </a:cubicBezTo>
                    <a:cubicBezTo>
                      <a:pt x="8931" y="7466"/>
                      <a:pt x="8788" y="7633"/>
                      <a:pt x="8502" y="7656"/>
                    </a:cubicBezTo>
                    <a:cubicBezTo>
                      <a:pt x="8457" y="7659"/>
                      <a:pt x="8411" y="7660"/>
                      <a:pt x="8365" y="7660"/>
                    </a:cubicBezTo>
                    <a:cubicBezTo>
                      <a:pt x="7973" y="7660"/>
                      <a:pt x="7552" y="7575"/>
                      <a:pt x="7168" y="7490"/>
                    </a:cubicBezTo>
                    <a:cubicBezTo>
                      <a:pt x="6716" y="7418"/>
                      <a:pt x="6287" y="7299"/>
                      <a:pt x="5859" y="7132"/>
                    </a:cubicBezTo>
                    <a:cubicBezTo>
                      <a:pt x="4882" y="6775"/>
                      <a:pt x="4001" y="6299"/>
                      <a:pt x="3406" y="5418"/>
                    </a:cubicBezTo>
                    <a:cubicBezTo>
                      <a:pt x="2929" y="4751"/>
                      <a:pt x="2525" y="3894"/>
                      <a:pt x="2382" y="3084"/>
                    </a:cubicBezTo>
                    <a:cubicBezTo>
                      <a:pt x="2358" y="2893"/>
                      <a:pt x="2239" y="2703"/>
                      <a:pt x="2167" y="2489"/>
                    </a:cubicBezTo>
                    <a:cubicBezTo>
                      <a:pt x="2072" y="2131"/>
                      <a:pt x="2001" y="1750"/>
                      <a:pt x="1977" y="1369"/>
                    </a:cubicBezTo>
                    <a:cubicBezTo>
                      <a:pt x="1953" y="1012"/>
                      <a:pt x="2072" y="393"/>
                      <a:pt x="1715" y="155"/>
                    </a:cubicBezTo>
                    <a:cubicBezTo>
                      <a:pt x="1558" y="26"/>
                      <a:pt x="1341" y="1"/>
                      <a:pt x="1120" y="1"/>
                    </a:cubicBezTo>
                    <a:close/>
                  </a:path>
                </a:pathLst>
              </a:custGeom>
              <a:solidFill>
                <a:srgbClr val="A6B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4" name="Google Shape;15004;p46"/>
              <p:cNvSpPr/>
              <p:nvPr/>
            </p:nvSpPr>
            <p:spPr>
              <a:xfrm>
                <a:off x="7854212" y="1834845"/>
                <a:ext cx="107690" cy="152770"/>
              </a:xfrm>
              <a:custGeom>
                <a:rect b="b" l="l" r="r" t="t"/>
                <a:pathLst>
                  <a:path extrusionOk="0" h="4697" w="3311">
                    <a:moveTo>
                      <a:pt x="3000" y="1"/>
                    </a:moveTo>
                    <a:cubicBezTo>
                      <a:pt x="2918" y="1"/>
                      <a:pt x="2870" y="130"/>
                      <a:pt x="2834" y="219"/>
                    </a:cubicBezTo>
                    <a:cubicBezTo>
                      <a:pt x="2739" y="481"/>
                      <a:pt x="2691" y="981"/>
                      <a:pt x="2334" y="1052"/>
                    </a:cubicBezTo>
                    <a:cubicBezTo>
                      <a:pt x="2358" y="1362"/>
                      <a:pt x="2453" y="1624"/>
                      <a:pt x="2286" y="1909"/>
                    </a:cubicBezTo>
                    <a:cubicBezTo>
                      <a:pt x="2206" y="2057"/>
                      <a:pt x="2096" y="2099"/>
                      <a:pt x="1972" y="2099"/>
                    </a:cubicBezTo>
                    <a:cubicBezTo>
                      <a:pt x="1876" y="2099"/>
                      <a:pt x="1771" y="2073"/>
                      <a:pt x="1667" y="2052"/>
                    </a:cubicBezTo>
                    <a:cubicBezTo>
                      <a:pt x="1500" y="2005"/>
                      <a:pt x="1453" y="1957"/>
                      <a:pt x="1429" y="1790"/>
                    </a:cubicBezTo>
                    <a:cubicBezTo>
                      <a:pt x="1381" y="1576"/>
                      <a:pt x="1453" y="1385"/>
                      <a:pt x="1477" y="1195"/>
                    </a:cubicBezTo>
                    <a:cubicBezTo>
                      <a:pt x="1477" y="1052"/>
                      <a:pt x="1477" y="1052"/>
                      <a:pt x="1334" y="1004"/>
                    </a:cubicBezTo>
                    <a:cubicBezTo>
                      <a:pt x="1143" y="909"/>
                      <a:pt x="1119" y="790"/>
                      <a:pt x="1048" y="600"/>
                    </a:cubicBezTo>
                    <a:cubicBezTo>
                      <a:pt x="976" y="433"/>
                      <a:pt x="857" y="433"/>
                      <a:pt x="691" y="433"/>
                    </a:cubicBezTo>
                    <a:cubicBezTo>
                      <a:pt x="609" y="433"/>
                      <a:pt x="457" y="448"/>
                      <a:pt x="316" y="448"/>
                    </a:cubicBezTo>
                    <a:cubicBezTo>
                      <a:pt x="210" y="448"/>
                      <a:pt x="109" y="440"/>
                      <a:pt x="48" y="409"/>
                    </a:cubicBezTo>
                    <a:lnTo>
                      <a:pt x="48" y="409"/>
                    </a:lnTo>
                    <a:cubicBezTo>
                      <a:pt x="48" y="1457"/>
                      <a:pt x="48" y="2505"/>
                      <a:pt x="72" y="3553"/>
                    </a:cubicBezTo>
                    <a:cubicBezTo>
                      <a:pt x="72" y="3838"/>
                      <a:pt x="0" y="4267"/>
                      <a:pt x="191" y="4505"/>
                    </a:cubicBezTo>
                    <a:cubicBezTo>
                      <a:pt x="327" y="4681"/>
                      <a:pt x="639" y="4696"/>
                      <a:pt x="878" y="4696"/>
                    </a:cubicBezTo>
                    <a:cubicBezTo>
                      <a:pt x="931" y="4696"/>
                      <a:pt x="981" y="4696"/>
                      <a:pt x="1024" y="4696"/>
                    </a:cubicBezTo>
                    <a:lnTo>
                      <a:pt x="2429" y="4696"/>
                    </a:lnTo>
                    <a:cubicBezTo>
                      <a:pt x="2739" y="4672"/>
                      <a:pt x="3120" y="4600"/>
                      <a:pt x="3167" y="4219"/>
                    </a:cubicBezTo>
                    <a:cubicBezTo>
                      <a:pt x="3310" y="3029"/>
                      <a:pt x="3239" y="1838"/>
                      <a:pt x="3167" y="623"/>
                    </a:cubicBezTo>
                    <a:cubicBezTo>
                      <a:pt x="3167" y="504"/>
                      <a:pt x="3191" y="123"/>
                      <a:pt x="3096" y="52"/>
                    </a:cubicBezTo>
                    <a:cubicBezTo>
                      <a:pt x="3060" y="16"/>
                      <a:pt x="3028" y="1"/>
                      <a:pt x="300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5" name="Google Shape;15005;p46"/>
              <p:cNvSpPr/>
              <p:nvPr/>
            </p:nvSpPr>
            <p:spPr>
              <a:xfrm>
                <a:off x="7995956" y="1843594"/>
                <a:ext cx="83687" cy="152152"/>
              </a:xfrm>
              <a:custGeom>
                <a:rect b="b" l="l" r="r" t="t"/>
                <a:pathLst>
                  <a:path extrusionOk="0" h="4678" w="2573">
                    <a:moveTo>
                      <a:pt x="2378" y="1"/>
                    </a:moveTo>
                    <a:cubicBezTo>
                      <a:pt x="2333" y="1"/>
                      <a:pt x="2285" y="14"/>
                      <a:pt x="2239" y="45"/>
                    </a:cubicBezTo>
                    <a:cubicBezTo>
                      <a:pt x="2120" y="140"/>
                      <a:pt x="2191" y="426"/>
                      <a:pt x="2143" y="569"/>
                    </a:cubicBezTo>
                    <a:cubicBezTo>
                      <a:pt x="2096" y="712"/>
                      <a:pt x="2001" y="926"/>
                      <a:pt x="1834" y="974"/>
                    </a:cubicBezTo>
                    <a:cubicBezTo>
                      <a:pt x="1800" y="988"/>
                      <a:pt x="1766" y="995"/>
                      <a:pt x="1733" y="995"/>
                    </a:cubicBezTo>
                    <a:cubicBezTo>
                      <a:pt x="1551" y="995"/>
                      <a:pt x="1381" y="797"/>
                      <a:pt x="1381" y="616"/>
                    </a:cubicBezTo>
                    <a:cubicBezTo>
                      <a:pt x="1381" y="403"/>
                      <a:pt x="1553" y="228"/>
                      <a:pt x="1315" y="228"/>
                    </a:cubicBezTo>
                    <a:cubicBezTo>
                      <a:pt x="1288" y="228"/>
                      <a:pt x="1254" y="230"/>
                      <a:pt x="1215" y="235"/>
                    </a:cubicBezTo>
                    <a:cubicBezTo>
                      <a:pt x="1171" y="243"/>
                      <a:pt x="1138" y="248"/>
                      <a:pt x="1111" y="248"/>
                    </a:cubicBezTo>
                    <a:cubicBezTo>
                      <a:pt x="1050" y="248"/>
                      <a:pt x="1019" y="222"/>
                      <a:pt x="953" y="140"/>
                    </a:cubicBezTo>
                    <a:cubicBezTo>
                      <a:pt x="905" y="77"/>
                      <a:pt x="910" y="45"/>
                      <a:pt x="884" y="45"/>
                    </a:cubicBezTo>
                    <a:cubicBezTo>
                      <a:pt x="871" y="45"/>
                      <a:pt x="850" y="53"/>
                      <a:pt x="810" y="69"/>
                    </a:cubicBezTo>
                    <a:cubicBezTo>
                      <a:pt x="667" y="116"/>
                      <a:pt x="572" y="212"/>
                      <a:pt x="405" y="212"/>
                    </a:cubicBezTo>
                    <a:cubicBezTo>
                      <a:pt x="291" y="212"/>
                      <a:pt x="192" y="151"/>
                      <a:pt x="96" y="151"/>
                    </a:cubicBezTo>
                    <a:cubicBezTo>
                      <a:pt x="72" y="151"/>
                      <a:pt x="48" y="154"/>
                      <a:pt x="24" y="164"/>
                    </a:cubicBezTo>
                    <a:cubicBezTo>
                      <a:pt x="0" y="188"/>
                      <a:pt x="0" y="307"/>
                      <a:pt x="0" y="378"/>
                    </a:cubicBezTo>
                    <a:cubicBezTo>
                      <a:pt x="0" y="616"/>
                      <a:pt x="0" y="831"/>
                      <a:pt x="0" y="1069"/>
                    </a:cubicBezTo>
                    <a:cubicBezTo>
                      <a:pt x="0" y="1426"/>
                      <a:pt x="24" y="1783"/>
                      <a:pt x="48" y="2140"/>
                    </a:cubicBezTo>
                    <a:cubicBezTo>
                      <a:pt x="95" y="2783"/>
                      <a:pt x="167" y="3450"/>
                      <a:pt x="238" y="4117"/>
                    </a:cubicBezTo>
                    <a:cubicBezTo>
                      <a:pt x="238" y="4260"/>
                      <a:pt x="238" y="4450"/>
                      <a:pt x="334" y="4546"/>
                    </a:cubicBezTo>
                    <a:cubicBezTo>
                      <a:pt x="476" y="4665"/>
                      <a:pt x="738" y="4641"/>
                      <a:pt x="905" y="4665"/>
                    </a:cubicBezTo>
                    <a:cubicBezTo>
                      <a:pt x="1001" y="4672"/>
                      <a:pt x="1110" y="4677"/>
                      <a:pt x="1225" y="4677"/>
                    </a:cubicBezTo>
                    <a:cubicBezTo>
                      <a:pt x="1481" y="4677"/>
                      <a:pt x="1763" y="4652"/>
                      <a:pt x="1977" y="4570"/>
                    </a:cubicBezTo>
                    <a:cubicBezTo>
                      <a:pt x="2167" y="4474"/>
                      <a:pt x="2191" y="4331"/>
                      <a:pt x="2239" y="4141"/>
                    </a:cubicBezTo>
                    <a:cubicBezTo>
                      <a:pt x="2310" y="3784"/>
                      <a:pt x="2358" y="3426"/>
                      <a:pt x="2382" y="3069"/>
                    </a:cubicBezTo>
                    <a:cubicBezTo>
                      <a:pt x="2405" y="2331"/>
                      <a:pt x="2453" y="1617"/>
                      <a:pt x="2477" y="902"/>
                    </a:cubicBezTo>
                    <a:cubicBezTo>
                      <a:pt x="2501" y="664"/>
                      <a:pt x="2572" y="402"/>
                      <a:pt x="2548" y="140"/>
                    </a:cubicBezTo>
                    <a:cubicBezTo>
                      <a:pt x="2548" y="59"/>
                      <a:pt x="2472" y="1"/>
                      <a:pt x="2378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6" name="Google Shape;15006;p46"/>
              <p:cNvSpPr/>
              <p:nvPr/>
            </p:nvSpPr>
            <p:spPr>
              <a:xfrm>
                <a:off x="7850341" y="1846944"/>
                <a:ext cx="94518" cy="143923"/>
              </a:xfrm>
              <a:custGeom>
                <a:rect b="b" l="l" r="r" t="t"/>
                <a:pathLst>
                  <a:path extrusionOk="0" h="4425" w="2906">
                    <a:moveTo>
                      <a:pt x="297" y="0"/>
                    </a:moveTo>
                    <a:cubicBezTo>
                      <a:pt x="262" y="0"/>
                      <a:pt x="227" y="4"/>
                      <a:pt x="191" y="13"/>
                    </a:cubicBezTo>
                    <a:cubicBezTo>
                      <a:pt x="0" y="61"/>
                      <a:pt x="48" y="204"/>
                      <a:pt x="71" y="370"/>
                    </a:cubicBezTo>
                    <a:cubicBezTo>
                      <a:pt x="191" y="1133"/>
                      <a:pt x="167" y="1895"/>
                      <a:pt x="167" y="2657"/>
                    </a:cubicBezTo>
                    <a:cubicBezTo>
                      <a:pt x="167" y="3062"/>
                      <a:pt x="143" y="3419"/>
                      <a:pt x="191" y="3824"/>
                    </a:cubicBezTo>
                    <a:cubicBezTo>
                      <a:pt x="238" y="4062"/>
                      <a:pt x="262" y="4324"/>
                      <a:pt x="524" y="4347"/>
                    </a:cubicBezTo>
                    <a:cubicBezTo>
                      <a:pt x="810" y="4371"/>
                      <a:pt x="1095" y="4371"/>
                      <a:pt x="1381" y="4395"/>
                    </a:cubicBezTo>
                    <a:cubicBezTo>
                      <a:pt x="1584" y="4407"/>
                      <a:pt x="1786" y="4425"/>
                      <a:pt x="1989" y="4425"/>
                    </a:cubicBezTo>
                    <a:cubicBezTo>
                      <a:pt x="2191" y="4425"/>
                      <a:pt x="2393" y="4407"/>
                      <a:pt x="2596" y="4347"/>
                    </a:cubicBezTo>
                    <a:cubicBezTo>
                      <a:pt x="2905" y="4276"/>
                      <a:pt x="2905" y="4062"/>
                      <a:pt x="2620" y="3919"/>
                    </a:cubicBezTo>
                    <a:cubicBezTo>
                      <a:pt x="2286" y="3752"/>
                      <a:pt x="1858" y="3895"/>
                      <a:pt x="1572" y="3657"/>
                    </a:cubicBezTo>
                    <a:cubicBezTo>
                      <a:pt x="1262" y="3371"/>
                      <a:pt x="1381" y="2800"/>
                      <a:pt x="1596" y="2490"/>
                    </a:cubicBezTo>
                    <a:cubicBezTo>
                      <a:pt x="1810" y="2180"/>
                      <a:pt x="2191" y="2037"/>
                      <a:pt x="2477" y="1799"/>
                    </a:cubicBezTo>
                    <a:cubicBezTo>
                      <a:pt x="2834" y="1514"/>
                      <a:pt x="2715" y="966"/>
                      <a:pt x="2691" y="585"/>
                    </a:cubicBezTo>
                    <a:lnTo>
                      <a:pt x="2691" y="585"/>
                    </a:lnTo>
                    <a:cubicBezTo>
                      <a:pt x="2501" y="799"/>
                      <a:pt x="2548" y="894"/>
                      <a:pt x="2548" y="1013"/>
                    </a:cubicBezTo>
                    <a:cubicBezTo>
                      <a:pt x="2548" y="1156"/>
                      <a:pt x="2501" y="1275"/>
                      <a:pt x="2429" y="1394"/>
                    </a:cubicBezTo>
                    <a:cubicBezTo>
                      <a:pt x="2320" y="1591"/>
                      <a:pt x="2191" y="1707"/>
                      <a:pt x="1987" y="1707"/>
                    </a:cubicBezTo>
                    <a:cubicBezTo>
                      <a:pt x="1969" y="1707"/>
                      <a:pt x="1949" y="1706"/>
                      <a:pt x="1929" y="1704"/>
                    </a:cubicBezTo>
                    <a:cubicBezTo>
                      <a:pt x="1619" y="1680"/>
                      <a:pt x="1548" y="1371"/>
                      <a:pt x="1548" y="1109"/>
                    </a:cubicBezTo>
                    <a:cubicBezTo>
                      <a:pt x="1548" y="871"/>
                      <a:pt x="1667" y="632"/>
                      <a:pt x="1405" y="561"/>
                    </a:cubicBezTo>
                    <a:cubicBezTo>
                      <a:pt x="1238" y="490"/>
                      <a:pt x="1143" y="418"/>
                      <a:pt x="1024" y="251"/>
                    </a:cubicBezTo>
                    <a:cubicBezTo>
                      <a:pt x="929" y="132"/>
                      <a:pt x="905" y="156"/>
                      <a:pt x="738" y="109"/>
                    </a:cubicBezTo>
                    <a:cubicBezTo>
                      <a:pt x="584" y="70"/>
                      <a:pt x="446" y="0"/>
                      <a:pt x="29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7" name="Google Shape;15007;p46"/>
              <p:cNvSpPr/>
              <p:nvPr/>
            </p:nvSpPr>
            <p:spPr>
              <a:xfrm>
                <a:off x="7991304" y="1844309"/>
                <a:ext cx="75165" cy="151014"/>
              </a:xfrm>
              <a:custGeom>
                <a:rect b="b" l="l" r="r" t="t"/>
                <a:pathLst>
                  <a:path extrusionOk="0" h="4643" w="2311">
                    <a:moveTo>
                      <a:pt x="1006" y="1"/>
                    </a:moveTo>
                    <a:cubicBezTo>
                      <a:pt x="979" y="1"/>
                      <a:pt x="947" y="7"/>
                      <a:pt x="905" y="23"/>
                    </a:cubicBezTo>
                    <a:cubicBezTo>
                      <a:pt x="737" y="98"/>
                      <a:pt x="627" y="188"/>
                      <a:pt x="472" y="188"/>
                    </a:cubicBezTo>
                    <a:cubicBezTo>
                      <a:pt x="430" y="188"/>
                      <a:pt x="384" y="181"/>
                      <a:pt x="334" y="166"/>
                    </a:cubicBezTo>
                    <a:cubicBezTo>
                      <a:pt x="274" y="151"/>
                      <a:pt x="206" y="118"/>
                      <a:pt x="145" y="118"/>
                    </a:cubicBezTo>
                    <a:cubicBezTo>
                      <a:pt x="109" y="118"/>
                      <a:pt x="75" y="130"/>
                      <a:pt x="48" y="166"/>
                    </a:cubicBezTo>
                    <a:cubicBezTo>
                      <a:pt x="0" y="261"/>
                      <a:pt x="48" y="547"/>
                      <a:pt x="48" y="642"/>
                    </a:cubicBezTo>
                    <a:cubicBezTo>
                      <a:pt x="72" y="1237"/>
                      <a:pt x="96" y="1833"/>
                      <a:pt x="119" y="2428"/>
                    </a:cubicBezTo>
                    <a:cubicBezTo>
                      <a:pt x="143" y="3047"/>
                      <a:pt x="119" y="3738"/>
                      <a:pt x="286" y="4333"/>
                    </a:cubicBezTo>
                    <a:cubicBezTo>
                      <a:pt x="357" y="4595"/>
                      <a:pt x="500" y="4571"/>
                      <a:pt x="739" y="4595"/>
                    </a:cubicBezTo>
                    <a:cubicBezTo>
                      <a:pt x="1000" y="4619"/>
                      <a:pt x="1262" y="4619"/>
                      <a:pt x="1548" y="4643"/>
                    </a:cubicBezTo>
                    <a:cubicBezTo>
                      <a:pt x="1810" y="4643"/>
                      <a:pt x="2310" y="4643"/>
                      <a:pt x="2096" y="4214"/>
                    </a:cubicBezTo>
                    <a:cubicBezTo>
                      <a:pt x="1953" y="3952"/>
                      <a:pt x="1691" y="3833"/>
                      <a:pt x="1477" y="3643"/>
                    </a:cubicBezTo>
                    <a:cubicBezTo>
                      <a:pt x="1215" y="3357"/>
                      <a:pt x="1000" y="3023"/>
                      <a:pt x="953" y="2642"/>
                    </a:cubicBezTo>
                    <a:cubicBezTo>
                      <a:pt x="881" y="2261"/>
                      <a:pt x="881" y="1833"/>
                      <a:pt x="905" y="1452"/>
                    </a:cubicBezTo>
                    <a:cubicBezTo>
                      <a:pt x="929" y="1237"/>
                      <a:pt x="953" y="809"/>
                      <a:pt x="1215" y="713"/>
                    </a:cubicBezTo>
                    <a:cubicBezTo>
                      <a:pt x="1227" y="710"/>
                      <a:pt x="1239" y="708"/>
                      <a:pt x="1251" y="708"/>
                    </a:cubicBezTo>
                    <a:cubicBezTo>
                      <a:pt x="1423" y="708"/>
                      <a:pt x="1572" y="1057"/>
                      <a:pt x="1746" y="1057"/>
                    </a:cubicBezTo>
                    <a:cubicBezTo>
                      <a:pt x="1797" y="1057"/>
                      <a:pt x="1849" y="1028"/>
                      <a:pt x="1905" y="952"/>
                    </a:cubicBezTo>
                    <a:cubicBezTo>
                      <a:pt x="1691" y="785"/>
                      <a:pt x="1596" y="666"/>
                      <a:pt x="1596" y="547"/>
                    </a:cubicBezTo>
                    <a:cubicBezTo>
                      <a:pt x="1572" y="451"/>
                      <a:pt x="1667" y="261"/>
                      <a:pt x="1643" y="213"/>
                    </a:cubicBezTo>
                    <a:cubicBezTo>
                      <a:pt x="1620" y="166"/>
                      <a:pt x="1548" y="160"/>
                      <a:pt x="1471" y="160"/>
                    </a:cubicBezTo>
                    <a:cubicBezTo>
                      <a:pt x="1445" y="160"/>
                      <a:pt x="1419" y="160"/>
                      <a:pt x="1393" y="160"/>
                    </a:cubicBezTo>
                    <a:cubicBezTo>
                      <a:pt x="1342" y="160"/>
                      <a:pt x="1294" y="158"/>
                      <a:pt x="1262" y="142"/>
                    </a:cubicBezTo>
                    <a:cubicBezTo>
                      <a:pt x="1132" y="86"/>
                      <a:pt x="1104" y="1"/>
                      <a:pt x="1006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8" name="Google Shape;15008;p46"/>
              <p:cNvSpPr/>
              <p:nvPr/>
            </p:nvSpPr>
            <p:spPr>
              <a:xfrm>
                <a:off x="7812384" y="1866882"/>
                <a:ext cx="44950" cy="89736"/>
              </a:xfrm>
              <a:custGeom>
                <a:rect b="b" l="l" r="r" t="t"/>
                <a:pathLst>
                  <a:path extrusionOk="0" h="2759" w="1382">
                    <a:moveTo>
                      <a:pt x="943" y="0"/>
                    </a:moveTo>
                    <a:cubicBezTo>
                      <a:pt x="664" y="0"/>
                      <a:pt x="352" y="140"/>
                      <a:pt x="214" y="329"/>
                    </a:cubicBezTo>
                    <a:cubicBezTo>
                      <a:pt x="48" y="567"/>
                      <a:pt x="95" y="996"/>
                      <a:pt x="72" y="1258"/>
                    </a:cubicBezTo>
                    <a:cubicBezTo>
                      <a:pt x="48" y="1591"/>
                      <a:pt x="0" y="1925"/>
                      <a:pt x="95" y="2234"/>
                    </a:cubicBezTo>
                    <a:cubicBezTo>
                      <a:pt x="143" y="2377"/>
                      <a:pt x="214" y="2520"/>
                      <a:pt x="334" y="2591"/>
                    </a:cubicBezTo>
                    <a:cubicBezTo>
                      <a:pt x="429" y="2639"/>
                      <a:pt x="500" y="2639"/>
                      <a:pt x="595" y="2663"/>
                    </a:cubicBezTo>
                    <a:cubicBezTo>
                      <a:pt x="715" y="2687"/>
                      <a:pt x="810" y="2758"/>
                      <a:pt x="953" y="2758"/>
                    </a:cubicBezTo>
                    <a:cubicBezTo>
                      <a:pt x="1238" y="2710"/>
                      <a:pt x="1334" y="2544"/>
                      <a:pt x="1334" y="2282"/>
                    </a:cubicBezTo>
                    <a:cubicBezTo>
                      <a:pt x="1358" y="2044"/>
                      <a:pt x="1286" y="1972"/>
                      <a:pt x="1048" y="1972"/>
                    </a:cubicBezTo>
                    <a:cubicBezTo>
                      <a:pt x="956" y="1980"/>
                      <a:pt x="884" y="1990"/>
                      <a:pt x="827" y="1990"/>
                    </a:cubicBezTo>
                    <a:cubicBezTo>
                      <a:pt x="706" y="1990"/>
                      <a:pt x="652" y="1945"/>
                      <a:pt x="619" y="1734"/>
                    </a:cubicBezTo>
                    <a:cubicBezTo>
                      <a:pt x="595" y="1496"/>
                      <a:pt x="548" y="1210"/>
                      <a:pt x="691" y="996"/>
                    </a:cubicBezTo>
                    <a:cubicBezTo>
                      <a:pt x="738" y="901"/>
                      <a:pt x="810" y="853"/>
                      <a:pt x="929" y="829"/>
                    </a:cubicBezTo>
                    <a:cubicBezTo>
                      <a:pt x="945" y="824"/>
                      <a:pt x="965" y="822"/>
                      <a:pt x="987" y="822"/>
                    </a:cubicBezTo>
                    <a:cubicBezTo>
                      <a:pt x="1026" y="822"/>
                      <a:pt x="1071" y="828"/>
                      <a:pt x="1113" y="828"/>
                    </a:cubicBezTo>
                    <a:cubicBezTo>
                      <a:pt x="1152" y="828"/>
                      <a:pt x="1188" y="823"/>
                      <a:pt x="1215" y="805"/>
                    </a:cubicBezTo>
                    <a:cubicBezTo>
                      <a:pt x="1381" y="686"/>
                      <a:pt x="1238" y="234"/>
                      <a:pt x="1238" y="67"/>
                    </a:cubicBezTo>
                    <a:cubicBezTo>
                      <a:pt x="1153" y="21"/>
                      <a:pt x="1050" y="0"/>
                      <a:pt x="9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9" name="Google Shape;15009;p46"/>
              <p:cNvSpPr/>
              <p:nvPr/>
            </p:nvSpPr>
            <p:spPr>
              <a:xfrm>
                <a:off x="7852650" y="1802970"/>
                <a:ext cx="103820" cy="101868"/>
              </a:xfrm>
              <a:custGeom>
                <a:rect b="b" l="l" r="r" t="t"/>
                <a:pathLst>
                  <a:path extrusionOk="0" h="3132" w="3192">
                    <a:moveTo>
                      <a:pt x="1538" y="0"/>
                    </a:moveTo>
                    <a:cubicBezTo>
                      <a:pt x="1460" y="0"/>
                      <a:pt x="1391" y="8"/>
                      <a:pt x="1334" y="8"/>
                    </a:cubicBezTo>
                    <a:cubicBezTo>
                      <a:pt x="1048" y="8"/>
                      <a:pt x="810" y="32"/>
                      <a:pt x="643" y="270"/>
                    </a:cubicBezTo>
                    <a:cubicBezTo>
                      <a:pt x="596" y="341"/>
                      <a:pt x="572" y="484"/>
                      <a:pt x="524" y="532"/>
                    </a:cubicBezTo>
                    <a:cubicBezTo>
                      <a:pt x="498" y="549"/>
                      <a:pt x="478" y="554"/>
                      <a:pt x="460" y="554"/>
                    </a:cubicBezTo>
                    <a:cubicBezTo>
                      <a:pt x="440" y="554"/>
                      <a:pt x="422" y="548"/>
                      <a:pt x="400" y="548"/>
                    </a:cubicBezTo>
                    <a:cubicBezTo>
                      <a:pt x="388" y="548"/>
                      <a:pt x="374" y="550"/>
                      <a:pt x="358" y="556"/>
                    </a:cubicBezTo>
                    <a:cubicBezTo>
                      <a:pt x="167" y="579"/>
                      <a:pt x="0" y="818"/>
                      <a:pt x="24" y="1008"/>
                    </a:cubicBezTo>
                    <a:cubicBezTo>
                      <a:pt x="72" y="1270"/>
                      <a:pt x="286" y="1341"/>
                      <a:pt x="501" y="1365"/>
                    </a:cubicBezTo>
                    <a:cubicBezTo>
                      <a:pt x="536" y="1371"/>
                      <a:pt x="575" y="1373"/>
                      <a:pt x="614" y="1373"/>
                    </a:cubicBezTo>
                    <a:cubicBezTo>
                      <a:pt x="654" y="1373"/>
                      <a:pt x="694" y="1371"/>
                      <a:pt x="733" y="1371"/>
                    </a:cubicBezTo>
                    <a:cubicBezTo>
                      <a:pt x="810" y="1371"/>
                      <a:pt x="882" y="1377"/>
                      <a:pt x="929" y="1413"/>
                    </a:cubicBezTo>
                    <a:cubicBezTo>
                      <a:pt x="1072" y="1556"/>
                      <a:pt x="1096" y="1794"/>
                      <a:pt x="1310" y="1913"/>
                    </a:cubicBezTo>
                    <a:cubicBezTo>
                      <a:pt x="1358" y="1937"/>
                      <a:pt x="1525" y="1937"/>
                      <a:pt x="1548" y="1984"/>
                    </a:cubicBezTo>
                    <a:cubicBezTo>
                      <a:pt x="1572" y="2032"/>
                      <a:pt x="1477" y="2246"/>
                      <a:pt x="1453" y="2318"/>
                    </a:cubicBezTo>
                    <a:cubicBezTo>
                      <a:pt x="1429" y="2556"/>
                      <a:pt x="1477" y="2961"/>
                      <a:pt x="1739" y="3104"/>
                    </a:cubicBezTo>
                    <a:cubicBezTo>
                      <a:pt x="1787" y="3123"/>
                      <a:pt x="1836" y="3131"/>
                      <a:pt x="1886" y="3131"/>
                    </a:cubicBezTo>
                    <a:cubicBezTo>
                      <a:pt x="2084" y="3131"/>
                      <a:pt x="2282" y="2994"/>
                      <a:pt x="2358" y="2842"/>
                    </a:cubicBezTo>
                    <a:cubicBezTo>
                      <a:pt x="2525" y="2556"/>
                      <a:pt x="2501" y="2342"/>
                      <a:pt x="2382" y="2080"/>
                    </a:cubicBezTo>
                    <a:cubicBezTo>
                      <a:pt x="2715" y="2080"/>
                      <a:pt x="2858" y="1556"/>
                      <a:pt x="2858" y="1318"/>
                    </a:cubicBezTo>
                    <a:cubicBezTo>
                      <a:pt x="2834" y="1032"/>
                      <a:pt x="3192" y="889"/>
                      <a:pt x="3073" y="532"/>
                    </a:cubicBezTo>
                    <a:cubicBezTo>
                      <a:pt x="2985" y="270"/>
                      <a:pt x="2717" y="148"/>
                      <a:pt x="2453" y="148"/>
                    </a:cubicBezTo>
                    <a:cubicBezTo>
                      <a:pt x="2429" y="148"/>
                      <a:pt x="2406" y="149"/>
                      <a:pt x="2382" y="151"/>
                    </a:cubicBezTo>
                    <a:cubicBezTo>
                      <a:pt x="2306" y="151"/>
                      <a:pt x="2252" y="155"/>
                      <a:pt x="2204" y="155"/>
                    </a:cubicBezTo>
                    <a:cubicBezTo>
                      <a:pt x="2130" y="155"/>
                      <a:pt x="2068" y="146"/>
                      <a:pt x="1953" y="103"/>
                    </a:cubicBezTo>
                    <a:cubicBezTo>
                      <a:pt x="1796" y="17"/>
                      <a:pt x="1656" y="0"/>
                      <a:pt x="15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0" name="Google Shape;15010;p46"/>
              <p:cNvSpPr/>
              <p:nvPr/>
            </p:nvSpPr>
            <p:spPr>
              <a:xfrm>
                <a:off x="7985873" y="1805540"/>
                <a:ext cx="97640" cy="68498"/>
              </a:xfrm>
              <a:custGeom>
                <a:rect b="b" l="l" r="r" t="t"/>
                <a:pathLst>
                  <a:path extrusionOk="0" h="2106" w="3002">
                    <a:moveTo>
                      <a:pt x="1215" y="0"/>
                    </a:moveTo>
                    <a:cubicBezTo>
                      <a:pt x="977" y="0"/>
                      <a:pt x="667" y="72"/>
                      <a:pt x="572" y="286"/>
                    </a:cubicBezTo>
                    <a:cubicBezTo>
                      <a:pt x="501" y="429"/>
                      <a:pt x="548" y="572"/>
                      <a:pt x="572" y="715"/>
                    </a:cubicBezTo>
                    <a:cubicBezTo>
                      <a:pt x="382" y="810"/>
                      <a:pt x="1" y="1120"/>
                      <a:pt x="334" y="1310"/>
                    </a:cubicBezTo>
                    <a:cubicBezTo>
                      <a:pt x="418" y="1356"/>
                      <a:pt x="516" y="1375"/>
                      <a:pt x="617" y="1375"/>
                    </a:cubicBezTo>
                    <a:cubicBezTo>
                      <a:pt x="835" y="1375"/>
                      <a:pt x="1069" y="1288"/>
                      <a:pt x="1215" y="1191"/>
                    </a:cubicBezTo>
                    <a:cubicBezTo>
                      <a:pt x="1342" y="1318"/>
                      <a:pt x="1448" y="1371"/>
                      <a:pt x="1575" y="1371"/>
                    </a:cubicBezTo>
                    <a:cubicBezTo>
                      <a:pt x="1638" y="1371"/>
                      <a:pt x="1707" y="1358"/>
                      <a:pt x="1787" y="1334"/>
                    </a:cubicBezTo>
                    <a:lnTo>
                      <a:pt x="1787" y="1334"/>
                    </a:lnTo>
                    <a:cubicBezTo>
                      <a:pt x="1720" y="1555"/>
                      <a:pt x="1674" y="2106"/>
                      <a:pt x="2013" y="2106"/>
                    </a:cubicBezTo>
                    <a:cubicBezTo>
                      <a:pt x="2038" y="2106"/>
                      <a:pt x="2066" y="2103"/>
                      <a:pt x="2096" y="2096"/>
                    </a:cubicBezTo>
                    <a:cubicBezTo>
                      <a:pt x="2287" y="2048"/>
                      <a:pt x="2382" y="1905"/>
                      <a:pt x="2430" y="1715"/>
                    </a:cubicBezTo>
                    <a:cubicBezTo>
                      <a:pt x="2501" y="1524"/>
                      <a:pt x="2453" y="1429"/>
                      <a:pt x="2430" y="1262"/>
                    </a:cubicBezTo>
                    <a:cubicBezTo>
                      <a:pt x="2858" y="1167"/>
                      <a:pt x="3001" y="524"/>
                      <a:pt x="2668" y="262"/>
                    </a:cubicBezTo>
                    <a:cubicBezTo>
                      <a:pt x="2577" y="189"/>
                      <a:pt x="2472" y="158"/>
                      <a:pt x="2364" y="158"/>
                    </a:cubicBezTo>
                    <a:cubicBezTo>
                      <a:pt x="2330" y="158"/>
                      <a:pt x="2297" y="161"/>
                      <a:pt x="2263" y="167"/>
                    </a:cubicBezTo>
                    <a:cubicBezTo>
                      <a:pt x="2181" y="187"/>
                      <a:pt x="2081" y="243"/>
                      <a:pt x="1995" y="243"/>
                    </a:cubicBezTo>
                    <a:cubicBezTo>
                      <a:pt x="1980" y="243"/>
                      <a:pt x="1967" y="242"/>
                      <a:pt x="1953" y="238"/>
                    </a:cubicBezTo>
                    <a:cubicBezTo>
                      <a:pt x="1882" y="238"/>
                      <a:pt x="1787" y="143"/>
                      <a:pt x="1715" y="119"/>
                    </a:cubicBezTo>
                    <a:cubicBezTo>
                      <a:pt x="1477" y="24"/>
                      <a:pt x="1334" y="24"/>
                      <a:pt x="1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1" name="Google Shape;15011;p46"/>
              <p:cNvSpPr/>
              <p:nvPr/>
            </p:nvSpPr>
            <p:spPr>
              <a:xfrm>
                <a:off x="7849040" y="1802450"/>
                <a:ext cx="73344" cy="100242"/>
              </a:xfrm>
              <a:custGeom>
                <a:rect b="b" l="l" r="r" t="t"/>
                <a:pathLst>
                  <a:path extrusionOk="0" h="3082" w="2255">
                    <a:moveTo>
                      <a:pt x="1397" y="0"/>
                    </a:moveTo>
                    <a:lnTo>
                      <a:pt x="1397" y="0"/>
                    </a:lnTo>
                    <a:cubicBezTo>
                      <a:pt x="969" y="71"/>
                      <a:pt x="754" y="191"/>
                      <a:pt x="635" y="572"/>
                    </a:cubicBezTo>
                    <a:cubicBezTo>
                      <a:pt x="604" y="556"/>
                      <a:pt x="565" y="548"/>
                      <a:pt x="522" y="548"/>
                    </a:cubicBezTo>
                    <a:cubicBezTo>
                      <a:pt x="308" y="548"/>
                      <a:pt x="0" y="730"/>
                      <a:pt x="40" y="929"/>
                    </a:cubicBezTo>
                    <a:cubicBezTo>
                      <a:pt x="111" y="1381"/>
                      <a:pt x="540" y="1453"/>
                      <a:pt x="897" y="1477"/>
                    </a:cubicBezTo>
                    <a:cubicBezTo>
                      <a:pt x="1135" y="1477"/>
                      <a:pt x="1159" y="1596"/>
                      <a:pt x="1278" y="1786"/>
                    </a:cubicBezTo>
                    <a:cubicBezTo>
                      <a:pt x="1350" y="1905"/>
                      <a:pt x="1374" y="1953"/>
                      <a:pt x="1493" y="2000"/>
                    </a:cubicBezTo>
                    <a:cubicBezTo>
                      <a:pt x="1564" y="2048"/>
                      <a:pt x="1612" y="2072"/>
                      <a:pt x="1636" y="2143"/>
                    </a:cubicBezTo>
                    <a:cubicBezTo>
                      <a:pt x="1755" y="2358"/>
                      <a:pt x="1517" y="2667"/>
                      <a:pt x="1612" y="2929"/>
                    </a:cubicBezTo>
                    <a:cubicBezTo>
                      <a:pt x="1637" y="3041"/>
                      <a:pt x="1706" y="3081"/>
                      <a:pt x="1791" y="3081"/>
                    </a:cubicBezTo>
                    <a:cubicBezTo>
                      <a:pt x="1869" y="3081"/>
                      <a:pt x="1960" y="3046"/>
                      <a:pt x="2040" y="3001"/>
                    </a:cubicBezTo>
                    <a:cubicBezTo>
                      <a:pt x="2255" y="2810"/>
                      <a:pt x="2255" y="2429"/>
                      <a:pt x="2207" y="2191"/>
                    </a:cubicBezTo>
                    <a:cubicBezTo>
                      <a:pt x="2136" y="1881"/>
                      <a:pt x="1802" y="1738"/>
                      <a:pt x="1707" y="1453"/>
                    </a:cubicBezTo>
                    <a:cubicBezTo>
                      <a:pt x="1683" y="1310"/>
                      <a:pt x="1731" y="1262"/>
                      <a:pt x="1612" y="1191"/>
                    </a:cubicBezTo>
                    <a:cubicBezTo>
                      <a:pt x="1445" y="1095"/>
                      <a:pt x="1255" y="1095"/>
                      <a:pt x="1112" y="953"/>
                    </a:cubicBezTo>
                    <a:cubicBezTo>
                      <a:pt x="874" y="691"/>
                      <a:pt x="1064" y="95"/>
                      <a:pt x="139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2" name="Google Shape;15012;p46"/>
              <p:cNvSpPr/>
              <p:nvPr/>
            </p:nvSpPr>
            <p:spPr>
              <a:xfrm>
                <a:off x="7922351" y="1820046"/>
                <a:ext cx="31029" cy="51357"/>
              </a:xfrm>
              <a:custGeom>
                <a:rect b="b" l="l" r="r" t="t"/>
                <a:pathLst>
                  <a:path extrusionOk="0" h="1579" w="954">
                    <a:moveTo>
                      <a:pt x="796" y="1"/>
                    </a:moveTo>
                    <a:cubicBezTo>
                      <a:pt x="715" y="1"/>
                      <a:pt x="620" y="42"/>
                      <a:pt x="548" y="102"/>
                    </a:cubicBezTo>
                    <a:cubicBezTo>
                      <a:pt x="310" y="293"/>
                      <a:pt x="477" y="697"/>
                      <a:pt x="263" y="888"/>
                    </a:cubicBezTo>
                    <a:cubicBezTo>
                      <a:pt x="120" y="1007"/>
                      <a:pt x="1" y="1031"/>
                      <a:pt x="48" y="1245"/>
                    </a:cubicBezTo>
                    <a:cubicBezTo>
                      <a:pt x="72" y="1364"/>
                      <a:pt x="167" y="1507"/>
                      <a:pt x="263" y="1579"/>
                    </a:cubicBezTo>
                    <a:cubicBezTo>
                      <a:pt x="548" y="1364"/>
                      <a:pt x="572" y="1364"/>
                      <a:pt x="644" y="1126"/>
                    </a:cubicBezTo>
                    <a:cubicBezTo>
                      <a:pt x="668" y="1007"/>
                      <a:pt x="644" y="840"/>
                      <a:pt x="691" y="721"/>
                    </a:cubicBezTo>
                    <a:cubicBezTo>
                      <a:pt x="715" y="626"/>
                      <a:pt x="810" y="602"/>
                      <a:pt x="858" y="531"/>
                    </a:cubicBezTo>
                    <a:cubicBezTo>
                      <a:pt x="906" y="435"/>
                      <a:pt x="953" y="269"/>
                      <a:pt x="953" y="150"/>
                    </a:cubicBezTo>
                    <a:cubicBezTo>
                      <a:pt x="941" y="42"/>
                      <a:pt x="876" y="1"/>
                      <a:pt x="79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3" name="Google Shape;15013;p46"/>
              <p:cNvSpPr/>
              <p:nvPr/>
            </p:nvSpPr>
            <p:spPr>
              <a:xfrm>
                <a:off x="7989743" y="1809410"/>
                <a:ext cx="65863" cy="62611"/>
              </a:xfrm>
              <a:custGeom>
                <a:rect b="b" l="l" r="r" t="t"/>
                <a:pathLst>
                  <a:path extrusionOk="0" h="1925" w="2025">
                    <a:moveTo>
                      <a:pt x="787" y="0"/>
                    </a:moveTo>
                    <a:cubicBezTo>
                      <a:pt x="667" y="0"/>
                      <a:pt x="525" y="72"/>
                      <a:pt x="453" y="167"/>
                    </a:cubicBezTo>
                    <a:cubicBezTo>
                      <a:pt x="382" y="286"/>
                      <a:pt x="477" y="429"/>
                      <a:pt x="405" y="572"/>
                    </a:cubicBezTo>
                    <a:cubicBezTo>
                      <a:pt x="310" y="691"/>
                      <a:pt x="120" y="620"/>
                      <a:pt x="48" y="786"/>
                    </a:cubicBezTo>
                    <a:cubicBezTo>
                      <a:pt x="1" y="953"/>
                      <a:pt x="144" y="1072"/>
                      <a:pt x="239" y="1143"/>
                    </a:cubicBezTo>
                    <a:cubicBezTo>
                      <a:pt x="331" y="1235"/>
                      <a:pt x="452" y="1269"/>
                      <a:pt x="570" y="1269"/>
                    </a:cubicBezTo>
                    <a:cubicBezTo>
                      <a:pt x="665" y="1269"/>
                      <a:pt x="759" y="1247"/>
                      <a:pt x="834" y="1215"/>
                    </a:cubicBezTo>
                    <a:cubicBezTo>
                      <a:pt x="929" y="1191"/>
                      <a:pt x="1048" y="1072"/>
                      <a:pt x="1144" y="1072"/>
                    </a:cubicBezTo>
                    <a:cubicBezTo>
                      <a:pt x="1239" y="1096"/>
                      <a:pt x="1239" y="1239"/>
                      <a:pt x="1334" y="1286"/>
                    </a:cubicBezTo>
                    <a:cubicBezTo>
                      <a:pt x="1354" y="1296"/>
                      <a:pt x="1373" y="1300"/>
                      <a:pt x="1392" y="1300"/>
                    </a:cubicBezTo>
                    <a:cubicBezTo>
                      <a:pt x="1443" y="1300"/>
                      <a:pt x="1491" y="1273"/>
                      <a:pt x="1550" y="1273"/>
                    </a:cubicBezTo>
                    <a:cubicBezTo>
                      <a:pt x="1572" y="1273"/>
                      <a:pt x="1595" y="1276"/>
                      <a:pt x="1620" y="1286"/>
                    </a:cubicBezTo>
                    <a:cubicBezTo>
                      <a:pt x="1811" y="1358"/>
                      <a:pt x="1668" y="1667"/>
                      <a:pt x="1691" y="1810"/>
                    </a:cubicBezTo>
                    <a:cubicBezTo>
                      <a:pt x="1709" y="1880"/>
                      <a:pt x="1726" y="1924"/>
                      <a:pt x="1781" y="1924"/>
                    </a:cubicBezTo>
                    <a:cubicBezTo>
                      <a:pt x="1801" y="1924"/>
                      <a:pt x="1826" y="1918"/>
                      <a:pt x="1858" y="1906"/>
                    </a:cubicBezTo>
                    <a:cubicBezTo>
                      <a:pt x="1977" y="1858"/>
                      <a:pt x="2001" y="1667"/>
                      <a:pt x="2001" y="1548"/>
                    </a:cubicBezTo>
                    <a:cubicBezTo>
                      <a:pt x="2025" y="1215"/>
                      <a:pt x="2025" y="786"/>
                      <a:pt x="1620" y="739"/>
                    </a:cubicBezTo>
                    <a:cubicBezTo>
                      <a:pt x="1525" y="739"/>
                      <a:pt x="1422" y="754"/>
                      <a:pt x="1329" y="754"/>
                    </a:cubicBezTo>
                    <a:cubicBezTo>
                      <a:pt x="1259" y="754"/>
                      <a:pt x="1195" y="745"/>
                      <a:pt x="1144" y="715"/>
                    </a:cubicBezTo>
                    <a:cubicBezTo>
                      <a:pt x="977" y="667"/>
                      <a:pt x="953" y="500"/>
                      <a:pt x="929" y="334"/>
                    </a:cubicBezTo>
                    <a:cubicBezTo>
                      <a:pt x="929" y="215"/>
                      <a:pt x="953" y="24"/>
                      <a:pt x="787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4" name="Google Shape;15014;p46"/>
              <p:cNvSpPr/>
              <p:nvPr/>
            </p:nvSpPr>
            <p:spPr>
              <a:xfrm>
                <a:off x="7831867" y="1875956"/>
                <a:ext cx="23125" cy="19645"/>
              </a:xfrm>
              <a:custGeom>
                <a:rect b="b" l="l" r="r" t="t"/>
                <a:pathLst>
                  <a:path extrusionOk="0" h="604" w="711">
                    <a:moveTo>
                      <a:pt x="586" y="0"/>
                    </a:moveTo>
                    <a:cubicBezTo>
                      <a:pt x="439" y="0"/>
                      <a:pt x="205" y="153"/>
                      <a:pt x="116" y="264"/>
                    </a:cubicBezTo>
                    <a:cubicBezTo>
                      <a:pt x="28" y="374"/>
                      <a:pt x="1" y="603"/>
                      <a:pt x="144" y="603"/>
                    </a:cubicBezTo>
                    <a:cubicBezTo>
                      <a:pt x="157" y="603"/>
                      <a:pt x="171" y="602"/>
                      <a:pt x="187" y="598"/>
                    </a:cubicBezTo>
                    <a:cubicBezTo>
                      <a:pt x="235" y="574"/>
                      <a:pt x="282" y="526"/>
                      <a:pt x="378" y="526"/>
                    </a:cubicBezTo>
                    <a:cubicBezTo>
                      <a:pt x="409" y="526"/>
                      <a:pt x="462" y="537"/>
                      <a:pt x="501" y="537"/>
                    </a:cubicBezTo>
                    <a:cubicBezTo>
                      <a:pt x="520" y="537"/>
                      <a:pt x="536" y="534"/>
                      <a:pt x="544" y="526"/>
                    </a:cubicBezTo>
                    <a:cubicBezTo>
                      <a:pt x="616" y="502"/>
                      <a:pt x="639" y="502"/>
                      <a:pt x="663" y="383"/>
                    </a:cubicBezTo>
                    <a:cubicBezTo>
                      <a:pt x="687" y="241"/>
                      <a:pt x="711" y="98"/>
                      <a:pt x="616" y="2"/>
                    </a:cubicBezTo>
                    <a:cubicBezTo>
                      <a:pt x="606" y="1"/>
                      <a:pt x="597" y="0"/>
                      <a:pt x="586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5" name="Google Shape;15015;p46"/>
              <p:cNvSpPr/>
              <p:nvPr/>
            </p:nvSpPr>
            <p:spPr>
              <a:xfrm>
                <a:off x="7813133" y="1889096"/>
                <a:ext cx="45730" cy="65961"/>
              </a:xfrm>
              <a:custGeom>
                <a:rect b="b" l="l" r="r" t="t"/>
                <a:pathLst>
                  <a:path extrusionOk="0" h="2028" w="1406">
                    <a:moveTo>
                      <a:pt x="268" y="1"/>
                    </a:moveTo>
                    <a:cubicBezTo>
                      <a:pt x="192" y="1"/>
                      <a:pt x="156" y="140"/>
                      <a:pt x="120" y="265"/>
                    </a:cubicBezTo>
                    <a:cubicBezTo>
                      <a:pt x="1" y="503"/>
                      <a:pt x="49" y="884"/>
                      <a:pt x="72" y="1123"/>
                    </a:cubicBezTo>
                    <a:cubicBezTo>
                      <a:pt x="72" y="1313"/>
                      <a:pt x="72" y="1504"/>
                      <a:pt x="144" y="1694"/>
                    </a:cubicBezTo>
                    <a:cubicBezTo>
                      <a:pt x="239" y="1908"/>
                      <a:pt x="477" y="2027"/>
                      <a:pt x="739" y="2027"/>
                    </a:cubicBezTo>
                    <a:cubicBezTo>
                      <a:pt x="882" y="2027"/>
                      <a:pt x="1215" y="2004"/>
                      <a:pt x="1311" y="1861"/>
                    </a:cubicBezTo>
                    <a:cubicBezTo>
                      <a:pt x="1406" y="1718"/>
                      <a:pt x="1335" y="1527"/>
                      <a:pt x="1192" y="1527"/>
                    </a:cubicBezTo>
                    <a:cubicBezTo>
                      <a:pt x="1057" y="1544"/>
                      <a:pt x="923" y="1632"/>
                      <a:pt x="796" y="1632"/>
                    </a:cubicBezTo>
                    <a:cubicBezTo>
                      <a:pt x="744" y="1632"/>
                      <a:pt x="693" y="1617"/>
                      <a:pt x="644" y="1575"/>
                    </a:cubicBezTo>
                    <a:cubicBezTo>
                      <a:pt x="358" y="1384"/>
                      <a:pt x="358" y="861"/>
                      <a:pt x="406" y="575"/>
                    </a:cubicBezTo>
                    <a:cubicBezTo>
                      <a:pt x="406" y="432"/>
                      <a:pt x="453" y="170"/>
                      <a:pt x="358" y="51"/>
                    </a:cubicBezTo>
                    <a:cubicBezTo>
                      <a:pt x="323" y="16"/>
                      <a:pt x="293" y="1"/>
                      <a:pt x="268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6" name="Google Shape;15016;p46"/>
              <p:cNvSpPr/>
              <p:nvPr/>
            </p:nvSpPr>
            <p:spPr>
              <a:xfrm>
                <a:off x="7786039" y="1681587"/>
                <a:ext cx="346261" cy="388641"/>
              </a:xfrm>
              <a:custGeom>
                <a:rect b="b" l="l" r="r" t="t"/>
                <a:pathLst>
                  <a:path extrusionOk="0" h="11949" w="10646">
                    <a:moveTo>
                      <a:pt x="8264" y="263"/>
                    </a:moveTo>
                    <a:cubicBezTo>
                      <a:pt x="8359" y="287"/>
                      <a:pt x="8478" y="311"/>
                      <a:pt x="8526" y="406"/>
                    </a:cubicBezTo>
                    <a:cubicBezTo>
                      <a:pt x="8574" y="501"/>
                      <a:pt x="8574" y="620"/>
                      <a:pt x="8574" y="715"/>
                    </a:cubicBezTo>
                    <a:cubicBezTo>
                      <a:pt x="8597" y="954"/>
                      <a:pt x="8597" y="1192"/>
                      <a:pt x="8574" y="1430"/>
                    </a:cubicBezTo>
                    <a:cubicBezTo>
                      <a:pt x="8550" y="1620"/>
                      <a:pt x="8550" y="1906"/>
                      <a:pt x="8383" y="2049"/>
                    </a:cubicBezTo>
                    <a:cubicBezTo>
                      <a:pt x="8288" y="2113"/>
                      <a:pt x="8161" y="2123"/>
                      <a:pt x="8030" y="2123"/>
                    </a:cubicBezTo>
                    <a:cubicBezTo>
                      <a:pt x="7965" y="2123"/>
                      <a:pt x="7899" y="2120"/>
                      <a:pt x="7835" y="2120"/>
                    </a:cubicBezTo>
                    <a:cubicBezTo>
                      <a:pt x="7645" y="2073"/>
                      <a:pt x="7431" y="2049"/>
                      <a:pt x="7407" y="1835"/>
                    </a:cubicBezTo>
                    <a:cubicBezTo>
                      <a:pt x="7359" y="1597"/>
                      <a:pt x="7359" y="1335"/>
                      <a:pt x="7383" y="1096"/>
                    </a:cubicBezTo>
                    <a:cubicBezTo>
                      <a:pt x="7383" y="882"/>
                      <a:pt x="7383" y="525"/>
                      <a:pt x="7573" y="382"/>
                    </a:cubicBezTo>
                    <a:cubicBezTo>
                      <a:pt x="7669" y="311"/>
                      <a:pt x="7764" y="287"/>
                      <a:pt x="7859" y="263"/>
                    </a:cubicBezTo>
                    <a:close/>
                    <a:moveTo>
                      <a:pt x="5335" y="263"/>
                    </a:moveTo>
                    <a:cubicBezTo>
                      <a:pt x="5430" y="263"/>
                      <a:pt x="5549" y="287"/>
                      <a:pt x="5644" y="287"/>
                    </a:cubicBezTo>
                    <a:cubicBezTo>
                      <a:pt x="5740" y="311"/>
                      <a:pt x="5835" y="311"/>
                      <a:pt x="5906" y="406"/>
                    </a:cubicBezTo>
                    <a:cubicBezTo>
                      <a:pt x="5954" y="501"/>
                      <a:pt x="5954" y="620"/>
                      <a:pt x="5954" y="715"/>
                    </a:cubicBezTo>
                    <a:cubicBezTo>
                      <a:pt x="5978" y="977"/>
                      <a:pt x="5978" y="1216"/>
                      <a:pt x="5954" y="1454"/>
                    </a:cubicBezTo>
                    <a:cubicBezTo>
                      <a:pt x="5930" y="1644"/>
                      <a:pt x="5930" y="1930"/>
                      <a:pt x="5764" y="2049"/>
                    </a:cubicBezTo>
                    <a:cubicBezTo>
                      <a:pt x="5679" y="2119"/>
                      <a:pt x="5569" y="2140"/>
                      <a:pt x="5455" y="2140"/>
                    </a:cubicBezTo>
                    <a:cubicBezTo>
                      <a:pt x="5375" y="2140"/>
                      <a:pt x="5294" y="2130"/>
                      <a:pt x="5216" y="2120"/>
                    </a:cubicBezTo>
                    <a:cubicBezTo>
                      <a:pt x="5025" y="2097"/>
                      <a:pt x="4811" y="2073"/>
                      <a:pt x="4763" y="1835"/>
                    </a:cubicBezTo>
                    <a:cubicBezTo>
                      <a:pt x="4739" y="1597"/>
                      <a:pt x="4739" y="1358"/>
                      <a:pt x="4763" y="1120"/>
                    </a:cubicBezTo>
                    <a:cubicBezTo>
                      <a:pt x="4763" y="882"/>
                      <a:pt x="4763" y="549"/>
                      <a:pt x="4954" y="406"/>
                    </a:cubicBezTo>
                    <a:cubicBezTo>
                      <a:pt x="5049" y="334"/>
                      <a:pt x="5144" y="311"/>
                      <a:pt x="5240" y="287"/>
                    </a:cubicBezTo>
                    <a:cubicBezTo>
                      <a:pt x="5263" y="287"/>
                      <a:pt x="5311" y="287"/>
                      <a:pt x="5335" y="263"/>
                    </a:cubicBezTo>
                    <a:close/>
                    <a:moveTo>
                      <a:pt x="2715" y="287"/>
                    </a:moveTo>
                    <a:cubicBezTo>
                      <a:pt x="2811" y="287"/>
                      <a:pt x="2930" y="287"/>
                      <a:pt x="3025" y="311"/>
                    </a:cubicBezTo>
                    <a:cubicBezTo>
                      <a:pt x="3120" y="311"/>
                      <a:pt x="3215" y="334"/>
                      <a:pt x="3287" y="430"/>
                    </a:cubicBezTo>
                    <a:cubicBezTo>
                      <a:pt x="3334" y="525"/>
                      <a:pt x="3334" y="644"/>
                      <a:pt x="3334" y="739"/>
                    </a:cubicBezTo>
                    <a:cubicBezTo>
                      <a:pt x="3358" y="977"/>
                      <a:pt x="3358" y="1216"/>
                      <a:pt x="3334" y="1454"/>
                    </a:cubicBezTo>
                    <a:cubicBezTo>
                      <a:pt x="3311" y="1668"/>
                      <a:pt x="3311" y="1930"/>
                      <a:pt x="3144" y="2073"/>
                    </a:cubicBezTo>
                    <a:cubicBezTo>
                      <a:pt x="3059" y="2143"/>
                      <a:pt x="2941" y="2164"/>
                      <a:pt x="2825" y="2164"/>
                    </a:cubicBezTo>
                    <a:cubicBezTo>
                      <a:pt x="2744" y="2164"/>
                      <a:pt x="2664" y="2154"/>
                      <a:pt x="2596" y="2144"/>
                    </a:cubicBezTo>
                    <a:cubicBezTo>
                      <a:pt x="2406" y="2120"/>
                      <a:pt x="2191" y="2073"/>
                      <a:pt x="2144" y="1859"/>
                    </a:cubicBezTo>
                    <a:cubicBezTo>
                      <a:pt x="2120" y="1620"/>
                      <a:pt x="2120" y="1358"/>
                      <a:pt x="2120" y="1120"/>
                    </a:cubicBezTo>
                    <a:cubicBezTo>
                      <a:pt x="2144" y="906"/>
                      <a:pt x="2144" y="573"/>
                      <a:pt x="2334" y="406"/>
                    </a:cubicBezTo>
                    <a:cubicBezTo>
                      <a:pt x="2406" y="358"/>
                      <a:pt x="2525" y="334"/>
                      <a:pt x="2620" y="311"/>
                    </a:cubicBezTo>
                    <a:cubicBezTo>
                      <a:pt x="2644" y="311"/>
                      <a:pt x="2668" y="287"/>
                      <a:pt x="2715" y="287"/>
                    </a:cubicBezTo>
                    <a:close/>
                    <a:moveTo>
                      <a:pt x="4525" y="1692"/>
                    </a:moveTo>
                    <a:cubicBezTo>
                      <a:pt x="4525" y="1739"/>
                      <a:pt x="4525" y="1811"/>
                      <a:pt x="4525" y="1882"/>
                    </a:cubicBezTo>
                    <a:cubicBezTo>
                      <a:pt x="4573" y="2144"/>
                      <a:pt x="4787" y="2287"/>
                      <a:pt x="5049" y="2359"/>
                    </a:cubicBezTo>
                    <a:cubicBezTo>
                      <a:pt x="5168" y="2382"/>
                      <a:pt x="5293" y="2400"/>
                      <a:pt x="5418" y="2400"/>
                    </a:cubicBezTo>
                    <a:cubicBezTo>
                      <a:pt x="5543" y="2400"/>
                      <a:pt x="5668" y="2382"/>
                      <a:pt x="5787" y="2335"/>
                    </a:cubicBezTo>
                    <a:cubicBezTo>
                      <a:pt x="6025" y="2240"/>
                      <a:pt x="6121" y="2025"/>
                      <a:pt x="6168" y="1787"/>
                    </a:cubicBezTo>
                    <a:cubicBezTo>
                      <a:pt x="6240" y="1811"/>
                      <a:pt x="6311" y="1835"/>
                      <a:pt x="6311" y="1954"/>
                    </a:cubicBezTo>
                    <a:cubicBezTo>
                      <a:pt x="6311" y="2097"/>
                      <a:pt x="6264" y="2263"/>
                      <a:pt x="6192" y="2359"/>
                    </a:cubicBezTo>
                    <a:cubicBezTo>
                      <a:pt x="6097" y="2478"/>
                      <a:pt x="5930" y="2502"/>
                      <a:pt x="5787" y="2525"/>
                    </a:cubicBezTo>
                    <a:cubicBezTo>
                      <a:pt x="5621" y="2549"/>
                      <a:pt x="5430" y="2549"/>
                      <a:pt x="5263" y="2573"/>
                    </a:cubicBezTo>
                    <a:cubicBezTo>
                      <a:pt x="5168" y="2573"/>
                      <a:pt x="5060" y="2579"/>
                      <a:pt x="4951" y="2579"/>
                    </a:cubicBezTo>
                    <a:cubicBezTo>
                      <a:pt x="4761" y="2579"/>
                      <a:pt x="4566" y="2560"/>
                      <a:pt x="4430" y="2454"/>
                    </a:cubicBezTo>
                    <a:cubicBezTo>
                      <a:pt x="4287" y="2359"/>
                      <a:pt x="4287" y="2192"/>
                      <a:pt x="4287" y="2025"/>
                    </a:cubicBezTo>
                    <a:cubicBezTo>
                      <a:pt x="4311" y="1859"/>
                      <a:pt x="4382" y="1739"/>
                      <a:pt x="4525" y="1692"/>
                    </a:cubicBezTo>
                    <a:close/>
                    <a:moveTo>
                      <a:pt x="1906" y="1716"/>
                    </a:moveTo>
                    <a:cubicBezTo>
                      <a:pt x="1906" y="1763"/>
                      <a:pt x="1906" y="1835"/>
                      <a:pt x="1906" y="1882"/>
                    </a:cubicBezTo>
                    <a:cubicBezTo>
                      <a:pt x="1953" y="2168"/>
                      <a:pt x="2144" y="2311"/>
                      <a:pt x="2429" y="2359"/>
                    </a:cubicBezTo>
                    <a:cubicBezTo>
                      <a:pt x="2557" y="2384"/>
                      <a:pt x="2691" y="2410"/>
                      <a:pt x="2825" y="2410"/>
                    </a:cubicBezTo>
                    <a:cubicBezTo>
                      <a:pt x="2941" y="2410"/>
                      <a:pt x="3057" y="2390"/>
                      <a:pt x="3168" y="2335"/>
                    </a:cubicBezTo>
                    <a:cubicBezTo>
                      <a:pt x="3406" y="2240"/>
                      <a:pt x="3501" y="2025"/>
                      <a:pt x="3549" y="1787"/>
                    </a:cubicBezTo>
                    <a:cubicBezTo>
                      <a:pt x="3715" y="1906"/>
                      <a:pt x="3692" y="2311"/>
                      <a:pt x="3549" y="2430"/>
                    </a:cubicBezTo>
                    <a:cubicBezTo>
                      <a:pt x="3477" y="2525"/>
                      <a:pt x="3334" y="2549"/>
                      <a:pt x="3192" y="2573"/>
                    </a:cubicBezTo>
                    <a:cubicBezTo>
                      <a:pt x="3025" y="2597"/>
                      <a:pt x="2858" y="2621"/>
                      <a:pt x="2691" y="2621"/>
                    </a:cubicBezTo>
                    <a:cubicBezTo>
                      <a:pt x="2525" y="2621"/>
                      <a:pt x="2358" y="2621"/>
                      <a:pt x="2191" y="2597"/>
                    </a:cubicBezTo>
                    <a:cubicBezTo>
                      <a:pt x="2072" y="2573"/>
                      <a:pt x="1929" y="2549"/>
                      <a:pt x="1858" y="2478"/>
                    </a:cubicBezTo>
                    <a:cubicBezTo>
                      <a:pt x="1739" y="2382"/>
                      <a:pt x="1739" y="2168"/>
                      <a:pt x="1739" y="2049"/>
                    </a:cubicBezTo>
                    <a:cubicBezTo>
                      <a:pt x="1739" y="1906"/>
                      <a:pt x="1787" y="1787"/>
                      <a:pt x="1906" y="1716"/>
                    </a:cubicBezTo>
                    <a:close/>
                    <a:moveTo>
                      <a:pt x="7145" y="1692"/>
                    </a:moveTo>
                    <a:cubicBezTo>
                      <a:pt x="7145" y="1763"/>
                      <a:pt x="7145" y="1811"/>
                      <a:pt x="7169" y="1859"/>
                    </a:cubicBezTo>
                    <a:cubicBezTo>
                      <a:pt x="7192" y="2144"/>
                      <a:pt x="7407" y="2287"/>
                      <a:pt x="7669" y="2335"/>
                    </a:cubicBezTo>
                    <a:cubicBezTo>
                      <a:pt x="7788" y="2359"/>
                      <a:pt x="7913" y="2376"/>
                      <a:pt x="8038" y="2376"/>
                    </a:cubicBezTo>
                    <a:cubicBezTo>
                      <a:pt x="8163" y="2376"/>
                      <a:pt x="8288" y="2359"/>
                      <a:pt x="8407" y="2311"/>
                    </a:cubicBezTo>
                    <a:cubicBezTo>
                      <a:pt x="8621" y="2216"/>
                      <a:pt x="8740" y="2025"/>
                      <a:pt x="8788" y="1811"/>
                    </a:cubicBezTo>
                    <a:cubicBezTo>
                      <a:pt x="8859" y="1835"/>
                      <a:pt x="8907" y="1859"/>
                      <a:pt x="8931" y="1978"/>
                    </a:cubicBezTo>
                    <a:cubicBezTo>
                      <a:pt x="8931" y="2097"/>
                      <a:pt x="8859" y="2240"/>
                      <a:pt x="8788" y="2335"/>
                    </a:cubicBezTo>
                    <a:cubicBezTo>
                      <a:pt x="8574" y="2573"/>
                      <a:pt x="8264" y="2621"/>
                      <a:pt x="7954" y="2621"/>
                    </a:cubicBezTo>
                    <a:cubicBezTo>
                      <a:pt x="7788" y="2621"/>
                      <a:pt x="7621" y="2621"/>
                      <a:pt x="7454" y="2597"/>
                    </a:cubicBezTo>
                    <a:cubicBezTo>
                      <a:pt x="7335" y="2573"/>
                      <a:pt x="7145" y="2549"/>
                      <a:pt x="7050" y="2454"/>
                    </a:cubicBezTo>
                    <a:cubicBezTo>
                      <a:pt x="6954" y="2359"/>
                      <a:pt x="6978" y="2168"/>
                      <a:pt x="6978" y="2025"/>
                    </a:cubicBezTo>
                    <a:cubicBezTo>
                      <a:pt x="6978" y="1882"/>
                      <a:pt x="7026" y="1787"/>
                      <a:pt x="7145" y="1692"/>
                    </a:cubicBezTo>
                    <a:close/>
                    <a:moveTo>
                      <a:pt x="10113" y="1140"/>
                    </a:moveTo>
                    <a:cubicBezTo>
                      <a:pt x="10195" y="1140"/>
                      <a:pt x="10284" y="1149"/>
                      <a:pt x="10312" y="1192"/>
                    </a:cubicBezTo>
                    <a:cubicBezTo>
                      <a:pt x="10336" y="1239"/>
                      <a:pt x="10312" y="1311"/>
                      <a:pt x="10312" y="1358"/>
                    </a:cubicBezTo>
                    <a:cubicBezTo>
                      <a:pt x="10336" y="1430"/>
                      <a:pt x="10336" y="1501"/>
                      <a:pt x="10336" y="1549"/>
                    </a:cubicBezTo>
                    <a:cubicBezTo>
                      <a:pt x="10336" y="1692"/>
                      <a:pt x="10336" y="1835"/>
                      <a:pt x="10336" y="1978"/>
                    </a:cubicBezTo>
                    <a:cubicBezTo>
                      <a:pt x="10312" y="2263"/>
                      <a:pt x="10288" y="2525"/>
                      <a:pt x="10264" y="2787"/>
                    </a:cubicBezTo>
                    <a:cubicBezTo>
                      <a:pt x="10241" y="2883"/>
                      <a:pt x="10241" y="3002"/>
                      <a:pt x="10145" y="3073"/>
                    </a:cubicBezTo>
                    <a:cubicBezTo>
                      <a:pt x="10074" y="3121"/>
                      <a:pt x="9955" y="3121"/>
                      <a:pt x="9883" y="3121"/>
                    </a:cubicBezTo>
                    <a:lnTo>
                      <a:pt x="7383" y="3121"/>
                    </a:lnTo>
                    <a:lnTo>
                      <a:pt x="4049" y="3144"/>
                    </a:lnTo>
                    <a:cubicBezTo>
                      <a:pt x="3501" y="3144"/>
                      <a:pt x="2930" y="3168"/>
                      <a:pt x="2382" y="3168"/>
                    </a:cubicBezTo>
                    <a:cubicBezTo>
                      <a:pt x="2017" y="3168"/>
                      <a:pt x="1641" y="3179"/>
                      <a:pt x="1269" y="3179"/>
                    </a:cubicBezTo>
                    <a:cubicBezTo>
                      <a:pt x="1083" y="3179"/>
                      <a:pt x="897" y="3176"/>
                      <a:pt x="715" y="3168"/>
                    </a:cubicBezTo>
                    <a:cubicBezTo>
                      <a:pt x="667" y="3168"/>
                      <a:pt x="596" y="3144"/>
                      <a:pt x="548" y="3144"/>
                    </a:cubicBezTo>
                    <a:cubicBezTo>
                      <a:pt x="524" y="3144"/>
                      <a:pt x="524" y="3144"/>
                      <a:pt x="524" y="3121"/>
                    </a:cubicBezTo>
                    <a:cubicBezTo>
                      <a:pt x="501" y="3097"/>
                      <a:pt x="477" y="3073"/>
                      <a:pt x="453" y="3073"/>
                    </a:cubicBezTo>
                    <a:cubicBezTo>
                      <a:pt x="453" y="3049"/>
                      <a:pt x="453" y="3025"/>
                      <a:pt x="453" y="3002"/>
                    </a:cubicBezTo>
                    <a:cubicBezTo>
                      <a:pt x="405" y="2859"/>
                      <a:pt x="405" y="2716"/>
                      <a:pt x="381" y="2573"/>
                    </a:cubicBezTo>
                    <a:cubicBezTo>
                      <a:pt x="381" y="2263"/>
                      <a:pt x="381" y="1954"/>
                      <a:pt x="429" y="1668"/>
                    </a:cubicBezTo>
                    <a:cubicBezTo>
                      <a:pt x="453" y="1597"/>
                      <a:pt x="453" y="1525"/>
                      <a:pt x="477" y="1477"/>
                    </a:cubicBezTo>
                    <a:cubicBezTo>
                      <a:pt x="501" y="1406"/>
                      <a:pt x="572" y="1406"/>
                      <a:pt x="643" y="1382"/>
                    </a:cubicBezTo>
                    <a:cubicBezTo>
                      <a:pt x="786" y="1358"/>
                      <a:pt x="929" y="1335"/>
                      <a:pt x="1096" y="1311"/>
                    </a:cubicBezTo>
                    <a:cubicBezTo>
                      <a:pt x="1358" y="1287"/>
                      <a:pt x="1620" y="1287"/>
                      <a:pt x="1882" y="1239"/>
                    </a:cubicBezTo>
                    <a:cubicBezTo>
                      <a:pt x="1882" y="1358"/>
                      <a:pt x="1882" y="1454"/>
                      <a:pt x="1882" y="1549"/>
                    </a:cubicBezTo>
                    <a:cubicBezTo>
                      <a:pt x="1620" y="1549"/>
                      <a:pt x="1525" y="1930"/>
                      <a:pt x="1548" y="2144"/>
                    </a:cubicBezTo>
                    <a:cubicBezTo>
                      <a:pt x="1548" y="2311"/>
                      <a:pt x="1572" y="2478"/>
                      <a:pt x="1667" y="2597"/>
                    </a:cubicBezTo>
                    <a:cubicBezTo>
                      <a:pt x="1763" y="2716"/>
                      <a:pt x="1906" y="2763"/>
                      <a:pt x="2048" y="2787"/>
                    </a:cubicBezTo>
                    <a:cubicBezTo>
                      <a:pt x="2258" y="2827"/>
                      <a:pt x="2482" y="2844"/>
                      <a:pt x="2705" y="2844"/>
                    </a:cubicBezTo>
                    <a:cubicBezTo>
                      <a:pt x="2887" y="2844"/>
                      <a:pt x="3068" y="2832"/>
                      <a:pt x="3239" y="2811"/>
                    </a:cubicBezTo>
                    <a:cubicBezTo>
                      <a:pt x="3549" y="2763"/>
                      <a:pt x="3835" y="2621"/>
                      <a:pt x="3882" y="2287"/>
                    </a:cubicBezTo>
                    <a:cubicBezTo>
                      <a:pt x="3905" y="2078"/>
                      <a:pt x="3860" y="1572"/>
                      <a:pt x="3613" y="1572"/>
                    </a:cubicBezTo>
                    <a:cubicBezTo>
                      <a:pt x="3608" y="1572"/>
                      <a:pt x="3602" y="1572"/>
                      <a:pt x="3596" y="1573"/>
                    </a:cubicBezTo>
                    <a:cubicBezTo>
                      <a:pt x="3596" y="1477"/>
                      <a:pt x="3596" y="1382"/>
                      <a:pt x="3620" y="1287"/>
                    </a:cubicBezTo>
                    <a:cubicBezTo>
                      <a:pt x="3763" y="1287"/>
                      <a:pt x="3930" y="1263"/>
                      <a:pt x="4097" y="1239"/>
                    </a:cubicBezTo>
                    <a:cubicBezTo>
                      <a:pt x="4216" y="1239"/>
                      <a:pt x="4382" y="1239"/>
                      <a:pt x="4525" y="1216"/>
                    </a:cubicBezTo>
                    <a:lnTo>
                      <a:pt x="4525" y="1216"/>
                    </a:lnTo>
                    <a:cubicBezTo>
                      <a:pt x="4501" y="1335"/>
                      <a:pt x="4501" y="1430"/>
                      <a:pt x="4501" y="1549"/>
                    </a:cubicBezTo>
                    <a:cubicBezTo>
                      <a:pt x="4484" y="1545"/>
                      <a:pt x="4468" y="1543"/>
                      <a:pt x="4451" y="1543"/>
                    </a:cubicBezTo>
                    <a:cubicBezTo>
                      <a:pt x="4373" y="1543"/>
                      <a:pt x="4298" y="1585"/>
                      <a:pt x="4239" y="1644"/>
                    </a:cubicBezTo>
                    <a:cubicBezTo>
                      <a:pt x="4120" y="1763"/>
                      <a:pt x="4097" y="1954"/>
                      <a:pt x="4073" y="2120"/>
                    </a:cubicBezTo>
                    <a:cubicBezTo>
                      <a:pt x="4073" y="2263"/>
                      <a:pt x="4097" y="2430"/>
                      <a:pt x="4216" y="2549"/>
                    </a:cubicBezTo>
                    <a:cubicBezTo>
                      <a:pt x="4311" y="2668"/>
                      <a:pt x="4454" y="2716"/>
                      <a:pt x="4597" y="2740"/>
                    </a:cubicBezTo>
                    <a:cubicBezTo>
                      <a:pt x="4787" y="2787"/>
                      <a:pt x="4984" y="2805"/>
                      <a:pt x="5177" y="2805"/>
                    </a:cubicBezTo>
                    <a:cubicBezTo>
                      <a:pt x="5371" y="2805"/>
                      <a:pt x="5561" y="2787"/>
                      <a:pt x="5740" y="2763"/>
                    </a:cubicBezTo>
                    <a:cubicBezTo>
                      <a:pt x="6097" y="2740"/>
                      <a:pt x="6407" y="2621"/>
                      <a:pt x="6526" y="2240"/>
                    </a:cubicBezTo>
                    <a:cubicBezTo>
                      <a:pt x="6573" y="2073"/>
                      <a:pt x="6597" y="1859"/>
                      <a:pt x="6478" y="1716"/>
                    </a:cubicBezTo>
                    <a:cubicBezTo>
                      <a:pt x="6430" y="1620"/>
                      <a:pt x="6311" y="1573"/>
                      <a:pt x="6216" y="1549"/>
                    </a:cubicBezTo>
                    <a:cubicBezTo>
                      <a:pt x="6216" y="1454"/>
                      <a:pt x="6240" y="1335"/>
                      <a:pt x="6240" y="1239"/>
                    </a:cubicBezTo>
                    <a:lnTo>
                      <a:pt x="6311" y="1239"/>
                    </a:lnTo>
                    <a:cubicBezTo>
                      <a:pt x="6430" y="1239"/>
                      <a:pt x="6526" y="1216"/>
                      <a:pt x="6645" y="1216"/>
                    </a:cubicBezTo>
                    <a:cubicBezTo>
                      <a:pt x="6764" y="1216"/>
                      <a:pt x="6883" y="1216"/>
                      <a:pt x="6978" y="1192"/>
                    </a:cubicBezTo>
                    <a:lnTo>
                      <a:pt x="7145" y="1192"/>
                    </a:lnTo>
                    <a:cubicBezTo>
                      <a:pt x="7121" y="1287"/>
                      <a:pt x="7121" y="1406"/>
                      <a:pt x="7121" y="1525"/>
                    </a:cubicBezTo>
                    <a:cubicBezTo>
                      <a:pt x="7050" y="1525"/>
                      <a:pt x="6954" y="1573"/>
                      <a:pt x="6883" y="1668"/>
                    </a:cubicBezTo>
                    <a:cubicBezTo>
                      <a:pt x="6788" y="1787"/>
                      <a:pt x="6764" y="1978"/>
                      <a:pt x="6764" y="2120"/>
                    </a:cubicBezTo>
                    <a:cubicBezTo>
                      <a:pt x="6764" y="2287"/>
                      <a:pt x="6764" y="2454"/>
                      <a:pt x="6859" y="2597"/>
                    </a:cubicBezTo>
                    <a:cubicBezTo>
                      <a:pt x="6978" y="2716"/>
                      <a:pt x="7121" y="2763"/>
                      <a:pt x="7288" y="2811"/>
                    </a:cubicBezTo>
                    <a:cubicBezTo>
                      <a:pt x="7475" y="2854"/>
                      <a:pt x="7697" y="2884"/>
                      <a:pt x="7922" y="2884"/>
                    </a:cubicBezTo>
                    <a:cubicBezTo>
                      <a:pt x="8442" y="2884"/>
                      <a:pt x="8979" y="2724"/>
                      <a:pt x="9145" y="2192"/>
                    </a:cubicBezTo>
                    <a:cubicBezTo>
                      <a:pt x="9193" y="2025"/>
                      <a:pt x="9193" y="1835"/>
                      <a:pt x="9098" y="1716"/>
                    </a:cubicBezTo>
                    <a:cubicBezTo>
                      <a:pt x="9026" y="1620"/>
                      <a:pt x="8931" y="1573"/>
                      <a:pt x="8836" y="1573"/>
                    </a:cubicBezTo>
                    <a:cubicBezTo>
                      <a:pt x="8836" y="1430"/>
                      <a:pt x="8859" y="1287"/>
                      <a:pt x="8859" y="1144"/>
                    </a:cubicBezTo>
                    <a:lnTo>
                      <a:pt x="9979" y="1144"/>
                    </a:lnTo>
                    <a:cubicBezTo>
                      <a:pt x="10007" y="1144"/>
                      <a:pt x="10059" y="1140"/>
                      <a:pt x="10113" y="1140"/>
                    </a:cubicBezTo>
                    <a:close/>
                    <a:moveTo>
                      <a:pt x="9526" y="9527"/>
                    </a:moveTo>
                    <a:cubicBezTo>
                      <a:pt x="9574" y="9527"/>
                      <a:pt x="9645" y="9551"/>
                      <a:pt x="9693" y="9551"/>
                    </a:cubicBezTo>
                    <a:cubicBezTo>
                      <a:pt x="9812" y="9574"/>
                      <a:pt x="9931" y="9574"/>
                      <a:pt x="10026" y="9574"/>
                    </a:cubicBezTo>
                    <a:cubicBezTo>
                      <a:pt x="10074" y="9598"/>
                      <a:pt x="10145" y="9598"/>
                      <a:pt x="10217" y="9598"/>
                    </a:cubicBezTo>
                    <a:cubicBezTo>
                      <a:pt x="10169" y="9717"/>
                      <a:pt x="10122" y="9813"/>
                      <a:pt x="10026" y="9908"/>
                    </a:cubicBezTo>
                    <a:cubicBezTo>
                      <a:pt x="9788" y="10146"/>
                      <a:pt x="9550" y="10384"/>
                      <a:pt x="9264" y="10551"/>
                    </a:cubicBezTo>
                    <a:cubicBezTo>
                      <a:pt x="9288" y="10479"/>
                      <a:pt x="9312" y="10384"/>
                      <a:pt x="9312" y="10289"/>
                    </a:cubicBezTo>
                    <a:cubicBezTo>
                      <a:pt x="9360" y="10051"/>
                      <a:pt x="9407" y="9813"/>
                      <a:pt x="9479" y="9574"/>
                    </a:cubicBezTo>
                    <a:cubicBezTo>
                      <a:pt x="9479" y="9527"/>
                      <a:pt x="9479" y="9551"/>
                      <a:pt x="9526" y="9527"/>
                    </a:cubicBezTo>
                    <a:close/>
                    <a:moveTo>
                      <a:pt x="10241" y="3335"/>
                    </a:moveTo>
                    <a:lnTo>
                      <a:pt x="10241" y="3335"/>
                    </a:lnTo>
                    <a:cubicBezTo>
                      <a:pt x="10217" y="3573"/>
                      <a:pt x="10217" y="3811"/>
                      <a:pt x="10217" y="4049"/>
                    </a:cubicBezTo>
                    <a:cubicBezTo>
                      <a:pt x="10193" y="4454"/>
                      <a:pt x="10193" y="4835"/>
                      <a:pt x="10217" y="5240"/>
                    </a:cubicBezTo>
                    <a:cubicBezTo>
                      <a:pt x="10241" y="6050"/>
                      <a:pt x="10312" y="6860"/>
                      <a:pt x="10312" y="7693"/>
                    </a:cubicBezTo>
                    <a:cubicBezTo>
                      <a:pt x="10336" y="8074"/>
                      <a:pt x="10336" y="8479"/>
                      <a:pt x="10312" y="8860"/>
                    </a:cubicBezTo>
                    <a:cubicBezTo>
                      <a:pt x="10312" y="9027"/>
                      <a:pt x="10312" y="9193"/>
                      <a:pt x="10288" y="9360"/>
                    </a:cubicBezTo>
                    <a:lnTo>
                      <a:pt x="10241" y="9360"/>
                    </a:lnTo>
                    <a:cubicBezTo>
                      <a:pt x="10122" y="9336"/>
                      <a:pt x="9979" y="9312"/>
                      <a:pt x="9860" y="9312"/>
                    </a:cubicBezTo>
                    <a:cubicBezTo>
                      <a:pt x="9769" y="9301"/>
                      <a:pt x="9656" y="9274"/>
                      <a:pt x="9551" y="9274"/>
                    </a:cubicBezTo>
                    <a:cubicBezTo>
                      <a:pt x="9435" y="9274"/>
                      <a:pt x="9327" y="9307"/>
                      <a:pt x="9264" y="9431"/>
                    </a:cubicBezTo>
                    <a:cubicBezTo>
                      <a:pt x="9217" y="9527"/>
                      <a:pt x="9193" y="9646"/>
                      <a:pt x="9169" y="9765"/>
                    </a:cubicBezTo>
                    <a:cubicBezTo>
                      <a:pt x="9145" y="9884"/>
                      <a:pt x="9098" y="10027"/>
                      <a:pt x="9074" y="10170"/>
                    </a:cubicBezTo>
                    <a:cubicBezTo>
                      <a:pt x="9050" y="10313"/>
                      <a:pt x="9026" y="10432"/>
                      <a:pt x="8978" y="10575"/>
                    </a:cubicBezTo>
                    <a:cubicBezTo>
                      <a:pt x="8978" y="10598"/>
                      <a:pt x="8978" y="10646"/>
                      <a:pt x="8955" y="10694"/>
                    </a:cubicBezTo>
                    <a:cubicBezTo>
                      <a:pt x="8717" y="10765"/>
                      <a:pt x="8455" y="10765"/>
                      <a:pt x="8193" y="10765"/>
                    </a:cubicBezTo>
                    <a:cubicBezTo>
                      <a:pt x="6549" y="10741"/>
                      <a:pt x="4906" y="10717"/>
                      <a:pt x="3263" y="10694"/>
                    </a:cubicBezTo>
                    <a:cubicBezTo>
                      <a:pt x="2453" y="10694"/>
                      <a:pt x="1620" y="10670"/>
                      <a:pt x="810" y="10598"/>
                    </a:cubicBezTo>
                    <a:cubicBezTo>
                      <a:pt x="715" y="10575"/>
                      <a:pt x="620" y="10575"/>
                      <a:pt x="501" y="10551"/>
                    </a:cubicBezTo>
                    <a:cubicBezTo>
                      <a:pt x="453" y="10551"/>
                      <a:pt x="381" y="10551"/>
                      <a:pt x="334" y="10527"/>
                    </a:cubicBezTo>
                    <a:cubicBezTo>
                      <a:pt x="286" y="10479"/>
                      <a:pt x="310" y="10360"/>
                      <a:pt x="310" y="10313"/>
                    </a:cubicBezTo>
                    <a:cubicBezTo>
                      <a:pt x="310" y="10194"/>
                      <a:pt x="310" y="10074"/>
                      <a:pt x="310" y="9955"/>
                    </a:cubicBezTo>
                    <a:cubicBezTo>
                      <a:pt x="310" y="9527"/>
                      <a:pt x="334" y="9122"/>
                      <a:pt x="334" y="8693"/>
                    </a:cubicBezTo>
                    <a:cubicBezTo>
                      <a:pt x="358" y="7764"/>
                      <a:pt x="405" y="6860"/>
                      <a:pt x="429" y="5931"/>
                    </a:cubicBezTo>
                    <a:cubicBezTo>
                      <a:pt x="453" y="5097"/>
                      <a:pt x="501" y="4240"/>
                      <a:pt x="524" y="3406"/>
                    </a:cubicBezTo>
                    <a:cubicBezTo>
                      <a:pt x="548" y="3406"/>
                      <a:pt x="548" y="3430"/>
                      <a:pt x="572" y="3430"/>
                    </a:cubicBezTo>
                    <a:cubicBezTo>
                      <a:pt x="882" y="3454"/>
                      <a:pt x="1215" y="3454"/>
                      <a:pt x="1525" y="3454"/>
                    </a:cubicBezTo>
                    <a:cubicBezTo>
                      <a:pt x="2144" y="3430"/>
                      <a:pt x="2763" y="3430"/>
                      <a:pt x="3382" y="3430"/>
                    </a:cubicBezTo>
                    <a:lnTo>
                      <a:pt x="7216" y="3430"/>
                    </a:lnTo>
                    <a:cubicBezTo>
                      <a:pt x="7835" y="3406"/>
                      <a:pt x="8478" y="3406"/>
                      <a:pt x="9098" y="3406"/>
                    </a:cubicBezTo>
                    <a:cubicBezTo>
                      <a:pt x="9304" y="3406"/>
                      <a:pt x="9500" y="3417"/>
                      <a:pt x="9699" y="3417"/>
                    </a:cubicBezTo>
                    <a:cubicBezTo>
                      <a:pt x="9799" y="3417"/>
                      <a:pt x="9899" y="3414"/>
                      <a:pt x="10002" y="3406"/>
                    </a:cubicBezTo>
                    <a:cubicBezTo>
                      <a:pt x="10098" y="3383"/>
                      <a:pt x="10169" y="3383"/>
                      <a:pt x="10241" y="3335"/>
                    </a:cubicBezTo>
                    <a:close/>
                    <a:moveTo>
                      <a:pt x="10288" y="10051"/>
                    </a:moveTo>
                    <a:lnTo>
                      <a:pt x="10288" y="10051"/>
                    </a:lnTo>
                    <a:cubicBezTo>
                      <a:pt x="10264" y="10217"/>
                      <a:pt x="10241" y="10360"/>
                      <a:pt x="10193" y="10503"/>
                    </a:cubicBezTo>
                    <a:cubicBezTo>
                      <a:pt x="10169" y="10598"/>
                      <a:pt x="10145" y="10694"/>
                      <a:pt x="10098" y="10789"/>
                    </a:cubicBezTo>
                    <a:cubicBezTo>
                      <a:pt x="10050" y="10773"/>
                      <a:pt x="9997" y="10768"/>
                      <a:pt x="9943" y="10768"/>
                    </a:cubicBezTo>
                    <a:cubicBezTo>
                      <a:pt x="9833" y="10768"/>
                      <a:pt x="9717" y="10789"/>
                      <a:pt x="9621" y="10789"/>
                    </a:cubicBezTo>
                    <a:cubicBezTo>
                      <a:pt x="9550" y="10813"/>
                      <a:pt x="9502" y="10813"/>
                      <a:pt x="9431" y="10813"/>
                    </a:cubicBezTo>
                    <a:cubicBezTo>
                      <a:pt x="9574" y="10717"/>
                      <a:pt x="9693" y="10622"/>
                      <a:pt x="9812" y="10527"/>
                    </a:cubicBezTo>
                    <a:cubicBezTo>
                      <a:pt x="9979" y="10384"/>
                      <a:pt x="10145" y="10241"/>
                      <a:pt x="10288" y="10051"/>
                    </a:cubicBezTo>
                    <a:close/>
                    <a:moveTo>
                      <a:pt x="405" y="10837"/>
                    </a:moveTo>
                    <a:lnTo>
                      <a:pt x="405" y="10837"/>
                    </a:lnTo>
                    <a:cubicBezTo>
                      <a:pt x="477" y="10860"/>
                      <a:pt x="548" y="10860"/>
                      <a:pt x="620" y="10860"/>
                    </a:cubicBezTo>
                    <a:cubicBezTo>
                      <a:pt x="810" y="10884"/>
                      <a:pt x="1024" y="10908"/>
                      <a:pt x="1239" y="10908"/>
                    </a:cubicBezTo>
                    <a:cubicBezTo>
                      <a:pt x="1667" y="10956"/>
                      <a:pt x="2096" y="10979"/>
                      <a:pt x="2549" y="10979"/>
                    </a:cubicBezTo>
                    <a:cubicBezTo>
                      <a:pt x="4263" y="11027"/>
                      <a:pt x="5978" y="11027"/>
                      <a:pt x="7692" y="11051"/>
                    </a:cubicBezTo>
                    <a:cubicBezTo>
                      <a:pt x="7954" y="11051"/>
                      <a:pt x="8216" y="11075"/>
                      <a:pt x="8502" y="11075"/>
                    </a:cubicBezTo>
                    <a:lnTo>
                      <a:pt x="9145" y="11075"/>
                    </a:lnTo>
                    <a:cubicBezTo>
                      <a:pt x="9312" y="11075"/>
                      <a:pt x="9479" y="11051"/>
                      <a:pt x="9645" y="11051"/>
                    </a:cubicBezTo>
                    <a:cubicBezTo>
                      <a:pt x="9764" y="11051"/>
                      <a:pt x="9883" y="11051"/>
                      <a:pt x="10002" y="11027"/>
                    </a:cubicBezTo>
                    <a:lnTo>
                      <a:pt x="10002" y="11027"/>
                    </a:lnTo>
                    <a:cubicBezTo>
                      <a:pt x="9907" y="11170"/>
                      <a:pt x="9812" y="11337"/>
                      <a:pt x="9693" y="11456"/>
                    </a:cubicBezTo>
                    <a:cubicBezTo>
                      <a:pt x="9550" y="11599"/>
                      <a:pt x="9407" y="11646"/>
                      <a:pt x="9217" y="11646"/>
                    </a:cubicBezTo>
                    <a:cubicBezTo>
                      <a:pt x="9002" y="11646"/>
                      <a:pt x="8788" y="11646"/>
                      <a:pt x="8597" y="11622"/>
                    </a:cubicBezTo>
                    <a:lnTo>
                      <a:pt x="7335" y="11622"/>
                    </a:lnTo>
                    <a:cubicBezTo>
                      <a:pt x="5644" y="11575"/>
                      <a:pt x="3954" y="11551"/>
                      <a:pt x="2287" y="11527"/>
                    </a:cubicBezTo>
                    <a:lnTo>
                      <a:pt x="1548" y="11527"/>
                    </a:lnTo>
                    <a:lnTo>
                      <a:pt x="1191" y="11503"/>
                    </a:lnTo>
                    <a:cubicBezTo>
                      <a:pt x="1144" y="11503"/>
                      <a:pt x="1090" y="11509"/>
                      <a:pt x="1036" y="11509"/>
                    </a:cubicBezTo>
                    <a:cubicBezTo>
                      <a:pt x="983" y="11509"/>
                      <a:pt x="929" y="11503"/>
                      <a:pt x="882" y="11480"/>
                    </a:cubicBezTo>
                    <a:cubicBezTo>
                      <a:pt x="810" y="11432"/>
                      <a:pt x="739" y="11337"/>
                      <a:pt x="691" y="11265"/>
                    </a:cubicBezTo>
                    <a:cubicBezTo>
                      <a:pt x="620" y="11170"/>
                      <a:pt x="548" y="11075"/>
                      <a:pt x="501" y="10979"/>
                    </a:cubicBezTo>
                    <a:cubicBezTo>
                      <a:pt x="477" y="10932"/>
                      <a:pt x="429" y="10884"/>
                      <a:pt x="405" y="10837"/>
                    </a:cubicBezTo>
                    <a:close/>
                    <a:moveTo>
                      <a:pt x="8026" y="1"/>
                    </a:moveTo>
                    <a:cubicBezTo>
                      <a:pt x="7859" y="25"/>
                      <a:pt x="7692" y="25"/>
                      <a:pt x="7550" y="96"/>
                    </a:cubicBezTo>
                    <a:cubicBezTo>
                      <a:pt x="7431" y="168"/>
                      <a:pt x="7359" y="263"/>
                      <a:pt x="7311" y="358"/>
                    </a:cubicBezTo>
                    <a:cubicBezTo>
                      <a:pt x="7216" y="501"/>
                      <a:pt x="7192" y="668"/>
                      <a:pt x="7169" y="834"/>
                    </a:cubicBezTo>
                    <a:cubicBezTo>
                      <a:pt x="7169" y="882"/>
                      <a:pt x="7169" y="906"/>
                      <a:pt x="7169" y="930"/>
                    </a:cubicBezTo>
                    <a:lnTo>
                      <a:pt x="6645" y="930"/>
                    </a:lnTo>
                    <a:cubicBezTo>
                      <a:pt x="6526" y="930"/>
                      <a:pt x="6430" y="954"/>
                      <a:pt x="6311" y="954"/>
                    </a:cubicBezTo>
                    <a:lnTo>
                      <a:pt x="6240" y="954"/>
                    </a:lnTo>
                    <a:cubicBezTo>
                      <a:pt x="6240" y="882"/>
                      <a:pt x="6240" y="811"/>
                      <a:pt x="6216" y="715"/>
                    </a:cubicBezTo>
                    <a:cubicBezTo>
                      <a:pt x="6192" y="477"/>
                      <a:pt x="6168" y="192"/>
                      <a:pt x="5906" y="72"/>
                    </a:cubicBezTo>
                    <a:cubicBezTo>
                      <a:pt x="5740" y="25"/>
                      <a:pt x="5549" y="25"/>
                      <a:pt x="5382" y="25"/>
                    </a:cubicBezTo>
                    <a:cubicBezTo>
                      <a:pt x="5240" y="25"/>
                      <a:pt x="5073" y="49"/>
                      <a:pt x="4930" y="120"/>
                    </a:cubicBezTo>
                    <a:cubicBezTo>
                      <a:pt x="4811" y="192"/>
                      <a:pt x="4716" y="287"/>
                      <a:pt x="4692" y="382"/>
                    </a:cubicBezTo>
                    <a:cubicBezTo>
                      <a:pt x="4597" y="525"/>
                      <a:pt x="4573" y="692"/>
                      <a:pt x="4549" y="858"/>
                    </a:cubicBezTo>
                    <a:cubicBezTo>
                      <a:pt x="4549" y="906"/>
                      <a:pt x="4549" y="930"/>
                      <a:pt x="4525" y="954"/>
                    </a:cubicBezTo>
                    <a:cubicBezTo>
                      <a:pt x="4478" y="946"/>
                      <a:pt x="4430" y="943"/>
                      <a:pt x="4382" y="943"/>
                    </a:cubicBezTo>
                    <a:cubicBezTo>
                      <a:pt x="4287" y="943"/>
                      <a:pt x="4192" y="954"/>
                      <a:pt x="4097" y="954"/>
                    </a:cubicBezTo>
                    <a:cubicBezTo>
                      <a:pt x="3930" y="977"/>
                      <a:pt x="3763" y="977"/>
                      <a:pt x="3620" y="1001"/>
                    </a:cubicBezTo>
                    <a:cubicBezTo>
                      <a:pt x="3620" y="906"/>
                      <a:pt x="3620" y="834"/>
                      <a:pt x="3596" y="739"/>
                    </a:cubicBezTo>
                    <a:cubicBezTo>
                      <a:pt x="3573" y="501"/>
                      <a:pt x="3549" y="192"/>
                      <a:pt x="3287" y="96"/>
                    </a:cubicBezTo>
                    <a:cubicBezTo>
                      <a:pt x="3120" y="25"/>
                      <a:pt x="2930" y="25"/>
                      <a:pt x="2763" y="25"/>
                    </a:cubicBezTo>
                    <a:cubicBezTo>
                      <a:pt x="2620" y="49"/>
                      <a:pt x="2453" y="49"/>
                      <a:pt x="2310" y="144"/>
                    </a:cubicBezTo>
                    <a:cubicBezTo>
                      <a:pt x="2191" y="192"/>
                      <a:pt x="2096" y="287"/>
                      <a:pt x="2048" y="406"/>
                    </a:cubicBezTo>
                    <a:cubicBezTo>
                      <a:pt x="1977" y="525"/>
                      <a:pt x="1953" y="715"/>
                      <a:pt x="1929" y="882"/>
                    </a:cubicBezTo>
                    <a:cubicBezTo>
                      <a:pt x="1929" y="930"/>
                      <a:pt x="1906" y="977"/>
                      <a:pt x="1906" y="1025"/>
                    </a:cubicBezTo>
                    <a:cubicBezTo>
                      <a:pt x="1829" y="1019"/>
                      <a:pt x="1752" y="1016"/>
                      <a:pt x="1676" y="1016"/>
                    </a:cubicBezTo>
                    <a:cubicBezTo>
                      <a:pt x="1467" y="1016"/>
                      <a:pt x="1257" y="1038"/>
                      <a:pt x="1048" y="1073"/>
                    </a:cubicBezTo>
                    <a:cubicBezTo>
                      <a:pt x="905" y="1073"/>
                      <a:pt x="762" y="1096"/>
                      <a:pt x="620" y="1120"/>
                    </a:cubicBezTo>
                    <a:cubicBezTo>
                      <a:pt x="501" y="1144"/>
                      <a:pt x="358" y="1168"/>
                      <a:pt x="286" y="1287"/>
                    </a:cubicBezTo>
                    <a:cubicBezTo>
                      <a:pt x="239" y="1382"/>
                      <a:pt x="215" y="1501"/>
                      <a:pt x="191" y="1620"/>
                    </a:cubicBezTo>
                    <a:cubicBezTo>
                      <a:pt x="167" y="1763"/>
                      <a:pt x="167" y="1906"/>
                      <a:pt x="143" y="2049"/>
                    </a:cubicBezTo>
                    <a:cubicBezTo>
                      <a:pt x="119" y="2359"/>
                      <a:pt x="119" y="2644"/>
                      <a:pt x="167" y="2930"/>
                    </a:cubicBezTo>
                    <a:cubicBezTo>
                      <a:pt x="167" y="3049"/>
                      <a:pt x="191" y="3192"/>
                      <a:pt x="262" y="3287"/>
                    </a:cubicBezTo>
                    <a:cubicBezTo>
                      <a:pt x="286" y="3287"/>
                      <a:pt x="286" y="3311"/>
                      <a:pt x="310" y="3335"/>
                    </a:cubicBezTo>
                    <a:cubicBezTo>
                      <a:pt x="239" y="4145"/>
                      <a:pt x="215" y="4954"/>
                      <a:pt x="167" y="5764"/>
                    </a:cubicBezTo>
                    <a:cubicBezTo>
                      <a:pt x="119" y="6598"/>
                      <a:pt x="96" y="7455"/>
                      <a:pt x="72" y="8312"/>
                    </a:cubicBezTo>
                    <a:cubicBezTo>
                      <a:pt x="48" y="8765"/>
                      <a:pt x="24" y="9193"/>
                      <a:pt x="24" y="9622"/>
                    </a:cubicBezTo>
                    <a:cubicBezTo>
                      <a:pt x="24" y="9836"/>
                      <a:pt x="0" y="10051"/>
                      <a:pt x="0" y="10265"/>
                    </a:cubicBezTo>
                    <a:cubicBezTo>
                      <a:pt x="0" y="10336"/>
                      <a:pt x="0" y="10408"/>
                      <a:pt x="0" y="10503"/>
                    </a:cubicBezTo>
                    <a:cubicBezTo>
                      <a:pt x="48" y="10717"/>
                      <a:pt x="143" y="10884"/>
                      <a:pt x="262" y="11075"/>
                    </a:cubicBezTo>
                    <a:cubicBezTo>
                      <a:pt x="358" y="11241"/>
                      <a:pt x="453" y="11432"/>
                      <a:pt x="572" y="11575"/>
                    </a:cubicBezTo>
                    <a:cubicBezTo>
                      <a:pt x="715" y="11741"/>
                      <a:pt x="882" y="11789"/>
                      <a:pt x="1072" y="11789"/>
                    </a:cubicBezTo>
                    <a:cubicBezTo>
                      <a:pt x="1310" y="11789"/>
                      <a:pt x="1525" y="11789"/>
                      <a:pt x="1739" y="11813"/>
                    </a:cubicBezTo>
                    <a:lnTo>
                      <a:pt x="4501" y="11861"/>
                    </a:lnTo>
                    <a:lnTo>
                      <a:pt x="7216" y="11908"/>
                    </a:lnTo>
                    <a:lnTo>
                      <a:pt x="8597" y="11932"/>
                    </a:lnTo>
                    <a:cubicBezTo>
                      <a:pt x="8758" y="11932"/>
                      <a:pt x="8935" y="11949"/>
                      <a:pt x="9112" y="11949"/>
                    </a:cubicBezTo>
                    <a:cubicBezTo>
                      <a:pt x="9354" y="11949"/>
                      <a:pt x="9595" y="11917"/>
                      <a:pt x="9788" y="11765"/>
                    </a:cubicBezTo>
                    <a:cubicBezTo>
                      <a:pt x="10098" y="11527"/>
                      <a:pt x="10312" y="11075"/>
                      <a:pt x="10431" y="10694"/>
                    </a:cubicBezTo>
                    <a:cubicBezTo>
                      <a:pt x="10574" y="10313"/>
                      <a:pt x="10622" y="9908"/>
                      <a:pt x="10574" y="9503"/>
                    </a:cubicBezTo>
                    <a:cubicBezTo>
                      <a:pt x="10598" y="9408"/>
                      <a:pt x="10598" y="9289"/>
                      <a:pt x="10598" y="9193"/>
                    </a:cubicBezTo>
                    <a:cubicBezTo>
                      <a:pt x="10622" y="8979"/>
                      <a:pt x="10622" y="8765"/>
                      <a:pt x="10622" y="8550"/>
                    </a:cubicBezTo>
                    <a:cubicBezTo>
                      <a:pt x="10645" y="6860"/>
                      <a:pt x="10407" y="5193"/>
                      <a:pt x="10526" y="3502"/>
                    </a:cubicBezTo>
                    <a:cubicBezTo>
                      <a:pt x="10550" y="3192"/>
                      <a:pt x="10550" y="2906"/>
                      <a:pt x="10574" y="2597"/>
                    </a:cubicBezTo>
                    <a:cubicBezTo>
                      <a:pt x="10598" y="2430"/>
                      <a:pt x="10598" y="2263"/>
                      <a:pt x="10622" y="2073"/>
                    </a:cubicBezTo>
                    <a:cubicBezTo>
                      <a:pt x="10622" y="1906"/>
                      <a:pt x="10622" y="1739"/>
                      <a:pt x="10622" y="1549"/>
                    </a:cubicBezTo>
                    <a:cubicBezTo>
                      <a:pt x="10622" y="1406"/>
                      <a:pt x="10645" y="1239"/>
                      <a:pt x="10598" y="1096"/>
                    </a:cubicBezTo>
                    <a:cubicBezTo>
                      <a:pt x="10533" y="885"/>
                      <a:pt x="10323" y="851"/>
                      <a:pt x="10112" y="851"/>
                    </a:cubicBezTo>
                    <a:cubicBezTo>
                      <a:pt x="10015" y="851"/>
                      <a:pt x="9919" y="858"/>
                      <a:pt x="9836" y="858"/>
                    </a:cubicBezTo>
                    <a:lnTo>
                      <a:pt x="8859" y="858"/>
                    </a:lnTo>
                    <a:cubicBezTo>
                      <a:pt x="8859" y="811"/>
                      <a:pt x="8859" y="763"/>
                      <a:pt x="8836" y="715"/>
                    </a:cubicBezTo>
                    <a:cubicBezTo>
                      <a:pt x="8836" y="453"/>
                      <a:pt x="8788" y="168"/>
                      <a:pt x="8526" y="72"/>
                    </a:cubicBezTo>
                    <a:cubicBezTo>
                      <a:pt x="8359" y="1"/>
                      <a:pt x="8169" y="1"/>
                      <a:pt x="802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7" name="Google Shape;15017;p46"/>
              <p:cNvSpPr/>
              <p:nvPr/>
            </p:nvSpPr>
            <p:spPr>
              <a:xfrm>
                <a:off x="7810043" y="1798742"/>
                <a:ext cx="154168" cy="195052"/>
              </a:xfrm>
              <a:custGeom>
                <a:rect b="b" l="l" r="r" t="t"/>
                <a:pathLst>
                  <a:path extrusionOk="0" h="5997" w="4740">
                    <a:moveTo>
                      <a:pt x="2954" y="233"/>
                    </a:moveTo>
                    <a:cubicBezTo>
                      <a:pt x="3175" y="273"/>
                      <a:pt x="3379" y="416"/>
                      <a:pt x="3610" y="416"/>
                    </a:cubicBezTo>
                    <a:cubicBezTo>
                      <a:pt x="3652" y="416"/>
                      <a:pt x="3695" y="411"/>
                      <a:pt x="3740" y="400"/>
                    </a:cubicBezTo>
                    <a:cubicBezTo>
                      <a:pt x="3811" y="388"/>
                      <a:pt x="3871" y="376"/>
                      <a:pt x="3927" y="376"/>
                    </a:cubicBezTo>
                    <a:cubicBezTo>
                      <a:pt x="3984" y="376"/>
                      <a:pt x="4037" y="388"/>
                      <a:pt x="4097" y="424"/>
                    </a:cubicBezTo>
                    <a:cubicBezTo>
                      <a:pt x="4216" y="519"/>
                      <a:pt x="4287" y="638"/>
                      <a:pt x="4287" y="757"/>
                    </a:cubicBezTo>
                    <a:cubicBezTo>
                      <a:pt x="4287" y="900"/>
                      <a:pt x="4216" y="1019"/>
                      <a:pt x="4144" y="1138"/>
                    </a:cubicBezTo>
                    <a:cubicBezTo>
                      <a:pt x="4049" y="1233"/>
                      <a:pt x="3978" y="1329"/>
                      <a:pt x="3978" y="1471"/>
                    </a:cubicBezTo>
                    <a:cubicBezTo>
                      <a:pt x="3978" y="1614"/>
                      <a:pt x="4001" y="1733"/>
                      <a:pt x="3930" y="1852"/>
                    </a:cubicBezTo>
                    <a:cubicBezTo>
                      <a:pt x="3859" y="1972"/>
                      <a:pt x="3763" y="2067"/>
                      <a:pt x="3668" y="2114"/>
                    </a:cubicBezTo>
                    <a:cubicBezTo>
                      <a:pt x="3644" y="2138"/>
                      <a:pt x="3620" y="2186"/>
                      <a:pt x="3620" y="2234"/>
                    </a:cubicBezTo>
                    <a:cubicBezTo>
                      <a:pt x="3692" y="2424"/>
                      <a:pt x="3716" y="2686"/>
                      <a:pt x="3597" y="2876"/>
                    </a:cubicBezTo>
                    <a:cubicBezTo>
                      <a:pt x="3549" y="3019"/>
                      <a:pt x="3382" y="3138"/>
                      <a:pt x="3239" y="3138"/>
                    </a:cubicBezTo>
                    <a:cubicBezTo>
                      <a:pt x="3049" y="3138"/>
                      <a:pt x="2954" y="3019"/>
                      <a:pt x="2906" y="2853"/>
                    </a:cubicBezTo>
                    <a:cubicBezTo>
                      <a:pt x="2835" y="2662"/>
                      <a:pt x="2882" y="2400"/>
                      <a:pt x="2977" y="2210"/>
                    </a:cubicBezTo>
                    <a:cubicBezTo>
                      <a:pt x="3001" y="2138"/>
                      <a:pt x="2977" y="2043"/>
                      <a:pt x="2882" y="2019"/>
                    </a:cubicBezTo>
                    <a:cubicBezTo>
                      <a:pt x="2787" y="1995"/>
                      <a:pt x="2692" y="1948"/>
                      <a:pt x="2620" y="1852"/>
                    </a:cubicBezTo>
                    <a:cubicBezTo>
                      <a:pt x="2525" y="1781"/>
                      <a:pt x="2501" y="1686"/>
                      <a:pt x="2454" y="1591"/>
                    </a:cubicBezTo>
                    <a:cubicBezTo>
                      <a:pt x="2430" y="1495"/>
                      <a:pt x="2358" y="1448"/>
                      <a:pt x="2239" y="1448"/>
                    </a:cubicBezTo>
                    <a:lnTo>
                      <a:pt x="1906" y="1448"/>
                    </a:lnTo>
                    <a:cubicBezTo>
                      <a:pt x="1691" y="1448"/>
                      <a:pt x="1430" y="1376"/>
                      <a:pt x="1406" y="1114"/>
                    </a:cubicBezTo>
                    <a:cubicBezTo>
                      <a:pt x="1385" y="911"/>
                      <a:pt x="1557" y="742"/>
                      <a:pt x="1741" y="742"/>
                    </a:cubicBezTo>
                    <a:cubicBezTo>
                      <a:pt x="1772" y="742"/>
                      <a:pt x="1803" y="747"/>
                      <a:pt x="1834" y="757"/>
                    </a:cubicBezTo>
                    <a:cubicBezTo>
                      <a:pt x="1847" y="760"/>
                      <a:pt x="1859" y="762"/>
                      <a:pt x="1871" y="762"/>
                    </a:cubicBezTo>
                    <a:cubicBezTo>
                      <a:pt x="1947" y="762"/>
                      <a:pt x="2001" y="700"/>
                      <a:pt x="2001" y="638"/>
                    </a:cubicBezTo>
                    <a:cubicBezTo>
                      <a:pt x="2001" y="328"/>
                      <a:pt x="2358" y="233"/>
                      <a:pt x="2596" y="233"/>
                    </a:cubicBezTo>
                    <a:close/>
                    <a:moveTo>
                      <a:pt x="1239" y="2972"/>
                    </a:moveTo>
                    <a:cubicBezTo>
                      <a:pt x="1239" y="3258"/>
                      <a:pt x="1263" y="3567"/>
                      <a:pt x="1287" y="3877"/>
                    </a:cubicBezTo>
                    <a:cubicBezTo>
                      <a:pt x="1287" y="3901"/>
                      <a:pt x="1287" y="3948"/>
                      <a:pt x="1287" y="3972"/>
                    </a:cubicBezTo>
                    <a:cubicBezTo>
                      <a:pt x="1223" y="3972"/>
                      <a:pt x="1149" y="3983"/>
                      <a:pt x="1078" y="3983"/>
                    </a:cubicBezTo>
                    <a:cubicBezTo>
                      <a:pt x="1043" y="3983"/>
                      <a:pt x="1009" y="3980"/>
                      <a:pt x="977" y="3972"/>
                    </a:cubicBezTo>
                    <a:cubicBezTo>
                      <a:pt x="882" y="3972"/>
                      <a:pt x="834" y="3924"/>
                      <a:pt x="834" y="3829"/>
                    </a:cubicBezTo>
                    <a:cubicBezTo>
                      <a:pt x="810" y="3734"/>
                      <a:pt x="810" y="3639"/>
                      <a:pt x="810" y="3543"/>
                    </a:cubicBezTo>
                    <a:cubicBezTo>
                      <a:pt x="787" y="3400"/>
                      <a:pt x="763" y="3210"/>
                      <a:pt x="882" y="3091"/>
                    </a:cubicBezTo>
                    <a:cubicBezTo>
                      <a:pt x="977" y="2996"/>
                      <a:pt x="1120" y="2996"/>
                      <a:pt x="1239" y="2972"/>
                    </a:cubicBezTo>
                    <a:close/>
                    <a:moveTo>
                      <a:pt x="1215" y="2210"/>
                    </a:moveTo>
                    <a:cubicBezTo>
                      <a:pt x="1215" y="2329"/>
                      <a:pt x="1215" y="2448"/>
                      <a:pt x="1215" y="2543"/>
                    </a:cubicBezTo>
                    <a:cubicBezTo>
                      <a:pt x="1215" y="2615"/>
                      <a:pt x="1215" y="2710"/>
                      <a:pt x="1239" y="2781"/>
                    </a:cubicBezTo>
                    <a:cubicBezTo>
                      <a:pt x="1202" y="2771"/>
                      <a:pt x="1164" y="2766"/>
                      <a:pt x="1124" y="2766"/>
                    </a:cubicBezTo>
                    <a:cubicBezTo>
                      <a:pt x="983" y="2766"/>
                      <a:pt x="832" y="2826"/>
                      <a:pt x="739" y="2900"/>
                    </a:cubicBezTo>
                    <a:cubicBezTo>
                      <a:pt x="548" y="3067"/>
                      <a:pt x="572" y="3329"/>
                      <a:pt x="572" y="3543"/>
                    </a:cubicBezTo>
                    <a:cubicBezTo>
                      <a:pt x="596" y="3758"/>
                      <a:pt x="572" y="4067"/>
                      <a:pt x="787" y="4162"/>
                    </a:cubicBezTo>
                    <a:cubicBezTo>
                      <a:pt x="882" y="4234"/>
                      <a:pt x="1025" y="4234"/>
                      <a:pt x="1144" y="4234"/>
                    </a:cubicBezTo>
                    <a:cubicBezTo>
                      <a:pt x="1176" y="4234"/>
                      <a:pt x="1207" y="4245"/>
                      <a:pt x="1239" y="4245"/>
                    </a:cubicBezTo>
                    <a:cubicBezTo>
                      <a:pt x="1255" y="4245"/>
                      <a:pt x="1271" y="4242"/>
                      <a:pt x="1287" y="4234"/>
                    </a:cubicBezTo>
                    <a:cubicBezTo>
                      <a:pt x="1310" y="4353"/>
                      <a:pt x="1310" y="4472"/>
                      <a:pt x="1310" y="4567"/>
                    </a:cubicBezTo>
                    <a:cubicBezTo>
                      <a:pt x="1144" y="4591"/>
                      <a:pt x="977" y="4615"/>
                      <a:pt x="787" y="4639"/>
                    </a:cubicBezTo>
                    <a:cubicBezTo>
                      <a:pt x="667" y="4639"/>
                      <a:pt x="501" y="4615"/>
                      <a:pt x="406" y="4520"/>
                    </a:cubicBezTo>
                    <a:cubicBezTo>
                      <a:pt x="286" y="4401"/>
                      <a:pt x="286" y="4186"/>
                      <a:pt x="263" y="4020"/>
                    </a:cubicBezTo>
                    <a:cubicBezTo>
                      <a:pt x="239" y="3829"/>
                      <a:pt x="239" y="3662"/>
                      <a:pt x="239" y="3472"/>
                    </a:cubicBezTo>
                    <a:cubicBezTo>
                      <a:pt x="263" y="3281"/>
                      <a:pt x="263" y="3091"/>
                      <a:pt x="286" y="2900"/>
                    </a:cubicBezTo>
                    <a:cubicBezTo>
                      <a:pt x="310" y="2757"/>
                      <a:pt x="310" y="2567"/>
                      <a:pt x="429" y="2424"/>
                    </a:cubicBezTo>
                    <a:cubicBezTo>
                      <a:pt x="525" y="2329"/>
                      <a:pt x="667" y="2257"/>
                      <a:pt x="834" y="2234"/>
                    </a:cubicBezTo>
                    <a:cubicBezTo>
                      <a:pt x="894" y="2222"/>
                      <a:pt x="959" y="2222"/>
                      <a:pt x="1025" y="2222"/>
                    </a:cubicBezTo>
                    <a:cubicBezTo>
                      <a:pt x="1090" y="2222"/>
                      <a:pt x="1156" y="2222"/>
                      <a:pt x="1215" y="2210"/>
                    </a:cubicBezTo>
                    <a:close/>
                    <a:moveTo>
                      <a:pt x="4359" y="1257"/>
                    </a:moveTo>
                    <a:cubicBezTo>
                      <a:pt x="4359" y="1495"/>
                      <a:pt x="4383" y="1733"/>
                      <a:pt x="4406" y="1972"/>
                    </a:cubicBezTo>
                    <a:cubicBezTo>
                      <a:pt x="4430" y="2353"/>
                      <a:pt x="4430" y="2757"/>
                      <a:pt x="4430" y="3162"/>
                    </a:cubicBezTo>
                    <a:cubicBezTo>
                      <a:pt x="4454" y="3567"/>
                      <a:pt x="4454" y="3948"/>
                      <a:pt x="4430" y="4353"/>
                    </a:cubicBezTo>
                    <a:cubicBezTo>
                      <a:pt x="4430" y="4710"/>
                      <a:pt x="4430" y="5139"/>
                      <a:pt x="4263" y="5448"/>
                    </a:cubicBezTo>
                    <a:cubicBezTo>
                      <a:pt x="4154" y="5685"/>
                      <a:pt x="3850" y="5713"/>
                      <a:pt x="3585" y="5713"/>
                    </a:cubicBezTo>
                    <a:cubicBezTo>
                      <a:pt x="3504" y="5713"/>
                      <a:pt x="3426" y="5710"/>
                      <a:pt x="3359" y="5710"/>
                    </a:cubicBezTo>
                    <a:cubicBezTo>
                      <a:pt x="3156" y="5722"/>
                      <a:pt x="2954" y="5728"/>
                      <a:pt x="2754" y="5728"/>
                    </a:cubicBezTo>
                    <a:cubicBezTo>
                      <a:pt x="2555" y="5728"/>
                      <a:pt x="2358" y="5722"/>
                      <a:pt x="2168" y="5710"/>
                    </a:cubicBezTo>
                    <a:cubicBezTo>
                      <a:pt x="2001" y="5687"/>
                      <a:pt x="1787" y="5710"/>
                      <a:pt x="1691" y="5568"/>
                    </a:cubicBezTo>
                    <a:cubicBezTo>
                      <a:pt x="1596" y="5448"/>
                      <a:pt x="1620" y="5258"/>
                      <a:pt x="1596" y="5115"/>
                    </a:cubicBezTo>
                    <a:cubicBezTo>
                      <a:pt x="1572" y="4710"/>
                      <a:pt x="1549" y="4329"/>
                      <a:pt x="1525" y="3924"/>
                    </a:cubicBezTo>
                    <a:cubicBezTo>
                      <a:pt x="1501" y="3472"/>
                      <a:pt x="1477" y="3019"/>
                      <a:pt x="1477" y="2567"/>
                    </a:cubicBezTo>
                    <a:cubicBezTo>
                      <a:pt x="1453" y="2353"/>
                      <a:pt x="1453" y="2138"/>
                      <a:pt x="1453" y="1924"/>
                    </a:cubicBezTo>
                    <a:cubicBezTo>
                      <a:pt x="1453" y="1805"/>
                      <a:pt x="1453" y="1662"/>
                      <a:pt x="1453" y="1543"/>
                    </a:cubicBezTo>
                    <a:cubicBezTo>
                      <a:pt x="1453" y="1543"/>
                      <a:pt x="1453" y="1567"/>
                      <a:pt x="1477" y="1567"/>
                    </a:cubicBezTo>
                    <a:cubicBezTo>
                      <a:pt x="1596" y="1638"/>
                      <a:pt x="1739" y="1662"/>
                      <a:pt x="1882" y="1662"/>
                    </a:cubicBezTo>
                    <a:cubicBezTo>
                      <a:pt x="1953" y="1686"/>
                      <a:pt x="2025" y="1686"/>
                      <a:pt x="2096" y="1686"/>
                    </a:cubicBezTo>
                    <a:cubicBezTo>
                      <a:pt x="2112" y="1686"/>
                      <a:pt x="2139" y="1675"/>
                      <a:pt x="2162" y="1675"/>
                    </a:cubicBezTo>
                    <a:cubicBezTo>
                      <a:pt x="2173" y="1675"/>
                      <a:pt x="2184" y="1678"/>
                      <a:pt x="2192" y="1686"/>
                    </a:cubicBezTo>
                    <a:cubicBezTo>
                      <a:pt x="2215" y="1686"/>
                      <a:pt x="2215" y="1710"/>
                      <a:pt x="2215" y="1733"/>
                    </a:cubicBezTo>
                    <a:cubicBezTo>
                      <a:pt x="2263" y="1972"/>
                      <a:pt x="2477" y="2186"/>
                      <a:pt x="2716" y="2257"/>
                    </a:cubicBezTo>
                    <a:cubicBezTo>
                      <a:pt x="2668" y="2495"/>
                      <a:pt x="2596" y="2734"/>
                      <a:pt x="2692" y="2972"/>
                    </a:cubicBezTo>
                    <a:cubicBezTo>
                      <a:pt x="2787" y="3186"/>
                      <a:pt x="2954" y="3353"/>
                      <a:pt x="3192" y="3377"/>
                    </a:cubicBezTo>
                    <a:cubicBezTo>
                      <a:pt x="3430" y="3377"/>
                      <a:pt x="3644" y="3234"/>
                      <a:pt x="3740" y="3043"/>
                    </a:cubicBezTo>
                    <a:cubicBezTo>
                      <a:pt x="3882" y="2805"/>
                      <a:pt x="3859" y="2543"/>
                      <a:pt x="3811" y="2281"/>
                    </a:cubicBezTo>
                    <a:cubicBezTo>
                      <a:pt x="4073" y="2162"/>
                      <a:pt x="4216" y="1924"/>
                      <a:pt x="4240" y="1662"/>
                    </a:cubicBezTo>
                    <a:cubicBezTo>
                      <a:pt x="4240" y="1543"/>
                      <a:pt x="4216" y="1471"/>
                      <a:pt x="4287" y="1376"/>
                    </a:cubicBezTo>
                    <a:cubicBezTo>
                      <a:pt x="4311" y="1329"/>
                      <a:pt x="4335" y="1305"/>
                      <a:pt x="4359" y="1257"/>
                    </a:cubicBezTo>
                    <a:close/>
                    <a:moveTo>
                      <a:pt x="2683" y="1"/>
                    </a:moveTo>
                    <a:cubicBezTo>
                      <a:pt x="2598" y="1"/>
                      <a:pt x="2513" y="7"/>
                      <a:pt x="2430" y="19"/>
                    </a:cubicBezTo>
                    <a:cubicBezTo>
                      <a:pt x="2120" y="43"/>
                      <a:pt x="1858" y="209"/>
                      <a:pt x="1787" y="495"/>
                    </a:cubicBezTo>
                    <a:cubicBezTo>
                      <a:pt x="1549" y="495"/>
                      <a:pt x="1287" y="614"/>
                      <a:pt x="1215" y="852"/>
                    </a:cubicBezTo>
                    <a:cubicBezTo>
                      <a:pt x="1144" y="1019"/>
                      <a:pt x="1168" y="1186"/>
                      <a:pt x="1239" y="1329"/>
                    </a:cubicBezTo>
                    <a:cubicBezTo>
                      <a:pt x="1215" y="1495"/>
                      <a:pt x="1215" y="1686"/>
                      <a:pt x="1215" y="1876"/>
                    </a:cubicBezTo>
                    <a:lnTo>
                      <a:pt x="1215" y="2019"/>
                    </a:lnTo>
                    <a:cubicBezTo>
                      <a:pt x="1135" y="1995"/>
                      <a:pt x="1049" y="1983"/>
                      <a:pt x="961" y="1983"/>
                    </a:cubicBezTo>
                    <a:cubicBezTo>
                      <a:pt x="709" y="1983"/>
                      <a:pt x="445" y="2081"/>
                      <a:pt x="286" y="2257"/>
                    </a:cubicBezTo>
                    <a:cubicBezTo>
                      <a:pt x="144" y="2400"/>
                      <a:pt x="96" y="2567"/>
                      <a:pt x="72" y="2757"/>
                    </a:cubicBezTo>
                    <a:cubicBezTo>
                      <a:pt x="48" y="2996"/>
                      <a:pt x="24" y="3234"/>
                      <a:pt x="24" y="3472"/>
                    </a:cubicBezTo>
                    <a:cubicBezTo>
                      <a:pt x="1" y="3710"/>
                      <a:pt x="24" y="3948"/>
                      <a:pt x="24" y="4162"/>
                    </a:cubicBezTo>
                    <a:cubicBezTo>
                      <a:pt x="48" y="4353"/>
                      <a:pt x="72" y="4567"/>
                      <a:pt x="215" y="4710"/>
                    </a:cubicBezTo>
                    <a:cubicBezTo>
                      <a:pt x="358" y="4829"/>
                      <a:pt x="548" y="4877"/>
                      <a:pt x="715" y="4901"/>
                    </a:cubicBezTo>
                    <a:cubicBezTo>
                      <a:pt x="929" y="4901"/>
                      <a:pt x="1144" y="4901"/>
                      <a:pt x="1334" y="4829"/>
                    </a:cubicBezTo>
                    <a:cubicBezTo>
                      <a:pt x="1334" y="4948"/>
                      <a:pt x="1334" y="5067"/>
                      <a:pt x="1358" y="5186"/>
                    </a:cubicBezTo>
                    <a:cubicBezTo>
                      <a:pt x="1382" y="5520"/>
                      <a:pt x="1453" y="5853"/>
                      <a:pt x="1787" y="5925"/>
                    </a:cubicBezTo>
                    <a:cubicBezTo>
                      <a:pt x="2001" y="5972"/>
                      <a:pt x="2215" y="5972"/>
                      <a:pt x="2406" y="5972"/>
                    </a:cubicBezTo>
                    <a:cubicBezTo>
                      <a:pt x="2620" y="5996"/>
                      <a:pt x="2835" y="5996"/>
                      <a:pt x="3049" y="5996"/>
                    </a:cubicBezTo>
                    <a:cubicBezTo>
                      <a:pt x="3287" y="5996"/>
                      <a:pt x="3501" y="5996"/>
                      <a:pt x="3740" y="5972"/>
                    </a:cubicBezTo>
                    <a:cubicBezTo>
                      <a:pt x="3882" y="5972"/>
                      <a:pt x="4049" y="5949"/>
                      <a:pt x="4216" y="5877"/>
                    </a:cubicBezTo>
                    <a:cubicBezTo>
                      <a:pt x="4549" y="5734"/>
                      <a:pt x="4621" y="5306"/>
                      <a:pt x="4668" y="4972"/>
                    </a:cubicBezTo>
                    <a:cubicBezTo>
                      <a:pt x="4740" y="4544"/>
                      <a:pt x="4716" y="4115"/>
                      <a:pt x="4716" y="3686"/>
                    </a:cubicBezTo>
                    <a:cubicBezTo>
                      <a:pt x="4716" y="3186"/>
                      <a:pt x="4692" y="2710"/>
                      <a:pt x="4692" y="2210"/>
                    </a:cubicBezTo>
                    <a:cubicBezTo>
                      <a:pt x="4668" y="1829"/>
                      <a:pt x="4668" y="1424"/>
                      <a:pt x="4621" y="1043"/>
                    </a:cubicBezTo>
                    <a:cubicBezTo>
                      <a:pt x="4549" y="733"/>
                      <a:pt x="4502" y="352"/>
                      <a:pt x="4168" y="185"/>
                    </a:cubicBezTo>
                    <a:cubicBezTo>
                      <a:pt x="4097" y="162"/>
                      <a:pt x="4025" y="138"/>
                      <a:pt x="3930" y="138"/>
                    </a:cubicBezTo>
                    <a:cubicBezTo>
                      <a:pt x="3835" y="138"/>
                      <a:pt x="3763" y="185"/>
                      <a:pt x="3692" y="209"/>
                    </a:cubicBezTo>
                    <a:cubicBezTo>
                      <a:pt x="3674" y="214"/>
                      <a:pt x="3656" y="216"/>
                      <a:pt x="3640" y="216"/>
                    </a:cubicBezTo>
                    <a:cubicBezTo>
                      <a:pt x="3568" y="216"/>
                      <a:pt x="3507" y="181"/>
                      <a:pt x="3430" y="162"/>
                    </a:cubicBezTo>
                    <a:cubicBezTo>
                      <a:pt x="3198" y="54"/>
                      <a:pt x="2939" y="1"/>
                      <a:pt x="268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8" name="Google Shape;15018;p46"/>
              <p:cNvSpPr/>
              <p:nvPr/>
            </p:nvSpPr>
            <p:spPr>
              <a:xfrm>
                <a:off x="7985092" y="1801929"/>
                <a:ext cx="99949" cy="198045"/>
              </a:xfrm>
              <a:custGeom>
                <a:rect b="b" l="l" r="r" t="t"/>
                <a:pathLst>
                  <a:path extrusionOk="0" h="6089" w="3073">
                    <a:moveTo>
                      <a:pt x="1215" y="230"/>
                    </a:moveTo>
                    <a:cubicBezTo>
                      <a:pt x="1311" y="230"/>
                      <a:pt x="1382" y="230"/>
                      <a:pt x="1477" y="254"/>
                    </a:cubicBezTo>
                    <a:cubicBezTo>
                      <a:pt x="1525" y="254"/>
                      <a:pt x="1572" y="254"/>
                      <a:pt x="1620" y="278"/>
                    </a:cubicBezTo>
                    <a:cubicBezTo>
                      <a:pt x="1739" y="302"/>
                      <a:pt x="1834" y="349"/>
                      <a:pt x="1954" y="421"/>
                    </a:cubicBezTo>
                    <a:cubicBezTo>
                      <a:pt x="1992" y="440"/>
                      <a:pt x="2015" y="475"/>
                      <a:pt x="2060" y="475"/>
                    </a:cubicBezTo>
                    <a:cubicBezTo>
                      <a:pt x="2071" y="475"/>
                      <a:pt x="2083" y="473"/>
                      <a:pt x="2096" y="469"/>
                    </a:cubicBezTo>
                    <a:cubicBezTo>
                      <a:pt x="2144" y="469"/>
                      <a:pt x="2215" y="421"/>
                      <a:pt x="2287" y="397"/>
                    </a:cubicBezTo>
                    <a:cubicBezTo>
                      <a:pt x="2327" y="389"/>
                      <a:pt x="2365" y="385"/>
                      <a:pt x="2402" y="385"/>
                    </a:cubicBezTo>
                    <a:cubicBezTo>
                      <a:pt x="2585" y="385"/>
                      <a:pt x="2724" y="484"/>
                      <a:pt x="2763" y="683"/>
                    </a:cubicBezTo>
                    <a:cubicBezTo>
                      <a:pt x="2811" y="921"/>
                      <a:pt x="2716" y="1254"/>
                      <a:pt x="2430" y="1254"/>
                    </a:cubicBezTo>
                    <a:cubicBezTo>
                      <a:pt x="2422" y="1252"/>
                      <a:pt x="2415" y="1251"/>
                      <a:pt x="2407" y="1251"/>
                    </a:cubicBezTo>
                    <a:cubicBezTo>
                      <a:pt x="2344" y="1251"/>
                      <a:pt x="2292" y="1333"/>
                      <a:pt x="2335" y="1397"/>
                    </a:cubicBezTo>
                    <a:cubicBezTo>
                      <a:pt x="2454" y="1588"/>
                      <a:pt x="2358" y="2064"/>
                      <a:pt x="2120" y="2136"/>
                    </a:cubicBezTo>
                    <a:cubicBezTo>
                      <a:pt x="2110" y="2138"/>
                      <a:pt x="2099" y="2139"/>
                      <a:pt x="2089" y="2139"/>
                    </a:cubicBezTo>
                    <a:cubicBezTo>
                      <a:pt x="1985" y="2139"/>
                      <a:pt x="1904" y="2032"/>
                      <a:pt x="1882" y="1945"/>
                    </a:cubicBezTo>
                    <a:cubicBezTo>
                      <a:pt x="1858" y="1802"/>
                      <a:pt x="1906" y="1659"/>
                      <a:pt x="1954" y="1516"/>
                    </a:cubicBezTo>
                    <a:cubicBezTo>
                      <a:pt x="1974" y="1456"/>
                      <a:pt x="1909" y="1363"/>
                      <a:pt x="1846" y="1363"/>
                    </a:cubicBezTo>
                    <a:cubicBezTo>
                      <a:pt x="1834" y="1363"/>
                      <a:pt x="1822" y="1366"/>
                      <a:pt x="1811" y="1373"/>
                    </a:cubicBezTo>
                    <a:cubicBezTo>
                      <a:pt x="1761" y="1386"/>
                      <a:pt x="1714" y="1392"/>
                      <a:pt x="1668" y="1392"/>
                    </a:cubicBezTo>
                    <a:cubicBezTo>
                      <a:pt x="1536" y="1392"/>
                      <a:pt x="1417" y="1343"/>
                      <a:pt x="1311" y="1254"/>
                    </a:cubicBezTo>
                    <a:cubicBezTo>
                      <a:pt x="1299" y="1242"/>
                      <a:pt x="1281" y="1237"/>
                      <a:pt x="1263" y="1237"/>
                    </a:cubicBezTo>
                    <a:cubicBezTo>
                      <a:pt x="1245" y="1237"/>
                      <a:pt x="1227" y="1242"/>
                      <a:pt x="1215" y="1254"/>
                    </a:cubicBezTo>
                    <a:cubicBezTo>
                      <a:pt x="1120" y="1326"/>
                      <a:pt x="977" y="1350"/>
                      <a:pt x="834" y="1373"/>
                    </a:cubicBezTo>
                    <a:cubicBezTo>
                      <a:pt x="787" y="1373"/>
                      <a:pt x="735" y="1377"/>
                      <a:pt x="683" y="1377"/>
                    </a:cubicBezTo>
                    <a:cubicBezTo>
                      <a:pt x="605" y="1377"/>
                      <a:pt x="525" y="1369"/>
                      <a:pt x="453" y="1326"/>
                    </a:cubicBezTo>
                    <a:cubicBezTo>
                      <a:pt x="358" y="1278"/>
                      <a:pt x="310" y="1159"/>
                      <a:pt x="358" y="1064"/>
                    </a:cubicBezTo>
                    <a:cubicBezTo>
                      <a:pt x="406" y="945"/>
                      <a:pt x="525" y="897"/>
                      <a:pt x="644" y="897"/>
                    </a:cubicBezTo>
                    <a:cubicBezTo>
                      <a:pt x="715" y="873"/>
                      <a:pt x="763" y="754"/>
                      <a:pt x="691" y="707"/>
                    </a:cubicBezTo>
                    <a:cubicBezTo>
                      <a:pt x="572" y="588"/>
                      <a:pt x="668" y="421"/>
                      <a:pt x="763" y="349"/>
                    </a:cubicBezTo>
                    <a:cubicBezTo>
                      <a:pt x="906" y="278"/>
                      <a:pt x="1072" y="254"/>
                      <a:pt x="1215" y="230"/>
                    </a:cubicBezTo>
                    <a:close/>
                    <a:moveTo>
                      <a:pt x="1215" y="1421"/>
                    </a:moveTo>
                    <a:cubicBezTo>
                      <a:pt x="1311" y="1564"/>
                      <a:pt x="1477" y="1635"/>
                      <a:pt x="1668" y="1635"/>
                    </a:cubicBezTo>
                    <a:cubicBezTo>
                      <a:pt x="1620" y="1802"/>
                      <a:pt x="1620" y="1945"/>
                      <a:pt x="1668" y="2088"/>
                    </a:cubicBezTo>
                    <a:cubicBezTo>
                      <a:pt x="1733" y="2262"/>
                      <a:pt x="1878" y="2377"/>
                      <a:pt x="2048" y="2377"/>
                    </a:cubicBezTo>
                    <a:cubicBezTo>
                      <a:pt x="2064" y="2377"/>
                      <a:pt x="2080" y="2376"/>
                      <a:pt x="2096" y="2374"/>
                    </a:cubicBezTo>
                    <a:cubicBezTo>
                      <a:pt x="2311" y="2350"/>
                      <a:pt x="2430" y="2183"/>
                      <a:pt x="2501" y="1993"/>
                    </a:cubicBezTo>
                    <a:cubicBezTo>
                      <a:pt x="2573" y="1826"/>
                      <a:pt x="2549" y="1659"/>
                      <a:pt x="2549" y="1469"/>
                    </a:cubicBezTo>
                    <a:cubicBezTo>
                      <a:pt x="2597" y="1469"/>
                      <a:pt x="2644" y="1445"/>
                      <a:pt x="2716" y="1421"/>
                    </a:cubicBezTo>
                    <a:lnTo>
                      <a:pt x="2716" y="1421"/>
                    </a:lnTo>
                    <a:cubicBezTo>
                      <a:pt x="2692" y="2064"/>
                      <a:pt x="2692" y="2683"/>
                      <a:pt x="2644" y="3302"/>
                    </a:cubicBezTo>
                    <a:cubicBezTo>
                      <a:pt x="2620" y="3660"/>
                      <a:pt x="2597" y="3993"/>
                      <a:pt x="2549" y="4350"/>
                    </a:cubicBezTo>
                    <a:cubicBezTo>
                      <a:pt x="2525" y="4684"/>
                      <a:pt x="2501" y="5041"/>
                      <a:pt x="2430" y="5374"/>
                    </a:cubicBezTo>
                    <a:cubicBezTo>
                      <a:pt x="2406" y="5493"/>
                      <a:pt x="2382" y="5731"/>
                      <a:pt x="2263" y="5779"/>
                    </a:cubicBezTo>
                    <a:cubicBezTo>
                      <a:pt x="2227" y="5791"/>
                      <a:pt x="2186" y="5791"/>
                      <a:pt x="2144" y="5791"/>
                    </a:cubicBezTo>
                    <a:cubicBezTo>
                      <a:pt x="2102" y="5791"/>
                      <a:pt x="2061" y="5791"/>
                      <a:pt x="2025" y="5803"/>
                    </a:cubicBezTo>
                    <a:lnTo>
                      <a:pt x="1263" y="5803"/>
                    </a:lnTo>
                    <a:cubicBezTo>
                      <a:pt x="1096" y="5779"/>
                      <a:pt x="882" y="5803"/>
                      <a:pt x="739" y="5731"/>
                    </a:cubicBezTo>
                    <a:cubicBezTo>
                      <a:pt x="620" y="5684"/>
                      <a:pt x="644" y="5493"/>
                      <a:pt x="620" y="5374"/>
                    </a:cubicBezTo>
                    <a:cubicBezTo>
                      <a:pt x="620" y="5208"/>
                      <a:pt x="596" y="5017"/>
                      <a:pt x="572" y="4827"/>
                    </a:cubicBezTo>
                    <a:cubicBezTo>
                      <a:pt x="548" y="4493"/>
                      <a:pt x="525" y="4136"/>
                      <a:pt x="501" y="3779"/>
                    </a:cubicBezTo>
                    <a:cubicBezTo>
                      <a:pt x="453" y="3040"/>
                      <a:pt x="453" y="2278"/>
                      <a:pt x="358" y="1516"/>
                    </a:cubicBezTo>
                    <a:lnTo>
                      <a:pt x="358" y="1516"/>
                    </a:lnTo>
                    <a:cubicBezTo>
                      <a:pt x="453" y="1564"/>
                      <a:pt x="548" y="1588"/>
                      <a:pt x="644" y="1588"/>
                    </a:cubicBezTo>
                    <a:cubicBezTo>
                      <a:pt x="739" y="1588"/>
                      <a:pt x="858" y="1588"/>
                      <a:pt x="953" y="1540"/>
                    </a:cubicBezTo>
                    <a:cubicBezTo>
                      <a:pt x="1049" y="1516"/>
                      <a:pt x="1120" y="1469"/>
                      <a:pt x="1215" y="1421"/>
                    </a:cubicBezTo>
                    <a:close/>
                    <a:moveTo>
                      <a:pt x="1261" y="1"/>
                    </a:moveTo>
                    <a:cubicBezTo>
                      <a:pt x="1136" y="1"/>
                      <a:pt x="1015" y="20"/>
                      <a:pt x="906" y="64"/>
                    </a:cubicBezTo>
                    <a:cubicBezTo>
                      <a:pt x="739" y="111"/>
                      <a:pt x="548" y="207"/>
                      <a:pt x="453" y="373"/>
                    </a:cubicBezTo>
                    <a:cubicBezTo>
                      <a:pt x="406" y="492"/>
                      <a:pt x="406" y="611"/>
                      <a:pt x="429" y="707"/>
                    </a:cubicBezTo>
                    <a:cubicBezTo>
                      <a:pt x="167" y="826"/>
                      <a:pt x="1" y="1135"/>
                      <a:pt x="191" y="1397"/>
                    </a:cubicBezTo>
                    <a:cubicBezTo>
                      <a:pt x="144" y="2183"/>
                      <a:pt x="191" y="2969"/>
                      <a:pt x="239" y="3755"/>
                    </a:cubicBezTo>
                    <a:cubicBezTo>
                      <a:pt x="263" y="4160"/>
                      <a:pt x="287" y="4541"/>
                      <a:pt x="334" y="4946"/>
                    </a:cubicBezTo>
                    <a:cubicBezTo>
                      <a:pt x="334" y="5112"/>
                      <a:pt x="358" y="5303"/>
                      <a:pt x="358" y="5493"/>
                    </a:cubicBezTo>
                    <a:cubicBezTo>
                      <a:pt x="382" y="5636"/>
                      <a:pt x="406" y="5803"/>
                      <a:pt x="525" y="5922"/>
                    </a:cubicBezTo>
                    <a:cubicBezTo>
                      <a:pt x="620" y="6017"/>
                      <a:pt x="763" y="6017"/>
                      <a:pt x="906" y="6041"/>
                    </a:cubicBezTo>
                    <a:cubicBezTo>
                      <a:pt x="1096" y="6065"/>
                      <a:pt x="1287" y="6089"/>
                      <a:pt x="1477" y="6089"/>
                    </a:cubicBezTo>
                    <a:cubicBezTo>
                      <a:pt x="1644" y="6089"/>
                      <a:pt x="1834" y="6089"/>
                      <a:pt x="2001" y="6065"/>
                    </a:cubicBezTo>
                    <a:cubicBezTo>
                      <a:pt x="2168" y="6065"/>
                      <a:pt x="2382" y="6065"/>
                      <a:pt x="2501" y="5946"/>
                    </a:cubicBezTo>
                    <a:cubicBezTo>
                      <a:pt x="2620" y="5851"/>
                      <a:pt x="2644" y="5684"/>
                      <a:pt x="2668" y="5541"/>
                    </a:cubicBezTo>
                    <a:cubicBezTo>
                      <a:pt x="2692" y="5350"/>
                      <a:pt x="2716" y="5184"/>
                      <a:pt x="2739" y="4993"/>
                    </a:cubicBezTo>
                    <a:cubicBezTo>
                      <a:pt x="2811" y="4588"/>
                      <a:pt x="2858" y="4207"/>
                      <a:pt x="2882" y="3803"/>
                    </a:cubicBezTo>
                    <a:cubicBezTo>
                      <a:pt x="2930" y="3374"/>
                      <a:pt x="2954" y="2945"/>
                      <a:pt x="2954" y="2517"/>
                    </a:cubicBezTo>
                    <a:cubicBezTo>
                      <a:pt x="2978" y="2064"/>
                      <a:pt x="3001" y="1612"/>
                      <a:pt x="2954" y="1183"/>
                    </a:cubicBezTo>
                    <a:cubicBezTo>
                      <a:pt x="3049" y="992"/>
                      <a:pt x="3073" y="778"/>
                      <a:pt x="3025" y="588"/>
                    </a:cubicBezTo>
                    <a:cubicBezTo>
                      <a:pt x="2978" y="397"/>
                      <a:pt x="2835" y="230"/>
                      <a:pt x="2644" y="183"/>
                    </a:cubicBezTo>
                    <a:cubicBezTo>
                      <a:pt x="2578" y="158"/>
                      <a:pt x="2511" y="147"/>
                      <a:pt x="2445" y="147"/>
                    </a:cubicBezTo>
                    <a:cubicBezTo>
                      <a:pt x="2321" y="147"/>
                      <a:pt x="2197" y="184"/>
                      <a:pt x="2073" y="230"/>
                    </a:cubicBezTo>
                    <a:cubicBezTo>
                      <a:pt x="1842" y="98"/>
                      <a:pt x="1542" y="1"/>
                      <a:pt x="12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19" name="Google Shape;15019;p46"/>
          <p:cNvGrpSpPr/>
          <p:nvPr/>
        </p:nvGrpSpPr>
        <p:grpSpPr>
          <a:xfrm>
            <a:off x="643576" y="2499206"/>
            <a:ext cx="457216" cy="548654"/>
            <a:chOff x="729255" y="3227781"/>
            <a:chExt cx="457216" cy="548654"/>
          </a:xfrm>
        </p:grpSpPr>
        <p:grpSp>
          <p:nvGrpSpPr>
            <p:cNvPr id="15020" name="Google Shape;15020;p46"/>
            <p:cNvGrpSpPr/>
            <p:nvPr/>
          </p:nvGrpSpPr>
          <p:grpSpPr>
            <a:xfrm>
              <a:off x="729268" y="3227781"/>
              <a:ext cx="457204" cy="548654"/>
              <a:chOff x="1786250" y="2749708"/>
              <a:chExt cx="296693" cy="353742"/>
            </a:xfrm>
          </p:grpSpPr>
          <p:sp>
            <p:nvSpPr>
              <p:cNvPr id="15021" name="Google Shape;15021;p46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2" name="Google Shape;15022;p46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3" name="Google Shape;15023;p46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4" name="Google Shape;15024;p46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5" name="Google Shape;15025;p46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6" name="Google Shape;15026;p46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7" name="Google Shape;15027;p46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8" name="Google Shape;15028;p46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9" name="Google Shape;15029;p46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0" name="Google Shape;15030;p46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1" name="Google Shape;15031;p46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2" name="Google Shape;15032;p46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3" name="Google Shape;15033;p46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4" name="Google Shape;15034;p46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5" name="Google Shape;15035;p46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6" name="Google Shape;15036;p46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7" name="Google Shape;15037;p46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8" name="Google Shape;15038;p46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9" name="Google Shape;15039;p46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0" name="Google Shape;15040;p46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1" name="Google Shape;15041;p46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2" name="Google Shape;15042;p46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3" name="Google Shape;15043;p46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4" name="Google Shape;15044;p46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45" name="Google Shape;15045;p46"/>
            <p:cNvGrpSpPr/>
            <p:nvPr/>
          </p:nvGrpSpPr>
          <p:grpSpPr>
            <a:xfrm>
              <a:off x="729255" y="3227781"/>
              <a:ext cx="457204" cy="548654"/>
              <a:chOff x="1786250" y="2749708"/>
              <a:chExt cx="296693" cy="353742"/>
            </a:xfrm>
          </p:grpSpPr>
          <p:sp>
            <p:nvSpPr>
              <p:cNvPr id="15046" name="Google Shape;15046;p46"/>
              <p:cNvSpPr/>
              <p:nvPr/>
            </p:nvSpPr>
            <p:spPr>
              <a:xfrm>
                <a:off x="1950469" y="2831053"/>
                <a:ext cx="129384" cy="260102"/>
              </a:xfrm>
              <a:custGeom>
                <a:rect b="b" l="l" r="r" t="t"/>
                <a:pathLst>
                  <a:path extrusionOk="0" h="7997" w="3978">
                    <a:moveTo>
                      <a:pt x="0" y="1"/>
                    </a:moveTo>
                    <a:cubicBezTo>
                      <a:pt x="0" y="1167"/>
                      <a:pt x="48" y="2334"/>
                      <a:pt x="95" y="3501"/>
                    </a:cubicBezTo>
                    <a:cubicBezTo>
                      <a:pt x="143" y="4120"/>
                      <a:pt x="119" y="4740"/>
                      <a:pt x="95" y="5383"/>
                    </a:cubicBezTo>
                    <a:cubicBezTo>
                      <a:pt x="95" y="5692"/>
                      <a:pt x="119" y="6026"/>
                      <a:pt x="119" y="6359"/>
                    </a:cubicBezTo>
                    <a:cubicBezTo>
                      <a:pt x="119" y="6621"/>
                      <a:pt x="143" y="6907"/>
                      <a:pt x="238" y="7169"/>
                    </a:cubicBezTo>
                    <a:cubicBezTo>
                      <a:pt x="381" y="7526"/>
                      <a:pt x="738" y="7764"/>
                      <a:pt x="1096" y="7883"/>
                    </a:cubicBezTo>
                    <a:cubicBezTo>
                      <a:pt x="1362" y="7972"/>
                      <a:pt x="1629" y="7996"/>
                      <a:pt x="1895" y="7996"/>
                    </a:cubicBezTo>
                    <a:cubicBezTo>
                      <a:pt x="2057" y="7996"/>
                      <a:pt x="2220" y="7987"/>
                      <a:pt x="2382" y="7978"/>
                    </a:cubicBezTo>
                    <a:cubicBezTo>
                      <a:pt x="2548" y="7978"/>
                      <a:pt x="2763" y="7978"/>
                      <a:pt x="2905" y="7931"/>
                    </a:cubicBezTo>
                    <a:cubicBezTo>
                      <a:pt x="3120" y="7859"/>
                      <a:pt x="3239" y="7693"/>
                      <a:pt x="3334" y="7526"/>
                    </a:cubicBezTo>
                    <a:cubicBezTo>
                      <a:pt x="3501" y="7264"/>
                      <a:pt x="3572" y="6930"/>
                      <a:pt x="3620" y="6621"/>
                    </a:cubicBezTo>
                    <a:cubicBezTo>
                      <a:pt x="3668" y="6145"/>
                      <a:pt x="3715" y="5645"/>
                      <a:pt x="3787" y="5168"/>
                    </a:cubicBezTo>
                    <a:cubicBezTo>
                      <a:pt x="3906" y="4192"/>
                      <a:pt x="3977" y="3192"/>
                      <a:pt x="3953" y="2215"/>
                    </a:cubicBezTo>
                    <a:cubicBezTo>
                      <a:pt x="3929" y="1906"/>
                      <a:pt x="3953" y="1596"/>
                      <a:pt x="3953" y="1286"/>
                    </a:cubicBezTo>
                    <a:cubicBezTo>
                      <a:pt x="3953" y="1001"/>
                      <a:pt x="3977" y="715"/>
                      <a:pt x="3953" y="429"/>
                    </a:cubicBezTo>
                    <a:cubicBezTo>
                      <a:pt x="3953" y="358"/>
                      <a:pt x="3953" y="215"/>
                      <a:pt x="3906" y="191"/>
                    </a:cubicBezTo>
                    <a:cubicBezTo>
                      <a:pt x="3879" y="165"/>
                      <a:pt x="3860" y="155"/>
                      <a:pt x="3841" y="155"/>
                    </a:cubicBezTo>
                    <a:cubicBezTo>
                      <a:pt x="3810" y="155"/>
                      <a:pt x="3784" y="185"/>
                      <a:pt x="3739" y="215"/>
                    </a:cubicBezTo>
                    <a:cubicBezTo>
                      <a:pt x="3596" y="286"/>
                      <a:pt x="3525" y="358"/>
                      <a:pt x="3406" y="453"/>
                    </a:cubicBezTo>
                    <a:cubicBezTo>
                      <a:pt x="3334" y="501"/>
                      <a:pt x="3239" y="524"/>
                      <a:pt x="3167" y="572"/>
                    </a:cubicBezTo>
                    <a:cubicBezTo>
                      <a:pt x="3072" y="620"/>
                      <a:pt x="3072" y="667"/>
                      <a:pt x="3096" y="763"/>
                    </a:cubicBezTo>
                    <a:cubicBezTo>
                      <a:pt x="3144" y="905"/>
                      <a:pt x="3191" y="1048"/>
                      <a:pt x="3167" y="1215"/>
                    </a:cubicBezTo>
                    <a:cubicBezTo>
                      <a:pt x="3120" y="1406"/>
                      <a:pt x="2858" y="1429"/>
                      <a:pt x="2763" y="1596"/>
                    </a:cubicBezTo>
                    <a:cubicBezTo>
                      <a:pt x="2715" y="1668"/>
                      <a:pt x="2739" y="1763"/>
                      <a:pt x="2691" y="1834"/>
                    </a:cubicBezTo>
                    <a:cubicBezTo>
                      <a:pt x="2643" y="1906"/>
                      <a:pt x="2572" y="2001"/>
                      <a:pt x="2501" y="2049"/>
                    </a:cubicBezTo>
                    <a:cubicBezTo>
                      <a:pt x="2421" y="2108"/>
                      <a:pt x="2317" y="2139"/>
                      <a:pt x="2214" y="2139"/>
                    </a:cubicBezTo>
                    <a:cubicBezTo>
                      <a:pt x="2070" y="2139"/>
                      <a:pt x="1927" y="2078"/>
                      <a:pt x="1858" y="1953"/>
                    </a:cubicBezTo>
                    <a:cubicBezTo>
                      <a:pt x="1739" y="1715"/>
                      <a:pt x="2048" y="1406"/>
                      <a:pt x="1881" y="1239"/>
                    </a:cubicBezTo>
                    <a:cubicBezTo>
                      <a:pt x="1786" y="1120"/>
                      <a:pt x="1667" y="1144"/>
                      <a:pt x="1619" y="977"/>
                    </a:cubicBezTo>
                    <a:cubicBezTo>
                      <a:pt x="1596" y="834"/>
                      <a:pt x="1643" y="691"/>
                      <a:pt x="1572" y="572"/>
                    </a:cubicBezTo>
                    <a:cubicBezTo>
                      <a:pt x="1526" y="464"/>
                      <a:pt x="1470" y="436"/>
                      <a:pt x="1391" y="436"/>
                    </a:cubicBezTo>
                    <a:cubicBezTo>
                      <a:pt x="1347" y="436"/>
                      <a:pt x="1297" y="445"/>
                      <a:pt x="1238" y="453"/>
                    </a:cubicBezTo>
                    <a:cubicBezTo>
                      <a:pt x="1215" y="457"/>
                      <a:pt x="1189" y="459"/>
                      <a:pt x="1162" y="459"/>
                    </a:cubicBezTo>
                    <a:cubicBezTo>
                      <a:pt x="1027" y="459"/>
                      <a:pt x="865" y="409"/>
                      <a:pt x="786" y="310"/>
                    </a:cubicBezTo>
                    <a:cubicBezTo>
                      <a:pt x="691" y="191"/>
                      <a:pt x="691" y="96"/>
                      <a:pt x="524" y="96"/>
                    </a:cubicBezTo>
                    <a:cubicBezTo>
                      <a:pt x="421" y="109"/>
                      <a:pt x="332" y="156"/>
                      <a:pt x="243" y="156"/>
                    </a:cubicBezTo>
                    <a:cubicBezTo>
                      <a:pt x="166" y="156"/>
                      <a:pt x="88" y="121"/>
                      <a:pt x="0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7" name="Google Shape;15047;p46"/>
              <p:cNvSpPr/>
              <p:nvPr/>
            </p:nvSpPr>
            <p:spPr>
              <a:xfrm>
                <a:off x="1948127" y="2830955"/>
                <a:ext cx="113122" cy="260395"/>
              </a:xfrm>
              <a:custGeom>
                <a:rect b="b" l="l" r="r" t="t"/>
                <a:pathLst>
                  <a:path extrusionOk="0" h="8006" w="3478">
                    <a:moveTo>
                      <a:pt x="140" y="0"/>
                    </a:moveTo>
                    <a:cubicBezTo>
                      <a:pt x="133" y="0"/>
                      <a:pt x="126" y="1"/>
                      <a:pt x="120" y="4"/>
                    </a:cubicBezTo>
                    <a:cubicBezTo>
                      <a:pt x="1" y="27"/>
                      <a:pt x="1" y="337"/>
                      <a:pt x="1" y="408"/>
                    </a:cubicBezTo>
                    <a:cubicBezTo>
                      <a:pt x="1" y="789"/>
                      <a:pt x="1" y="1170"/>
                      <a:pt x="48" y="1528"/>
                    </a:cubicBezTo>
                    <a:cubicBezTo>
                      <a:pt x="72" y="1956"/>
                      <a:pt x="96" y="2409"/>
                      <a:pt x="96" y="2837"/>
                    </a:cubicBezTo>
                    <a:cubicBezTo>
                      <a:pt x="96" y="3480"/>
                      <a:pt x="120" y="4123"/>
                      <a:pt x="120" y="4766"/>
                    </a:cubicBezTo>
                    <a:cubicBezTo>
                      <a:pt x="120" y="5124"/>
                      <a:pt x="120" y="5505"/>
                      <a:pt x="167" y="5862"/>
                    </a:cubicBezTo>
                    <a:cubicBezTo>
                      <a:pt x="215" y="6362"/>
                      <a:pt x="167" y="6838"/>
                      <a:pt x="334" y="7291"/>
                    </a:cubicBezTo>
                    <a:cubicBezTo>
                      <a:pt x="405" y="7434"/>
                      <a:pt x="477" y="7576"/>
                      <a:pt x="596" y="7672"/>
                    </a:cubicBezTo>
                    <a:cubicBezTo>
                      <a:pt x="739" y="7815"/>
                      <a:pt x="882" y="7815"/>
                      <a:pt x="1072" y="7886"/>
                    </a:cubicBezTo>
                    <a:cubicBezTo>
                      <a:pt x="1430" y="8005"/>
                      <a:pt x="1858" y="8005"/>
                      <a:pt x="2239" y="8005"/>
                    </a:cubicBezTo>
                    <a:cubicBezTo>
                      <a:pt x="2300" y="8005"/>
                      <a:pt x="2361" y="8006"/>
                      <a:pt x="2423" y="8006"/>
                    </a:cubicBezTo>
                    <a:cubicBezTo>
                      <a:pt x="2700" y="8006"/>
                      <a:pt x="2982" y="7990"/>
                      <a:pt x="3216" y="7815"/>
                    </a:cubicBezTo>
                    <a:cubicBezTo>
                      <a:pt x="3358" y="7696"/>
                      <a:pt x="3478" y="7434"/>
                      <a:pt x="3358" y="7267"/>
                    </a:cubicBezTo>
                    <a:cubicBezTo>
                      <a:pt x="3192" y="7029"/>
                      <a:pt x="2906" y="6886"/>
                      <a:pt x="2620" y="6814"/>
                    </a:cubicBezTo>
                    <a:cubicBezTo>
                      <a:pt x="2406" y="6743"/>
                      <a:pt x="2096" y="6648"/>
                      <a:pt x="1882" y="6529"/>
                    </a:cubicBezTo>
                    <a:cubicBezTo>
                      <a:pt x="1572" y="6338"/>
                      <a:pt x="1334" y="5957"/>
                      <a:pt x="1263" y="5600"/>
                    </a:cubicBezTo>
                    <a:cubicBezTo>
                      <a:pt x="1191" y="5147"/>
                      <a:pt x="1239" y="4647"/>
                      <a:pt x="1287" y="4171"/>
                    </a:cubicBezTo>
                    <a:cubicBezTo>
                      <a:pt x="1310" y="3814"/>
                      <a:pt x="1334" y="3457"/>
                      <a:pt x="1406" y="3099"/>
                    </a:cubicBezTo>
                    <a:cubicBezTo>
                      <a:pt x="1430" y="2837"/>
                      <a:pt x="1525" y="2599"/>
                      <a:pt x="1763" y="2456"/>
                    </a:cubicBezTo>
                    <a:cubicBezTo>
                      <a:pt x="1870" y="2409"/>
                      <a:pt x="1977" y="2403"/>
                      <a:pt x="2084" y="2403"/>
                    </a:cubicBezTo>
                    <a:cubicBezTo>
                      <a:pt x="2120" y="2403"/>
                      <a:pt x="2156" y="2403"/>
                      <a:pt x="2192" y="2403"/>
                    </a:cubicBezTo>
                    <a:cubicBezTo>
                      <a:pt x="2263" y="2403"/>
                      <a:pt x="2334" y="2401"/>
                      <a:pt x="2406" y="2385"/>
                    </a:cubicBezTo>
                    <a:cubicBezTo>
                      <a:pt x="2596" y="2337"/>
                      <a:pt x="2882" y="1932"/>
                      <a:pt x="2763" y="1766"/>
                    </a:cubicBezTo>
                    <a:lnTo>
                      <a:pt x="2763" y="1766"/>
                    </a:lnTo>
                    <a:cubicBezTo>
                      <a:pt x="2590" y="2008"/>
                      <a:pt x="2379" y="2175"/>
                      <a:pt x="2204" y="2175"/>
                    </a:cubicBezTo>
                    <a:cubicBezTo>
                      <a:pt x="2138" y="2175"/>
                      <a:pt x="2077" y="2151"/>
                      <a:pt x="2025" y="2099"/>
                    </a:cubicBezTo>
                    <a:cubicBezTo>
                      <a:pt x="1882" y="1956"/>
                      <a:pt x="1858" y="1742"/>
                      <a:pt x="1953" y="1551"/>
                    </a:cubicBezTo>
                    <a:cubicBezTo>
                      <a:pt x="2049" y="1313"/>
                      <a:pt x="1930" y="1289"/>
                      <a:pt x="1787" y="1099"/>
                    </a:cubicBezTo>
                    <a:cubicBezTo>
                      <a:pt x="1715" y="1004"/>
                      <a:pt x="1691" y="885"/>
                      <a:pt x="1691" y="766"/>
                    </a:cubicBezTo>
                    <a:cubicBezTo>
                      <a:pt x="1691" y="694"/>
                      <a:pt x="1691" y="599"/>
                      <a:pt x="1668" y="551"/>
                    </a:cubicBezTo>
                    <a:cubicBezTo>
                      <a:pt x="1624" y="498"/>
                      <a:pt x="1557" y="485"/>
                      <a:pt x="1483" y="485"/>
                    </a:cubicBezTo>
                    <a:cubicBezTo>
                      <a:pt x="1402" y="485"/>
                      <a:pt x="1313" y="501"/>
                      <a:pt x="1235" y="501"/>
                    </a:cubicBezTo>
                    <a:cubicBezTo>
                      <a:pt x="1192" y="501"/>
                      <a:pt x="1152" y="496"/>
                      <a:pt x="1120" y="480"/>
                    </a:cubicBezTo>
                    <a:cubicBezTo>
                      <a:pt x="977" y="408"/>
                      <a:pt x="929" y="194"/>
                      <a:pt x="763" y="170"/>
                    </a:cubicBezTo>
                    <a:cubicBezTo>
                      <a:pt x="691" y="170"/>
                      <a:pt x="626" y="182"/>
                      <a:pt x="560" y="182"/>
                    </a:cubicBezTo>
                    <a:cubicBezTo>
                      <a:pt x="495" y="182"/>
                      <a:pt x="429" y="170"/>
                      <a:pt x="358" y="123"/>
                    </a:cubicBezTo>
                    <a:cubicBezTo>
                      <a:pt x="315" y="101"/>
                      <a:pt x="212" y="0"/>
                      <a:pt x="14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8" name="Google Shape;15048;p46"/>
              <p:cNvSpPr/>
              <p:nvPr/>
            </p:nvSpPr>
            <p:spPr>
              <a:xfrm>
                <a:off x="1945818" y="2789584"/>
                <a:ext cx="127823" cy="111951"/>
              </a:xfrm>
              <a:custGeom>
                <a:rect b="b" l="l" r="r" t="t"/>
                <a:pathLst>
                  <a:path extrusionOk="0" h="3442" w="3930">
                    <a:moveTo>
                      <a:pt x="2254" y="1"/>
                    </a:moveTo>
                    <a:cubicBezTo>
                      <a:pt x="2077" y="1"/>
                      <a:pt x="1862" y="90"/>
                      <a:pt x="1762" y="156"/>
                    </a:cubicBezTo>
                    <a:cubicBezTo>
                      <a:pt x="1691" y="204"/>
                      <a:pt x="1620" y="275"/>
                      <a:pt x="1548" y="299"/>
                    </a:cubicBezTo>
                    <a:cubicBezTo>
                      <a:pt x="1527" y="306"/>
                      <a:pt x="1514" y="309"/>
                      <a:pt x="1505" y="309"/>
                    </a:cubicBezTo>
                    <a:cubicBezTo>
                      <a:pt x="1482" y="309"/>
                      <a:pt x="1480" y="292"/>
                      <a:pt x="1429" y="275"/>
                    </a:cubicBezTo>
                    <a:cubicBezTo>
                      <a:pt x="1328" y="242"/>
                      <a:pt x="1227" y="208"/>
                      <a:pt x="1118" y="208"/>
                    </a:cubicBezTo>
                    <a:cubicBezTo>
                      <a:pt x="1072" y="208"/>
                      <a:pt x="1025" y="214"/>
                      <a:pt x="977" y="228"/>
                    </a:cubicBezTo>
                    <a:cubicBezTo>
                      <a:pt x="762" y="275"/>
                      <a:pt x="738" y="537"/>
                      <a:pt x="572" y="609"/>
                    </a:cubicBezTo>
                    <a:cubicBezTo>
                      <a:pt x="548" y="617"/>
                      <a:pt x="527" y="619"/>
                      <a:pt x="507" y="619"/>
                    </a:cubicBezTo>
                    <a:cubicBezTo>
                      <a:pt x="469" y="619"/>
                      <a:pt x="437" y="609"/>
                      <a:pt x="405" y="609"/>
                    </a:cubicBezTo>
                    <a:cubicBezTo>
                      <a:pt x="310" y="609"/>
                      <a:pt x="262" y="656"/>
                      <a:pt x="191" y="704"/>
                    </a:cubicBezTo>
                    <a:cubicBezTo>
                      <a:pt x="48" y="847"/>
                      <a:pt x="0" y="1037"/>
                      <a:pt x="72" y="1204"/>
                    </a:cubicBezTo>
                    <a:cubicBezTo>
                      <a:pt x="143" y="1395"/>
                      <a:pt x="310" y="1466"/>
                      <a:pt x="500" y="1490"/>
                    </a:cubicBezTo>
                    <a:cubicBezTo>
                      <a:pt x="596" y="1490"/>
                      <a:pt x="701" y="1469"/>
                      <a:pt x="804" y="1469"/>
                    </a:cubicBezTo>
                    <a:cubicBezTo>
                      <a:pt x="855" y="1469"/>
                      <a:pt x="905" y="1474"/>
                      <a:pt x="953" y="1490"/>
                    </a:cubicBezTo>
                    <a:cubicBezTo>
                      <a:pt x="1048" y="1514"/>
                      <a:pt x="1072" y="1657"/>
                      <a:pt x="1191" y="1704"/>
                    </a:cubicBezTo>
                    <a:cubicBezTo>
                      <a:pt x="1334" y="1776"/>
                      <a:pt x="1477" y="1728"/>
                      <a:pt x="1620" y="1799"/>
                    </a:cubicBezTo>
                    <a:cubicBezTo>
                      <a:pt x="1762" y="1847"/>
                      <a:pt x="1715" y="1966"/>
                      <a:pt x="1739" y="2109"/>
                    </a:cubicBezTo>
                    <a:cubicBezTo>
                      <a:pt x="1739" y="2204"/>
                      <a:pt x="1762" y="2300"/>
                      <a:pt x="1810" y="2371"/>
                    </a:cubicBezTo>
                    <a:cubicBezTo>
                      <a:pt x="1858" y="2466"/>
                      <a:pt x="1953" y="2466"/>
                      <a:pt x="2001" y="2538"/>
                    </a:cubicBezTo>
                    <a:cubicBezTo>
                      <a:pt x="2048" y="2585"/>
                      <a:pt x="2048" y="2657"/>
                      <a:pt x="2024" y="2728"/>
                    </a:cubicBezTo>
                    <a:cubicBezTo>
                      <a:pt x="2001" y="2871"/>
                      <a:pt x="1953" y="2990"/>
                      <a:pt x="1977" y="3133"/>
                    </a:cubicBezTo>
                    <a:cubicBezTo>
                      <a:pt x="1993" y="3341"/>
                      <a:pt x="2127" y="3442"/>
                      <a:pt x="2286" y="3442"/>
                    </a:cubicBezTo>
                    <a:cubicBezTo>
                      <a:pt x="2364" y="3442"/>
                      <a:pt x="2447" y="3418"/>
                      <a:pt x="2525" y="3371"/>
                    </a:cubicBezTo>
                    <a:cubicBezTo>
                      <a:pt x="2620" y="3300"/>
                      <a:pt x="2691" y="3252"/>
                      <a:pt x="2739" y="3157"/>
                    </a:cubicBezTo>
                    <a:cubicBezTo>
                      <a:pt x="2786" y="3062"/>
                      <a:pt x="2786" y="2966"/>
                      <a:pt x="2834" y="2895"/>
                    </a:cubicBezTo>
                    <a:cubicBezTo>
                      <a:pt x="2882" y="2800"/>
                      <a:pt x="2977" y="2823"/>
                      <a:pt x="3072" y="2776"/>
                    </a:cubicBezTo>
                    <a:cubicBezTo>
                      <a:pt x="3215" y="2704"/>
                      <a:pt x="3358" y="2538"/>
                      <a:pt x="3358" y="2395"/>
                    </a:cubicBezTo>
                    <a:cubicBezTo>
                      <a:pt x="3382" y="2157"/>
                      <a:pt x="3072" y="1966"/>
                      <a:pt x="3358" y="1823"/>
                    </a:cubicBezTo>
                    <a:cubicBezTo>
                      <a:pt x="3525" y="1752"/>
                      <a:pt x="3691" y="1680"/>
                      <a:pt x="3811" y="1561"/>
                    </a:cubicBezTo>
                    <a:cubicBezTo>
                      <a:pt x="3930" y="1466"/>
                      <a:pt x="3906" y="1323"/>
                      <a:pt x="3906" y="1180"/>
                    </a:cubicBezTo>
                    <a:cubicBezTo>
                      <a:pt x="3930" y="894"/>
                      <a:pt x="3811" y="609"/>
                      <a:pt x="3596" y="418"/>
                    </a:cubicBezTo>
                    <a:cubicBezTo>
                      <a:pt x="3501" y="323"/>
                      <a:pt x="3358" y="251"/>
                      <a:pt x="3239" y="251"/>
                    </a:cubicBezTo>
                    <a:cubicBezTo>
                      <a:pt x="3223" y="249"/>
                      <a:pt x="3207" y="248"/>
                      <a:pt x="3191" y="248"/>
                    </a:cubicBezTo>
                    <a:cubicBezTo>
                      <a:pt x="3080" y="248"/>
                      <a:pt x="2971" y="303"/>
                      <a:pt x="2875" y="303"/>
                    </a:cubicBezTo>
                    <a:cubicBezTo>
                      <a:pt x="2861" y="303"/>
                      <a:pt x="2848" y="302"/>
                      <a:pt x="2834" y="299"/>
                    </a:cubicBezTo>
                    <a:cubicBezTo>
                      <a:pt x="2763" y="299"/>
                      <a:pt x="2739" y="251"/>
                      <a:pt x="2691" y="228"/>
                    </a:cubicBezTo>
                    <a:cubicBezTo>
                      <a:pt x="2620" y="156"/>
                      <a:pt x="2548" y="156"/>
                      <a:pt x="2453" y="61"/>
                    </a:cubicBezTo>
                    <a:cubicBezTo>
                      <a:pt x="2402" y="18"/>
                      <a:pt x="2332" y="1"/>
                      <a:pt x="2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9" name="Google Shape;15049;p46"/>
              <p:cNvSpPr/>
              <p:nvPr/>
            </p:nvSpPr>
            <p:spPr>
              <a:xfrm>
                <a:off x="1944354" y="2807667"/>
                <a:ext cx="95981" cy="93965"/>
              </a:xfrm>
              <a:custGeom>
                <a:rect b="b" l="l" r="r" t="t"/>
                <a:pathLst>
                  <a:path extrusionOk="0" h="2889" w="2951">
                    <a:moveTo>
                      <a:pt x="446" y="1"/>
                    </a:moveTo>
                    <a:cubicBezTo>
                      <a:pt x="187" y="1"/>
                      <a:pt x="0" y="331"/>
                      <a:pt x="45" y="577"/>
                    </a:cubicBezTo>
                    <a:cubicBezTo>
                      <a:pt x="117" y="886"/>
                      <a:pt x="402" y="886"/>
                      <a:pt x="664" y="886"/>
                    </a:cubicBezTo>
                    <a:cubicBezTo>
                      <a:pt x="736" y="886"/>
                      <a:pt x="855" y="886"/>
                      <a:pt x="926" y="910"/>
                    </a:cubicBezTo>
                    <a:cubicBezTo>
                      <a:pt x="974" y="958"/>
                      <a:pt x="1045" y="1029"/>
                      <a:pt x="1093" y="1077"/>
                    </a:cubicBezTo>
                    <a:cubicBezTo>
                      <a:pt x="1206" y="1147"/>
                      <a:pt x="1302" y="1168"/>
                      <a:pt x="1406" y="1168"/>
                    </a:cubicBezTo>
                    <a:cubicBezTo>
                      <a:pt x="1478" y="1168"/>
                      <a:pt x="1553" y="1158"/>
                      <a:pt x="1641" y="1148"/>
                    </a:cubicBezTo>
                    <a:cubicBezTo>
                      <a:pt x="1760" y="1148"/>
                      <a:pt x="1784" y="1172"/>
                      <a:pt x="1784" y="1291"/>
                    </a:cubicBezTo>
                    <a:cubicBezTo>
                      <a:pt x="1807" y="1434"/>
                      <a:pt x="1784" y="1577"/>
                      <a:pt x="1831" y="1720"/>
                    </a:cubicBezTo>
                    <a:cubicBezTo>
                      <a:pt x="1879" y="1863"/>
                      <a:pt x="1998" y="1910"/>
                      <a:pt x="2069" y="2029"/>
                    </a:cubicBezTo>
                    <a:cubicBezTo>
                      <a:pt x="2165" y="2148"/>
                      <a:pt x="2093" y="2244"/>
                      <a:pt x="2069" y="2363"/>
                    </a:cubicBezTo>
                    <a:cubicBezTo>
                      <a:pt x="1979" y="2658"/>
                      <a:pt x="2083" y="2888"/>
                      <a:pt x="2382" y="2888"/>
                    </a:cubicBezTo>
                    <a:cubicBezTo>
                      <a:pt x="2396" y="2888"/>
                      <a:pt x="2411" y="2888"/>
                      <a:pt x="2427" y="2887"/>
                    </a:cubicBezTo>
                    <a:cubicBezTo>
                      <a:pt x="2689" y="2887"/>
                      <a:pt x="2808" y="2601"/>
                      <a:pt x="2903" y="2387"/>
                    </a:cubicBezTo>
                    <a:cubicBezTo>
                      <a:pt x="2927" y="2315"/>
                      <a:pt x="2951" y="2220"/>
                      <a:pt x="2951" y="2148"/>
                    </a:cubicBezTo>
                    <a:cubicBezTo>
                      <a:pt x="2927" y="1982"/>
                      <a:pt x="2784" y="1982"/>
                      <a:pt x="2665" y="1934"/>
                    </a:cubicBezTo>
                    <a:cubicBezTo>
                      <a:pt x="2403" y="1839"/>
                      <a:pt x="2379" y="1601"/>
                      <a:pt x="2379" y="1339"/>
                    </a:cubicBezTo>
                    <a:cubicBezTo>
                      <a:pt x="2355" y="1101"/>
                      <a:pt x="2379" y="862"/>
                      <a:pt x="2189" y="672"/>
                    </a:cubicBezTo>
                    <a:cubicBezTo>
                      <a:pt x="2100" y="559"/>
                      <a:pt x="1990" y="525"/>
                      <a:pt x="1869" y="525"/>
                    </a:cubicBezTo>
                    <a:cubicBezTo>
                      <a:pt x="1687" y="525"/>
                      <a:pt x="1481" y="602"/>
                      <a:pt x="1288" y="602"/>
                    </a:cubicBezTo>
                    <a:cubicBezTo>
                      <a:pt x="1229" y="602"/>
                      <a:pt x="1172" y="595"/>
                      <a:pt x="1117" y="577"/>
                    </a:cubicBezTo>
                    <a:cubicBezTo>
                      <a:pt x="950" y="505"/>
                      <a:pt x="950" y="362"/>
                      <a:pt x="855" y="219"/>
                    </a:cubicBezTo>
                    <a:cubicBezTo>
                      <a:pt x="783" y="100"/>
                      <a:pt x="617" y="53"/>
                      <a:pt x="498" y="5"/>
                    </a:cubicBezTo>
                    <a:cubicBezTo>
                      <a:pt x="480" y="2"/>
                      <a:pt x="463" y="1"/>
                      <a:pt x="446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0" name="Google Shape;15050;p46"/>
              <p:cNvSpPr/>
              <p:nvPr/>
            </p:nvSpPr>
            <p:spPr>
              <a:xfrm>
                <a:off x="2038839" y="2811603"/>
                <a:ext cx="38672" cy="40429"/>
              </a:xfrm>
              <a:custGeom>
                <a:rect b="b" l="l" r="r" t="t"/>
                <a:pathLst>
                  <a:path extrusionOk="0" h="1243" w="1189">
                    <a:moveTo>
                      <a:pt x="992" y="1"/>
                    </a:moveTo>
                    <a:cubicBezTo>
                      <a:pt x="894" y="1"/>
                      <a:pt x="814" y="193"/>
                      <a:pt x="760" y="265"/>
                    </a:cubicBezTo>
                    <a:cubicBezTo>
                      <a:pt x="569" y="479"/>
                      <a:pt x="212" y="408"/>
                      <a:pt x="93" y="694"/>
                    </a:cubicBezTo>
                    <a:cubicBezTo>
                      <a:pt x="1" y="901"/>
                      <a:pt x="65" y="1243"/>
                      <a:pt x="307" y="1243"/>
                    </a:cubicBezTo>
                    <a:cubicBezTo>
                      <a:pt x="315" y="1243"/>
                      <a:pt x="323" y="1242"/>
                      <a:pt x="331" y="1241"/>
                    </a:cubicBezTo>
                    <a:cubicBezTo>
                      <a:pt x="736" y="1099"/>
                      <a:pt x="903" y="980"/>
                      <a:pt x="1046" y="670"/>
                    </a:cubicBezTo>
                    <a:cubicBezTo>
                      <a:pt x="1117" y="503"/>
                      <a:pt x="1189" y="241"/>
                      <a:pt x="1093" y="75"/>
                    </a:cubicBezTo>
                    <a:cubicBezTo>
                      <a:pt x="1058" y="21"/>
                      <a:pt x="1024" y="1"/>
                      <a:pt x="99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1" name="Google Shape;15051;p46"/>
              <p:cNvSpPr/>
              <p:nvPr/>
            </p:nvSpPr>
            <p:spPr>
              <a:xfrm>
                <a:off x="1795552" y="2872880"/>
                <a:ext cx="120863" cy="80890"/>
              </a:xfrm>
              <a:custGeom>
                <a:rect b="b" l="l" r="r" t="t"/>
                <a:pathLst>
                  <a:path extrusionOk="0" h="2487" w="3716">
                    <a:moveTo>
                      <a:pt x="2786" y="0"/>
                    </a:moveTo>
                    <a:cubicBezTo>
                      <a:pt x="2667" y="0"/>
                      <a:pt x="2501" y="262"/>
                      <a:pt x="2382" y="334"/>
                    </a:cubicBezTo>
                    <a:cubicBezTo>
                      <a:pt x="2191" y="429"/>
                      <a:pt x="2024" y="477"/>
                      <a:pt x="1810" y="501"/>
                    </a:cubicBezTo>
                    <a:cubicBezTo>
                      <a:pt x="1747" y="501"/>
                      <a:pt x="1680" y="503"/>
                      <a:pt x="1614" y="503"/>
                    </a:cubicBezTo>
                    <a:cubicBezTo>
                      <a:pt x="1482" y="503"/>
                      <a:pt x="1350" y="493"/>
                      <a:pt x="1239" y="429"/>
                    </a:cubicBezTo>
                    <a:cubicBezTo>
                      <a:pt x="1167" y="382"/>
                      <a:pt x="1072" y="310"/>
                      <a:pt x="1000" y="239"/>
                    </a:cubicBezTo>
                    <a:cubicBezTo>
                      <a:pt x="960" y="198"/>
                      <a:pt x="903" y="56"/>
                      <a:pt x="829" y="56"/>
                    </a:cubicBezTo>
                    <a:cubicBezTo>
                      <a:pt x="815" y="56"/>
                      <a:pt x="801" y="61"/>
                      <a:pt x="786" y="72"/>
                    </a:cubicBezTo>
                    <a:cubicBezTo>
                      <a:pt x="643" y="72"/>
                      <a:pt x="453" y="382"/>
                      <a:pt x="381" y="477"/>
                    </a:cubicBezTo>
                    <a:cubicBezTo>
                      <a:pt x="262" y="691"/>
                      <a:pt x="191" y="905"/>
                      <a:pt x="143" y="1120"/>
                    </a:cubicBezTo>
                    <a:cubicBezTo>
                      <a:pt x="95" y="1334"/>
                      <a:pt x="72" y="1525"/>
                      <a:pt x="48" y="1739"/>
                    </a:cubicBezTo>
                    <a:cubicBezTo>
                      <a:pt x="48" y="1858"/>
                      <a:pt x="0" y="2025"/>
                      <a:pt x="48" y="2120"/>
                    </a:cubicBezTo>
                    <a:cubicBezTo>
                      <a:pt x="95" y="2239"/>
                      <a:pt x="215" y="2263"/>
                      <a:pt x="334" y="2287"/>
                    </a:cubicBezTo>
                    <a:cubicBezTo>
                      <a:pt x="524" y="2334"/>
                      <a:pt x="738" y="2358"/>
                      <a:pt x="929" y="2358"/>
                    </a:cubicBezTo>
                    <a:cubicBezTo>
                      <a:pt x="1358" y="2406"/>
                      <a:pt x="1786" y="2453"/>
                      <a:pt x="2215" y="2477"/>
                    </a:cubicBezTo>
                    <a:cubicBezTo>
                      <a:pt x="2304" y="2484"/>
                      <a:pt x="2392" y="2487"/>
                      <a:pt x="2479" y="2487"/>
                    </a:cubicBezTo>
                    <a:cubicBezTo>
                      <a:pt x="2716" y="2487"/>
                      <a:pt x="2947" y="2464"/>
                      <a:pt x="3191" y="2430"/>
                    </a:cubicBezTo>
                    <a:cubicBezTo>
                      <a:pt x="3358" y="2406"/>
                      <a:pt x="3620" y="2453"/>
                      <a:pt x="3668" y="2215"/>
                    </a:cubicBezTo>
                    <a:cubicBezTo>
                      <a:pt x="3715" y="1906"/>
                      <a:pt x="3620" y="1477"/>
                      <a:pt x="3525" y="1191"/>
                    </a:cubicBezTo>
                    <a:cubicBezTo>
                      <a:pt x="3453" y="1024"/>
                      <a:pt x="3382" y="882"/>
                      <a:pt x="3287" y="715"/>
                    </a:cubicBezTo>
                    <a:cubicBezTo>
                      <a:pt x="3191" y="572"/>
                      <a:pt x="3120" y="429"/>
                      <a:pt x="3025" y="262"/>
                    </a:cubicBezTo>
                    <a:cubicBezTo>
                      <a:pt x="2977" y="191"/>
                      <a:pt x="2906" y="24"/>
                      <a:pt x="27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2" name="Google Shape;15052;p46"/>
              <p:cNvSpPr/>
              <p:nvPr/>
            </p:nvSpPr>
            <p:spPr>
              <a:xfrm>
                <a:off x="1789340" y="3036611"/>
                <a:ext cx="130165" cy="62871"/>
              </a:xfrm>
              <a:custGeom>
                <a:rect b="b" l="l" r="r" t="t"/>
                <a:pathLst>
                  <a:path extrusionOk="0" h="1933" w="4002">
                    <a:moveTo>
                      <a:pt x="152" y="1"/>
                    </a:moveTo>
                    <a:cubicBezTo>
                      <a:pt x="123" y="1"/>
                      <a:pt x="96" y="5"/>
                      <a:pt x="72" y="15"/>
                    </a:cubicBezTo>
                    <a:cubicBezTo>
                      <a:pt x="1" y="110"/>
                      <a:pt x="24" y="420"/>
                      <a:pt x="24" y="539"/>
                    </a:cubicBezTo>
                    <a:cubicBezTo>
                      <a:pt x="24" y="777"/>
                      <a:pt x="48" y="1039"/>
                      <a:pt x="144" y="1230"/>
                    </a:cubicBezTo>
                    <a:cubicBezTo>
                      <a:pt x="286" y="1563"/>
                      <a:pt x="620" y="1682"/>
                      <a:pt x="929" y="1754"/>
                    </a:cubicBezTo>
                    <a:cubicBezTo>
                      <a:pt x="1334" y="1873"/>
                      <a:pt x="1715" y="1873"/>
                      <a:pt x="2120" y="1920"/>
                    </a:cubicBezTo>
                    <a:cubicBezTo>
                      <a:pt x="2223" y="1928"/>
                      <a:pt x="2322" y="1933"/>
                      <a:pt x="2418" y="1933"/>
                    </a:cubicBezTo>
                    <a:cubicBezTo>
                      <a:pt x="2632" y="1933"/>
                      <a:pt x="2835" y="1907"/>
                      <a:pt x="3049" y="1825"/>
                    </a:cubicBezTo>
                    <a:cubicBezTo>
                      <a:pt x="3263" y="1777"/>
                      <a:pt x="3525" y="1706"/>
                      <a:pt x="3668" y="1515"/>
                    </a:cubicBezTo>
                    <a:cubicBezTo>
                      <a:pt x="3763" y="1420"/>
                      <a:pt x="3763" y="1277"/>
                      <a:pt x="3787" y="1134"/>
                    </a:cubicBezTo>
                    <a:cubicBezTo>
                      <a:pt x="3835" y="968"/>
                      <a:pt x="3882" y="825"/>
                      <a:pt x="3906" y="658"/>
                    </a:cubicBezTo>
                    <a:cubicBezTo>
                      <a:pt x="3930" y="468"/>
                      <a:pt x="4002" y="229"/>
                      <a:pt x="3787" y="206"/>
                    </a:cubicBezTo>
                    <a:cubicBezTo>
                      <a:pt x="3760" y="201"/>
                      <a:pt x="3733" y="199"/>
                      <a:pt x="3705" y="199"/>
                    </a:cubicBezTo>
                    <a:cubicBezTo>
                      <a:pt x="3591" y="199"/>
                      <a:pt x="3479" y="234"/>
                      <a:pt x="3382" y="253"/>
                    </a:cubicBezTo>
                    <a:cubicBezTo>
                      <a:pt x="3168" y="277"/>
                      <a:pt x="2954" y="325"/>
                      <a:pt x="2739" y="349"/>
                    </a:cubicBezTo>
                    <a:cubicBezTo>
                      <a:pt x="2535" y="349"/>
                      <a:pt x="2314" y="401"/>
                      <a:pt x="2104" y="401"/>
                    </a:cubicBezTo>
                    <a:cubicBezTo>
                      <a:pt x="2070" y="401"/>
                      <a:pt x="2035" y="400"/>
                      <a:pt x="2001" y="396"/>
                    </a:cubicBezTo>
                    <a:cubicBezTo>
                      <a:pt x="1787" y="396"/>
                      <a:pt x="1572" y="325"/>
                      <a:pt x="1334" y="301"/>
                    </a:cubicBezTo>
                    <a:cubicBezTo>
                      <a:pt x="1120" y="277"/>
                      <a:pt x="906" y="253"/>
                      <a:pt x="667" y="182"/>
                    </a:cubicBezTo>
                    <a:cubicBezTo>
                      <a:pt x="586" y="161"/>
                      <a:pt x="329" y="1"/>
                      <a:pt x="15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3" name="Google Shape;15053;p46"/>
              <p:cNvSpPr/>
              <p:nvPr/>
            </p:nvSpPr>
            <p:spPr>
              <a:xfrm>
                <a:off x="1828077" y="2771174"/>
                <a:ext cx="50381" cy="21467"/>
              </a:xfrm>
              <a:custGeom>
                <a:rect b="b" l="l" r="r" t="t"/>
                <a:pathLst>
                  <a:path extrusionOk="0" h="660" w="1549">
                    <a:moveTo>
                      <a:pt x="1223" y="1"/>
                    </a:moveTo>
                    <a:cubicBezTo>
                      <a:pt x="1117" y="1"/>
                      <a:pt x="1003" y="15"/>
                      <a:pt x="897" y="15"/>
                    </a:cubicBezTo>
                    <a:cubicBezTo>
                      <a:pt x="859" y="15"/>
                      <a:pt x="822" y="13"/>
                      <a:pt x="786" y="8"/>
                    </a:cubicBezTo>
                    <a:cubicBezTo>
                      <a:pt x="749" y="8"/>
                      <a:pt x="704" y="7"/>
                      <a:pt x="654" y="7"/>
                    </a:cubicBezTo>
                    <a:cubicBezTo>
                      <a:pt x="478" y="7"/>
                      <a:pt x="244" y="21"/>
                      <a:pt x="96" y="151"/>
                    </a:cubicBezTo>
                    <a:cubicBezTo>
                      <a:pt x="96" y="222"/>
                      <a:pt x="0" y="603"/>
                      <a:pt x="72" y="651"/>
                    </a:cubicBezTo>
                    <a:cubicBezTo>
                      <a:pt x="78" y="657"/>
                      <a:pt x="86" y="659"/>
                      <a:pt x="97" y="659"/>
                    </a:cubicBezTo>
                    <a:cubicBezTo>
                      <a:pt x="170" y="659"/>
                      <a:pt x="340" y="529"/>
                      <a:pt x="381" y="508"/>
                    </a:cubicBezTo>
                    <a:cubicBezTo>
                      <a:pt x="511" y="427"/>
                      <a:pt x="640" y="379"/>
                      <a:pt x="770" y="379"/>
                    </a:cubicBezTo>
                    <a:cubicBezTo>
                      <a:pt x="831" y="379"/>
                      <a:pt x="892" y="390"/>
                      <a:pt x="953" y="413"/>
                    </a:cubicBezTo>
                    <a:cubicBezTo>
                      <a:pt x="1072" y="436"/>
                      <a:pt x="1120" y="460"/>
                      <a:pt x="1215" y="532"/>
                    </a:cubicBezTo>
                    <a:cubicBezTo>
                      <a:pt x="1257" y="553"/>
                      <a:pt x="1356" y="631"/>
                      <a:pt x="1411" y="631"/>
                    </a:cubicBezTo>
                    <a:cubicBezTo>
                      <a:pt x="1418" y="631"/>
                      <a:pt x="1424" y="630"/>
                      <a:pt x="1429" y="627"/>
                    </a:cubicBezTo>
                    <a:cubicBezTo>
                      <a:pt x="1548" y="579"/>
                      <a:pt x="1477" y="270"/>
                      <a:pt x="1453" y="198"/>
                    </a:cubicBezTo>
                    <a:cubicBezTo>
                      <a:pt x="1429" y="103"/>
                      <a:pt x="1429" y="32"/>
                      <a:pt x="1334" y="8"/>
                    </a:cubicBezTo>
                    <a:cubicBezTo>
                      <a:pt x="1299" y="3"/>
                      <a:pt x="1261" y="1"/>
                      <a:pt x="1223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4" name="Google Shape;15054;p46"/>
              <p:cNvSpPr/>
              <p:nvPr/>
            </p:nvSpPr>
            <p:spPr>
              <a:xfrm>
                <a:off x="1796333" y="2877303"/>
                <a:ext cx="69734" cy="76174"/>
              </a:xfrm>
              <a:custGeom>
                <a:rect b="b" l="l" r="r" t="t"/>
                <a:pathLst>
                  <a:path extrusionOk="0" h="2342" w="2144">
                    <a:moveTo>
                      <a:pt x="832" y="0"/>
                    </a:moveTo>
                    <a:cubicBezTo>
                      <a:pt x="797" y="0"/>
                      <a:pt x="758" y="9"/>
                      <a:pt x="714" y="31"/>
                    </a:cubicBezTo>
                    <a:cubicBezTo>
                      <a:pt x="548" y="126"/>
                      <a:pt x="405" y="412"/>
                      <a:pt x="310" y="555"/>
                    </a:cubicBezTo>
                    <a:cubicBezTo>
                      <a:pt x="119" y="865"/>
                      <a:pt x="48" y="1270"/>
                      <a:pt x="48" y="1627"/>
                    </a:cubicBezTo>
                    <a:cubicBezTo>
                      <a:pt x="48" y="1793"/>
                      <a:pt x="0" y="2008"/>
                      <a:pt x="167" y="2103"/>
                    </a:cubicBezTo>
                    <a:cubicBezTo>
                      <a:pt x="310" y="2151"/>
                      <a:pt x="452" y="2198"/>
                      <a:pt x="595" y="2222"/>
                    </a:cubicBezTo>
                    <a:cubicBezTo>
                      <a:pt x="810" y="2270"/>
                      <a:pt x="1024" y="2341"/>
                      <a:pt x="1262" y="2341"/>
                    </a:cubicBezTo>
                    <a:cubicBezTo>
                      <a:pt x="1357" y="2341"/>
                      <a:pt x="1453" y="2294"/>
                      <a:pt x="1572" y="2270"/>
                    </a:cubicBezTo>
                    <a:cubicBezTo>
                      <a:pt x="1596" y="2270"/>
                      <a:pt x="1625" y="2276"/>
                      <a:pt x="1652" y="2276"/>
                    </a:cubicBezTo>
                    <a:cubicBezTo>
                      <a:pt x="1679" y="2276"/>
                      <a:pt x="1703" y="2270"/>
                      <a:pt x="1715" y="2246"/>
                    </a:cubicBezTo>
                    <a:cubicBezTo>
                      <a:pt x="1762" y="2174"/>
                      <a:pt x="1715" y="2055"/>
                      <a:pt x="1715" y="1984"/>
                    </a:cubicBezTo>
                    <a:cubicBezTo>
                      <a:pt x="1691" y="1841"/>
                      <a:pt x="1667" y="1674"/>
                      <a:pt x="1691" y="1508"/>
                    </a:cubicBezTo>
                    <a:cubicBezTo>
                      <a:pt x="1715" y="1055"/>
                      <a:pt x="1905" y="650"/>
                      <a:pt x="2143" y="269"/>
                    </a:cubicBezTo>
                    <a:lnTo>
                      <a:pt x="2143" y="269"/>
                    </a:lnTo>
                    <a:cubicBezTo>
                      <a:pt x="1937" y="315"/>
                      <a:pt x="1764" y="350"/>
                      <a:pt x="1606" y="350"/>
                    </a:cubicBezTo>
                    <a:cubicBezTo>
                      <a:pt x="1435" y="350"/>
                      <a:pt x="1280" y="309"/>
                      <a:pt x="1119" y="198"/>
                    </a:cubicBezTo>
                    <a:cubicBezTo>
                      <a:pt x="1027" y="106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5" name="Google Shape;15055;p46"/>
              <p:cNvSpPr/>
              <p:nvPr/>
            </p:nvSpPr>
            <p:spPr>
              <a:xfrm>
                <a:off x="1829638" y="2773549"/>
                <a:ext cx="24817" cy="21141"/>
              </a:xfrm>
              <a:custGeom>
                <a:rect b="b" l="l" r="r" t="t"/>
                <a:pathLst>
                  <a:path extrusionOk="0" h="650" w="763">
                    <a:moveTo>
                      <a:pt x="307" y="0"/>
                    </a:moveTo>
                    <a:cubicBezTo>
                      <a:pt x="196" y="0"/>
                      <a:pt x="107" y="6"/>
                      <a:pt x="24" y="30"/>
                    </a:cubicBezTo>
                    <a:cubicBezTo>
                      <a:pt x="71" y="221"/>
                      <a:pt x="0" y="459"/>
                      <a:pt x="95" y="649"/>
                    </a:cubicBezTo>
                    <a:cubicBezTo>
                      <a:pt x="262" y="363"/>
                      <a:pt x="762" y="435"/>
                      <a:pt x="714" y="6"/>
                    </a:cubicBezTo>
                    <a:cubicBezTo>
                      <a:pt x="548" y="6"/>
                      <a:pt x="417" y="0"/>
                      <a:pt x="307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6" name="Google Shape;15056;p46"/>
              <p:cNvSpPr/>
              <p:nvPr/>
            </p:nvSpPr>
            <p:spPr>
              <a:xfrm>
                <a:off x="1787811" y="3037294"/>
                <a:ext cx="78255" cy="62578"/>
              </a:xfrm>
              <a:custGeom>
                <a:rect b="b" l="l" r="r" t="t"/>
                <a:pathLst>
                  <a:path extrusionOk="0" h="1924" w="2406">
                    <a:moveTo>
                      <a:pt x="190" y="0"/>
                    </a:moveTo>
                    <a:cubicBezTo>
                      <a:pt x="160" y="0"/>
                      <a:pt x="136" y="5"/>
                      <a:pt x="119" y="18"/>
                    </a:cubicBezTo>
                    <a:cubicBezTo>
                      <a:pt x="0" y="89"/>
                      <a:pt x="48" y="470"/>
                      <a:pt x="48" y="566"/>
                    </a:cubicBezTo>
                    <a:cubicBezTo>
                      <a:pt x="71" y="875"/>
                      <a:pt x="119" y="1185"/>
                      <a:pt x="381" y="1375"/>
                    </a:cubicBezTo>
                    <a:cubicBezTo>
                      <a:pt x="691" y="1614"/>
                      <a:pt x="1119" y="1780"/>
                      <a:pt x="1500" y="1828"/>
                    </a:cubicBezTo>
                    <a:cubicBezTo>
                      <a:pt x="1667" y="1852"/>
                      <a:pt x="1858" y="1923"/>
                      <a:pt x="2024" y="1923"/>
                    </a:cubicBezTo>
                    <a:cubicBezTo>
                      <a:pt x="2120" y="1923"/>
                      <a:pt x="2381" y="1875"/>
                      <a:pt x="2405" y="1756"/>
                    </a:cubicBezTo>
                    <a:cubicBezTo>
                      <a:pt x="2405" y="1566"/>
                      <a:pt x="2072" y="1423"/>
                      <a:pt x="1977" y="1280"/>
                    </a:cubicBezTo>
                    <a:cubicBezTo>
                      <a:pt x="1810" y="971"/>
                      <a:pt x="1905" y="661"/>
                      <a:pt x="1905" y="328"/>
                    </a:cubicBezTo>
                    <a:lnTo>
                      <a:pt x="1905" y="328"/>
                    </a:lnTo>
                    <a:cubicBezTo>
                      <a:pt x="1870" y="330"/>
                      <a:pt x="1834" y="331"/>
                      <a:pt x="1798" y="331"/>
                    </a:cubicBezTo>
                    <a:cubicBezTo>
                      <a:pt x="1421" y="331"/>
                      <a:pt x="1014" y="224"/>
                      <a:pt x="667" y="137"/>
                    </a:cubicBezTo>
                    <a:cubicBezTo>
                      <a:pt x="588" y="117"/>
                      <a:pt x="331" y="0"/>
                      <a:pt x="19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7" name="Google Shape;15057;p46"/>
              <p:cNvSpPr/>
              <p:nvPr/>
            </p:nvSpPr>
            <p:spPr>
              <a:xfrm>
                <a:off x="1788559" y="2945671"/>
                <a:ext cx="129384" cy="103234"/>
              </a:xfrm>
              <a:custGeom>
                <a:rect b="b" l="l" r="r" t="t"/>
                <a:pathLst>
                  <a:path extrusionOk="0" h="3174" w="3978">
                    <a:moveTo>
                      <a:pt x="412" y="1"/>
                    </a:moveTo>
                    <a:cubicBezTo>
                      <a:pt x="330" y="1"/>
                      <a:pt x="296" y="56"/>
                      <a:pt x="263" y="239"/>
                    </a:cubicBezTo>
                    <a:cubicBezTo>
                      <a:pt x="191" y="596"/>
                      <a:pt x="168" y="977"/>
                      <a:pt x="120" y="1358"/>
                    </a:cubicBezTo>
                    <a:cubicBezTo>
                      <a:pt x="96" y="1644"/>
                      <a:pt x="120" y="1930"/>
                      <a:pt x="96" y="2216"/>
                    </a:cubicBezTo>
                    <a:cubicBezTo>
                      <a:pt x="72" y="2359"/>
                      <a:pt x="1" y="2668"/>
                      <a:pt x="96" y="2787"/>
                    </a:cubicBezTo>
                    <a:cubicBezTo>
                      <a:pt x="191" y="2883"/>
                      <a:pt x="477" y="2906"/>
                      <a:pt x="596" y="2930"/>
                    </a:cubicBezTo>
                    <a:cubicBezTo>
                      <a:pt x="882" y="2978"/>
                      <a:pt x="1144" y="3025"/>
                      <a:pt x="1430" y="3073"/>
                    </a:cubicBezTo>
                    <a:cubicBezTo>
                      <a:pt x="1861" y="3114"/>
                      <a:pt x="2293" y="3173"/>
                      <a:pt x="2740" y="3173"/>
                    </a:cubicBezTo>
                    <a:cubicBezTo>
                      <a:pt x="2811" y="3173"/>
                      <a:pt x="2882" y="3172"/>
                      <a:pt x="2954" y="3168"/>
                    </a:cubicBezTo>
                    <a:cubicBezTo>
                      <a:pt x="3168" y="3145"/>
                      <a:pt x="3383" y="3145"/>
                      <a:pt x="3597" y="3073"/>
                    </a:cubicBezTo>
                    <a:cubicBezTo>
                      <a:pt x="3692" y="3049"/>
                      <a:pt x="3883" y="3025"/>
                      <a:pt x="3954" y="2930"/>
                    </a:cubicBezTo>
                    <a:cubicBezTo>
                      <a:pt x="3978" y="2883"/>
                      <a:pt x="3954" y="2787"/>
                      <a:pt x="3978" y="2716"/>
                    </a:cubicBezTo>
                    <a:cubicBezTo>
                      <a:pt x="3978" y="2549"/>
                      <a:pt x="3978" y="2359"/>
                      <a:pt x="3978" y="2192"/>
                    </a:cubicBezTo>
                    <a:cubicBezTo>
                      <a:pt x="3954" y="1763"/>
                      <a:pt x="3954" y="1358"/>
                      <a:pt x="3930" y="930"/>
                    </a:cubicBezTo>
                    <a:cubicBezTo>
                      <a:pt x="3906" y="739"/>
                      <a:pt x="3906" y="549"/>
                      <a:pt x="3883" y="358"/>
                    </a:cubicBezTo>
                    <a:cubicBezTo>
                      <a:pt x="3883" y="311"/>
                      <a:pt x="3883" y="192"/>
                      <a:pt x="3811" y="168"/>
                    </a:cubicBezTo>
                    <a:cubicBezTo>
                      <a:pt x="3774" y="140"/>
                      <a:pt x="3722" y="130"/>
                      <a:pt x="3668" y="130"/>
                    </a:cubicBezTo>
                    <a:cubicBezTo>
                      <a:pt x="3585" y="130"/>
                      <a:pt x="3497" y="153"/>
                      <a:pt x="3454" y="168"/>
                    </a:cubicBezTo>
                    <a:cubicBezTo>
                      <a:pt x="3168" y="215"/>
                      <a:pt x="2906" y="215"/>
                      <a:pt x="2620" y="239"/>
                    </a:cubicBezTo>
                    <a:cubicBezTo>
                      <a:pt x="2487" y="239"/>
                      <a:pt x="2354" y="270"/>
                      <a:pt x="2220" y="270"/>
                    </a:cubicBezTo>
                    <a:cubicBezTo>
                      <a:pt x="2187" y="270"/>
                      <a:pt x="2154" y="268"/>
                      <a:pt x="2120" y="263"/>
                    </a:cubicBezTo>
                    <a:cubicBezTo>
                      <a:pt x="1906" y="239"/>
                      <a:pt x="1668" y="192"/>
                      <a:pt x="1454" y="168"/>
                    </a:cubicBezTo>
                    <a:cubicBezTo>
                      <a:pt x="1168" y="120"/>
                      <a:pt x="834" y="120"/>
                      <a:pt x="549" y="25"/>
                    </a:cubicBezTo>
                    <a:cubicBezTo>
                      <a:pt x="492" y="11"/>
                      <a:pt x="447" y="1"/>
                      <a:pt x="412" y="1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8" name="Google Shape;15058;p46"/>
              <p:cNvSpPr/>
              <p:nvPr/>
            </p:nvSpPr>
            <p:spPr>
              <a:xfrm>
                <a:off x="1789340" y="2946647"/>
                <a:ext cx="65863" cy="101706"/>
              </a:xfrm>
              <a:custGeom>
                <a:rect b="b" l="l" r="r" t="t"/>
                <a:pathLst>
                  <a:path extrusionOk="0" h="3127" w="2025">
                    <a:moveTo>
                      <a:pt x="372" y="0"/>
                    </a:moveTo>
                    <a:cubicBezTo>
                      <a:pt x="326" y="0"/>
                      <a:pt x="286" y="11"/>
                      <a:pt x="263" y="42"/>
                    </a:cubicBezTo>
                    <a:cubicBezTo>
                      <a:pt x="215" y="90"/>
                      <a:pt x="239" y="257"/>
                      <a:pt x="239" y="328"/>
                    </a:cubicBezTo>
                    <a:cubicBezTo>
                      <a:pt x="215" y="471"/>
                      <a:pt x="191" y="590"/>
                      <a:pt x="167" y="733"/>
                    </a:cubicBezTo>
                    <a:cubicBezTo>
                      <a:pt x="144" y="1019"/>
                      <a:pt x="144" y="1305"/>
                      <a:pt x="120" y="1590"/>
                    </a:cubicBezTo>
                    <a:cubicBezTo>
                      <a:pt x="96" y="1829"/>
                      <a:pt x="96" y="2067"/>
                      <a:pt x="72" y="2329"/>
                    </a:cubicBezTo>
                    <a:cubicBezTo>
                      <a:pt x="72" y="2424"/>
                      <a:pt x="1" y="2591"/>
                      <a:pt x="72" y="2686"/>
                    </a:cubicBezTo>
                    <a:cubicBezTo>
                      <a:pt x="167" y="2781"/>
                      <a:pt x="429" y="2829"/>
                      <a:pt x="548" y="2853"/>
                    </a:cubicBezTo>
                    <a:cubicBezTo>
                      <a:pt x="810" y="2924"/>
                      <a:pt x="1072" y="3043"/>
                      <a:pt x="1358" y="3091"/>
                    </a:cubicBezTo>
                    <a:cubicBezTo>
                      <a:pt x="1446" y="3091"/>
                      <a:pt x="1597" y="3127"/>
                      <a:pt x="1722" y="3127"/>
                    </a:cubicBezTo>
                    <a:cubicBezTo>
                      <a:pt x="1801" y="3127"/>
                      <a:pt x="1869" y="3113"/>
                      <a:pt x="1906" y="3067"/>
                    </a:cubicBezTo>
                    <a:cubicBezTo>
                      <a:pt x="2025" y="2900"/>
                      <a:pt x="1953" y="2567"/>
                      <a:pt x="1930" y="2376"/>
                    </a:cubicBezTo>
                    <a:cubicBezTo>
                      <a:pt x="1906" y="2210"/>
                      <a:pt x="1858" y="2019"/>
                      <a:pt x="1834" y="1829"/>
                    </a:cubicBezTo>
                    <a:cubicBezTo>
                      <a:pt x="1811" y="1662"/>
                      <a:pt x="1834" y="1471"/>
                      <a:pt x="1834" y="1305"/>
                    </a:cubicBezTo>
                    <a:cubicBezTo>
                      <a:pt x="1811" y="924"/>
                      <a:pt x="1763" y="566"/>
                      <a:pt x="1930" y="185"/>
                    </a:cubicBezTo>
                    <a:lnTo>
                      <a:pt x="1930" y="185"/>
                    </a:lnTo>
                    <a:cubicBezTo>
                      <a:pt x="1896" y="187"/>
                      <a:pt x="1861" y="188"/>
                      <a:pt x="1826" y="188"/>
                    </a:cubicBezTo>
                    <a:cubicBezTo>
                      <a:pt x="1468" y="188"/>
                      <a:pt x="1056" y="86"/>
                      <a:pt x="644" y="42"/>
                    </a:cubicBezTo>
                    <a:cubicBezTo>
                      <a:pt x="580" y="42"/>
                      <a:pt x="464" y="0"/>
                      <a:pt x="372" y="0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9" name="Google Shape;15059;p46"/>
              <p:cNvSpPr/>
              <p:nvPr/>
            </p:nvSpPr>
            <p:spPr>
              <a:xfrm>
                <a:off x="1791682" y="2971593"/>
                <a:ext cx="39518" cy="38802"/>
              </a:xfrm>
              <a:custGeom>
                <a:rect b="b" l="l" r="r" t="t"/>
                <a:pathLst>
                  <a:path extrusionOk="0" h="1193" w="1215">
                    <a:moveTo>
                      <a:pt x="194" y="1"/>
                    </a:moveTo>
                    <a:cubicBezTo>
                      <a:pt x="158" y="1"/>
                      <a:pt x="127" y="22"/>
                      <a:pt x="95" y="85"/>
                    </a:cubicBezTo>
                    <a:cubicBezTo>
                      <a:pt x="24" y="276"/>
                      <a:pt x="48" y="514"/>
                      <a:pt x="48" y="704"/>
                    </a:cubicBezTo>
                    <a:cubicBezTo>
                      <a:pt x="48" y="847"/>
                      <a:pt x="0" y="1014"/>
                      <a:pt x="143" y="1085"/>
                    </a:cubicBezTo>
                    <a:cubicBezTo>
                      <a:pt x="310" y="1157"/>
                      <a:pt x="500" y="1181"/>
                      <a:pt x="667" y="1181"/>
                    </a:cubicBezTo>
                    <a:lnTo>
                      <a:pt x="953" y="1181"/>
                    </a:lnTo>
                    <a:cubicBezTo>
                      <a:pt x="987" y="1188"/>
                      <a:pt x="1010" y="1192"/>
                      <a:pt x="1024" y="1192"/>
                    </a:cubicBezTo>
                    <a:cubicBezTo>
                      <a:pt x="1058" y="1192"/>
                      <a:pt x="1041" y="1163"/>
                      <a:pt x="1024" y="1062"/>
                    </a:cubicBezTo>
                    <a:cubicBezTo>
                      <a:pt x="977" y="823"/>
                      <a:pt x="1048" y="419"/>
                      <a:pt x="1215" y="228"/>
                    </a:cubicBezTo>
                    <a:cubicBezTo>
                      <a:pt x="834" y="157"/>
                      <a:pt x="595" y="157"/>
                      <a:pt x="357" y="61"/>
                    </a:cubicBezTo>
                    <a:cubicBezTo>
                      <a:pt x="291" y="35"/>
                      <a:pt x="239" y="1"/>
                      <a:pt x="194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0" name="Google Shape;15060;p46"/>
              <p:cNvSpPr/>
              <p:nvPr/>
            </p:nvSpPr>
            <p:spPr>
              <a:xfrm>
                <a:off x="1877645" y="2975887"/>
                <a:ext cx="39550" cy="39388"/>
              </a:xfrm>
              <a:custGeom>
                <a:rect b="b" l="l" r="r" t="t"/>
                <a:pathLst>
                  <a:path extrusionOk="0" h="1211" w="1216">
                    <a:moveTo>
                      <a:pt x="1072" y="1"/>
                    </a:moveTo>
                    <a:cubicBezTo>
                      <a:pt x="834" y="48"/>
                      <a:pt x="596" y="48"/>
                      <a:pt x="358" y="96"/>
                    </a:cubicBezTo>
                    <a:cubicBezTo>
                      <a:pt x="215" y="120"/>
                      <a:pt x="1" y="72"/>
                      <a:pt x="72" y="263"/>
                    </a:cubicBezTo>
                    <a:cubicBezTo>
                      <a:pt x="143" y="477"/>
                      <a:pt x="215" y="572"/>
                      <a:pt x="215" y="810"/>
                    </a:cubicBezTo>
                    <a:cubicBezTo>
                      <a:pt x="191" y="906"/>
                      <a:pt x="167" y="1025"/>
                      <a:pt x="167" y="1120"/>
                    </a:cubicBezTo>
                    <a:cubicBezTo>
                      <a:pt x="167" y="1191"/>
                      <a:pt x="167" y="1211"/>
                      <a:pt x="192" y="1211"/>
                    </a:cubicBezTo>
                    <a:cubicBezTo>
                      <a:pt x="209" y="1211"/>
                      <a:pt x="238" y="1201"/>
                      <a:pt x="286" y="1192"/>
                    </a:cubicBezTo>
                    <a:cubicBezTo>
                      <a:pt x="417" y="1168"/>
                      <a:pt x="560" y="1168"/>
                      <a:pt x="703" y="1168"/>
                    </a:cubicBezTo>
                    <a:cubicBezTo>
                      <a:pt x="846" y="1168"/>
                      <a:pt x="989" y="1168"/>
                      <a:pt x="1120" y="1144"/>
                    </a:cubicBezTo>
                    <a:cubicBezTo>
                      <a:pt x="1144" y="1096"/>
                      <a:pt x="1167" y="1049"/>
                      <a:pt x="1191" y="977"/>
                    </a:cubicBezTo>
                    <a:cubicBezTo>
                      <a:pt x="1215" y="858"/>
                      <a:pt x="1191" y="739"/>
                      <a:pt x="1167" y="596"/>
                    </a:cubicBezTo>
                    <a:cubicBezTo>
                      <a:pt x="1144" y="382"/>
                      <a:pt x="1167" y="167"/>
                      <a:pt x="1072" y="1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1" name="Google Shape;15061;p46"/>
              <p:cNvSpPr/>
              <p:nvPr/>
            </p:nvSpPr>
            <p:spPr>
              <a:xfrm>
                <a:off x="1824987" y="2967463"/>
                <a:ext cx="60431" cy="64237"/>
              </a:xfrm>
              <a:custGeom>
                <a:rect b="b" l="l" r="r" t="t"/>
                <a:pathLst>
                  <a:path extrusionOk="0" h="1975" w="1858">
                    <a:moveTo>
                      <a:pt x="1014" y="1"/>
                    </a:moveTo>
                    <a:cubicBezTo>
                      <a:pt x="977" y="1"/>
                      <a:pt x="948" y="7"/>
                      <a:pt x="929" y="22"/>
                    </a:cubicBezTo>
                    <a:cubicBezTo>
                      <a:pt x="909" y="12"/>
                      <a:pt x="885" y="7"/>
                      <a:pt x="858" y="7"/>
                    </a:cubicBezTo>
                    <a:cubicBezTo>
                      <a:pt x="692" y="7"/>
                      <a:pt x="412" y="178"/>
                      <a:pt x="310" y="260"/>
                    </a:cubicBezTo>
                    <a:cubicBezTo>
                      <a:pt x="119" y="403"/>
                      <a:pt x="24" y="665"/>
                      <a:pt x="24" y="903"/>
                    </a:cubicBezTo>
                    <a:cubicBezTo>
                      <a:pt x="0" y="1284"/>
                      <a:pt x="143" y="1641"/>
                      <a:pt x="500" y="1808"/>
                    </a:cubicBezTo>
                    <a:cubicBezTo>
                      <a:pt x="677" y="1903"/>
                      <a:pt x="877" y="1975"/>
                      <a:pt x="1073" y="1975"/>
                    </a:cubicBezTo>
                    <a:cubicBezTo>
                      <a:pt x="1221" y="1975"/>
                      <a:pt x="1367" y="1934"/>
                      <a:pt x="1500" y="1832"/>
                    </a:cubicBezTo>
                    <a:cubicBezTo>
                      <a:pt x="1786" y="1593"/>
                      <a:pt x="1858" y="1141"/>
                      <a:pt x="1786" y="808"/>
                    </a:cubicBezTo>
                    <a:cubicBezTo>
                      <a:pt x="1762" y="617"/>
                      <a:pt x="1667" y="403"/>
                      <a:pt x="1548" y="260"/>
                    </a:cubicBezTo>
                    <a:cubicBezTo>
                      <a:pt x="1415" y="107"/>
                      <a:pt x="1159" y="1"/>
                      <a:pt x="1014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2" name="Google Shape;15062;p46"/>
              <p:cNvSpPr/>
              <p:nvPr/>
            </p:nvSpPr>
            <p:spPr>
              <a:xfrm>
                <a:off x="1821117" y="2782265"/>
                <a:ext cx="66644" cy="108276"/>
              </a:xfrm>
              <a:custGeom>
                <a:rect b="b" l="l" r="r" t="t"/>
                <a:pathLst>
                  <a:path extrusionOk="0" h="3329" w="2049">
                    <a:moveTo>
                      <a:pt x="1072" y="0"/>
                    </a:moveTo>
                    <a:cubicBezTo>
                      <a:pt x="738" y="0"/>
                      <a:pt x="595" y="238"/>
                      <a:pt x="310" y="334"/>
                    </a:cubicBezTo>
                    <a:cubicBezTo>
                      <a:pt x="191" y="1072"/>
                      <a:pt x="333" y="1858"/>
                      <a:pt x="95" y="2572"/>
                    </a:cubicBezTo>
                    <a:cubicBezTo>
                      <a:pt x="72" y="2667"/>
                      <a:pt x="0" y="2739"/>
                      <a:pt x="24" y="2834"/>
                    </a:cubicBezTo>
                    <a:cubicBezTo>
                      <a:pt x="48" y="2929"/>
                      <a:pt x="143" y="2977"/>
                      <a:pt x="214" y="3025"/>
                    </a:cubicBezTo>
                    <a:cubicBezTo>
                      <a:pt x="357" y="3144"/>
                      <a:pt x="524" y="3287"/>
                      <a:pt x="714" y="3310"/>
                    </a:cubicBezTo>
                    <a:cubicBezTo>
                      <a:pt x="788" y="3323"/>
                      <a:pt x="864" y="3329"/>
                      <a:pt x="939" y="3329"/>
                    </a:cubicBezTo>
                    <a:cubicBezTo>
                      <a:pt x="1155" y="3329"/>
                      <a:pt x="1371" y="3280"/>
                      <a:pt x="1548" y="3191"/>
                    </a:cubicBezTo>
                    <a:cubicBezTo>
                      <a:pt x="1762" y="3072"/>
                      <a:pt x="2048" y="2906"/>
                      <a:pt x="2024" y="2644"/>
                    </a:cubicBezTo>
                    <a:cubicBezTo>
                      <a:pt x="2000" y="2548"/>
                      <a:pt x="1953" y="2453"/>
                      <a:pt x="1929" y="2358"/>
                    </a:cubicBezTo>
                    <a:cubicBezTo>
                      <a:pt x="1858" y="2120"/>
                      <a:pt x="1786" y="1882"/>
                      <a:pt x="1739" y="1667"/>
                    </a:cubicBezTo>
                    <a:cubicBezTo>
                      <a:pt x="1691" y="1334"/>
                      <a:pt x="1715" y="977"/>
                      <a:pt x="1691" y="643"/>
                    </a:cubicBezTo>
                    <a:cubicBezTo>
                      <a:pt x="1691" y="405"/>
                      <a:pt x="1643" y="262"/>
                      <a:pt x="1429" y="119"/>
                    </a:cubicBezTo>
                    <a:cubicBezTo>
                      <a:pt x="1334" y="48"/>
                      <a:pt x="1191" y="0"/>
                      <a:pt x="1072" y="0"/>
                    </a:cubicBezTo>
                    <a:close/>
                  </a:path>
                </a:pathLst>
              </a:custGeom>
              <a:solidFill>
                <a:srgbClr val="E242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3" name="Google Shape;15063;p46"/>
              <p:cNvSpPr/>
              <p:nvPr/>
            </p:nvSpPr>
            <p:spPr>
              <a:xfrm>
                <a:off x="1822645" y="2782200"/>
                <a:ext cx="31809" cy="108341"/>
              </a:xfrm>
              <a:custGeom>
                <a:rect b="b" l="l" r="r" t="t"/>
                <a:pathLst>
                  <a:path extrusionOk="0" h="3331" w="978">
                    <a:moveTo>
                      <a:pt x="893" y="1"/>
                    </a:moveTo>
                    <a:cubicBezTo>
                      <a:pt x="618" y="1"/>
                      <a:pt x="330" y="250"/>
                      <a:pt x="239" y="478"/>
                    </a:cubicBezTo>
                    <a:cubicBezTo>
                      <a:pt x="167" y="693"/>
                      <a:pt x="263" y="979"/>
                      <a:pt x="263" y="1217"/>
                    </a:cubicBezTo>
                    <a:cubicBezTo>
                      <a:pt x="263" y="1503"/>
                      <a:pt x="239" y="1812"/>
                      <a:pt x="191" y="2098"/>
                    </a:cubicBezTo>
                    <a:cubicBezTo>
                      <a:pt x="144" y="2312"/>
                      <a:pt x="25" y="2527"/>
                      <a:pt x="25" y="2717"/>
                    </a:cubicBezTo>
                    <a:cubicBezTo>
                      <a:pt x="1" y="2908"/>
                      <a:pt x="48" y="2931"/>
                      <a:pt x="215" y="3003"/>
                    </a:cubicBezTo>
                    <a:cubicBezTo>
                      <a:pt x="382" y="3074"/>
                      <a:pt x="477" y="3241"/>
                      <a:pt x="667" y="3289"/>
                    </a:cubicBezTo>
                    <a:cubicBezTo>
                      <a:pt x="715" y="3312"/>
                      <a:pt x="769" y="3330"/>
                      <a:pt x="816" y="3330"/>
                    </a:cubicBezTo>
                    <a:cubicBezTo>
                      <a:pt x="864" y="3330"/>
                      <a:pt x="906" y="3312"/>
                      <a:pt x="929" y="3265"/>
                    </a:cubicBezTo>
                    <a:cubicBezTo>
                      <a:pt x="977" y="3098"/>
                      <a:pt x="906" y="2812"/>
                      <a:pt x="882" y="2646"/>
                    </a:cubicBezTo>
                    <a:cubicBezTo>
                      <a:pt x="882" y="2193"/>
                      <a:pt x="882" y="1717"/>
                      <a:pt x="882" y="1264"/>
                    </a:cubicBezTo>
                    <a:cubicBezTo>
                      <a:pt x="882" y="836"/>
                      <a:pt x="882" y="431"/>
                      <a:pt x="929" y="2"/>
                    </a:cubicBezTo>
                    <a:cubicBezTo>
                      <a:pt x="917" y="1"/>
                      <a:pt x="905" y="1"/>
                      <a:pt x="893" y="1"/>
                    </a:cubicBezTo>
                    <a:close/>
                  </a:path>
                </a:pathLst>
              </a:custGeom>
              <a:solidFill>
                <a:srgbClr val="D6401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4" name="Google Shape;15064;p46"/>
              <p:cNvSpPr/>
              <p:nvPr/>
            </p:nvSpPr>
            <p:spPr>
              <a:xfrm>
                <a:off x="1821117" y="2753871"/>
                <a:ext cx="61570" cy="17563"/>
              </a:xfrm>
              <a:custGeom>
                <a:rect b="b" l="l" r="r" t="t"/>
                <a:pathLst>
                  <a:path extrusionOk="0" h="540" w="1893">
                    <a:moveTo>
                      <a:pt x="1475" y="1"/>
                    </a:moveTo>
                    <a:cubicBezTo>
                      <a:pt x="1299" y="1"/>
                      <a:pt x="1106" y="29"/>
                      <a:pt x="983" y="29"/>
                    </a:cubicBezTo>
                    <a:cubicBezTo>
                      <a:pt x="939" y="29"/>
                      <a:pt x="904" y="26"/>
                      <a:pt x="881" y="16"/>
                    </a:cubicBezTo>
                    <a:cubicBezTo>
                      <a:pt x="818" y="16"/>
                      <a:pt x="741" y="12"/>
                      <a:pt x="660" y="12"/>
                    </a:cubicBezTo>
                    <a:cubicBezTo>
                      <a:pt x="436" y="12"/>
                      <a:pt x="183" y="38"/>
                      <a:pt x="95" y="230"/>
                    </a:cubicBezTo>
                    <a:cubicBezTo>
                      <a:pt x="0" y="468"/>
                      <a:pt x="286" y="540"/>
                      <a:pt x="476" y="540"/>
                    </a:cubicBezTo>
                    <a:cubicBezTo>
                      <a:pt x="810" y="540"/>
                      <a:pt x="1143" y="516"/>
                      <a:pt x="1477" y="492"/>
                    </a:cubicBezTo>
                    <a:cubicBezTo>
                      <a:pt x="1619" y="468"/>
                      <a:pt x="1858" y="445"/>
                      <a:pt x="1881" y="254"/>
                    </a:cubicBezTo>
                    <a:cubicBezTo>
                      <a:pt x="1893" y="47"/>
                      <a:pt x="1698" y="1"/>
                      <a:pt x="1475" y="1"/>
                    </a:cubicBezTo>
                    <a:close/>
                  </a:path>
                </a:pathLst>
              </a:custGeom>
              <a:solidFill>
                <a:srgbClr val="0093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5" name="Google Shape;15065;p46"/>
              <p:cNvSpPr/>
              <p:nvPr/>
            </p:nvSpPr>
            <p:spPr>
              <a:xfrm>
                <a:off x="1821117" y="2761547"/>
                <a:ext cx="64302" cy="11351"/>
              </a:xfrm>
              <a:custGeom>
                <a:rect b="b" l="l" r="r" t="t"/>
                <a:pathLst>
                  <a:path extrusionOk="0" h="349" w="1977">
                    <a:moveTo>
                      <a:pt x="1684" y="0"/>
                    </a:moveTo>
                    <a:cubicBezTo>
                      <a:pt x="1495" y="0"/>
                      <a:pt x="1216" y="49"/>
                      <a:pt x="1167" y="66"/>
                    </a:cubicBezTo>
                    <a:cubicBezTo>
                      <a:pt x="929" y="89"/>
                      <a:pt x="691" y="89"/>
                      <a:pt x="476" y="89"/>
                    </a:cubicBezTo>
                    <a:cubicBezTo>
                      <a:pt x="333" y="89"/>
                      <a:pt x="214" y="42"/>
                      <a:pt x="95" y="42"/>
                    </a:cubicBezTo>
                    <a:cubicBezTo>
                      <a:pt x="0" y="209"/>
                      <a:pt x="214" y="328"/>
                      <a:pt x="286" y="328"/>
                    </a:cubicBezTo>
                    <a:cubicBezTo>
                      <a:pt x="318" y="343"/>
                      <a:pt x="349" y="349"/>
                      <a:pt x="381" y="349"/>
                    </a:cubicBezTo>
                    <a:cubicBezTo>
                      <a:pt x="445" y="349"/>
                      <a:pt x="508" y="328"/>
                      <a:pt x="572" y="328"/>
                    </a:cubicBezTo>
                    <a:cubicBezTo>
                      <a:pt x="691" y="304"/>
                      <a:pt x="1977" y="280"/>
                      <a:pt x="1858" y="42"/>
                    </a:cubicBezTo>
                    <a:cubicBezTo>
                      <a:pt x="1842" y="11"/>
                      <a:pt x="1773" y="0"/>
                      <a:pt x="1684" y="0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6" name="Google Shape;15066;p46"/>
              <p:cNvSpPr/>
              <p:nvPr/>
            </p:nvSpPr>
            <p:spPr>
              <a:xfrm>
                <a:off x="1824207" y="2967365"/>
                <a:ext cx="35647" cy="63554"/>
              </a:xfrm>
              <a:custGeom>
                <a:rect b="b" l="l" r="r" t="t"/>
                <a:pathLst>
                  <a:path extrusionOk="0" h="1954" w="1096">
                    <a:moveTo>
                      <a:pt x="858" y="1"/>
                    </a:moveTo>
                    <a:cubicBezTo>
                      <a:pt x="572" y="144"/>
                      <a:pt x="381" y="191"/>
                      <a:pt x="238" y="382"/>
                    </a:cubicBezTo>
                    <a:cubicBezTo>
                      <a:pt x="143" y="525"/>
                      <a:pt x="72" y="668"/>
                      <a:pt x="48" y="834"/>
                    </a:cubicBezTo>
                    <a:cubicBezTo>
                      <a:pt x="0" y="1144"/>
                      <a:pt x="72" y="1406"/>
                      <a:pt x="262" y="1644"/>
                    </a:cubicBezTo>
                    <a:cubicBezTo>
                      <a:pt x="358" y="1763"/>
                      <a:pt x="596" y="1930"/>
                      <a:pt x="762" y="1954"/>
                    </a:cubicBezTo>
                    <a:cubicBezTo>
                      <a:pt x="1096" y="1954"/>
                      <a:pt x="953" y="1573"/>
                      <a:pt x="905" y="1382"/>
                    </a:cubicBezTo>
                    <a:cubicBezTo>
                      <a:pt x="834" y="1144"/>
                      <a:pt x="762" y="930"/>
                      <a:pt x="786" y="668"/>
                    </a:cubicBezTo>
                    <a:cubicBezTo>
                      <a:pt x="786" y="453"/>
                      <a:pt x="834" y="239"/>
                      <a:pt x="858" y="1"/>
                    </a:cubicBezTo>
                    <a:close/>
                  </a:path>
                </a:pathLst>
              </a:custGeom>
              <a:solidFill>
                <a:srgbClr val="017C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7" name="Google Shape;15067;p46"/>
              <p:cNvSpPr/>
              <p:nvPr/>
            </p:nvSpPr>
            <p:spPr>
              <a:xfrm>
                <a:off x="1786250" y="2749708"/>
                <a:ext cx="136345" cy="353742"/>
              </a:xfrm>
              <a:custGeom>
                <a:rect b="b" l="l" r="r" t="t"/>
                <a:pathLst>
                  <a:path extrusionOk="0" h="10876" w="4192">
                    <a:moveTo>
                      <a:pt x="2248" y="209"/>
                    </a:moveTo>
                    <a:cubicBezTo>
                      <a:pt x="2382" y="209"/>
                      <a:pt x="2513" y="215"/>
                      <a:pt x="2644" y="239"/>
                    </a:cubicBezTo>
                    <a:cubicBezTo>
                      <a:pt x="2763" y="263"/>
                      <a:pt x="2953" y="311"/>
                      <a:pt x="2858" y="477"/>
                    </a:cubicBezTo>
                    <a:cubicBezTo>
                      <a:pt x="2787" y="573"/>
                      <a:pt x="2620" y="573"/>
                      <a:pt x="2525" y="573"/>
                    </a:cubicBezTo>
                    <a:cubicBezTo>
                      <a:pt x="2191" y="620"/>
                      <a:pt x="1858" y="620"/>
                      <a:pt x="1525" y="620"/>
                    </a:cubicBezTo>
                    <a:cubicBezTo>
                      <a:pt x="1405" y="596"/>
                      <a:pt x="1215" y="596"/>
                      <a:pt x="1191" y="430"/>
                    </a:cubicBezTo>
                    <a:cubicBezTo>
                      <a:pt x="1167" y="287"/>
                      <a:pt x="1310" y="263"/>
                      <a:pt x="1429" y="263"/>
                    </a:cubicBezTo>
                    <a:cubicBezTo>
                      <a:pt x="1572" y="239"/>
                      <a:pt x="1715" y="215"/>
                      <a:pt x="1834" y="215"/>
                    </a:cubicBezTo>
                    <a:cubicBezTo>
                      <a:pt x="1977" y="215"/>
                      <a:pt x="2114" y="209"/>
                      <a:pt x="2248" y="209"/>
                    </a:cubicBezTo>
                    <a:close/>
                    <a:moveTo>
                      <a:pt x="2620" y="763"/>
                    </a:moveTo>
                    <a:cubicBezTo>
                      <a:pt x="2620" y="882"/>
                      <a:pt x="2644" y="1001"/>
                      <a:pt x="2644" y="1144"/>
                    </a:cubicBezTo>
                    <a:cubicBezTo>
                      <a:pt x="2596" y="1096"/>
                      <a:pt x="2525" y="1049"/>
                      <a:pt x="2477" y="1025"/>
                    </a:cubicBezTo>
                    <a:cubicBezTo>
                      <a:pt x="2359" y="946"/>
                      <a:pt x="2224" y="900"/>
                      <a:pt x="2087" y="900"/>
                    </a:cubicBezTo>
                    <a:cubicBezTo>
                      <a:pt x="2058" y="900"/>
                      <a:pt x="2029" y="902"/>
                      <a:pt x="2001" y="906"/>
                    </a:cubicBezTo>
                    <a:cubicBezTo>
                      <a:pt x="1834" y="930"/>
                      <a:pt x="1691" y="1001"/>
                      <a:pt x="1572" y="1096"/>
                    </a:cubicBezTo>
                    <a:cubicBezTo>
                      <a:pt x="1548" y="1120"/>
                      <a:pt x="1501" y="1168"/>
                      <a:pt x="1453" y="1192"/>
                    </a:cubicBezTo>
                    <a:cubicBezTo>
                      <a:pt x="1453" y="1073"/>
                      <a:pt x="1453" y="954"/>
                      <a:pt x="1453" y="811"/>
                    </a:cubicBezTo>
                    <a:cubicBezTo>
                      <a:pt x="1509" y="819"/>
                      <a:pt x="1562" y="821"/>
                      <a:pt x="1613" y="821"/>
                    </a:cubicBezTo>
                    <a:cubicBezTo>
                      <a:pt x="1715" y="821"/>
                      <a:pt x="1810" y="811"/>
                      <a:pt x="1906" y="811"/>
                    </a:cubicBezTo>
                    <a:cubicBezTo>
                      <a:pt x="2120" y="811"/>
                      <a:pt x="2334" y="787"/>
                      <a:pt x="2549" y="763"/>
                    </a:cubicBezTo>
                    <a:close/>
                    <a:moveTo>
                      <a:pt x="2072" y="1077"/>
                    </a:moveTo>
                    <a:cubicBezTo>
                      <a:pt x="2174" y="1077"/>
                      <a:pt x="2272" y="1116"/>
                      <a:pt x="2358" y="1168"/>
                    </a:cubicBezTo>
                    <a:cubicBezTo>
                      <a:pt x="2477" y="1239"/>
                      <a:pt x="2572" y="1358"/>
                      <a:pt x="2668" y="1430"/>
                    </a:cubicBezTo>
                    <a:cubicBezTo>
                      <a:pt x="2691" y="1597"/>
                      <a:pt x="2691" y="1763"/>
                      <a:pt x="2715" y="1954"/>
                    </a:cubicBezTo>
                    <a:cubicBezTo>
                      <a:pt x="2715" y="2168"/>
                      <a:pt x="2739" y="2382"/>
                      <a:pt x="2739" y="2597"/>
                    </a:cubicBezTo>
                    <a:cubicBezTo>
                      <a:pt x="2763" y="2811"/>
                      <a:pt x="2763" y="3002"/>
                      <a:pt x="2787" y="3216"/>
                    </a:cubicBezTo>
                    <a:cubicBezTo>
                      <a:pt x="2834" y="3383"/>
                      <a:pt x="2906" y="3573"/>
                      <a:pt x="2977" y="3740"/>
                    </a:cubicBezTo>
                    <a:cubicBezTo>
                      <a:pt x="2953" y="3764"/>
                      <a:pt x="2906" y="3811"/>
                      <a:pt x="2882" y="3859"/>
                    </a:cubicBezTo>
                    <a:cubicBezTo>
                      <a:pt x="2811" y="3930"/>
                      <a:pt x="2739" y="4002"/>
                      <a:pt x="2644" y="4049"/>
                    </a:cubicBezTo>
                    <a:cubicBezTo>
                      <a:pt x="2453" y="4169"/>
                      <a:pt x="2263" y="4240"/>
                      <a:pt x="2048" y="4240"/>
                    </a:cubicBezTo>
                    <a:cubicBezTo>
                      <a:pt x="2024" y="4243"/>
                      <a:pt x="2000" y="4245"/>
                      <a:pt x="1976" y="4245"/>
                    </a:cubicBezTo>
                    <a:cubicBezTo>
                      <a:pt x="1815" y="4245"/>
                      <a:pt x="1673" y="4177"/>
                      <a:pt x="1548" y="4073"/>
                    </a:cubicBezTo>
                    <a:cubicBezTo>
                      <a:pt x="1429" y="4002"/>
                      <a:pt x="1334" y="3907"/>
                      <a:pt x="1215" y="3835"/>
                    </a:cubicBezTo>
                    <a:cubicBezTo>
                      <a:pt x="1239" y="3811"/>
                      <a:pt x="1239" y="3787"/>
                      <a:pt x="1239" y="3764"/>
                    </a:cubicBezTo>
                    <a:cubicBezTo>
                      <a:pt x="1429" y="3430"/>
                      <a:pt x="1405" y="3049"/>
                      <a:pt x="1405" y="2668"/>
                    </a:cubicBezTo>
                    <a:cubicBezTo>
                      <a:pt x="1429" y="2263"/>
                      <a:pt x="1453" y="1835"/>
                      <a:pt x="1453" y="1430"/>
                    </a:cubicBezTo>
                    <a:cubicBezTo>
                      <a:pt x="1501" y="1406"/>
                      <a:pt x="1548" y="1358"/>
                      <a:pt x="1596" y="1311"/>
                    </a:cubicBezTo>
                    <a:cubicBezTo>
                      <a:pt x="1691" y="1216"/>
                      <a:pt x="1810" y="1120"/>
                      <a:pt x="1953" y="1096"/>
                    </a:cubicBezTo>
                    <a:cubicBezTo>
                      <a:pt x="1993" y="1083"/>
                      <a:pt x="2033" y="1077"/>
                      <a:pt x="2072" y="1077"/>
                    </a:cubicBezTo>
                    <a:close/>
                    <a:moveTo>
                      <a:pt x="3096" y="3954"/>
                    </a:moveTo>
                    <a:cubicBezTo>
                      <a:pt x="3311" y="4335"/>
                      <a:pt x="3573" y="4669"/>
                      <a:pt x="3692" y="5097"/>
                    </a:cubicBezTo>
                    <a:cubicBezTo>
                      <a:pt x="3787" y="5407"/>
                      <a:pt x="3835" y="5740"/>
                      <a:pt x="3858" y="6074"/>
                    </a:cubicBezTo>
                    <a:cubicBezTo>
                      <a:pt x="3739" y="6074"/>
                      <a:pt x="3620" y="6121"/>
                      <a:pt x="3501" y="6121"/>
                    </a:cubicBezTo>
                    <a:cubicBezTo>
                      <a:pt x="3358" y="6145"/>
                      <a:pt x="3215" y="6145"/>
                      <a:pt x="3072" y="6145"/>
                    </a:cubicBezTo>
                    <a:cubicBezTo>
                      <a:pt x="2763" y="6169"/>
                      <a:pt x="2453" y="6169"/>
                      <a:pt x="2144" y="6169"/>
                    </a:cubicBezTo>
                    <a:cubicBezTo>
                      <a:pt x="1834" y="6145"/>
                      <a:pt x="1525" y="6145"/>
                      <a:pt x="1215" y="6097"/>
                    </a:cubicBezTo>
                    <a:cubicBezTo>
                      <a:pt x="1048" y="6074"/>
                      <a:pt x="905" y="6050"/>
                      <a:pt x="762" y="6026"/>
                    </a:cubicBezTo>
                    <a:cubicBezTo>
                      <a:pt x="691" y="6002"/>
                      <a:pt x="620" y="5978"/>
                      <a:pt x="548" y="5978"/>
                    </a:cubicBezTo>
                    <a:cubicBezTo>
                      <a:pt x="429" y="5955"/>
                      <a:pt x="477" y="5812"/>
                      <a:pt x="477" y="5716"/>
                    </a:cubicBezTo>
                    <a:cubicBezTo>
                      <a:pt x="501" y="5335"/>
                      <a:pt x="501" y="4931"/>
                      <a:pt x="667" y="4597"/>
                    </a:cubicBezTo>
                    <a:cubicBezTo>
                      <a:pt x="762" y="4359"/>
                      <a:pt x="977" y="4169"/>
                      <a:pt x="1120" y="3954"/>
                    </a:cubicBezTo>
                    <a:cubicBezTo>
                      <a:pt x="1191" y="4073"/>
                      <a:pt x="1334" y="4169"/>
                      <a:pt x="1453" y="4240"/>
                    </a:cubicBezTo>
                    <a:cubicBezTo>
                      <a:pt x="1644" y="4359"/>
                      <a:pt x="1834" y="4454"/>
                      <a:pt x="2072" y="4454"/>
                    </a:cubicBezTo>
                    <a:cubicBezTo>
                      <a:pt x="2310" y="4430"/>
                      <a:pt x="2549" y="4335"/>
                      <a:pt x="2763" y="4216"/>
                    </a:cubicBezTo>
                    <a:cubicBezTo>
                      <a:pt x="2858" y="4145"/>
                      <a:pt x="3001" y="4049"/>
                      <a:pt x="3096" y="3954"/>
                    </a:cubicBezTo>
                    <a:close/>
                    <a:moveTo>
                      <a:pt x="453" y="6097"/>
                    </a:moveTo>
                    <a:cubicBezTo>
                      <a:pt x="477" y="6097"/>
                      <a:pt x="524" y="6121"/>
                      <a:pt x="572" y="6121"/>
                    </a:cubicBezTo>
                    <a:cubicBezTo>
                      <a:pt x="643" y="6145"/>
                      <a:pt x="715" y="6169"/>
                      <a:pt x="786" y="6193"/>
                    </a:cubicBezTo>
                    <a:cubicBezTo>
                      <a:pt x="929" y="6217"/>
                      <a:pt x="1072" y="6240"/>
                      <a:pt x="1239" y="6264"/>
                    </a:cubicBezTo>
                    <a:cubicBezTo>
                      <a:pt x="1548" y="6312"/>
                      <a:pt x="1858" y="6336"/>
                      <a:pt x="2168" y="6336"/>
                    </a:cubicBezTo>
                    <a:cubicBezTo>
                      <a:pt x="2279" y="6344"/>
                      <a:pt x="2387" y="6346"/>
                      <a:pt x="2494" y="6346"/>
                    </a:cubicBezTo>
                    <a:cubicBezTo>
                      <a:pt x="2707" y="6346"/>
                      <a:pt x="2914" y="6336"/>
                      <a:pt x="3120" y="6336"/>
                    </a:cubicBezTo>
                    <a:cubicBezTo>
                      <a:pt x="3263" y="6312"/>
                      <a:pt x="3406" y="6312"/>
                      <a:pt x="3549" y="6288"/>
                    </a:cubicBezTo>
                    <a:cubicBezTo>
                      <a:pt x="3644" y="6288"/>
                      <a:pt x="3763" y="6288"/>
                      <a:pt x="3858" y="6240"/>
                    </a:cubicBezTo>
                    <a:cubicBezTo>
                      <a:pt x="3858" y="6455"/>
                      <a:pt x="3858" y="6645"/>
                      <a:pt x="3858" y="6860"/>
                    </a:cubicBezTo>
                    <a:cubicBezTo>
                      <a:pt x="3811" y="6883"/>
                      <a:pt x="3763" y="6907"/>
                      <a:pt x="3692" y="6907"/>
                    </a:cubicBezTo>
                    <a:cubicBezTo>
                      <a:pt x="3596" y="6931"/>
                      <a:pt x="3477" y="6955"/>
                      <a:pt x="3382" y="6955"/>
                    </a:cubicBezTo>
                    <a:cubicBezTo>
                      <a:pt x="3215" y="6979"/>
                      <a:pt x="3025" y="6955"/>
                      <a:pt x="2882" y="7002"/>
                    </a:cubicBezTo>
                    <a:cubicBezTo>
                      <a:pt x="2787" y="6836"/>
                      <a:pt x="2668" y="6740"/>
                      <a:pt x="2501" y="6669"/>
                    </a:cubicBezTo>
                    <a:cubicBezTo>
                      <a:pt x="2388" y="6618"/>
                      <a:pt x="2270" y="6593"/>
                      <a:pt x="2154" y="6593"/>
                    </a:cubicBezTo>
                    <a:cubicBezTo>
                      <a:pt x="2001" y="6593"/>
                      <a:pt x="1850" y="6636"/>
                      <a:pt x="1715" y="6717"/>
                    </a:cubicBezTo>
                    <a:cubicBezTo>
                      <a:pt x="1596" y="6764"/>
                      <a:pt x="1477" y="6860"/>
                      <a:pt x="1405" y="6955"/>
                    </a:cubicBezTo>
                    <a:cubicBezTo>
                      <a:pt x="1358" y="6943"/>
                      <a:pt x="1310" y="6943"/>
                      <a:pt x="1266" y="6943"/>
                    </a:cubicBezTo>
                    <a:cubicBezTo>
                      <a:pt x="1221" y="6943"/>
                      <a:pt x="1179" y="6943"/>
                      <a:pt x="1144" y="6931"/>
                    </a:cubicBezTo>
                    <a:cubicBezTo>
                      <a:pt x="1024" y="6931"/>
                      <a:pt x="929" y="6883"/>
                      <a:pt x="834" y="6860"/>
                    </a:cubicBezTo>
                    <a:cubicBezTo>
                      <a:pt x="691" y="6836"/>
                      <a:pt x="548" y="6764"/>
                      <a:pt x="381" y="6764"/>
                    </a:cubicBezTo>
                    <a:cubicBezTo>
                      <a:pt x="405" y="6550"/>
                      <a:pt x="429" y="6312"/>
                      <a:pt x="453" y="6097"/>
                    </a:cubicBezTo>
                    <a:close/>
                    <a:moveTo>
                      <a:pt x="381" y="6907"/>
                    </a:moveTo>
                    <a:cubicBezTo>
                      <a:pt x="429" y="6907"/>
                      <a:pt x="477" y="6931"/>
                      <a:pt x="524" y="6955"/>
                    </a:cubicBezTo>
                    <a:cubicBezTo>
                      <a:pt x="643" y="6979"/>
                      <a:pt x="739" y="7002"/>
                      <a:pt x="858" y="7026"/>
                    </a:cubicBezTo>
                    <a:cubicBezTo>
                      <a:pt x="977" y="7074"/>
                      <a:pt x="1144" y="7121"/>
                      <a:pt x="1286" y="7121"/>
                    </a:cubicBezTo>
                    <a:cubicBezTo>
                      <a:pt x="1286" y="7121"/>
                      <a:pt x="1286" y="7145"/>
                      <a:pt x="1263" y="7169"/>
                    </a:cubicBezTo>
                    <a:cubicBezTo>
                      <a:pt x="1263" y="7169"/>
                      <a:pt x="1263" y="7169"/>
                      <a:pt x="1263" y="7193"/>
                    </a:cubicBezTo>
                    <a:cubicBezTo>
                      <a:pt x="1120" y="7431"/>
                      <a:pt x="1072" y="7717"/>
                      <a:pt x="1144" y="7979"/>
                    </a:cubicBezTo>
                    <a:cubicBezTo>
                      <a:pt x="1096" y="7955"/>
                      <a:pt x="1048" y="7955"/>
                      <a:pt x="1001" y="7955"/>
                    </a:cubicBezTo>
                    <a:cubicBezTo>
                      <a:pt x="882" y="7955"/>
                      <a:pt x="786" y="7931"/>
                      <a:pt x="691" y="7907"/>
                    </a:cubicBezTo>
                    <a:cubicBezTo>
                      <a:pt x="572" y="7907"/>
                      <a:pt x="477" y="7884"/>
                      <a:pt x="381" y="7860"/>
                    </a:cubicBezTo>
                    <a:cubicBezTo>
                      <a:pt x="358" y="7836"/>
                      <a:pt x="334" y="7836"/>
                      <a:pt x="310" y="7836"/>
                    </a:cubicBezTo>
                    <a:cubicBezTo>
                      <a:pt x="334" y="7526"/>
                      <a:pt x="358" y="7217"/>
                      <a:pt x="381" y="6907"/>
                    </a:cubicBezTo>
                    <a:close/>
                    <a:moveTo>
                      <a:pt x="3858" y="7026"/>
                    </a:moveTo>
                    <a:cubicBezTo>
                      <a:pt x="3858" y="7145"/>
                      <a:pt x="3858" y="7264"/>
                      <a:pt x="3858" y="7383"/>
                    </a:cubicBezTo>
                    <a:cubicBezTo>
                      <a:pt x="3882" y="7598"/>
                      <a:pt x="3882" y="7788"/>
                      <a:pt x="3906" y="8003"/>
                    </a:cubicBezTo>
                    <a:lnTo>
                      <a:pt x="3739" y="8003"/>
                    </a:lnTo>
                    <a:cubicBezTo>
                      <a:pt x="3644" y="8026"/>
                      <a:pt x="3549" y="8026"/>
                      <a:pt x="3454" y="8026"/>
                    </a:cubicBezTo>
                    <a:cubicBezTo>
                      <a:pt x="3394" y="8026"/>
                      <a:pt x="3323" y="8020"/>
                      <a:pt x="3248" y="8020"/>
                    </a:cubicBezTo>
                    <a:cubicBezTo>
                      <a:pt x="3174" y="8020"/>
                      <a:pt x="3096" y="8026"/>
                      <a:pt x="3025" y="8050"/>
                    </a:cubicBezTo>
                    <a:cubicBezTo>
                      <a:pt x="3096" y="7741"/>
                      <a:pt x="3072" y="7407"/>
                      <a:pt x="2953" y="7121"/>
                    </a:cubicBezTo>
                    <a:lnTo>
                      <a:pt x="2953" y="7121"/>
                    </a:lnTo>
                    <a:cubicBezTo>
                      <a:pt x="2982" y="7126"/>
                      <a:pt x="3012" y="7128"/>
                      <a:pt x="3044" y="7128"/>
                    </a:cubicBezTo>
                    <a:cubicBezTo>
                      <a:pt x="3170" y="7128"/>
                      <a:pt x="3311" y="7098"/>
                      <a:pt x="3406" y="7098"/>
                    </a:cubicBezTo>
                    <a:cubicBezTo>
                      <a:pt x="3525" y="7074"/>
                      <a:pt x="3620" y="7074"/>
                      <a:pt x="3715" y="7050"/>
                    </a:cubicBezTo>
                    <a:cubicBezTo>
                      <a:pt x="3763" y="7026"/>
                      <a:pt x="3811" y="7026"/>
                      <a:pt x="3858" y="7026"/>
                    </a:cubicBezTo>
                    <a:close/>
                    <a:moveTo>
                      <a:pt x="2132" y="6778"/>
                    </a:moveTo>
                    <a:cubicBezTo>
                      <a:pt x="2202" y="6778"/>
                      <a:pt x="2271" y="6788"/>
                      <a:pt x="2334" y="6812"/>
                    </a:cubicBezTo>
                    <a:cubicBezTo>
                      <a:pt x="2644" y="6883"/>
                      <a:pt x="2811" y="7193"/>
                      <a:pt x="2858" y="7503"/>
                    </a:cubicBezTo>
                    <a:cubicBezTo>
                      <a:pt x="2906" y="7788"/>
                      <a:pt x="2858" y="8146"/>
                      <a:pt x="2644" y="8360"/>
                    </a:cubicBezTo>
                    <a:cubicBezTo>
                      <a:pt x="2512" y="8502"/>
                      <a:pt x="2337" y="8562"/>
                      <a:pt x="2158" y="8562"/>
                    </a:cubicBezTo>
                    <a:cubicBezTo>
                      <a:pt x="1915" y="8562"/>
                      <a:pt x="1665" y="8453"/>
                      <a:pt x="1501" y="8288"/>
                    </a:cubicBezTo>
                    <a:cubicBezTo>
                      <a:pt x="1263" y="8050"/>
                      <a:pt x="1215" y="7693"/>
                      <a:pt x="1334" y="7383"/>
                    </a:cubicBezTo>
                    <a:cubicBezTo>
                      <a:pt x="1382" y="7264"/>
                      <a:pt x="1453" y="7121"/>
                      <a:pt x="1548" y="7026"/>
                    </a:cubicBezTo>
                    <a:cubicBezTo>
                      <a:pt x="1596" y="6979"/>
                      <a:pt x="1667" y="6931"/>
                      <a:pt x="1739" y="6883"/>
                    </a:cubicBezTo>
                    <a:cubicBezTo>
                      <a:pt x="1850" y="6820"/>
                      <a:pt x="1993" y="6778"/>
                      <a:pt x="2132" y="6778"/>
                    </a:cubicBezTo>
                    <a:close/>
                    <a:moveTo>
                      <a:pt x="286" y="7955"/>
                    </a:moveTo>
                    <a:cubicBezTo>
                      <a:pt x="310" y="7979"/>
                      <a:pt x="358" y="7979"/>
                      <a:pt x="381" y="7979"/>
                    </a:cubicBezTo>
                    <a:cubicBezTo>
                      <a:pt x="477" y="8026"/>
                      <a:pt x="572" y="8050"/>
                      <a:pt x="691" y="8074"/>
                    </a:cubicBezTo>
                    <a:cubicBezTo>
                      <a:pt x="762" y="8098"/>
                      <a:pt x="858" y="8098"/>
                      <a:pt x="953" y="8122"/>
                    </a:cubicBezTo>
                    <a:cubicBezTo>
                      <a:pt x="1016" y="8122"/>
                      <a:pt x="1069" y="8132"/>
                      <a:pt x="1119" y="8132"/>
                    </a:cubicBezTo>
                    <a:cubicBezTo>
                      <a:pt x="1144" y="8132"/>
                      <a:pt x="1167" y="8130"/>
                      <a:pt x="1191" y="8122"/>
                    </a:cubicBezTo>
                    <a:cubicBezTo>
                      <a:pt x="1367" y="8492"/>
                      <a:pt x="1779" y="8745"/>
                      <a:pt x="2183" y="8745"/>
                    </a:cubicBezTo>
                    <a:cubicBezTo>
                      <a:pt x="2325" y="8745"/>
                      <a:pt x="2466" y="8714"/>
                      <a:pt x="2596" y="8646"/>
                    </a:cubicBezTo>
                    <a:cubicBezTo>
                      <a:pt x="2691" y="8574"/>
                      <a:pt x="2763" y="8503"/>
                      <a:pt x="2834" y="8431"/>
                    </a:cubicBezTo>
                    <a:cubicBezTo>
                      <a:pt x="2858" y="8384"/>
                      <a:pt x="2906" y="8336"/>
                      <a:pt x="2930" y="8288"/>
                    </a:cubicBezTo>
                    <a:cubicBezTo>
                      <a:pt x="2977" y="8193"/>
                      <a:pt x="3072" y="8193"/>
                      <a:pt x="3168" y="8193"/>
                    </a:cubicBezTo>
                    <a:lnTo>
                      <a:pt x="3477" y="8193"/>
                    </a:lnTo>
                    <a:cubicBezTo>
                      <a:pt x="3596" y="8193"/>
                      <a:pt x="3763" y="8193"/>
                      <a:pt x="3906" y="8146"/>
                    </a:cubicBezTo>
                    <a:cubicBezTo>
                      <a:pt x="3906" y="8336"/>
                      <a:pt x="3930" y="8527"/>
                      <a:pt x="3930" y="8717"/>
                    </a:cubicBezTo>
                    <a:cubicBezTo>
                      <a:pt x="3930" y="8741"/>
                      <a:pt x="3930" y="8788"/>
                      <a:pt x="3930" y="8836"/>
                    </a:cubicBezTo>
                    <a:cubicBezTo>
                      <a:pt x="3882" y="8860"/>
                      <a:pt x="3835" y="8884"/>
                      <a:pt x="3787" y="8908"/>
                    </a:cubicBezTo>
                    <a:cubicBezTo>
                      <a:pt x="3715" y="8931"/>
                      <a:pt x="3644" y="8955"/>
                      <a:pt x="3573" y="8979"/>
                    </a:cubicBezTo>
                    <a:cubicBezTo>
                      <a:pt x="3430" y="9003"/>
                      <a:pt x="3287" y="9027"/>
                      <a:pt x="3144" y="9050"/>
                    </a:cubicBezTo>
                    <a:cubicBezTo>
                      <a:pt x="2935" y="9078"/>
                      <a:pt x="2734" y="9090"/>
                      <a:pt x="2531" y="9090"/>
                    </a:cubicBezTo>
                    <a:cubicBezTo>
                      <a:pt x="2388" y="9090"/>
                      <a:pt x="2244" y="9084"/>
                      <a:pt x="2096" y="9074"/>
                    </a:cubicBezTo>
                    <a:cubicBezTo>
                      <a:pt x="1763" y="9074"/>
                      <a:pt x="1405" y="9027"/>
                      <a:pt x="1072" y="8955"/>
                    </a:cubicBezTo>
                    <a:cubicBezTo>
                      <a:pt x="786" y="8908"/>
                      <a:pt x="524" y="8812"/>
                      <a:pt x="262" y="8717"/>
                    </a:cubicBezTo>
                    <a:cubicBezTo>
                      <a:pt x="262" y="8598"/>
                      <a:pt x="262" y="8455"/>
                      <a:pt x="262" y="8312"/>
                    </a:cubicBezTo>
                    <a:cubicBezTo>
                      <a:pt x="286" y="8193"/>
                      <a:pt x="286" y="8074"/>
                      <a:pt x="286" y="7955"/>
                    </a:cubicBezTo>
                    <a:close/>
                    <a:moveTo>
                      <a:pt x="239" y="8884"/>
                    </a:moveTo>
                    <a:cubicBezTo>
                      <a:pt x="501" y="9027"/>
                      <a:pt x="786" y="9098"/>
                      <a:pt x="1072" y="9146"/>
                    </a:cubicBezTo>
                    <a:cubicBezTo>
                      <a:pt x="1405" y="9217"/>
                      <a:pt x="1763" y="9241"/>
                      <a:pt x="2120" y="9265"/>
                    </a:cubicBezTo>
                    <a:cubicBezTo>
                      <a:pt x="2216" y="9271"/>
                      <a:pt x="2311" y="9274"/>
                      <a:pt x="2408" y="9274"/>
                    </a:cubicBezTo>
                    <a:cubicBezTo>
                      <a:pt x="2670" y="9274"/>
                      <a:pt x="2936" y="9252"/>
                      <a:pt x="3215" y="9217"/>
                    </a:cubicBezTo>
                    <a:cubicBezTo>
                      <a:pt x="3358" y="9217"/>
                      <a:pt x="3501" y="9193"/>
                      <a:pt x="3644" y="9146"/>
                    </a:cubicBezTo>
                    <a:cubicBezTo>
                      <a:pt x="3739" y="9122"/>
                      <a:pt x="3858" y="9098"/>
                      <a:pt x="3930" y="9027"/>
                    </a:cubicBezTo>
                    <a:lnTo>
                      <a:pt x="3930" y="9027"/>
                    </a:lnTo>
                    <a:cubicBezTo>
                      <a:pt x="3930" y="9312"/>
                      <a:pt x="3930" y="9598"/>
                      <a:pt x="3882" y="9884"/>
                    </a:cubicBezTo>
                    <a:cubicBezTo>
                      <a:pt x="3858" y="10003"/>
                      <a:pt x="3811" y="10146"/>
                      <a:pt x="3715" y="10241"/>
                    </a:cubicBezTo>
                    <a:cubicBezTo>
                      <a:pt x="3596" y="10360"/>
                      <a:pt x="3430" y="10432"/>
                      <a:pt x="3263" y="10479"/>
                    </a:cubicBezTo>
                    <a:cubicBezTo>
                      <a:pt x="2965" y="10579"/>
                      <a:pt x="2668" y="10628"/>
                      <a:pt x="2370" y="10628"/>
                    </a:cubicBezTo>
                    <a:cubicBezTo>
                      <a:pt x="2310" y="10628"/>
                      <a:pt x="2251" y="10626"/>
                      <a:pt x="2191" y="10622"/>
                    </a:cubicBezTo>
                    <a:cubicBezTo>
                      <a:pt x="1644" y="10598"/>
                      <a:pt x="1048" y="10575"/>
                      <a:pt x="596" y="10241"/>
                    </a:cubicBezTo>
                    <a:cubicBezTo>
                      <a:pt x="334" y="10074"/>
                      <a:pt x="239" y="9813"/>
                      <a:pt x="239" y="9479"/>
                    </a:cubicBezTo>
                    <a:cubicBezTo>
                      <a:pt x="239" y="9289"/>
                      <a:pt x="239" y="9098"/>
                      <a:pt x="239" y="8884"/>
                    </a:cubicBezTo>
                    <a:close/>
                    <a:moveTo>
                      <a:pt x="2358" y="1"/>
                    </a:moveTo>
                    <a:cubicBezTo>
                      <a:pt x="2168" y="1"/>
                      <a:pt x="2001" y="1"/>
                      <a:pt x="1810" y="25"/>
                    </a:cubicBezTo>
                    <a:cubicBezTo>
                      <a:pt x="1644" y="25"/>
                      <a:pt x="1429" y="25"/>
                      <a:pt x="1263" y="72"/>
                    </a:cubicBezTo>
                    <a:cubicBezTo>
                      <a:pt x="882" y="144"/>
                      <a:pt x="882" y="668"/>
                      <a:pt x="1239" y="787"/>
                    </a:cubicBezTo>
                    <a:lnTo>
                      <a:pt x="1263" y="787"/>
                    </a:lnTo>
                    <a:cubicBezTo>
                      <a:pt x="1239" y="1216"/>
                      <a:pt x="1215" y="1644"/>
                      <a:pt x="1191" y="2073"/>
                    </a:cubicBezTo>
                    <a:cubicBezTo>
                      <a:pt x="1191" y="2287"/>
                      <a:pt x="1167" y="2525"/>
                      <a:pt x="1167" y="2740"/>
                    </a:cubicBezTo>
                    <a:cubicBezTo>
                      <a:pt x="1167" y="2954"/>
                      <a:pt x="1167" y="3144"/>
                      <a:pt x="1120" y="3335"/>
                    </a:cubicBezTo>
                    <a:cubicBezTo>
                      <a:pt x="1072" y="3716"/>
                      <a:pt x="786" y="3954"/>
                      <a:pt x="572" y="4264"/>
                    </a:cubicBezTo>
                    <a:cubicBezTo>
                      <a:pt x="358" y="4573"/>
                      <a:pt x="310" y="4954"/>
                      <a:pt x="262" y="5335"/>
                    </a:cubicBezTo>
                    <a:cubicBezTo>
                      <a:pt x="191" y="6217"/>
                      <a:pt x="119" y="7098"/>
                      <a:pt x="48" y="7979"/>
                    </a:cubicBezTo>
                    <a:cubicBezTo>
                      <a:pt x="24" y="8407"/>
                      <a:pt x="24" y="8836"/>
                      <a:pt x="0" y="9265"/>
                    </a:cubicBezTo>
                    <a:cubicBezTo>
                      <a:pt x="0" y="9598"/>
                      <a:pt x="0" y="9932"/>
                      <a:pt x="215" y="10217"/>
                    </a:cubicBezTo>
                    <a:cubicBezTo>
                      <a:pt x="572" y="10670"/>
                      <a:pt x="1239" y="10789"/>
                      <a:pt x="1786" y="10837"/>
                    </a:cubicBezTo>
                    <a:cubicBezTo>
                      <a:pt x="1968" y="10864"/>
                      <a:pt x="2157" y="10876"/>
                      <a:pt x="2345" y="10876"/>
                    </a:cubicBezTo>
                    <a:cubicBezTo>
                      <a:pt x="2479" y="10876"/>
                      <a:pt x="2611" y="10870"/>
                      <a:pt x="2739" y="10860"/>
                    </a:cubicBezTo>
                    <a:cubicBezTo>
                      <a:pt x="3096" y="10813"/>
                      <a:pt x="3525" y="10717"/>
                      <a:pt x="3811" y="10479"/>
                    </a:cubicBezTo>
                    <a:cubicBezTo>
                      <a:pt x="4049" y="10289"/>
                      <a:pt x="4120" y="9979"/>
                      <a:pt x="4144" y="9670"/>
                    </a:cubicBezTo>
                    <a:cubicBezTo>
                      <a:pt x="4192" y="9241"/>
                      <a:pt x="4192" y="8788"/>
                      <a:pt x="4168" y="8360"/>
                    </a:cubicBezTo>
                    <a:cubicBezTo>
                      <a:pt x="4144" y="7907"/>
                      <a:pt x="4120" y="7455"/>
                      <a:pt x="4120" y="7002"/>
                    </a:cubicBezTo>
                    <a:cubicBezTo>
                      <a:pt x="4097" y="6621"/>
                      <a:pt x="4120" y="6217"/>
                      <a:pt x="4073" y="5836"/>
                    </a:cubicBezTo>
                    <a:cubicBezTo>
                      <a:pt x="4049" y="5454"/>
                      <a:pt x="3977" y="5073"/>
                      <a:pt x="3811" y="4716"/>
                    </a:cubicBezTo>
                    <a:cubicBezTo>
                      <a:pt x="3644" y="4383"/>
                      <a:pt x="3430" y="4097"/>
                      <a:pt x="3263" y="3764"/>
                    </a:cubicBezTo>
                    <a:cubicBezTo>
                      <a:pt x="3168" y="3621"/>
                      <a:pt x="3096" y="3454"/>
                      <a:pt x="3049" y="3264"/>
                    </a:cubicBezTo>
                    <a:cubicBezTo>
                      <a:pt x="3001" y="3073"/>
                      <a:pt x="3001" y="2883"/>
                      <a:pt x="2977" y="2668"/>
                    </a:cubicBezTo>
                    <a:cubicBezTo>
                      <a:pt x="2953" y="2216"/>
                      <a:pt x="2930" y="1763"/>
                      <a:pt x="2882" y="1311"/>
                    </a:cubicBezTo>
                    <a:cubicBezTo>
                      <a:pt x="2882" y="1192"/>
                      <a:pt x="2882" y="1096"/>
                      <a:pt x="2858" y="977"/>
                    </a:cubicBezTo>
                    <a:cubicBezTo>
                      <a:pt x="2858" y="882"/>
                      <a:pt x="2834" y="811"/>
                      <a:pt x="2834" y="715"/>
                    </a:cubicBezTo>
                    <a:cubicBezTo>
                      <a:pt x="2906" y="692"/>
                      <a:pt x="2953" y="668"/>
                      <a:pt x="2977" y="620"/>
                    </a:cubicBezTo>
                    <a:cubicBezTo>
                      <a:pt x="3096" y="501"/>
                      <a:pt x="3120" y="311"/>
                      <a:pt x="3001" y="168"/>
                    </a:cubicBezTo>
                    <a:cubicBezTo>
                      <a:pt x="2834" y="1"/>
                      <a:pt x="2572" y="25"/>
                      <a:pt x="235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8" name="Google Shape;15068;p46"/>
              <p:cNvSpPr/>
              <p:nvPr/>
            </p:nvSpPr>
            <p:spPr>
              <a:xfrm>
                <a:off x="1836599" y="2816222"/>
                <a:ext cx="31777" cy="31484"/>
              </a:xfrm>
              <a:custGeom>
                <a:rect b="b" l="l" r="r" t="t"/>
                <a:pathLst>
                  <a:path extrusionOk="0" h="968" w="977">
                    <a:moveTo>
                      <a:pt x="542" y="155"/>
                    </a:moveTo>
                    <a:cubicBezTo>
                      <a:pt x="599" y="155"/>
                      <a:pt x="658" y="174"/>
                      <a:pt x="715" y="218"/>
                    </a:cubicBezTo>
                    <a:cubicBezTo>
                      <a:pt x="977" y="409"/>
                      <a:pt x="667" y="838"/>
                      <a:pt x="405" y="838"/>
                    </a:cubicBezTo>
                    <a:cubicBezTo>
                      <a:pt x="191" y="814"/>
                      <a:pt x="143" y="623"/>
                      <a:pt x="191" y="457"/>
                    </a:cubicBezTo>
                    <a:cubicBezTo>
                      <a:pt x="243" y="299"/>
                      <a:pt x="385" y="155"/>
                      <a:pt x="542" y="155"/>
                    </a:cubicBezTo>
                    <a:close/>
                    <a:moveTo>
                      <a:pt x="544" y="0"/>
                    </a:moveTo>
                    <a:cubicBezTo>
                      <a:pt x="399" y="0"/>
                      <a:pt x="274" y="88"/>
                      <a:pt x="167" y="195"/>
                    </a:cubicBezTo>
                    <a:cubicBezTo>
                      <a:pt x="72" y="314"/>
                      <a:pt x="0" y="457"/>
                      <a:pt x="48" y="599"/>
                    </a:cubicBezTo>
                    <a:cubicBezTo>
                      <a:pt x="72" y="718"/>
                      <a:pt x="96" y="814"/>
                      <a:pt x="191" y="885"/>
                    </a:cubicBezTo>
                    <a:cubicBezTo>
                      <a:pt x="263" y="943"/>
                      <a:pt x="342" y="968"/>
                      <a:pt x="421" y="968"/>
                    </a:cubicBezTo>
                    <a:cubicBezTo>
                      <a:pt x="602" y="968"/>
                      <a:pt x="782" y="837"/>
                      <a:pt x="881" y="671"/>
                    </a:cubicBezTo>
                    <a:cubicBezTo>
                      <a:pt x="953" y="552"/>
                      <a:pt x="977" y="385"/>
                      <a:pt x="929" y="242"/>
                    </a:cubicBezTo>
                    <a:cubicBezTo>
                      <a:pt x="858" y="123"/>
                      <a:pt x="739" y="28"/>
                      <a:pt x="596" y="4"/>
                    </a:cubicBezTo>
                    <a:cubicBezTo>
                      <a:pt x="578" y="2"/>
                      <a:pt x="561" y="0"/>
                      <a:pt x="5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9" name="Google Shape;15069;p46"/>
              <p:cNvSpPr/>
              <p:nvPr/>
            </p:nvSpPr>
            <p:spPr>
              <a:xfrm>
                <a:off x="1941947" y="2787112"/>
                <a:ext cx="140996" cy="307524"/>
              </a:xfrm>
              <a:custGeom>
                <a:rect b="b" l="l" r="r" t="t"/>
                <a:pathLst>
                  <a:path extrusionOk="0" h="9455" w="4335">
                    <a:moveTo>
                      <a:pt x="2334" y="208"/>
                    </a:moveTo>
                    <a:cubicBezTo>
                      <a:pt x="2453" y="208"/>
                      <a:pt x="2572" y="256"/>
                      <a:pt x="2691" y="304"/>
                    </a:cubicBezTo>
                    <a:cubicBezTo>
                      <a:pt x="2786" y="351"/>
                      <a:pt x="2834" y="423"/>
                      <a:pt x="2929" y="494"/>
                    </a:cubicBezTo>
                    <a:cubicBezTo>
                      <a:pt x="2969" y="524"/>
                      <a:pt x="3009" y="537"/>
                      <a:pt x="3049" y="537"/>
                    </a:cubicBezTo>
                    <a:cubicBezTo>
                      <a:pt x="3104" y="537"/>
                      <a:pt x="3160" y="512"/>
                      <a:pt x="3215" y="470"/>
                    </a:cubicBezTo>
                    <a:cubicBezTo>
                      <a:pt x="3287" y="423"/>
                      <a:pt x="3358" y="423"/>
                      <a:pt x="3429" y="423"/>
                    </a:cubicBezTo>
                    <a:cubicBezTo>
                      <a:pt x="3715" y="566"/>
                      <a:pt x="3953" y="828"/>
                      <a:pt x="3953" y="1137"/>
                    </a:cubicBezTo>
                    <a:cubicBezTo>
                      <a:pt x="3977" y="1328"/>
                      <a:pt x="3882" y="1494"/>
                      <a:pt x="3763" y="1613"/>
                    </a:cubicBezTo>
                    <a:cubicBezTo>
                      <a:pt x="3620" y="1756"/>
                      <a:pt x="3453" y="1780"/>
                      <a:pt x="3287" y="1852"/>
                    </a:cubicBezTo>
                    <a:cubicBezTo>
                      <a:pt x="3120" y="1923"/>
                      <a:pt x="3167" y="2090"/>
                      <a:pt x="3263" y="2209"/>
                    </a:cubicBezTo>
                    <a:cubicBezTo>
                      <a:pt x="3358" y="2352"/>
                      <a:pt x="3310" y="2518"/>
                      <a:pt x="3215" y="2661"/>
                    </a:cubicBezTo>
                    <a:cubicBezTo>
                      <a:pt x="3167" y="2709"/>
                      <a:pt x="3120" y="2757"/>
                      <a:pt x="3048" y="2780"/>
                    </a:cubicBezTo>
                    <a:cubicBezTo>
                      <a:pt x="3001" y="2804"/>
                      <a:pt x="2953" y="2804"/>
                      <a:pt x="2905" y="2852"/>
                    </a:cubicBezTo>
                    <a:cubicBezTo>
                      <a:pt x="2786" y="2995"/>
                      <a:pt x="2858" y="3185"/>
                      <a:pt x="2715" y="3328"/>
                    </a:cubicBezTo>
                    <a:cubicBezTo>
                      <a:pt x="2651" y="3366"/>
                      <a:pt x="2567" y="3391"/>
                      <a:pt x="2488" y="3391"/>
                    </a:cubicBezTo>
                    <a:cubicBezTo>
                      <a:pt x="2419" y="3391"/>
                      <a:pt x="2354" y="3372"/>
                      <a:pt x="2310" y="3328"/>
                    </a:cubicBezTo>
                    <a:cubicBezTo>
                      <a:pt x="2096" y="3161"/>
                      <a:pt x="2191" y="2899"/>
                      <a:pt x="2310" y="2709"/>
                    </a:cubicBezTo>
                    <a:cubicBezTo>
                      <a:pt x="2334" y="2661"/>
                      <a:pt x="2310" y="2614"/>
                      <a:pt x="2263" y="2566"/>
                    </a:cubicBezTo>
                    <a:cubicBezTo>
                      <a:pt x="2024" y="2423"/>
                      <a:pt x="1953" y="2137"/>
                      <a:pt x="2001" y="1875"/>
                    </a:cubicBezTo>
                    <a:cubicBezTo>
                      <a:pt x="2024" y="1804"/>
                      <a:pt x="1977" y="1709"/>
                      <a:pt x="1881" y="1709"/>
                    </a:cubicBezTo>
                    <a:cubicBezTo>
                      <a:pt x="1780" y="1726"/>
                      <a:pt x="1691" y="1742"/>
                      <a:pt x="1597" y="1742"/>
                    </a:cubicBezTo>
                    <a:cubicBezTo>
                      <a:pt x="1558" y="1742"/>
                      <a:pt x="1518" y="1740"/>
                      <a:pt x="1477" y="1733"/>
                    </a:cubicBezTo>
                    <a:cubicBezTo>
                      <a:pt x="1358" y="1709"/>
                      <a:pt x="1262" y="1661"/>
                      <a:pt x="1167" y="1566"/>
                    </a:cubicBezTo>
                    <a:cubicBezTo>
                      <a:pt x="1119" y="1518"/>
                      <a:pt x="1048" y="1447"/>
                      <a:pt x="953" y="1447"/>
                    </a:cubicBezTo>
                    <a:cubicBezTo>
                      <a:pt x="921" y="1439"/>
                      <a:pt x="889" y="1436"/>
                      <a:pt x="857" y="1436"/>
                    </a:cubicBezTo>
                    <a:cubicBezTo>
                      <a:pt x="791" y="1436"/>
                      <a:pt x="722" y="1447"/>
                      <a:pt x="643" y="1447"/>
                    </a:cubicBezTo>
                    <a:cubicBezTo>
                      <a:pt x="453" y="1423"/>
                      <a:pt x="191" y="1280"/>
                      <a:pt x="214" y="1042"/>
                    </a:cubicBezTo>
                    <a:cubicBezTo>
                      <a:pt x="238" y="947"/>
                      <a:pt x="334" y="875"/>
                      <a:pt x="405" y="828"/>
                    </a:cubicBezTo>
                    <a:cubicBezTo>
                      <a:pt x="524" y="804"/>
                      <a:pt x="643" y="828"/>
                      <a:pt x="738" y="756"/>
                    </a:cubicBezTo>
                    <a:cubicBezTo>
                      <a:pt x="810" y="709"/>
                      <a:pt x="857" y="613"/>
                      <a:pt x="905" y="566"/>
                    </a:cubicBezTo>
                    <a:cubicBezTo>
                      <a:pt x="1000" y="494"/>
                      <a:pt x="1096" y="447"/>
                      <a:pt x="1215" y="423"/>
                    </a:cubicBezTo>
                    <a:cubicBezTo>
                      <a:pt x="1254" y="413"/>
                      <a:pt x="1294" y="407"/>
                      <a:pt x="1333" y="407"/>
                    </a:cubicBezTo>
                    <a:cubicBezTo>
                      <a:pt x="1389" y="407"/>
                      <a:pt x="1445" y="419"/>
                      <a:pt x="1500" y="447"/>
                    </a:cubicBezTo>
                    <a:cubicBezTo>
                      <a:pt x="1582" y="467"/>
                      <a:pt x="1629" y="523"/>
                      <a:pt x="1716" y="523"/>
                    </a:cubicBezTo>
                    <a:cubicBezTo>
                      <a:pt x="1731" y="523"/>
                      <a:pt x="1746" y="521"/>
                      <a:pt x="1762" y="518"/>
                    </a:cubicBezTo>
                    <a:cubicBezTo>
                      <a:pt x="1858" y="470"/>
                      <a:pt x="1881" y="375"/>
                      <a:pt x="1953" y="304"/>
                    </a:cubicBezTo>
                    <a:cubicBezTo>
                      <a:pt x="2048" y="232"/>
                      <a:pt x="2215" y="208"/>
                      <a:pt x="2334" y="208"/>
                    </a:cubicBezTo>
                    <a:close/>
                    <a:moveTo>
                      <a:pt x="286" y="1542"/>
                    </a:moveTo>
                    <a:cubicBezTo>
                      <a:pt x="405" y="1613"/>
                      <a:pt x="548" y="1637"/>
                      <a:pt x="691" y="1637"/>
                    </a:cubicBezTo>
                    <a:cubicBezTo>
                      <a:pt x="786" y="1637"/>
                      <a:pt x="857" y="1613"/>
                      <a:pt x="929" y="1613"/>
                    </a:cubicBezTo>
                    <a:cubicBezTo>
                      <a:pt x="977" y="1613"/>
                      <a:pt x="1000" y="1661"/>
                      <a:pt x="1024" y="1709"/>
                    </a:cubicBezTo>
                    <a:cubicBezTo>
                      <a:pt x="1119" y="1804"/>
                      <a:pt x="1238" y="1899"/>
                      <a:pt x="1358" y="1947"/>
                    </a:cubicBezTo>
                    <a:cubicBezTo>
                      <a:pt x="1500" y="1971"/>
                      <a:pt x="1620" y="1971"/>
                      <a:pt x="1739" y="1971"/>
                    </a:cubicBezTo>
                    <a:cubicBezTo>
                      <a:pt x="1739" y="2090"/>
                      <a:pt x="1739" y="2233"/>
                      <a:pt x="1786" y="2352"/>
                    </a:cubicBezTo>
                    <a:cubicBezTo>
                      <a:pt x="1858" y="2495"/>
                      <a:pt x="1953" y="2614"/>
                      <a:pt x="2072" y="2685"/>
                    </a:cubicBezTo>
                    <a:cubicBezTo>
                      <a:pt x="1977" y="2876"/>
                      <a:pt x="1929" y="3066"/>
                      <a:pt x="2001" y="3257"/>
                    </a:cubicBezTo>
                    <a:cubicBezTo>
                      <a:pt x="2072" y="3447"/>
                      <a:pt x="2215" y="3590"/>
                      <a:pt x="2405" y="3614"/>
                    </a:cubicBezTo>
                    <a:cubicBezTo>
                      <a:pt x="2430" y="3617"/>
                      <a:pt x="2454" y="3618"/>
                      <a:pt x="2478" y="3618"/>
                    </a:cubicBezTo>
                    <a:cubicBezTo>
                      <a:pt x="2643" y="3618"/>
                      <a:pt x="2802" y="3548"/>
                      <a:pt x="2905" y="3423"/>
                    </a:cubicBezTo>
                    <a:cubicBezTo>
                      <a:pt x="2977" y="3352"/>
                      <a:pt x="3025" y="3257"/>
                      <a:pt x="3048" y="3161"/>
                    </a:cubicBezTo>
                    <a:cubicBezTo>
                      <a:pt x="3048" y="3138"/>
                      <a:pt x="3048" y="3114"/>
                      <a:pt x="3048" y="3066"/>
                    </a:cubicBezTo>
                    <a:cubicBezTo>
                      <a:pt x="3048" y="3066"/>
                      <a:pt x="3072" y="3019"/>
                      <a:pt x="3072" y="3019"/>
                    </a:cubicBezTo>
                    <a:cubicBezTo>
                      <a:pt x="3096" y="3019"/>
                      <a:pt x="3144" y="2995"/>
                      <a:pt x="3167" y="2995"/>
                    </a:cubicBezTo>
                    <a:cubicBezTo>
                      <a:pt x="3358" y="2923"/>
                      <a:pt x="3477" y="2733"/>
                      <a:pt x="3548" y="2566"/>
                    </a:cubicBezTo>
                    <a:cubicBezTo>
                      <a:pt x="3572" y="2471"/>
                      <a:pt x="3572" y="2376"/>
                      <a:pt x="3548" y="2280"/>
                    </a:cubicBezTo>
                    <a:cubicBezTo>
                      <a:pt x="3548" y="2209"/>
                      <a:pt x="3525" y="2161"/>
                      <a:pt x="3501" y="2114"/>
                    </a:cubicBezTo>
                    <a:cubicBezTo>
                      <a:pt x="3477" y="2114"/>
                      <a:pt x="3477" y="2090"/>
                      <a:pt x="3453" y="2066"/>
                    </a:cubicBezTo>
                    <a:cubicBezTo>
                      <a:pt x="3453" y="2066"/>
                      <a:pt x="3453" y="2066"/>
                      <a:pt x="3453" y="2042"/>
                    </a:cubicBezTo>
                    <a:lnTo>
                      <a:pt x="3501" y="2042"/>
                    </a:lnTo>
                    <a:cubicBezTo>
                      <a:pt x="3548" y="2018"/>
                      <a:pt x="3620" y="1994"/>
                      <a:pt x="3668" y="1971"/>
                    </a:cubicBezTo>
                    <a:cubicBezTo>
                      <a:pt x="3763" y="1923"/>
                      <a:pt x="3858" y="1875"/>
                      <a:pt x="3953" y="1780"/>
                    </a:cubicBezTo>
                    <a:cubicBezTo>
                      <a:pt x="4001" y="1733"/>
                      <a:pt x="4049" y="1685"/>
                      <a:pt x="4072" y="1613"/>
                    </a:cubicBezTo>
                    <a:cubicBezTo>
                      <a:pt x="4072" y="1780"/>
                      <a:pt x="4072" y="1947"/>
                      <a:pt x="4072" y="2114"/>
                    </a:cubicBezTo>
                    <a:cubicBezTo>
                      <a:pt x="4072" y="2423"/>
                      <a:pt x="4049" y="2733"/>
                      <a:pt x="4049" y="3042"/>
                    </a:cubicBezTo>
                    <a:cubicBezTo>
                      <a:pt x="4049" y="3661"/>
                      <a:pt x="4025" y="4304"/>
                      <a:pt x="3977" y="4924"/>
                    </a:cubicBezTo>
                    <a:cubicBezTo>
                      <a:pt x="3930" y="5543"/>
                      <a:pt x="3882" y="6138"/>
                      <a:pt x="3834" y="6757"/>
                    </a:cubicBezTo>
                    <a:cubicBezTo>
                      <a:pt x="3787" y="7377"/>
                      <a:pt x="3715" y="7996"/>
                      <a:pt x="3572" y="8591"/>
                    </a:cubicBezTo>
                    <a:cubicBezTo>
                      <a:pt x="3548" y="8782"/>
                      <a:pt x="3501" y="8996"/>
                      <a:pt x="3287" y="9091"/>
                    </a:cubicBezTo>
                    <a:cubicBezTo>
                      <a:pt x="3048" y="9210"/>
                      <a:pt x="2715" y="9210"/>
                      <a:pt x="2453" y="9210"/>
                    </a:cubicBezTo>
                    <a:cubicBezTo>
                      <a:pt x="2329" y="9210"/>
                      <a:pt x="2209" y="9214"/>
                      <a:pt x="2090" y="9214"/>
                    </a:cubicBezTo>
                    <a:cubicBezTo>
                      <a:pt x="1911" y="9214"/>
                      <a:pt x="1734" y="9205"/>
                      <a:pt x="1548" y="9163"/>
                    </a:cubicBezTo>
                    <a:cubicBezTo>
                      <a:pt x="1310" y="9115"/>
                      <a:pt x="977" y="9044"/>
                      <a:pt x="810" y="8877"/>
                    </a:cubicBezTo>
                    <a:cubicBezTo>
                      <a:pt x="619" y="8686"/>
                      <a:pt x="619" y="8377"/>
                      <a:pt x="572" y="8139"/>
                    </a:cubicBezTo>
                    <a:cubicBezTo>
                      <a:pt x="548" y="7853"/>
                      <a:pt x="524" y="7543"/>
                      <a:pt x="524" y="7257"/>
                    </a:cubicBezTo>
                    <a:cubicBezTo>
                      <a:pt x="500" y="6638"/>
                      <a:pt x="476" y="6019"/>
                      <a:pt x="453" y="5376"/>
                    </a:cubicBezTo>
                    <a:cubicBezTo>
                      <a:pt x="429" y="4686"/>
                      <a:pt x="405" y="3971"/>
                      <a:pt x="381" y="3280"/>
                    </a:cubicBezTo>
                    <a:cubicBezTo>
                      <a:pt x="381" y="2923"/>
                      <a:pt x="381" y="2590"/>
                      <a:pt x="334" y="2233"/>
                    </a:cubicBezTo>
                    <a:cubicBezTo>
                      <a:pt x="334" y="2090"/>
                      <a:pt x="310" y="1923"/>
                      <a:pt x="310" y="1780"/>
                    </a:cubicBezTo>
                    <a:cubicBezTo>
                      <a:pt x="286" y="1709"/>
                      <a:pt x="286" y="1613"/>
                      <a:pt x="286" y="1542"/>
                    </a:cubicBezTo>
                    <a:close/>
                    <a:moveTo>
                      <a:pt x="2292" y="1"/>
                    </a:moveTo>
                    <a:cubicBezTo>
                      <a:pt x="2094" y="1"/>
                      <a:pt x="1902" y="63"/>
                      <a:pt x="1739" y="208"/>
                    </a:cubicBezTo>
                    <a:cubicBezTo>
                      <a:pt x="1739" y="232"/>
                      <a:pt x="1715" y="232"/>
                      <a:pt x="1691" y="256"/>
                    </a:cubicBezTo>
                    <a:cubicBezTo>
                      <a:pt x="1643" y="232"/>
                      <a:pt x="1572" y="208"/>
                      <a:pt x="1524" y="185"/>
                    </a:cubicBezTo>
                    <a:cubicBezTo>
                      <a:pt x="1464" y="164"/>
                      <a:pt x="1403" y="157"/>
                      <a:pt x="1345" y="157"/>
                    </a:cubicBezTo>
                    <a:cubicBezTo>
                      <a:pt x="1265" y="157"/>
                      <a:pt x="1188" y="171"/>
                      <a:pt x="1119" y="185"/>
                    </a:cubicBezTo>
                    <a:cubicBezTo>
                      <a:pt x="1000" y="208"/>
                      <a:pt x="905" y="256"/>
                      <a:pt x="810" y="327"/>
                    </a:cubicBezTo>
                    <a:cubicBezTo>
                      <a:pt x="762" y="375"/>
                      <a:pt x="715" y="399"/>
                      <a:pt x="667" y="447"/>
                    </a:cubicBezTo>
                    <a:cubicBezTo>
                      <a:pt x="643" y="494"/>
                      <a:pt x="619" y="542"/>
                      <a:pt x="572" y="566"/>
                    </a:cubicBezTo>
                    <a:cubicBezTo>
                      <a:pt x="524" y="589"/>
                      <a:pt x="453" y="589"/>
                      <a:pt x="381" y="589"/>
                    </a:cubicBezTo>
                    <a:cubicBezTo>
                      <a:pt x="334" y="613"/>
                      <a:pt x="286" y="637"/>
                      <a:pt x="238" y="661"/>
                    </a:cubicBezTo>
                    <a:cubicBezTo>
                      <a:pt x="143" y="732"/>
                      <a:pt x="48" y="851"/>
                      <a:pt x="24" y="970"/>
                    </a:cubicBezTo>
                    <a:cubicBezTo>
                      <a:pt x="0" y="1113"/>
                      <a:pt x="24" y="1256"/>
                      <a:pt x="95" y="1375"/>
                    </a:cubicBezTo>
                    <a:cubicBezTo>
                      <a:pt x="72" y="1613"/>
                      <a:pt x="95" y="1899"/>
                      <a:pt x="119" y="2161"/>
                    </a:cubicBezTo>
                    <a:cubicBezTo>
                      <a:pt x="143" y="2471"/>
                      <a:pt x="143" y="2804"/>
                      <a:pt x="143" y="3138"/>
                    </a:cubicBezTo>
                    <a:cubicBezTo>
                      <a:pt x="167" y="3804"/>
                      <a:pt x="191" y="4471"/>
                      <a:pt x="214" y="5114"/>
                    </a:cubicBezTo>
                    <a:cubicBezTo>
                      <a:pt x="214" y="5781"/>
                      <a:pt x="262" y="6448"/>
                      <a:pt x="286" y="7138"/>
                    </a:cubicBezTo>
                    <a:cubicBezTo>
                      <a:pt x="286" y="7448"/>
                      <a:pt x="310" y="7758"/>
                      <a:pt x="334" y="8067"/>
                    </a:cubicBezTo>
                    <a:cubicBezTo>
                      <a:pt x="357" y="8329"/>
                      <a:pt x="381" y="8639"/>
                      <a:pt x="500" y="8877"/>
                    </a:cubicBezTo>
                    <a:cubicBezTo>
                      <a:pt x="643" y="9115"/>
                      <a:pt x="905" y="9234"/>
                      <a:pt x="1143" y="9306"/>
                    </a:cubicBezTo>
                    <a:cubicBezTo>
                      <a:pt x="1429" y="9401"/>
                      <a:pt x="1739" y="9448"/>
                      <a:pt x="2048" y="9448"/>
                    </a:cubicBezTo>
                    <a:cubicBezTo>
                      <a:pt x="2203" y="9448"/>
                      <a:pt x="2364" y="9454"/>
                      <a:pt x="2524" y="9454"/>
                    </a:cubicBezTo>
                    <a:cubicBezTo>
                      <a:pt x="2685" y="9454"/>
                      <a:pt x="2846" y="9448"/>
                      <a:pt x="3001" y="9425"/>
                    </a:cubicBezTo>
                    <a:cubicBezTo>
                      <a:pt x="3239" y="9377"/>
                      <a:pt x="3477" y="9329"/>
                      <a:pt x="3620" y="9139"/>
                    </a:cubicBezTo>
                    <a:cubicBezTo>
                      <a:pt x="3787" y="8948"/>
                      <a:pt x="3834" y="8663"/>
                      <a:pt x="3882" y="8401"/>
                    </a:cubicBezTo>
                    <a:cubicBezTo>
                      <a:pt x="3930" y="8115"/>
                      <a:pt x="3977" y="7805"/>
                      <a:pt x="4001" y="7496"/>
                    </a:cubicBezTo>
                    <a:cubicBezTo>
                      <a:pt x="4096" y="6829"/>
                      <a:pt x="4120" y="6162"/>
                      <a:pt x="4191" y="5495"/>
                    </a:cubicBezTo>
                    <a:cubicBezTo>
                      <a:pt x="4239" y="4733"/>
                      <a:pt x="4287" y="3995"/>
                      <a:pt x="4311" y="3257"/>
                    </a:cubicBezTo>
                    <a:cubicBezTo>
                      <a:pt x="4311" y="2899"/>
                      <a:pt x="4311" y="2518"/>
                      <a:pt x="4334" y="2161"/>
                    </a:cubicBezTo>
                    <a:cubicBezTo>
                      <a:pt x="4334" y="1971"/>
                      <a:pt x="4334" y="1756"/>
                      <a:pt x="4311" y="1566"/>
                    </a:cubicBezTo>
                    <a:cubicBezTo>
                      <a:pt x="4311" y="1209"/>
                      <a:pt x="4168" y="780"/>
                      <a:pt x="3930" y="518"/>
                    </a:cubicBezTo>
                    <a:cubicBezTo>
                      <a:pt x="3906" y="494"/>
                      <a:pt x="3882" y="470"/>
                      <a:pt x="3858" y="447"/>
                    </a:cubicBezTo>
                    <a:cubicBezTo>
                      <a:pt x="3810" y="423"/>
                      <a:pt x="3763" y="375"/>
                      <a:pt x="3739" y="351"/>
                    </a:cubicBezTo>
                    <a:cubicBezTo>
                      <a:pt x="3644" y="280"/>
                      <a:pt x="3548" y="232"/>
                      <a:pt x="3453" y="208"/>
                    </a:cubicBezTo>
                    <a:lnTo>
                      <a:pt x="3263" y="208"/>
                    </a:lnTo>
                    <a:cubicBezTo>
                      <a:pt x="3191" y="208"/>
                      <a:pt x="3144" y="256"/>
                      <a:pt x="3072" y="280"/>
                    </a:cubicBezTo>
                    <a:lnTo>
                      <a:pt x="3048" y="280"/>
                    </a:lnTo>
                    <a:cubicBezTo>
                      <a:pt x="3025" y="256"/>
                      <a:pt x="3001" y="232"/>
                      <a:pt x="3001" y="232"/>
                    </a:cubicBezTo>
                    <a:cubicBezTo>
                      <a:pt x="2953" y="185"/>
                      <a:pt x="2905" y="161"/>
                      <a:pt x="2858" y="137"/>
                    </a:cubicBezTo>
                    <a:cubicBezTo>
                      <a:pt x="2739" y="66"/>
                      <a:pt x="2620" y="18"/>
                      <a:pt x="2477" y="18"/>
                    </a:cubicBezTo>
                    <a:cubicBezTo>
                      <a:pt x="2415" y="7"/>
                      <a:pt x="2353" y="1"/>
                      <a:pt x="229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70" name="Google Shape;15070;p46"/>
          <p:cNvGrpSpPr/>
          <p:nvPr/>
        </p:nvGrpSpPr>
        <p:grpSpPr>
          <a:xfrm>
            <a:off x="3324895" y="2499196"/>
            <a:ext cx="533406" cy="548647"/>
            <a:chOff x="3410575" y="3227771"/>
            <a:chExt cx="533406" cy="548647"/>
          </a:xfrm>
        </p:grpSpPr>
        <p:grpSp>
          <p:nvGrpSpPr>
            <p:cNvPr id="15071" name="Google Shape;15071;p46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5072" name="Google Shape;15072;p46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3" name="Google Shape;15073;p46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4" name="Google Shape;15074;p46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5" name="Google Shape;15075;p46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6" name="Google Shape;15076;p46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7" name="Google Shape;15077;p46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8" name="Google Shape;15078;p46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9" name="Google Shape;15079;p46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0" name="Google Shape;15080;p46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1" name="Google Shape;15081;p46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2" name="Google Shape;15082;p46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3" name="Google Shape;15083;p46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4" name="Google Shape;15084;p46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5" name="Google Shape;15085;p46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6" name="Google Shape;15086;p46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7" name="Google Shape;15087;p46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8" name="Google Shape;15088;p46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9" name="Google Shape;15089;p46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0" name="Google Shape;15090;p46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1" name="Google Shape;15091;p46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2" name="Google Shape;15092;p46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3" name="Google Shape;15093;p46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94" name="Google Shape;15094;p46"/>
            <p:cNvGrpSpPr/>
            <p:nvPr/>
          </p:nvGrpSpPr>
          <p:grpSpPr>
            <a:xfrm>
              <a:off x="3410575" y="3227771"/>
              <a:ext cx="533406" cy="548647"/>
              <a:chOff x="7043233" y="2755042"/>
              <a:chExt cx="336959" cy="343269"/>
            </a:xfrm>
          </p:grpSpPr>
          <p:sp>
            <p:nvSpPr>
              <p:cNvPr id="15095" name="Google Shape;15095;p46"/>
              <p:cNvSpPr/>
              <p:nvPr/>
            </p:nvSpPr>
            <p:spPr>
              <a:xfrm>
                <a:off x="7048665" y="2831053"/>
                <a:ext cx="161909" cy="262151"/>
              </a:xfrm>
              <a:custGeom>
                <a:rect b="b" l="l" r="r" t="t"/>
                <a:pathLst>
                  <a:path extrusionOk="0" h="8060" w="4978">
                    <a:moveTo>
                      <a:pt x="1177" y="1"/>
                    </a:moveTo>
                    <a:cubicBezTo>
                      <a:pt x="1003" y="1"/>
                      <a:pt x="845" y="172"/>
                      <a:pt x="786" y="310"/>
                    </a:cubicBezTo>
                    <a:cubicBezTo>
                      <a:pt x="714" y="501"/>
                      <a:pt x="714" y="715"/>
                      <a:pt x="691" y="905"/>
                    </a:cubicBezTo>
                    <a:cubicBezTo>
                      <a:pt x="667" y="1144"/>
                      <a:pt x="643" y="1382"/>
                      <a:pt x="643" y="1620"/>
                    </a:cubicBezTo>
                    <a:cubicBezTo>
                      <a:pt x="619" y="2144"/>
                      <a:pt x="548" y="2644"/>
                      <a:pt x="500" y="3144"/>
                    </a:cubicBezTo>
                    <a:cubicBezTo>
                      <a:pt x="476" y="3596"/>
                      <a:pt x="429" y="4049"/>
                      <a:pt x="333" y="4501"/>
                    </a:cubicBezTo>
                    <a:cubicBezTo>
                      <a:pt x="238" y="4978"/>
                      <a:pt x="167" y="5478"/>
                      <a:pt x="119" y="5954"/>
                    </a:cubicBezTo>
                    <a:cubicBezTo>
                      <a:pt x="71" y="6335"/>
                      <a:pt x="0" y="6716"/>
                      <a:pt x="48" y="7097"/>
                    </a:cubicBezTo>
                    <a:cubicBezTo>
                      <a:pt x="119" y="7788"/>
                      <a:pt x="1000" y="8050"/>
                      <a:pt x="1572" y="8050"/>
                    </a:cubicBezTo>
                    <a:cubicBezTo>
                      <a:pt x="1648" y="8056"/>
                      <a:pt x="1723" y="8059"/>
                      <a:pt x="1797" y="8059"/>
                    </a:cubicBezTo>
                    <a:cubicBezTo>
                      <a:pt x="1998" y="8059"/>
                      <a:pt x="2190" y="8037"/>
                      <a:pt x="2381" y="8002"/>
                    </a:cubicBezTo>
                    <a:cubicBezTo>
                      <a:pt x="2524" y="8002"/>
                      <a:pt x="2667" y="7978"/>
                      <a:pt x="2786" y="7931"/>
                    </a:cubicBezTo>
                    <a:cubicBezTo>
                      <a:pt x="2953" y="7859"/>
                      <a:pt x="3048" y="7693"/>
                      <a:pt x="3120" y="7526"/>
                    </a:cubicBezTo>
                    <a:cubicBezTo>
                      <a:pt x="3405" y="7002"/>
                      <a:pt x="3572" y="6430"/>
                      <a:pt x="3715" y="5859"/>
                    </a:cubicBezTo>
                    <a:cubicBezTo>
                      <a:pt x="3858" y="5240"/>
                      <a:pt x="4072" y="4620"/>
                      <a:pt x="4215" y="4001"/>
                    </a:cubicBezTo>
                    <a:cubicBezTo>
                      <a:pt x="4334" y="3430"/>
                      <a:pt x="4501" y="2858"/>
                      <a:pt x="4644" y="2287"/>
                    </a:cubicBezTo>
                    <a:cubicBezTo>
                      <a:pt x="4739" y="1882"/>
                      <a:pt x="4977" y="1477"/>
                      <a:pt x="4834" y="1072"/>
                    </a:cubicBezTo>
                    <a:cubicBezTo>
                      <a:pt x="4817" y="969"/>
                      <a:pt x="4800" y="891"/>
                      <a:pt x="4738" y="891"/>
                    </a:cubicBezTo>
                    <a:cubicBezTo>
                      <a:pt x="4714" y="891"/>
                      <a:pt x="4684" y="903"/>
                      <a:pt x="4644" y="929"/>
                    </a:cubicBezTo>
                    <a:cubicBezTo>
                      <a:pt x="4549" y="1001"/>
                      <a:pt x="4477" y="1096"/>
                      <a:pt x="4382" y="1144"/>
                    </a:cubicBezTo>
                    <a:cubicBezTo>
                      <a:pt x="4310" y="1215"/>
                      <a:pt x="4215" y="1239"/>
                      <a:pt x="4144" y="1286"/>
                    </a:cubicBezTo>
                    <a:cubicBezTo>
                      <a:pt x="4096" y="1310"/>
                      <a:pt x="4096" y="1310"/>
                      <a:pt x="4072" y="1358"/>
                    </a:cubicBezTo>
                    <a:cubicBezTo>
                      <a:pt x="4025" y="1429"/>
                      <a:pt x="4072" y="1644"/>
                      <a:pt x="4072" y="1739"/>
                    </a:cubicBezTo>
                    <a:cubicBezTo>
                      <a:pt x="4048" y="2072"/>
                      <a:pt x="4025" y="2453"/>
                      <a:pt x="3834" y="2715"/>
                    </a:cubicBezTo>
                    <a:cubicBezTo>
                      <a:pt x="3688" y="2927"/>
                      <a:pt x="3387" y="3127"/>
                      <a:pt x="3096" y="3127"/>
                    </a:cubicBezTo>
                    <a:cubicBezTo>
                      <a:pt x="2961" y="3127"/>
                      <a:pt x="2828" y="3083"/>
                      <a:pt x="2715" y="2977"/>
                    </a:cubicBezTo>
                    <a:cubicBezTo>
                      <a:pt x="2524" y="2811"/>
                      <a:pt x="2667" y="2382"/>
                      <a:pt x="2739" y="2168"/>
                    </a:cubicBezTo>
                    <a:cubicBezTo>
                      <a:pt x="2810" y="2049"/>
                      <a:pt x="2882" y="1906"/>
                      <a:pt x="2953" y="1787"/>
                    </a:cubicBezTo>
                    <a:cubicBezTo>
                      <a:pt x="3001" y="1668"/>
                      <a:pt x="3096" y="1548"/>
                      <a:pt x="3120" y="1429"/>
                    </a:cubicBezTo>
                    <a:cubicBezTo>
                      <a:pt x="3144" y="1239"/>
                      <a:pt x="2953" y="1239"/>
                      <a:pt x="2810" y="1239"/>
                    </a:cubicBezTo>
                    <a:cubicBezTo>
                      <a:pt x="2787" y="1241"/>
                      <a:pt x="2764" y="1242"/>
                      <a:pt x="2744" y="1242"/>
                    </a:cubicBezTo>
                    <a:cubicBezTo>
                      <a:pt x="2554" y="1242"/>
                      <a:pt x="2477" y="1144"/>
                      <a:pt x="2477" y="929"/>
                    </a:cubicBezTo>
                    <a:cubicBezTo>
                      <a:pt x="2477" y="763"/>
                      <a:pt x="2524" y="572"/>
                      <a:pt x="2334" y="501"/>
                    </a:cubicBezTo>
                    <a:cubicBezTo>
                      <a:pt x="2310" y="496"/>
                      <a:pt x="2284" y="494"/>
                      <a:pt x="2257" y="494"/>
                    </a:cubicBezTo>
                    <a:cubicBezTo>
                      <a:pt x="2150" y="494"/>
                      <a:pt x="2024" y="524"/>
                      <a:pt x="1929" y="524"/>
                    </a:cubicBezTo>
                    <a:cubicBezTo>
                      <a:pt x="1894" y="531"/>
                      <a:pt x="1861" y="534"/>
                      <a:pt x="1829" y="534"/>
                    </a:cubicBezTo>
                    <a:cubicBezTo>
                      <a:pt x="1752" y="534"/>
                      <a:pt x="1680" y="517"/>
                      <a:pt x="1596" y="501"/>
                    </a:cubicBezTo>
                    <a:cubicBezTo>
                      <a:pt x="1310" y="429"/>
                      <a:pt x="1334" y="262"/>
                      <a:pt x="1286" y="24"/>
                    </a:cubicBezTo>
                    <a:cubicBezTo>
                      <a:pt x="1249" y="8"/>
                      <a:pt x="1213" y="1"/>
                      <a:pt x="1177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6" name="Google Shape;15096;p46"/>
              <p:cNvSpPr/>
              <p:nvPr/>
            </p:nvSpPr>
            <p:spPr>
              <a:xfrm>
                <a:off x="7211322" y="2831053"/>
                <a:ext cx="162690" cy="262151"/>
              </a:xfrm>
              <a:custGeom>
                <a:rect b="b" l="l" r="r" t="t"/>
                <a:pathLst>
                  <a:path extrusionOk="0" h="8060" w="5002">
                    <a:moveTo>
                      <a:pt x="3802" y="1"/>
                    </a:moveTo>
                    <a:cubicBezTo>
                      <a:pt x="3765" y="1"/>
                      <a:pt x="3728" y="8"/>
                      <a:pt x="3691" y="24"/>
                    </a:cubicBezTo>
                    <a:cubicBezTo>
                      <a:pt x="3644" y="262"/>
                      <a:pt x="3667" y="429"/>
                      <a:pt x="3406" y="501"/>
                    </a:cubicBezTo>
                    <a:cubicBezTo>
                      <a:pt x="3305" y="517"/>
                      <a:pt x="3239" y="534"/>
                      <a:pt x="3159" y="534"/>
                    </a:cubicBezTo>
                    <a:cubicBezTo>
                      <a:pt x="3126" y="534"/>
                      <a:pt x="3090" y="531"/>
                      <a:pt x="3048" y="524"/>
                    </a:cubicBezTo>
                    <a:cubicBezTo>
                      <a:pt x="2953" y="524"/>
                      <a:pt x="2827" y="494"/>
                      <a:pt x="2732" y="494"/>
                    </a:cubicBezTo>
                    <a:cubicBezTo>
                      <a:pt x="2708" y="494"/>
                      <a:pt x="2686" y="496"/>
                      <a:pt x="2667" y="501"/>
                    </a:cubicBezTo>
                    <a:cubicBezTo>
                      <a:pt x="2477" y="572"/>
                      <a:pt x="2524" y="763"/>
                      <a:pt x="2524" y="929"/>
                    </a:cubicBezTo>
                    <a:cubicBezTo>
                      <a:pt x="2524" y="1144"/>
                      <a:pt x="2428" y="1242"/>
                      <a:pt x="2252" y="1242"/>
                    </a:cubicBezTo>
                    <a:cubicBezTo>
                      <a:pt x="2233" y="1242"/>
                      <a:pt x="2212" y="1241"/>
                      <a:pt x="2191" y="1239"/>
                    </a:cubicBezTo>
                    <a:cubicBezTo>
                      <a:pt x="2024" y="1239"/>
                      <a:pt x="1858" y="1239"/>
                      <a:pt x="1881" y="1429"/>
                    </a:cubicBezTo>
                    <a:cubicBezTo>
                      <a:pt x="1881" y="1548"/>
                      <a:pt x="1977" y="1668"/>
                      <a:pt x="2048" y="1787"/>
                    </a:cubicBezTo>
                    <a:cubicBezTo>
                      <a:pt x="2120" y="1906"/>
                      <a:pt x="2191" y="2049"/>
                      <a:pt x="2239" y="2168"/>
                    </a:cubicBezTo>
                    <a:cubicBezTo>
                      <a:pt x="2334" y="2382"/>
                      <a:pt x="2477" y="2811"/>
                      <a:pt x="2262" y="2977"/>
                    </a:cubicBezTo>
                    <a:cubicBezTo>
                      <a:pt x="2156" y="3083"/>
                      <a:pt x="2029" y="3127"/>
                      <a:pt x="1896" y="3127"/>
                    </a:cubicBezTo>
                    <a:cubicBezTo>
                      <a:pt x="1612" y="3127"/>
                      <a:pt x="1306" y="2927"/>
                      <a:pt x="1143" y="2715"/>
                    </a:cubicBezTo>
                    <a:cubicBezTo>
                      <a:pt x="953" y="2453"/>
                      <a:pt x="953" y="2072"/>
                      <a:pt x="929" y="1739"/>
                    </a:cubicBezTo>
                    <a:cubicBezTo>
                      <a:pt x="929" y="1644"/>
                      <a:pt x="953" y="1429"/>
                      <a:pt x="905" y="1358"/>
                    </a:cubicBezTo>
                    <a:cubicBezTo>
                      <a:pt x="881" y="1310"/>
                      <a:pt x="881" y="1310"/>
                      <a:pt x="834" y="1286"/>
                    </a:cubicBezTo>
                    <a:cubicBezTo>
                      <a:pt x="762" y="1239"/>
                      <a:pt x="691" y="1215"/>
                      <a:pt x="595" y="1144"/>
                    </a:cubicBezTo>
                    <a:cubicBezTo>
                      <a:pt x="500" y="1096"/>
                      <a:pt x="453" y="1001"/>
                      <a:pt x="357" y="929"/>
                    </a:cubicBezTo>
                    <a:cubicBezTo>
                      <a:pt x="317" y="903"/>
                      <a:pt x="287" y="891"/>
                      <a:pt x="262" y="891"/>
                    </a:cubicBezTo>
                    <a:cubicBezTo>
                      <a:pt x="199" y="891"/>
                      <a:pt x="177" y="969"/>
                      <a:pt x="143" y="1072"/>
                    </a:cubicBezTo>
                    <a:cubicBezTo>
                      <a:pt x="0" y="1477"/>
                      <a:pt x="238" y="1882"/>
                      <a:pt x="333" y="2287"/>
                    </a:cubicBezTo>
                    <a:cubicBezTo>
                      <a:pt x="476" y="2858"/>
                      <a:pt x="643" y="3430"/>
                      <a:pt x="786" y="4001"/>
                    </a:cubicBezTo>
                    <a:cubicBezTo>
                      <a:pt x="929" y="4620"/>
                      <a:pt x="1119" y="5240"/>
                      <a:pt x="1262" y="5859"/>
                    </a:cubicBezTo>
                    <a:cubicBezTo>
                      <a:pt x="1405" y="6430"/>
                      <a:pt x="1596" y="7002"/>
                      <a:pt x="1858" y="7526"/>
                    </a:cubicBezTo>
                    <a:cubicBezTo>
                      <a:pt x="1953" y="7693"/>
                      <a:pt x="2024" y="7859"/>
                      <a:pt x="2215" y="7931"/>
                    </a:cubicBezTo>
                    <a:cubicBezTo>
                      <a:pt x="2334" y="7978"/>
                      <a:pt x="2477" y="8002"/>
                      <a:pt x="2596" y="8002"/>
                    </a:cubicBezTo>
                    <a:cubicBezTo>
                      <a:pt x="2805" y="8037"/>
                      <a:pt x="3001" y="8059"/>
                      <a:pt x="3204" y="8059"/>
                    </a:cubicBezTo>
                    <a:cubicBezTo>
                      <a:pt x="3278" y="8059"/>
                      <a:pt x="3353" y="8056"/>
                      <a:pt x="3429" y="8050"/>
                    </a:cubicBezTo>
                    <a:cubicBezTo>
                      <a:pt x="3977" y="8050"/>
                      <a:pt x="4882" y="7788"/>
                      <a:pt x="4953" y="7097"/>
                    </a:cubicBezTo>
                    <a:cubicBezTo>
                      <a:pt x="5001" y="6716"/>
                      <a:pt x="4906" y="6335"/>
                      <a:pt x="4882" y="5954"/>
                    </a:cubicBezTo>
                    <a:cubicBezTo>
                      <a:pt x="4811" y="5478"/>
                      <a:pt x="4739" y="4978"/>
                      <a:pt x="4644" y="4501"/>
                    </a:cubicBezTo>
                    <a:cubicBezTo>
                      <a:pt x="4572" y="4049"/>
                      <a:pt x="4501" y="3596"/>
                      <a:pt x="4477" y="3144"/>
                    </a:cubicBezTo>
                    <a:cubicBezTo>
                      <a:pt x="4453" y="2644"/>
                      <a:pt x="4382" y="2144"/>
                      <a:pt x="4358" y="1620"/>
                    </a:cubicBezTo>
                    <a:cubicBezTo>
                      <a:pt x="4334" y="1382"/>
                      <a:pt x="4310" y="1144"/>
                      <a:pt x="4287" y="905"/>
                    </a:cubicBezTo>
                    <a:cubicBezTo>
                      <a:pt x="4287" y="715"/>
                      <a:pt x="4287" y="501"/>
                      <a:pt x="4215" y="310"/>
                    </a:cubicBezTo>
                    <a:cubicBezTo>
                      <a:pt x="4156" y="172"/>
                      <a:pt x="3982" y="1"/>
                      <a:pt x="3802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7" name="Google Shape;15097;p46"/>
              <p:cNvSpPr/>
              <p:nvPr/>
            </p:nvSpPr>
            <p:spPr>
              <a:xfrm>
                <a:off x="7178017" y="2862049"/>
                <a:ext cx="28687" cy="31614"/>
              </a:xfrm>
              <a:custGeom>
                <a:rect b="b" l="l" r="r" t="t"/>
                <a:pathLst>
                  <a:path extrusionOk="0" h="972" w="882">
                    <a:moveTo>
                      <a:pt x="834" y="0"/>
                    </a:moveTo>
                    <a:cubicBezTo>
                      <a:pt x="738" y="0"/>
                      <a:pt x="548" y="167"/>
                      <a:pt x="453" y="238"/>
                    </a:cubicBezTo>
                    <a:cubicBezTo>
                      <a:pt x="357" y="286"/>
                      <a:pt x="286" y="333"/>
                      <a:pt x="214" y="381"/>
                    </a:cubicBezTo>
                    <a:cubicBezTo>
                      <a:pt x="167" y="381"/>
                      <a:pt x="95" y="405"/>
                      <a:pt x="71" y="429"/>
                    </a:cubicBezTo>
                    <a:cubicBezTo>
                      <a:pt x="0" y="524"/>
                      <a:pt x="48" y="929"/>
                      <a:pt x="167" y="953"/>
                    </a:cubicBezTo>
                    <a:cubicBezTo>
                      <a:pt x="193" y="966"/>
                      <a:pt x="221" y="972"/>
                      <a:pt x="250" y="972"/>
                    </a:cubicBezTo>
                    <a:cubicBezTo>
                      <a:pt x="432" y="972"/>
                      <a:pt x="656" y="739"/>
                      <a:pt x="738" y="595"/>
                    </a:cubicBezTo>
                    <a:cubicBezTo>
                      <a:pt x="810" y="453"/>
                      <a:pt x="881" y="214"/>
                      <a:pt x="834" y="48"/>
                    </a:cubicBezTo>
                    <a:cubicBezTo>
                      <a:pt x="857" y="24"/>
                      <a:pt x="834" y="24"/>
                      <a:pt x="83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8" name="Google Shape;15098;p46"/>
              <p:cNvSpPr/>
              <p:nvPr/>
            </p:nvSpPr>
            <p:spPr>
              <a:xfrm>
                <a:off x="7046323" y="2830175"/>
                <a:ext cx="106910" cy="262835"/>
              </a:xfrm>
              <a:custGeom>
                <a:rect b="b" l="l" r="r" t="t"/>
                <a:pathLst>
                  <a:path extrusionOk="0" h="8081" w="3287">
                    <a:moveTo>
                      <a:pt x="1227" y="1"/>
                    </a:moveTo>
                    <a:cubicBezTo>
                      <a:pt x="1216" y="1"/>
                      <a:pt x="1204" y="2"/>
                      <a:pt x="1191" y="4"/>
                    </a:cubicBezTo>
                    <a:cubicBezTo>
                      <a:pt x="1048" y="28"/>
                      <a:pt x="953" y="170"/>
                      <a:pt x="906" y="313"/>
                    </a:cubicBezTo>
                    <a:cubicBezTo>
                      <a:pt x="786" y="599"/>
                      <a:pt x="810" y="932"/>
                      <a:pt x="763" y="1242"/>
                    </a:cubicBezTo>
                    <a:cubicBezTo>
                      <a:pt x="691" y="1695"/>
                      <a:pt x="572" y="2171"/>
                      <a:pt x="548" y="2623"/>
                    </a:cubicBezTo>
                    <a:cubicBezTo>
                      <a:pt x="525" y="3100"/>
                      <a:pt x="501" y="3576"/>
                      <a:pt x="453" y="4052"/>
                    </a:cubicBezTo>
                    <a:cubicBezTo>
                      <a:pt x="405" y="4600"/>
                      <a:pt x="310" y="5148"/>
                      <a:pt x="215" y="5719"/>
                    </a:cubicBezTo>
                    <a:cubicBezTo>
                      <a:pt x="143" y="6172"/>
                      <a:pt x="1" y="6672"/>
                      <a:pt x="72" y="7124"/>
                    </a:cubicBezTo>
                    <a:cubicBezTo>
                      <a:pt x="143" y="7505"/>
                      <a:pt x="405" y="7791"/>
                      <a:pt x="763" y="7886"/>
                    </a:cubicBezTo>
                    <a:cubicBezTo>
                      <a:pt x="929" y="7934"/>
                      <a:pt x="1096" y="7958"/>
                      <a:pt x="1263" y="7982"/>
                    </a:cubicBezTo>
                    <a:cubicBezTo>
                      <a:pt x="1429" y="8005"/>
                      <a:pt x="1620" y="8053"/>
                      <a:pt x="1810" y="8053"/>
                    </a:cubicBezTo>
                    <a:cubicBezTo>
                      <a:pt x="1954" y="8064"/>
                      <a:pt x="2117" y="8080"/>
                      <a:pt x="2280" y="8080"/>
                    </a:cubicBezTo>
                    <a:cubicBezTo>
                      <a:pt x="2469" y="8080"/>
                      <a:pt x="2657" y="8058"/>
                      <a:pt x="2811" y="7982"/>
                    </a:cubicBezTo>
                    <a:cubicBezTo>
                      <a:pt x="3001" y="7910"/>
                      <a:pt x="3287" y="7720"/>
                      <a:pt x="3168" y="7481"/>
                    </a:cubicBezTo>
                    <a:cubicBezTo>
                      <a:pt x="3112" y="7352"/>
                      <a:pt x="2956" y="7337"/>
                      <a:pt x="2822" y="7337"/>
                    </a:cubicBezTo>
                    <a:cubicBezTo>
                      <a:pt x="2784" y="7337"/>
                      <a:pt x="2747" y="7339"/>
                      <a:pt x="2715" y="7339"/>
                    </a:cubicBezTo>
                    <a:cubicBezTo>
                      <a:pt x="2680" y="7341"/>
                      <a:pt x="2644" y="7343"/>
                      <a:pt x="2609" y="7343"/>
                    </a:cubicBezTo>
                    <a:cubicBezTo>
                      <a:pt x="2365" y="7343"/>
                      <a:pt x="2138" y="7270"/>
                      <a:pt x="1930" y="7124"/>
                    </a:cubicBezTo>
                    <a:cubicBezTo>
                      <a:pt x="1358" y="6719"/>
                      <a:pt x="1382" y="5910"/>
                      <a:pt x="1382" y="5290"/>
                    </a:cubicBezTo>
                    <a:cubicBezTo>
                      <a:pt x="1382" y="4528"/>
                      <a:pt x="1501" y="3743"/>
                      <a:pt x="1644" y="3028"/>
                    </a:cubicBezTo>
                    <a:cubicBezTo>
                      <a:pt x="1686" y="2881"/>
                      <a:pt x="1932" y="1900"/>
                      <a:pt x="2218" y="1900"/>
                    </a:cubicBezTo>
                    <a:cubicBezTo>
                      <a:pt x="2256" y="1900"/>
                      <a:pt x="2295" y="1917"/>
                      <a:pt x="2334" y="1956"/>
                    </a:cubicBezTo>
                    <a:cubicBezTo>
                      <a:pt x="2453" y="2099"/>
                      <a:pt x="2358" y="2314"/>
                      <a:pt x="2334" y="2457"/>
                    </a:cubicBezTo>
                    <a:cubicBezTo>
                      <a:pt x="2311" y="2671"/>
                      <a:pt x="2334" y="2838"/>
                      <a:pt x="2453" y="3004"/>
                    </a:cubicBezTo>
                    <a:cubicBezTo>
                      <a:pt x="2552" y="3128"/>
                      <a:pt x="2639" y="3168"/>
                      <a:pt x="2732" y="3168"/>
                    </a:cubicBezTo>
                    <a:cubicBezTo>
                      <a:pt x="2818" y="3168"/>
                      <a:pt x="2911" y="3134"/>
                      <a:pt x="3025" y="3100"/>
                    </a:cubicBezTo>
                    <a:cubicBezTo>
                      <a:pt x="2811" y="2909"/>
                      <a:pt x="2763" y="2552"/>
                      <a:pt x="2811" y="2290"/>
                    </a:cubicBezTo>
                    <a:cubicBezTo>
                      <a:pt x="2858" y="2052"/>
                      <a:pt x="3001" y="1814"/>
                      <a:pt x="3120" y="1599"/>
                    </a:cubicBezTo>
                    <a:cubicBezTo>
                      <a:pt x="3168" y="1528"/>
                      <a:pt x="3287" y="1409"/>
                      <a:pt x="3192" y="1313"/>
                    </a:cubicBezTo>
                    <a:cubicBezTo>
                      <a:pt x="3161" y="1272"/>
                      <a:pt x="3108" y="1262"/>
                      <a:pt x="3049" y="1262"/>
                    </a:cubicBezTo>
                    <a:cubicBezTo>
                      <a:pt x="2995" y="1262"/>
                      <a:pt x="2936" y="1271"/>
                      <a:pt x="2887" y="1271"/>
                    </a:cubicBezTo>
                    <a:cubicBezTo>
                      <a:pt x="2868" y="1271"/>
                      <a:pt x="2850" y="1270"/>
                      <a:pt x="2835" y="1266"/>
                    </a:cubicBezTo>
                    <a:cubicBezTo>
                      <a:pt x="2668" y="1242"/>
                      <a:pt x="2644" y="1123"/>
                      <a:pt x="2596" y="980"/>
                    </a:cubicBezTo>
                    <a:cubicBezTo>
                      <a:pt x="2573" y="861"/>
                      <a:pt x="2525" y="742"/>
                      <a:pt x="2453" y="647"/>
                    </a:cubicBezTo>
                    <a:cubicBezTo>
                      <a:pt x="2390" y="583"/>
                      <a:pt x="2326" y="573"/>
                      <a:pt x="2249" y="573"/>
                    </a:cubicBezTo>
                    <a:cubicBezTo>
                      <a:pt x="2210" y="573"/>
                      <a:pt x="2168" y="575"/>
                      <a:pt x="2120" y="575"/>
                    </a:cubicBezTo>
                    <a:cubicBezTo>
                      <a:pt x="2074" y="579"/>
                      <a:pt x="2029" y="580"/>
                      <a:pt x="1986" y="580"/>
                    </a:cubicBezTo>
                    <a:cubicBezTo>
                      <a:pt x="1718" y="580"/>
                      <a:pt x="1512" y="505"/>
                      <a:pt x="1429" y="218"/>
                    </a:cubicBezTo>
                    <a:cubicBezTo>
                      <a:pt x="1408" y="109"/>
                      <a:pt x="1346" y="1"/>
                      <a:pt x="122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9" name="Google Shape;15099;p46"/>
              <p:cNvSpPr/>
              <p:nvPr/>
            </p:nvSpPr>
            <p:spPr>
              <a:xfrm>
                <a:off x="7270941" y="2842664"/>
                <a:ext cx="58122" cy="52821"/>
              </a:xfrm>
              <a:custGeom>
                <a:rect b="b" l="l" r="r" t="t"/>
                <a:pathLst>
                  <a:path extrusionOk="0" h="1624" w="1787">
                    <a:moveTo>
                      <a:pt x="1787" y="1"/>
                    </a:moveTo>
                    <a:lnTo>
                      <a:pt x="1787" y="1"/>
                    </a:lnTo>
                    <a:cubicBezTo>
                      <a:pt x="1525" y="162"/>
                      <a:pt x="1349" y="221"/>
                      <a:pt x="1185" y="221"/>
                    </a:cubicBezTo>
                    <a:cubicBezTo>
                      <a:pt x="1155" y="221"/>
                      <a:pt x="1126" y="219"/>
                      <a:pt x="1096" y="215"/>
                    </a:cubicBezTo>
                    <a:cubicBezTo>
                      <a:pt x="1038" y="201"/>
                      <a:pt x="963" y="177"/>
                      <a:pt x="897" y="177"/>
                    </a:cubicBezTo>
                    <a:cubicBezTo>
                      <a:pt x="854" y="177"/>
                      <a:pt x="815" y="187"/>
                      <a:pt x="787" y="215"/>
                    </a:cubicBezTo>
                    <a:cubicBezTo>
                      <a:pt x="668" y="310"/>
                      <a:pt x="810" y="477"/>
                      <a:pt x="763" y="596"/>
                    </a:cubicBezTo>
                    <a:cubicBezTo>
                      <a:pt x="668" y="810"/>
                      <a:pt x="477" y="882"/>
                      <a:pt x="287" y="906"/>
                    </a:cubicBezTo>
                    <a:cubicBezTo>
                      <a:pt x="144" y="929"/>
                      <a:pt x="1" y="906"/>
                      <a:pt x="48" y="1072"/>
                    </a:cubicBezTo>
                    <a:cubicBezTo>
                      <a:pt x="96" y="1191"/>
                      <a:pt x="167" y="1287"/>
                      <a:pt x="239" y="1358"/>
                    </a:cubicBezTo>
                    <a:cubicBezTo>
                      <a:pt x="358" y="1453"/>
                      <a:pt x="406" y="1596"/>
                      <a:pt x="572" y="1620"/>
                    </a:cubicBezTo>
                    <a:cubicBezTo>
                      <a:pt x="587" y="1623"/>
                      <a:pt x="603" y="1624"/>
                      <a:pt x="620" y="1624"/>
                    </a:cubicBezTo>
                    <a:cubicBezTo>
                      <a:pt x="763" y="1624"/>
                      <a:pt x="961" y="1536"/>
                      <a:pt x="1025" y="1430"/>
                    </a:cubicBezTo>
                    <a:cubicBezTo>
                      <a:pt x="1120" y="1263"/>
                      <a:pt x="977" y="1049"/>
                      <a:pt x="1025" y="882"/>
                    </a:cubicBezTo>
                    <a:cubicBezTo>
                      <a:pt x="1096" y="620"/>
                      <a:pt x="1406" y="715"/>
                      <a:pt x="1573" y="572"/>
                    </a:cubicBezTo>
                    <a:cubicBezTo>
                      <a:pt x="1715" y="429"/>
                      <a:pt x="1787" y="191"/>
                      <a:pt x="178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0" name="Google Shape;15100;p46"/>
              <p:cNvSpPr/>
              <p:nvPr/>
            </p:nvSpPr>
            <p:spPr>
              <a:xfrm>
                <a:off x="7213989" y="2859642"/>
                <a:ext cx="155372" cy="233757"/>
              </a:xfrm>
              <a:custGeom>
                <a:rect b="b" l="l" r="r" t="t"/>
                <a:pathLst>
                  <a:path extrusionOk="0" h="7187" w="4777">
                    <a:moveTo>
                      <a:pt x="210" y="1"/>
                    </a:moveTo>
                    <a:cubicBezTo>
                      <a:pt x="0" y="1"/>
                      <a:pt x="85" y="178"/>
                      <a:pt x="85" y="312"/>
                    </a:cubicBezTo>
                    <a:cubicBezTo>
                      <a:pt x="109" y="479"/>
                      <a:pt x="85" y="646"/>
                      <a:pt x="132" y="812"/>
                    </a:cubicBezTo>
                    <a:cubicBezTo>
                      <a:pt x="180" y="955"/>
                      <a:pt x="204" y="1050"/>
                      <a:pt x="228" y="1193"/>
                    </a:cubicBezTo>
                    <a:cubicBezTo>
                      <a:pt x="275" y="1455"/>
                      <a:pt x="323" y="1741"/>
                      <a:pt x="371" y="2027"/>
                    </a:cubicBezTo>
                    <a:cubicBezTo>
                      <a:pt x="442" y="2384"/>
                      <a:pt x="561" y="2741"/>
                      <a:pt x="656" y="3099"/>
                    </a:cubicBezTo>
                    <a:cubicBezTo>
                      <a:pt x="823" y="3908"/>
                      <a:pt x="1085" y="4694"/>
                      <a:pt x="1323" y="5480"/>
                    </a:cubicBezTo>
                    <a:cubicBezTo>
                      <a:pt x="1490" y="6123"/>
                      <a:pt x="1657" y="7004"/>
                      <a:pt x="2419" y="7171"/>
                    </a:cubicBezTo>
                    <a:cubicBezTo>
                      <a:pt x="2482" y="7182"/>
                      <a:pt x="2546" y="7187"/>
                      <a:pt x="2611" y="7187"/>
                    </a:cubicBezTo>
                    <a:cubicBezTo>
                      <a:pt x="2817" y="7187"/>
                      <a:pt x="3029" y="7141"/>
                      <a:pt x="3228" y="7123"/>
                    </a:cubicBezTo>
                    <a:cubicBezTo>
                      <a:pt x="3585" y="7076"/>
                      <a:pt x="3871" y="7052"/>
                      <a:pt x="4205" y="6933"/>
                    </a:cubicBezTo>
                    <a:cubicBezTo>
                      <a:pt x="4443" y="6885"/>
                      <a:pt x="4729" y="6766"/>
                      <a:pt x="4752" y="6480"/>
                    </a:cubicBezTo>
                    <a:cubicBezTo>
                      <a:pt x="4776" y="6361"/>
                      <a:pt x="4729" y="6123"/>
                      <a:pt x="4633" y="6051"/>
                    </a:cubicBezTo>
                    <a:cubicBezTo>
                      <a:pt x="4562" y="5980"/>
                      <a:pt x="4443" y="5980"/>
                      <a:pt x="4324" y="5980"/>
                    </a:cubicBezTo>
                    <a:cubicBezTo>
                      <a:pt x="4286" y="5976"/>
                      <a:pt x="4247" y="5975"/>
                      <a:pt x="4209" y="5975"/>
                    </a:cubicBezTo>
                    <a:cubicBezTo>
                      <a:pt x="4112" y="5975"/>
                      <a:pt x="4016" y="5984"/>
                      <a:pt x="3919" y="5984"/>
                    </a:cubicBezTo>
                    <a:cubicBezTo>
                      <a:pt x="3816" y="5984"/>
                      <a:pt x="3712" y="5974"/>
                      <a:pt x="3609" y="5932"/>
                    </a:cubicBezTo>
                    <a:cubicBezTo>
                      <a:pt x="3324" y="5813"/>
                      <a:pt x="3133" y="5551"/>
                      <a:pt x="2943" y="5313"/>
                    </a:cubicBezTo>
                    <a:cubicBezTo>
                      <a:pt x="2728" y="5075"/>
                      <a:pt x="2561" y="4813"/>
                      <a:pt x="2419" y="4504"/>
                    </a:cubicBezTo>
                    <a:cubicBezTo>
                      <a:pt x="2133" y="3932"/>
                      <a:pt x="2014" y="3265"/>
                      <a:pt x="2085" y="2622"/>
                    </a:cubicBezTo>
                    <a:cubicBezTo>
                      <a:pt x="2109" y="2527"/>
                      <a:pt x="2109" y="2432"/>
                      <a:pt x="2133" y="2360"/>
                    </a:cubicBezTo>
                    <a:cubicBezTo>
                      <a:pt x="2133" y="2313"/>
                      <a:pt x="2180" y="2265"/>
                      <a:pt x="2180" y="2241"/>
                    </a:cubicBezTo>
                    <a:cubicBezTo>
                      <a:pt x="2170" y="2198"/>
                      <a:pt x="2134" y="2184"/>
                      <a:pt x="2095" y="2184"/>
                    </a:cubicBezTo>
                    <a:cubicBezTo>
                      <a:pt x="2047" y="2184"/>
                      <a:pt x="1992" y="2204"/>
                      <a:pt x="1966" y="2217"/>
                    </a:cubicBezTo>
                    <a:cubicBezTo>
                      <a:pt x="1859" y="2248"/>
                      <a:pt x="1731" y="2299"/>
                      <a:pt x="1609" y="2299"/>
                    </a:cubicBezTo>
                    <a:cubicBezTo>
                      <a:pt x="1543" y="2299"/>
                      <a:pt x="1477" y="2283"/>
                      <a:pt x="1418" y="2241"/>
                    </a:cubicBezTo>
                    <a:cubicBezTo>
                      <a:pt x="1109" y="2003"/>
                      <a:pt x="990" y="1574"/>
                      <a:pt x="918" y="1193"/>
                    </a:cubicBezTo>
                    <a:cubicBezTo>
                      <a:pt x="894" y="955"/>
                      <a:pt x="990" y="550"/>
                      <a:pt x="775" y="407"/>
                    </a:cubicBezTo>
                    <a:cubicBezTo>
                      <a:pt x="680" y="360"/>
                      <a:pt x="561" y="336"/>
                      <a:pt x="490" y="241"/>
                    </a:cubicBezTo>
                    <a:cubicBezTo>
                      <a:pt x="418" y="169"/>
                      <a:pt x="371" y="3"/>
                      <a:pt x="251" y="3"/>
                    </a:cubicBezTo>
                    <a:cubicBezTo>
                      <a:pt x="236" y="1"/>
                      <a:pt x="222" y="1"/>
                      <a:pt x="21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1" name="Google Shape;15101;p46"/>
              <p:cNvSpPr/>
              <p:nvPr/>
            </p:nvSpPr>
            <p:spPr>
              <a:xfrm>
                <a:off x="7086589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1606" y="1"/>
                    </a:moveTo>
                    <a:cubicBezTo>
                      <a:pt x="1476" y="1"/>
                      <a:pt x="1346" y="106"/>
                      <a:pt x="1215" y="171"/>
                    </a:cubicBezTo>
                    <a:cubicBezTo>
                      <a:pt x="1096" y="266"/>
                      <a:pt x="1073" y="409"/>
                      <a:pt x="977" y="528"/>
                    </a:cubicBezTo>
                    <a:cubicBezTo>
                      <a:pt x="930" y="599"/>
                      <a:pt x="930" y="623"/>
                      <a:pt x="834" y="623"/>
                    </a:cubicBezTo>
                    <a:cubicBezTo>
                      <a:pt x="644" y="647"/>
                      <a:pt x="525" y="623"/>
                      <a:pt x="358" y="742"/>
                    </a:cubicBezTo>
                    <a:cubicBezTo>
                      <a:pt x="72" y="933"/>
                      <a:pt x="1" y="1409"/>
                      <a:pt x="358" y="1576"/>
                    </a:cubicBezTo>
                    <a:cubicBezTo>
                      <a:pt x="512" y="1659"/>
                      <a:pt x="714" y="1694"/>
                      <a:pt x="918" y="1694"/>
                    </a:cubicBezTo>
                    <a:cubicBezTo>
                      <a:pt x="1062" y="1694"/>
                      <a:pt x="1206" y="1677"/>
                      <a:pt x="1335" y="1647"/>
                    </a:cubicBezTo>
                    <a:lnTo>
                      <a:pt x="1335" y="1647"/>
                    </a:lnTo>
                    <a:cubicBezTo>
                      <a:pt x="1335" y="1838"/>
                      <a:pt x="1263" y="2028"/>
                      <a:pt x="1430" y="2219"/>
                    </a:cubicBezTo>
                    <a:cubicBezTo>
                      <a:pt x="1573" y="2385"/>
                      <a:pt x="1787" y="2362"/>
                      <a:pt x="1978" y="2385"/>
                    </a:cubicBezTo>
                    <a:cubicBezTo>
                      <a:pt x="1954" y="2505"/>
                      <a:pt x="1858" y="2600"/>
                      <a:pt x="1811" y="2695"/>
                    </a:cubicBezTo>
                    <a:cubicBezTo>
                      <a:pt x="1716" y="2862"/>
                      <a:pt x="1644" y="3052"/>
                      <a:pt x="1597" y="3243"/>
                    </a:cubicBezTo>
                    <a:cubicBezTo>
                      <a:pt x="1525" y="3529"/>
                      <a:pt x="1454" y="4029"/>
                      <a:pt x="1739" y="4195"/>
                    </a:cubicBezTo>
                    <a:cubicBezTo>
                      <a:pt x="1800" y="4229"/>
                      <a:pt x="1872" y="4244"/>
                      <a:pt x="1947" y="4244"/>
                    </a:cubicBezTo>
                    <a:cubicBezTo>
                      <a:pt x="2138" y="4244"/>
                      <a:pt x="2351" y="4148"/>
                      <a:pt x="2454" y="4029"/>
                    </a:cubicBezTo>
                    <a:cubicBezTo>
                      <a:pt x="2692" y="3767"/>
                      <a:pt x="2882" y="3409"/>
                      <a:pt x="2930" y="3052"/>
                    </a:cubicBezTo>
                    <a:cubicBezTo>
                      <a:pt x="2930" y="2886"/>
                      <a:pt x="2906" y="2719"/>
                      <a:pt x="2906" y="2576"/>
                    </a:cubicBezTo>
                    <a:cubicBezTo>
                      <a:pt x="2882" y="2457"/>
                      <a:pt x="2859" y="2385"/>
                      <a:pt x="2930" y="2338"/>
                    </a:cubicBezTo>
                    <a:cubicBezTo>
                      <a:pt x="3025" y="2243"/>
                      <a:pt x="3216" y="2243"/>
                      <a:pt x="3335" y="2171"/>
                    </a:cubicBezTo>
                    <a:cubicBezTo>
                      <a:pt x="3406" y="2124"/>
                      <a:pt x="3621" y="1981"/>
                      <a:pt x="3645" y="1885"/>
                    </a:cubicBezTo>
                    <a:cubicBezTo>
                      <a:pt x="3668" y="1766"/>
                      <a:pt x="3573" y="1719"/>
                      <a:pt x="3502" y="1647"/>
                    </a:cubicBezTo>
                    <a:cubicBezTo>
                      <a:pt x="3430" y="1552"/>
                      <a:pt x="3454" y="1552"/>
                      <a:pt x="3525" y="1481"/>
                    </a:cubicBezTo>
                    <a:cubicBezTo>
                      <a:pt x="3645" y="1314"/>
                      <a:pt x="3716" y="1076"/>
                      <a:pt x="3549" y="909"/>
                    </a:cubicBezTo>
                    <a:cubicBezTo>
                      <a:pt x="3502" y="885"/>
                      <a:pt x="3478" y="838"/>
                      <a:pt x="3430" y="838"/>
                    </a:cubicBezTo>
                    <a:cubicBezTo>
                      <a:pt x="3416" y="833"/>
                      <a:pt x="3403" y="831"/>
                      <a:pt x="3390" y="831"/>
                    </a:cubicBezTo>
                    <a:cubicBezTo>
                      <a:pt x="3340" y="831"/>
                      <a:pt x="3302" y="861"/>
                      <a:pt x="3264" y="861"/>
                    </a:cubicBezTo>
                    <a:cubicBezTo>
                      <a:pt x="3192" y="838"/>
                      <a:pt x="3168" y="718"/>
                      <a:pt x="3121" y="647"/>
                    </a:cubicBezTo>
                    <a:cubicBezTo>
                      <a:pt x="3049" y="504"/>
                      <a:pt x="2954" y="385"/>
                      <a:pt x="2787" y="361"/>
                    </a:cubicBezTo>
                    <a:cubicBezTo>
                      <a:pt x="2683" y="361"/>
                      <a:pt x="2428" y="462"/>
                      <a:pt x="2279" y="462"/>
                    </a:cubicBezTo>
                    <a:cubicBezTo>
                      <a:pt x="2222" y="462"/>
                      <a:pt x="2181" y="448"/>
                      <a:pt x="2168" y="409"/>
                    </a:cubicBezTo>
                    <a:cubicBezTo>
                      <a:pt x="2073" y="242"/>
                      <a:pt x="1858" y="4"/>
                      <a:pt x="1644" y="4"/>
                    </a:cubicBezTo>
                    <a:cubicBezTo>
                      <a:pt x="1631" y="2"/>
                      <a:pt x="1619" y="1"/>
                      <a:pt x="16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2" name="Google Shape;15102;p46"/>
              <p:cNvSpPr/>
              <p:nvPr/>
            </p:nvSpPr>
            <p:spPr>
              <a:xfrm>
                <a:off x="7216722" y="2795308"/>
                <a:ext cx="120863" cy="138036"/>
              </a:xfrm>
              <a:custGeom>
                <a:rect b="b" l="l" r="r" t="t"/>
                <a:pathLst>
                  <a:path extrusionOk="0" h="4244" w="3716">
                    <a:moveTo>
                      <a:pt x="2111" y="1"/>
                    </a:moveTo>
                    <a:cubicBezTo>
                      <a:pt x="2098" y="1"/>
                      <a:pt x="2085" y="2"/>
                      <a:pt x="2073" y="4"/>
                    </a:cubicBezTo>
                    <a:cubicBezTo>
                      <a:pt x="1834" y="4"/>
                      <a:pt x="1644" y="242"/>
                      <a:pt x="1549" y="409"/>
                    </a:cubicBezTo>
                    <a:cubicBezTo>
                      <a:pt x="1529" y="448"/>
                      <a:pt x="1485" y="462"/>
                      <a:pt x="1428" y="462"/>
                    </a:cubicBezTo>
                    <a:cubicBezTo>
                      <a:pt x="1276" y="462"/>
                      <a:pt x="1033" y="361"/>
                      <a:pt x="930" y="361"/>
                    </a:cubicBezTo>
                    <a:cubicBezTo>
                      <a:pt x="739" y="385"/>
                      <a:pt x="668" y="504"/>
                      <a:pt x="572" y="647"/>
                    </a:cubicBezTo>
                    <a:cubicBezTo>
                      <a:pt x="525" y="718"/>
                      <a:pt x="525" y="838"/>
                      <a:pt x="453" y="861"/>
                    </a:cubicBezTo>
                    <a:cubicBezTo>
                      <a:pt x="415" y="861"/>
                      <a:pt x="362" y="831"/>
                      <a:pt x="318" y="831"/>
                    </a:cubicBezTo>
                    <a:cubicBezTo>
                      <a:pt x="307" y="831"/>
                      <a:pt x="296" y="833"/>
                      <a:pt x="287" y="838"/>
                    </a:cubicBezTo>
                    <a:cubicBezTo>
                      <a:pt x="239" y="838"/>
                      <a:pt x="191" y="885"/>
                      <a:pt x="167" y="909"/>
                    </a:cubicBezTo>
                    <a:cubicBezTo>
                      <a:pt x="1" y="1076"/>
                      <a:pt x="72" y="1314"/>
                      <a:pt x="191" y="1481"/>
                    </a:cubicBezTo>
                    <a:cubicBezTo>
                      <a:pt x="263" y="1552"/>
                      <a:pt x="263" y="1552"/>
                      <a:pt x="191" y="1647"/>
                    </a:cubicBezTo>
                    <a:cubicBezTo>
                      <a:pt x="144" y="1719"/>
                      <a:pt x="48" y="1766"/>
                      <a:pt x="72" y="1885"/>
                    </a:cubicBezTo>
                    <a:cubicBezTo>
                      <a:pt x="96" y="1981"/>
                      <a:pt x="287" y="2124"/>
                      <a:pt x="382" y="2171"/>
                    </a:cubicBezTo>
                    <a:cubicBezTo>
                      <a:pt x="501" y="2243"/>
                      <a:pt x="691" y="2243"/>
                      <a:pt x="787" y="2338"/>
                    </a:cubicBezTo>
                    <a:cubicBezTo>
                      <a:pt x="858" y="2385"/>
                      <a:pt x="810" y="2457"/>
                      <a:pt x="810" y="2576"/>
                    </a:cubicBezTo>
                    <a:cubicBezTo>
                      <a:pt x="787" y="2719"/>
                      <a:pt x="787" y="2886"/>
                      <a:pt x="787" y="3052"/>
                    </a:cubicBezTo>
                    <a:cubicBezTo>
                      <a:pt x="810" y="3409"/>
                      <a:pt x="1025" y="3767"/>
                      <a:pt x="1263" y="4029"/>
                    </a:cubicBezTo>
                    <a:cubicBezTo>
                      <a:pt x="1366" y="4148"/>
                      <a:pt x="1579" y="4244"/>
                      <a:pt x="1770" y="4244"/>
                    </a:cubicBezTo>
                    <a:cubicBezTo>
                      <a:pt x="1845" y="4244"/>
                      <a:pt x="1917" y="4229"/>
                      <a:pt x="1977" y="4195"/>
                    </a:cubicBezTo>
                    <a:cubicBezTo>
                      <a:pt x="2263" y="4029"/>
                      <a:pt x="2168" y="3529"/>
                      <a:pt x="2120" y="3243"/>
                    </a:cubicBezTo>
                    <a:cubicBezTo>
                      <a:pt x="2073" y="3052"/>
                      <a:pt x="2001" y="2862"/>
                      <a:pt x="1906" y="2695"/>
                    </a:cubicBezTo>
                    <a:cubicBezTo>
                      <a:pt x="1858" y="2600"/>
                      <a:pt x="1763" y="2505"/>
                      <a:pt x="1739" y="2385"/>
                    </a:cubicBezTo>
                    <a:cubicBezTo>
                      <a:pt x="1930" y="2362"/>
                      <a:pt x="2144" y="2385"/>
                      <a:pt x="2287" y="2219"/>
                    </a:cubicBezTo>
                    <a:cubicBezTo>
                      <a:pt x="2430" y="2028"/>
                      <a:pt x="2382" y="1838"/>
                      <a:pt x="2382" y="1647"/>
                    </a:cubicBezTo>
                    <a:lnTo>
                      <a:pt x="2382" y="1647"/>
                    </a:lnTo>
                    <a:cubicBezTo>
                      <a:pt x="2501" y="1677"/>
                      <a:pt x="2643" y="1694"/>
                      <a:pt x="2789" y="1694"/>
                    </a:cubicBezTo>
                    <a:cubicBezTo>
                      <a:pt x="2995" y="1694"/>
                      <a:pt x="3205" y="1659"/>
                      <a:pt x="3359" y="1576"/>
                    </a:cubicBezTo>
                    <a:cubicBezTo>
                      <a:pt x="3716" y="1409"/>
                      <a:pt x="3621" y="933"/>
                      <a:pt x="3335" y="742"/>
                    </a:cubicBezTo>
                    <a:cubicBezTo>
                      <a:pt x="3192" y="623"/>
                      <a:pt x="3073" y="647"/>
                      <a:pt x="2882" y="623"/>
                    </a:cubicBezTo>
                    <a:cubicBezTo>
                      <a:pt x="2787" y="623"/>
                      <a:pt x="2787" y="599"/>
                      <a:pt x="2739" y="528"/>
                    </a:cubicBezTo>
                    <a:cubicBezTo>
                      <a:pt x="2644" y="409"/>
                      <a:pt x="2620" y="266"/>
                      <a:pt x="2477" y="171"/>
                    </a:cubicBezTo>
                    <a:cubicBezTo>
                      <a:pt x="2369" y="106"/>
                      <a:pt x="2241" y="1"/>
                      <a:pt x="21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3" name="Google Shape;15103;p46"/>
              <p:cNvSpPr/>
              <p:nvPr/>
            </p:nvSpPr>
            <p:spPr>
              <a:xfrm>
                <a:off x="7088215" y="2814823"/>
                <a:ext cx="78971" cy="118781"/>
              </a:xfrm>
              <a:custGeom>
                <a:rect b="b" l="l" r="r" t="t"/>
                <a:pathLst>
                  <a:path extrusionOk="0" h="3652" w="2428">
                    <a:moveTo>
                      <a:pt x="605" y="1"/>
                    </a:moveTo>
                    <a:cubicBezTo>
                      <a:pt x="567" y="1"/>
                      <a:pt x="518" y="27"/>
                      <a:pt x="451" y="95"/>
                    </a:cubicBezTo>
                    <a:cubicBezTo>
                      <a:pt x="444" y="94"/>
                      <a:pt x="436" y="94"/>
                      <a:pt x="429" y="94"/>
                    </a:cubicBezTo>
                    <a:cubicBezTo>
                      <a:pt x="135" y="94"/>
                      <a:pt x="1" y="552"/>
                      <a:pt x="94" y="761"/>
                    </a:cubicBezTo>
                    <a:cubicBezTo>
                      <a:pt x="165" y="952"/>
                      <a:pt x="403" y="1023"/>
                      <a:pt x="594" y="1047"/>
                    </a:cubicBezTo>
                    <a:cubicBezTo>
                      <a:pt x="679" y="1047"/>
                      <a:pt x="910" y="986"/>
                      <a:pt x="1070" y="986"/>
                    </a:cubicBezTo>
                    <a:cubicBezTo>
                      <a:pt x="1133" y="986"/>
                      <a:pt x="1186" y="996"/>
                      <a:pt x="1213" y="1023"/>
                    </a:cubicBezTo>
                    <a:cubicBezTo>
                      <a:pt x="1261" y="1071"/>
                      <a:pt x="1213" y="1214"/>
                      <a:pt x="1213" y="1285"/>
                    </a:cubicBezTo>
                    <a:cubicBezTo>
                      <a:pt x="1213" y="1381"/>
                      <a:pt x="1261" y="1500"/>
                      <a:pt x="1332" y="1595"/>
                    </a:cubicBezTo>
                    <a:cubicBezTo>
                      <a:pt x="1499" y="1762"/>
                      <a:pt x="1785" y="1666"/>
                      <a:pt x="1928" y="1809"/>
                    </a:cubicBezTo>
                    <a:cubicBezTo>
                      <a:pt x="1832" y="2095"/>
                      <a:pt x="1618" y="2357"/>
                      <a:pt x="1547" y="2667"/>
                    </a:cubicBezTo>
                    <a:cubicBezTo>
                      <a:pt x="1475" y="2881"/>
                      <a:pt x="1451" y="3143"/>
                      <a:pt x="1547" y="3357"/>
                    </a:cubicBezTo>
                    <a:cubicBezTo>
                      <a:pt x="1585" y="3473"/>
                      <a:pt x="1718" y="3651"/>
                      <a:pt x="1855" y="3651"/>
                    </a:cubicBezTo>
                    <a:cubicBezTo>
                      <a:pt x="1887" y="3651"/>
                      <a:pt x="1920" y="3642"/>
                      <a:pt x="1951" y="3619"/>
                    </a:cubicBezTo>
                    <a:cubicBezTo>
                      <a:pt x="2047" y="3572"/>
                      <a:pt x="2070" y="3405"/>
                      <a:pt x="2070" y="3286"/>
                    </a:cubicBezTo>
                    <a:cubicBezTo>
                      <a:pt x="2070" y="3095"/>
                      <a:pt x="2023" y="2905"/>
                      <a:pt x="2070" y="2714"/>
                    </a:cubicBezTo>
                    <a:cubicBezTo>
                      <a:pt x="2166" y="2357"/>
                      <a:pt x="2428" y="2047"/>
                      <a:pt x="2428" y="1666"/>
                    </a:cubicBezTo>
                    <a:cubicBezTo>
                      <a:pt x="2428" y="1547"/>
                      <a:pt x="2404" y="1428"/>
                      <a:pt x="2309" y="1333"/>
                    </a:cubicBezTo>
                    <a:cubicBezTo>
                      <a:pt x="2213" y="1238"/>
                      <a:pt x="2070" y="1238"/>
                      <a:pt x="1951" y="1142"/>
                    </a:cubicBezTo>
                    <a:cubicBezTo>
                      <a:pt x="1713" y="928"/>
                      <a:pt x="1904" y="523"/>
                      <a:pt x="1618" y="309"/>
                    </a:cubicBezTo>
                    <a:cubicBezTo>
                      <a:pt x="1562" y="264"/>
                      <a:pt x="1508" y="248"/>
                      <a:pt x="1454" y="248"/>
                    </a:cubicBezTo>
                    <a:cubicBezTo>
                      <a:pt x="1320" y="248"/>
                      <a:pt x="1189" y="346"/>
                      <a:pt x="1046" y="346"/>
                    </a:cubicBezTo>
                    <a:cubicBezTo>
                      <a:pt x="1000" y="346"/>
                      <a:pt x="952" y="336"/>
                      <a:pt x="904" y="309"/>
                    </a:cubicBezTo>
                    <a:cubicBezTo>
                      <a:pt x="744" y="221"/>
                      <a:pt x="717" y="1"/>
                      <a:pt x="60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4" name="Google Shape;15104;p46"/>
              <p:cNvSpPr/>
              <p:nvPr/>
            </p:nvSpPr>
            <p:spPr>
              <a:xfrm>
                <a:off x="7174894" y="2846535"/>
                <a:ext cx="32558" cy="25597"/>
              </a:xfrm>
              <a:custGeom>
                <a:rect b="b" l="l" r="r" t="t"/>
                <a:pathLst>
                  <a:path extrusionOk="0" h="787" w="1001">
                    <a:moveTo>
                      <a:pt x="763" y="1"/>
                    </a:moveTo>
                    <a:cubicBezTo>
                      <a:pt x="691" y="25"/>
                      <a:pt x="644" y="96"/>
                      <a:pt x="596" y="144"/>
                    </a:cubicBezTo>
                    <a:cubicBezTo>
                      <a:pt x="453" y="239"/>
                      <a:pt x="334" y="191"/>
                      <a:pt x="191" y="239"/>
                    </a:cubicBezTo>
                    <a:cubicBezTo>
                      <a:pt x="1" y="310"/>
                      <a:pt x="72" y="644"/>
                      <a:pt x="144" y="787"/>
                    </a:cubicBezTo>
                    <a:cubicBezTo>
                      <a:pt x="620" y="668"/>
                      <a:pt x="1001" y="406"/>
                      <a:pt x="7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5" name="Google Shape;15105;p46"/>
              <p:cNvSpPr/>
              <p:nvPr/>
            </p:nvSpPr>
            <p:spPr>
              <a:xfrm>
                <a:off x="7218283" y="2814303"/>
                <a:ext cx="69734" cy="117383"/>
              </a:xfrm>
              <a:custGeom>
                <a:rect b="b" l="l" r="r" t="t"/>
                <a:pathLst>
                  <a:path extrusionOk="0" h="3609" w="2144">
                    <a:moveTo>
                      <a:pt x="665" y="1"/>
                    </a:moveTo>
                    <a:cubicBezTo>
                      <a:pt x="568" y="1"/>
                      <a:pt x="552" y="69"/>
                      <a:pt x="477" y="182"/>
                    </a:cubicBezTo>
                    <a:cubicBezTo>
                      <a:pt x="429" y="230"/>
                      <a:pt x="334" y="277"/>
                      <a:pt x="286" y="277"/>
                    </a:cubicBezTo>
                    <a:cubicBezTo>
                      <a:pt x="227" y="277"/>
                      <a:pt x="195" y="231"/>
                      <a:pt x="168" y="231"/>
                    </a:cubicBezTo>
                    <a:cubicBezTo>
                      <a:pt x="152" y="231"/>
                      <a:pt x="137" y="248"/>
                      <a:pt x="119" y="301"/>
                    </a:cubicBezTo>
                    <a:cubicBezTo>
                      <a:pt x="24" y="396"/>
                      <a:pt x="0" y="563"/>
                      <a:pt x="24" y="706"/>
                    </a:cubicBezTo>
                    <a:cubicBezTo>
                      <a:pt x="48" y="849"/>
                      <a:pt x="143" y="849"/>
                      <a:pt x="215" y="968"/>
                    </a:cubicBezTo>
                    <a:cubicBezTo>
                      <a:pt x="286" y="1087"/>
                      <a:pt x="48" y="1230"/>
                      <a:pt x="72" y="1397"/>
                    </a:cubicBezTo>
                    <a:cubicBezTo>
                      <a:pt x="96" y="1682"/>
                      <a:pt x="381" y="1611"/>
                      <a:pt x="572" y="1706"/>
                    </a:cubicBezTo>
                    <a:cubicBezTo>
                      <a:pt x="715" y="1778"/>
                      <a:pt x="715" y="1992"/>
                      <a:pt x="715" y="2159"/>
                    </a:cubicBezTo>
                    <a:cubicBezTo>
                      <a:pt x="762" y="2516"/>
                      <a:pt x="810" y="2968"/>
                      <a:pt x="1024" y="3278"/>
                    </a:cubicBezTo>
                    <a:cubicBezTo>
                      <a:pt x="1133" y="3448"/>
                      <a:pt x="1361" y="3608"/>
                      <a:pt x="1574" y="3608"/>
                    </a:cubicBezTo>
                    <a:cubicBezTo>
                      <a:pt x="1688" y="3608"/>
                      <a:pt x="1798" y="3562"/>
                      <a:pt x="1882" y="3445"/>
                    </a:cubicBezTo>
                    <a:cubicBezTo>
                      <a:pt x="2144" y="3040"/>
                      <a:pt x="1501" y="2683"/>
                      <a:pt x="1286" y="2397"/>
                    </a:cubicBezTo>
                    <a:cubicBezTo>
                      <a:pt x="1143" y="2206"/>
                      <a:pt x="1072" y="1921"/>
                      <a:pt x="1143" y="1682"/>
                    </a:cubicBezTo>
                    <a:cubicBezTo>
                      <a:pt x="1167" y="1540"/>
                      <a:pt x="1286" y="1468"/>
                      <a:pt x="1358" y="1349"/>
                    </a:cubicBezTo>
                    <a:cubicBezTo>
                      <a:pt x="1572" y="897"/>
                      <a:pt x="1239" y="158"/>
                      <a:pt x="762" y="15"/>
                    </a:cubicBezTo>
                    <a:cubicBezTo>
                      <a:pt x="723" y="5"/>
                      <a:pt x="691" y="1"/>
                      <a:pt x="66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6" name="Google Shape;15106;p46"/>
              <p:cNvSpPr/>
              <p:nvPr/>
            </p:nvSpPr>
            <p:spPr>
              <a:xfrm>
                <a:off x="7267070" y="2829784"/>
                <a:ext cx="63554" cy="43128"/>
              </a:xfrm>
              <a:custGeom>
                <a:rect b="b" l="l" r="r" t="t"/>
                <a:pathLst>
                  <a:path extrusionOk="0" h="1326" w="1954">
                    <a:moveTo>
                      <a:pt x="981" y="0"/>
                    </a:moveTo>
                    <a:cubicBezTo>
                      <a:pt x="941" y="0"/>
                      <a:pt x="901" y="5"/>
                      <a:pt x="858" y="16"/>
                    </a:cubicBezTo>
                    <a:cubicBezTo>
                      <a:pt x="691" y="40"/>
                      <a:pt x="477" y="182"/>
                      <a:pt x="453" y="373"/>
                    </a:cubicBezTo>
                    <a:cubicBezTo>
                      <a:pt x="453" y="540"/>
                      <a:pt x="501" y="682"/>
                      <a:pt x="358" y="802"/>
                    </a:cubicBezTo>
                    <a:cubicBezTo>
                      <a:pt x="263" y="897"/>
                      <a:pt x="1" y="897"/>
                      <a:pt x="1" y="1087"/>
                    </a:cubicBezTo>
                    <a:cubicBezTo>
                      <a:pt x="1" y="1183"/>
                      <a:pt x="120" y="1325"/>
                      <a:pt x="215" y="1325"/>
                    </a:cubicBezTo>
                    <a:cubicBezTo>
                      <a:pt x="501" y="1278"/>
                      <a:pt x="715" y="1206"/>
                      <a:pt x="810" y="1040"/>
                    </a:cubicBezTo>
                    <a:cubicBezTo>
                      <a:pt x="882" y="897"/>
                      <a:pt x="858" y="754"/>
                      <a:pt x="882" y="587"/>
                    </a:cubicBezTo>
                    <a:cubicBezTo>
                      <a:pt x="1191" y="516"/>
                      <a:pt x="1525" y="635"/>
                      <a:pt x="1811" y="421"/>
                    </a:cubicBezTo>
                    <a:cubicBezTo>
                      <a:pt x="1930" y="349"/>
                      <a:pt x="1953" y="254"/>
                      <a:pt x="1953" y="135"/>
                    </a:cubicBezTo>
                    <a:cubicBezTo>
                      <a:pt x="1934" y="56"/>
                      <a:pt x="1930" y="10"/>
                      <a:pt x="1876" y="10"/>
                    </a:cubicBezTo>
                    <a:cubicBezTo>
                      <a:pt x="1864" y="10"/>
                      <a:pt x="1851" y="12"/>
                      <a:pt x="1834" y="16"/>
                    </a:cubicBezTo>
                    <a:cubicBezTo>
                      <a:pt x="1690" y="52"/>
                      <a:pt x="1614" y="143"/>
                      <a:pt x="1502" y="143"/>
                    </a:cubicBezTo>
                    <a:cubicBezTo>
                      <a:pt x="1467" y="143"/>
                      <a:pt x="1428" y="134"/>
                      <a:pt x="1382" y="111"/>
                    </a:cubicBezTo>
                    <a:cubicBezTo>
                      <a:pt x="1234" y="56"/>
                      <a:pt x="1115" y="0"/>
                      <a:pt x="981" y="0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7" name="Google Shape;15107;p46"/>
              <p:cNvSpPr/>
              <p:nvPr/>
            </p:nvSpPr>
            <p:spPr>
              <a:xfrm>
                <a:off x="7157851" y="2758067"/>
                <a:ext cx="23288" cy="24361"/>
              </a:xfrm>
              <a:custGeom>
                <a:rect b="b" l="l" r="r" t="t"/>
                <a:pathLst>
                  <a:path extrusionOk="0" h="749" w="716">
                    <a:moveTo>
                      <a:pt x="496" y="0"/>
                    </a:moveTo>
                    <a:cubicBezTo>
                      <a:pt x="424" y="0"/>
                      <a:pt x="347" y="39"/>
                      <a:pt x="263" y="54"/>
                    </a:cubicBezTo>
                    <a:cubicBezTo>
                      <a:pt x="96" y="125"/>
                      <a:pt x="1" y="339"/>
                      <a:pt x="25" y="506"/>
                    </a:cubicBezTo>
                    <a:cubicBezTo>
                      <a:pt x="46" y="673"/>
                      <a:pt x="176" y="749"/>
                      <a:pt x="321" y="749"/>
                    </a:cubicBezTo>
                    <a:cubicBezTo>
                      <a:pt x="341" y="749"/>
                      <a:pt x="361" y="747"/>
                      <a:pt x="382" y="744"/>
                    </a:cubicBezTo>
                    <a:cubicBezTo>
                      <a:pt x="596" y="720"/>
                      <a:pt x="644" y="554"/>
                      <a:pt x="691" y="387"/>
                    </a:cubicBezTo>
                    <a:cubicBezTo>
                      <a:pt x="715" y="268"/>
                      <a:pt x="715" y="173"/>
                      <a:pt x="644" y="77"/>
                    </a:cubicBezTo>
                    <a:cubicBezTo>
                      <a:pt x="595" y="19"/>
                      <a:pt x="547" y="0"/>
                      <a:pt x="4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8" name="Google Shape;15108;p46"/>
              <p:cNvSpPr/>
              <p:nvPr/>
            </p:nvSpPr>
            <p:spPr>
              <a:xfrm>
                <a:off x="7192068" y="2772508"/>
                <a:ext cx="37079" cy="40949"/>
              </a:xfrm>
              <a:custGeom>
                <a:rect b="b" l="l" r="r" t="t"/>
                <a:pathLst>
                  <a:path extrusionOk="0" h="1259" w="1140">
                    <a:moveTo>
                      <a:pt x="503" y="0"/>
                    </a:moveTo>
                    <a:cubicBezTo>
                      <a:pt x="438" y="0"/>
                      <a:pt x="372" y="12"/>
                      <a:pt x="306" y="38"/>
                    </a:cubicBezTo>
                    <a:cubicBezTo>
                      <a:pt x="295" y="33"/>
                      <a:pt x="283" y="30"/>
                      <a:pt x="272" y="30"/>
                    </a:cubicBezTo>
                    <a:cubicBezTo>
                      <a:pt x="138" y="30"/>
                      <a:pt x="1" y="381"/>
                      <a:pt x="44" y="491"/>
                    </a:cubicBezTo>
                    <a:cubicBezTo>
                      <a:pt x="44" y="586"/>
                      <a:pt x="163" y="634"/>
                      <a:pt x="187" y="705"/>
                    </a:cubicBezTo>
                    <a:cubicBezTo>
                      <a:pt x="259" y="800"/>
                      <a:pt x="259" y="872"/>
                      <a:pt x="259" y="991"/>
                    </a:cubicBezTo>
                    <a:cubicBezTo>
                      <a:pt x="241" y="1182"/>
                      <a:pt x="338" y="1259"/>
                      <a:pt x="493" y="1259"/>
                    </a:cubicBezTo>
                    <a:cubicBezTo>
                      <a:pt x="551" y="1259"/>
                      <a:pt x="616" y="1248"/>
                      <a:pt x="687" y="1229"/>
                    </a:cubicBezTo>
                    <a:cubicBezTo>
                      <a:pt x="997" y="1110"/>
                      <a:pt x="1140" y="776"/>
                      <a:pt x="1092" y="467"/>
                    </a:cubicBezTo>
                    <a:cubicBezTo>
                      <a:pt x="1053" y="234"/>
                      <a:pt x="792" y="0"/>
                      <a:pt x="5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9" name="Google Shape;15109;p46"/>
              <p:cNvSpPr/>
              <p:nvPr/>
            </p:nvSpPr>
            <p:spPr>
              <a:xfrm>
                <a:off x="7236855" y="2762035"/>
                <a:ext cx="30248" cy="28362"/>
              </a:xfrm>
              <a:custGeom>
                <a:rect b="b" l="l" r="r" t="t"/>
                <a:pathLst>
                  <a:path extrusionOk="0" h="872" w="930">
                    <a:moveTo>
                      <a:pt x="310" y="0"/>
                    </a:moveTo>
                    <a:cubicBezTo>
                      <a:pt x="286" y="0"/>
                      <a:pt x="263" y="1"/>
                      <a:pt x="239" y="3"/>
                    </a:cubicBezTo>
                    <a:cubicBezTo>
                      <a:pt x="25" y="27"/>
                      <a:pt x="1" y="146"/>
                      <a:pt x="72" y="289"/>
                    </a:cubicBezTo>
                    <a:cubicBezTo>
                      <a:pt x="120" y="360"/>
                      <a:pt x="168" y="432"/>
                      <a:pt x="191" y="503"/>
                    </a:cubicBezTo>
                    <a:cubicBezTo>
                      <a:pt x="215" y="575"/>
                      <a:pt x="191" y="646"/>
                      <a:pt x="191" y="717"/>
                    </a:cubicBezTo>
                    <a:cubicBezTo>
                      <a:pt x="209" y="838"/>
                      <a:pt x="314" y="872"/>
                      <a:pt x="425" y="872"/>
                    </a:cubicBezTo>
                    <a:cubicBezTo>
                      <a:pt x="467" y="872"/>
                      <a:pt x="509" y="867"/>
                      <a:pt x="549" y="860"/>
                    </a:cubicBezTo>
                    <a:cubicBezTo>
                      <a:pt x="763" y="813"/>
                      <a:pt x="930" y="717"/>
                      <a:pt x="930" y="455"/>
                    </a:cubicBezTo>
                    <a:cubicBezTo>
                      <a:pt x="908" y="146"/>
                      <a:pt x="618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0" name="Google Shape;15110;p46"/>
              <p:cNvSpPr/>
              <p:nvPr/>
            </p:nvSpPr>
            <p:spPr>
              <a:xfrm>
                <a:off x="7154761" y="2763661"/>
                <a:ext cx="20946" cy="20100"/>
              </a:xfrm>
              <a:custGeom>
                <a:rect b="b" l="l" r="r" t="t"/>
                <a:pathLst>
                  <a:path extrusionOk="0" h="618" w="644">
                    <a:moveTo>
                      <a:pt x="215" y="1"/>
                    </a:moveTo>
                    <a:cubicBezTo>
                      <a:pt x="1" y="1"/>
                      <a:pt x="191" y="477"/>
                      <a:pt x="239" y="548"/>
                    </a:cubicBezTo>
                    <a:cubicBezTo>
                      <a:pt x="287" y="596"/>
                      <a:pt x="339" y="617"/>
                      <a:pt x="388" y="617"/>
                    </a:cubicBezTo>
                    <a:cubicBezTo>
                      <a:pt x="462" y="617"/>
                      <a:pt x="530" y="572"/>
                      <a:pt x="572" y="501"/>
                    </a:cubicBezTo>
                    <a:cubicBezTo>
                      <a:pt x="596" y="477"/>
                      <a:pt x="644" y="382"/>
                      <a:pt x="620" y="358"/>
                    </a:cubicBezTo>
                    <a:cubicBezTo>
                      <a:pt x="572" y="286"/>
                      <a:pt x="405" y="358"/>
                      <a:pt x="334" y="263"/>
                    </a:cubicBezTo>
                    <a:cubicBezTo>
                      <a:pt x="310" y="215"/>
                      <a:pt x="310" y="72"/>
                      <a:pt x="263" y="24"/>
                    </a:cubicBezTo>
                    <a:cubicBezTo>
                      <a:pt x="239" y="1"/>
                      <a:pt x="239" y="1"/>
                      <a:pt x="215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1" name="Google Shape;15111;p46"/>
              <p:cNvSpPr/>
              <p:nvPr/>
            </p:nvSpPr>
            <p:spPr>
              <a:xfrm>
                <a:off x="7192718" y="2776639"/>
                <a:ext cx="22507" cy="35908"/>
              </a:xfrm>
              <a:custGeom>
                <a:rect b="b" l="l" r="r" t="t"/>
                <a:pathLst>
                  <a:path extrusionOk="0" h="1104" w="692">
                    <a:moveTo>
                      <a:pt x="312" y="1"/>
                    </a:moveTo>
                    <a:cubicBezTo>
                      <a:pt x="261" y="1"/>
                      <a:pt x="205" y="23"/>
                      <a:pt x="143" y="78"/>
                    </a:cubicBezTo>
                    <a:cubicBezTo>
                      <a:pt x="72" y="102"/>
                      <a:pt x="1" y="245"/>
                      <a:pt x="1" y="316"/>
                    </a:cubicBezTo>
                    <a:cubicBezTo>
                      <a:pt x="1" y="435"/>
                      <a:pt x="96" y="483"/>
                      <a:pt x="143" y="554"/>
                    </a:cubicBezTo>
                    <a:cubicBezTo>
                      <a:pt x="286" y="697"/>
                      <a:pt x="167" y="816"/>
                      <a:pt x="239" y="983"/>
                    </a:cubicBezTo>
                    <a:cubicBezTo>
                      <a:pt x="275" y="1070"/>
                      <a:pt x="326" y="1104"/>
                      <a:pt x="381" y="1104"/>
                    </a:cubicBezTo>
                    <a:cubicBezTo>
                      <a:pt x="505" y="1104"/>
                      <a:pt x="644" y="925"/>
                      <a:pt x="644" y="792"/>
                    </a:cubicBezTo>
                    <a:cubicBezTo>
                      <a:pt x="667" y="626"/>
                      <a:pt x="691" y="435"/>
                      <a:pt x="620" y="292"/>
                    </a:cubicBezTo>
                    <a:cubicBezTo>
                      <a:pt x="567" y="186"/>
                      <a:pt x="461" y="1"/>
                      <a:pt x="312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2" name="Google Shape;15112;p46"/>
              <p:cNvSpPr/>
              <p:nvPr/>
            </p:nvSpPr>
            <p:spPr>
              <a:xfrm>
                <a:off x="7237635" y="2762881"/>
                <a:ext cx="21727" cy="26280"/>
              </a:xfrm>
              <a:custGeom>
                <a:rect b="b" l="l" r="r" t="t"/>
                <a:pathLst>
                  <a:path extrusionOk="0" h="808" w="668">
                    <a:moveTo>
                      <a:pt x="263" y="1"/>
                    </a:moveTo>
                    <a:cubicBezTo>
                      <a:pt x="144" y="1"/>
                      <a:pt x="1" y="48"/>
                      <a:pt x="25" y="191"/>
                    </a:cubicBezTo>
                    <a:cubicBezTo>
                      <a:pt x="25" y="263"/>
                      <a:pt x="96" y="334"/>
                      <a:pt x="120" y="406"/>
                    </a:cubicBezTo>
                    <a:cubicBezTo>
                      <a:pt x="167" y="477"/>
                      <a:pt x="144" y="572"/>
                      <a:pt x="167" y="668"/>
                    </a:cubicBezTo>
                    <a:cubicBezTo>
                      <a:pt x="184" y="748"/>
                      <a:pt x="254" y="807"/>
                      <a:pt x="328" y="807"/>
                    </a:cubicBezTo>
                    <a:cubicBezTo>
                      <a:pt x="363" y="807"/>
                      <a:pt x="399" y="794"/>
                      <a:pt x="429" y="763"/>
                    </a:cubicBezTo>
                    <a:cubicBezTo>
                      <a:pt x="668" y="620"/>
                      <a:pt x="596" y="72"/>
                      <a:pt x="263" y="1"/>
                    </a:cubicBez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3" name="Google Shape;15113;p46"/>
              <p:cNvSpPr/>
              <p:nvPr/>
            </p:nvSpPr>
            <p:spPr>
              <a:xfrm>
                <a:off x="7043233" y="2792804"/>
                <a:ext cx="336959" cy="305507"/>
              </a:xfrm>
              <a:custGeom>
                <a:rect b="b" l="l" r="r" t="t"/>
                <a:pathLst>
                  <a:path extrusionOk="0" h="9393" w="10360">
                    <a:moveTo>
                      <a:pt x="2923" y="239"/>
                    </a:moveTo>
                    <a:cubicBezTo>
                      <a:pt x="3011" y="239"/>
                      <a:pt x="3096" y="266"/>
                      <a:pt x="3168" y="319"/>
                    </a:cubicBezTo>
                    <a:cubicBezTo>
                      <a:pt x="3287" y="414"/>
                      <a:pt x="3311" y="534"/>
                      <a:pt x="3382" y="653"/>
                    </a:cubicBezTo>
                    <a:cubicBezTo>
                      <a:pt x="3417" y="687"/>
                      <a:pt x="3464" y="710"/>
                      <a:pt x="3516" y="710"/>
                    </a:cubicBezTo>
                    <a:cubicBezTo>
                      <a:pt x="3534" y="710"/>
                      <a:pt x="3553" y="707"/>
                      <a:pt x="3572" y="700"/>
                    </a:cubicBezTo>
                    <a:cubicBezTo>
                      <a:pt x="3704" y="625"/>
                      <a:pt x="3879" y="536"/>
                      <a:pt x="4052" y="536"/>
                    </a:cubicBezTo>
                    <a:cubicBezTo>
                      <a:pt x="4099" y="536"/>
                      <a:pt x="4146" y="542"/>
                      <a:pt x="4192" y="557"/>
                    </a:cubicBezTo>
                    <a:cubicBezTo>
                      <a:pt x="4287" y="581"/>
                      <a:pt x="4358" y="676"/>
                      <a:pt x="4406" y="772"/>
                    </a:cubicBezTo>
                    <a:cubicBezTo>
                      <a:pt x="4454" y="867"/>
                      <a:pt x="4454" y="1057"/>
                      <a:pt x="4573" y="1081"/>
                    </a:cubicBezTo>
                    <a:cubicBezTo>
                      <a:pt x="4644" y="1081"/>
                      <a:pt x="4668" y="1010"/>
                      <a:pt x="4739" y="1010"/>
                    </a:cubicBezTo>
                    <a:cubicBezTo>
                      <a:pt x="4811" y="1010"/>
                      <a:pt x="4858" y="1081"/>
                      <a:pt x="4858" y="1153"/>
                    </a:cubicBezTo>
                    <a:cubicBezTo>
                      <a:pt x="4882" y="1319"/>
                      <a:pt x="4787" y="1462"/>
                      <a:pt x="4668" y="1534"/>
                    </a:cubicBezTo>
                    <a:cubicBezTo>
                      <a:pt x="4597" y="1558"/>
                      <a:pt x="4597" y="1653"/>
                      <a:pt x="4644" y="1724"/>
                    </a:cubicBezTo>
                    <a:cubicBezTo>
                      <a:pt x="4692" y="1772"/>
                      <a:pt x="4763" y="1819"/>
                      <a:pt x="4787" y="1867"/>
                    </a:cubicBezTo>
                    <a:cubicBezTo>
                      <a:pt x="4811" y="1962"/>
                      <a:pt x="4716" y="2058"/>
                      <a:pt x="4668" y="2105"/>
                    </a:cubicBezTo>
                    <a:cubicBezTo>
                      <a:pt x="4573" y="2224"/>
                      <a:pt x="4454" y="2296"/>
                      <a:pt x="4287" y="2296"/>
                    </a:cubicBezTo>
                    <a:cubicBezTo>
                      <a:pt x="4144" y="2320"/>
                      <a:pt x="4073" y="2391"/>
                      <a:pt x="4073" y="2534"/>
                    </a:cubicBezTo>
                    <a:cubicBezTo>
                      <a:pt x="4096" y="2748"/>
                      <a:pt x="4144" y="2963"/>
                      <a:pt x="4120" y="3153"/>
                    </a:cubicBezTo>
                    <a:cubicBezTo>
                      <a:pt x="4073" y="3510"/>
                      <a:pt x="3906" y="3891"/>
                      <a:pt x="3620" y="4106"/>
                    </a:cubicBezTo>
                    <a:cubicBezTo>
                      <a:pt x="3530" y="4181"/>
                      <a:pt x="3430" y="4228"/>
                      <a:pt x="3332" y="4228"/>
                    </a:cubicBezTo>
                    <a:cubicBezTo>
                      <a:pt x="3276" y="4228"/>
                      <a:pt x="3220" y="4212"/>
                      <a:pt x="3168" y="4177"/>
                    </a:cubicBezTo>
                    <a:cubicBezTo>
                      <a:pt x="3025" y="4082"/>
                      <a:pt x="2953" y="3915"/>
                      <a:pt x="2930" y="3772"/>
                    </a:cubicBezTo>
                    <a:cubicBezTo>
                      <a:pt x="2930" y="3534"/>
                      <a:pt x="3049" y="3320"/>
                      <a:pt x="3168" y="3105"/>
                    </a:cubicBezTo>
                    <a:cubicBezTo>
                      <a:pt x="3215" y="3034"/>
                      <a:pt x="3263" y="2939"/>
                      <a:pt x="3311" y="2844"/>
                    </a:cubicBezTo>
                    <a:cubicBezTo>
                      <a:pt x="3358" y="2748"/>
                      <a:pt x="3382" y="2653"/>
                      <a:pt x="3453" y="2605"/>
                    </a:cubicBezTo>
                    <a:cubicBezTo>
                      <a:pt x="3525" y="2558"/>
                      <a:pt x="3549" y="2462"/>
                      <a:pt x="3477" y="2415"/>
                    </a:cubicBezTo>
                    <a:cubicBezTo>
                      <a:pt x="3382" y="2343"/>
                      <a:pt x="3311" y="2343"/>
                      <a:pt x="3215" y="2343"/>
                    </a:cubicBezTo>
                    <a:cubicBezTo>
                      <a:pt x="3193" y="2348"/>
                      <a:pt x="3172" y="2350"/>
                      <a:pt x="3152" y="2350"/>
                    </a:cubicBezTo>
                    <a:cubicBezTo>
                      <a:pt x="3061" y="2350"/>
                      <a:pt x="2983" y="2311"/>
                      <a:pt x="2906" y="2272"/>
                    </a:cubicBezTo>
                    <a:cubicBezTo>
                      <a:pt x="2739" y="2177"/>
                      <a:pt x="2668" y="1939"/>
                      <a:pt x="2787" y="1772"/>
                    </a:cubicBezTo>
                    <a:cubicBezTo>
                      <a:pt x="2858" y="1700"/>
                      <a:pt x="2763" y="1605"/>
                      <a:pt x="2691" y="1605"/>
                    </a:cubicBezTo>
                    <a:cubicBezTo>
                      <a:pt x="2636" y="1597"/>
                      <a:pt x="2580" y="1595"/>
                      <a:pt x="2526" y="1595"/>
                    </a:cubicBezTo>
                    <a:cubicBezTo>
                      <a:pt x="2416" y="1595"/>
                      <a:pt x="2310" y="1605"/>
                      <a:pt x="2215" y="1605"/>
                    </a:cubicBezTo>
                    <a:cubicBezTo>
                      <a:pt x="2048" y="1605"/>
                      <a:pt x="1858" y="1605"/>
                      <a:pt x="1739" y="1534"/>
                    </a:cubicBezTo>
                    <a:cubicBezTo>
                      <a:pt x="1548" y="1415"/>
                      <a:pt x="1548" y="1177"/>
                      <a:pt x="1644" y="1034"/>
                    </a:cubicBezTo>
                    <a:cubicBezTo>
                      <a:pt x="1715" y="915"/>
                      <a:pt x="1834" y="819"/>
                      <a:pt x="1953" y="772"/>
                    </a:cubicBezTo>
                    <a:cubicBezTo>
                      <a:pt x="1977" y="767"/>
                      <a:pt x="2001" y="765"/>
                      <a:pt x="2025" y="765"/>
                    </a:cubicBezTo>
                    <a:cubicBezTo>
                      <a:pt x="2120" y="765"/>
                      <a:pt x="2215" y="795"/>
                      <a:pt x="2310" y="795"/>
                    </a:cubicBezTo>
                    <a:cubicBezTo>
                      <a:pt x="2358" y="795"/>
                      <a:pt x="2406" y="748"/>
                      <a:pt x="2429" y="700"/>
                    </a:cubicBezTo>
                    <a:cubicBezTo>
                      <a:pt x="2453" y="462"/>
                      <a:pt x="2620" y="272"/>
                      <a:pt x="2834" y="248"/>
                    </a:cubicBezTo>
                    <a:cubicBezTo>
                      <a:pt x="2864" y="242"/>
                      <a:pt x="2894" y="239"/>
                      <a:pt x="2923" y="239"/>
                    </a:cubicBezTo>
                    <a:close/>
                    <a:moveTo>
                      <a:pt x="7423" y="239"/>
                    </a:moveTo>
                    <a:cubicBezTo>
                      <a:pt x="7451" y="239"/>
                      <a:pt x="7478" y="242"/>
                      <a:pt x="7502" y="248"/>
                    </a:cubicBezTo>
                    <a:cubicBezTo>
                      <a:pt x="7740" y="272"/>
                      <a:pt x="7907" y="462"/>
                      <a:pt x="7931" y="700"/>
                    </a:cubicBezTo>
                    <a:cubicBezTo>
                      <a:pt x="7931" y="748"/>
                      <a:pt x="8002" y="795"/>
                      <a:pt x="8050" y="795"/>
                    </a:cubicBezTo>
                    <a:cubicBezTo>
                      <a:pt x="8145" y="795"/>
                      <a:pt x="8240" y="765"/>
                      <a:pt x="8335" y="765"/>
                    </a:cubicBezTo>
                    <a:cubicBezTo>
                      <a:pt x="8359" y="765"/>
                      <a:pt x="8383" y="767"/>
                      <a:pt x="8407" y="772"/>
                    </a:cubicBezTo>
                    <a:cubicBezTo>
                      <a:pt x="8526" y="819"/>
                      <a:pt x="8645" y="915"/>
                      <a:pt x="8693" y="1034"/>
                    </a:cubicBezTo>
                    <a:cubicBezTo>
                      <a:pt x="8812" y="1177"/>
                      <a:pt x="8812" y="1415"/>
                      <a:pt x="8621" y="1534"/>
                    </a:cubicBezTo>
                    <a:cubicBezTo>
                      <a:pt x="8478" y="1605"/>
                      <a:pt x="8312" y="1605"/>
                      <a:pt x="8145" y="1605"/>
                    </a:cubicBezTo>
                    <a:cubicBezTo>
                      <a:pt x="8034" y="1605"/>
                      <a:pt x="7933" y="1595"/>
                      <a:pt x="7829" y="1595"/>
                    </a:cubicBezTo>
                    <a:cubicBezTo>
                      <a:pt x="7777" y="1595"/>
                      <a:pt x="7724" y="1597"/>
                      <a:pt x="7669" y="1605"/>
                    </a:cubicBezTo>
                    <a:cubicBezTo>
                      <a:pt x="7573" y="1605"/>
                      <a:pt x="7502" y="1700"/>
                      <a:pt x="7550" y="1772"/>
                    </a:cubicBezTo>
                    <a:cubicBezTo>
                      <a:pt x="7669" y="1939"/>
                      <a:pt x="7621" y="2177"/>
                      <a:pt x="7454" y="2272"/>
                    </a:cubicBezTo>
                    <a:cubicBezTo>
                      <a:pt x="7376" y="2311"/>
                      <a:pt x="7283" y="2350"/>
                      <a:pt x="7199" y="2350"/>
                    </a:cubicBezTo>
                    <a:cubicBezTo>
                      <a:pt x="7180" y="2350"/>
                      <a:pt x="7162" y="2348"/>
                      <a:pt x="7145" y="2343"/>
                    </a:cubicBezTo>
                    <a:cubicBezTo>
                      <a:pt x="7026" y="2343"/>
                      <a:pt x="6954" y="2343"/>
                      <a:pt x="6883" y="2415"/>
                    </a:cubicBezTo>
                    <a:cubicBezTo>
                      <a:pt x="6811" y="2462"/>
                      <a:pt x="6835" y="2558"/>
                      <a:pt x="6907" y="2605"/>
                    </a:cubicBezTo>
                    <a:cubicBezTo>
                      <a:pt x="6978" y="2653"/>
                      <a:pt x="7002" y="2748"/>
                      <a:pt x="7049" y="2844"/>
                    </a:cubicBezTo>
                    <a:cubicBezTo>
                      <a:pt x="7097" y="2939"/>
                      <a:pt x="7145" y="3034"/>
                      <a:pt x="7192" y="3105"/>
                    </a:cubicBezTo>
                    <a:cubicBezTo>
                      <a:pt x="7311" y="3320"/>
                      <a:pt x="7430" y="3534"/>
                      <a:pt x="7407" y="3772"/>
                    </a:cubicBezTo>
                    <a:cubicBezTo>
                      <a:pt x="7407" y="3915"/>
                      <a:pt x="7335" y="4082"/>
                      <a:pt x="7192" y="4177"/>
                    </a:cubicBezTo>
                    <a:cubicBezTo>
                      <a:pt x="7140" y="4212"/>
                      <a:pt x="7081" y="4228"/>
                      <a:pt x="7022" y="4228"/>
                    </a:cubicBezTo>
                    <a:cubicBezTo>
                      <a:pt x="6919" y="4228"/>
                      <a:pt x="6815" y="4181"/>
                      <a:pt x="6740" y="4106"/>
                    </a:cubicBezTo>
                    <a:cubicBezTo>
                      <a:pt x="6454" y="3891"/>
                      <a:pt x="6287" y="3510"/>
                      <a:pt x="6240" y="3153"/>
                    </a:cubicBezTo>
                    <a:cubicBezTo>
                      <a:pt x="6216" y="2963"/>
                      <a:pt x="6264" y="2748"/>
                      <a:pt x="6264" y="2534"/>
                    </a:cubicBezTo>
                    <a:cubicBezTo>
                      <a:pt x="6287" y="2391"/>
                      <a:pt x="6216" y="2320"/>
                      <a:pt x="6073" y="2320"/>
                    </a:cubicBezTo>
                    <a:cubicBezTo>
                      <a:pt x="5906" y="2296"/>
                      <a:pt x="5787" y="2224"/>
                      <a:pt x="5692" y="2105"/>
                    </a:cubicBezTo>
                    <a:cubicBezTo>
                      <a:pt x="5644" y="2058"/>
                      <a:pt x="5549" y="1962"/>
                      <a:pt x="5573" y="1867"/>
                    </a:cubicBezTo>
                    <a:cubicBezTo>
                      <a:pt x="5597" y="1819"/>
                      <a:pt x="5668" y="1772"/>
                      <a:pt x="5716" y="1724"/>
                    </a:cubicBezTo>
                    <a:cubicBezTo>
                      <a:pt x="5763" y="1653"/>
                      <a:pt x="5763" y="1558"/>
                      <a:pt x="5692" y="1534"/>
                    </a:cubicBezTo>
                    <a:cubicBezTo>
                      <a:pt x="5573" y="1462"/>
                      <a:pt x="5478" y="1319"/>
                      <a:pt x="5478" y="1177"/>
                    </a:cubicBezTo>
                    <a:cubicBezTo>
                      <a:pt x="5501" y="1081"/>
                      <a:pt x="5525" y="1010"/>
                      <a:pt x="5621" y="1010"/>
                    </a:cubicBezTo>
                    <a:cubicBezTo>
                      <a:pt x="5668" y="1010"/>
                      <a:pt x="5716" y="1081"/>
                      <a:pt x="5763" y="1081"/>
                    </a:cubicBezTo>
                    <a:cubicBezTo>
                      <a:pt x="5906" y="1057"/>
                      <a:pt x="5906" y="867"/>
                      <a:pt x="5954" y="772"/>
                    </a:cubicBezTo>
                    <a:cubicBezTo>
                      <a:pt x="6002" y="676"/>
                      <a:pt x="6073" y="581"/>
                      <a:pt x="6168" y="557"/>
                    </a:cubicBezTo>
                    <a:cubicBezTo>
                      <a:pt x="6209" y="542"/>
                      <a:pt x="6253" y="536"/>
                      <a:pt x="6298" y="536"/>
                    </a:cubicBezTo>
                    <a:cubicBezTo>
                      <a:pt x="6466" y="536"/>
                      <a:pt x="6656" y="625"/>
                      <a:pt x="6787" y="700"/>
                    </a:cubicBezTo>
                    <a:cubicBezTo>
                      <a:pt x="6807" y="707"/>
                      <a:pt x="6826" y="710"/>
                      <a:pt x="6844" y="710"/>
                    </a:cubicBezTo>
                    <a:cubicBezTo>
                      <a:pt x="6895" y="710"/>
                      <a:pt x="6943" y="687"/>
                      <a:pt x="6978" y="653"/>
                    </a:cubicBezTo>
                    <a:cubicBezTo>
                      <a:pt x="7049" y="534"/>
                      <a:pt x="7073" y="414"/>
                      <a:pt x="7168" y="319"/>
                    </a:cubicBezTo>
                    <a:cubicBezTo>
                      <a:pt x="7240" y="266"/>
                      <a:pt x="7338" y="239"/>
                      <a:pt x="7423" y="239"/>
                    </a:cubicBezTo>
                    <a:close/>
                    <a:moveTo>
                      <a:pt x="1358" y="1319"/>
                    </a:moveTo>
                    <a:cubicBezTo>
                      <a:pt x="1382" y="1415"/>
                      <a:pt x="1405" y="1510"/>
                      <a:pt x="1477" y="1605"/>
                    </a:cubicBezTo>
                    <a:cubicBezTo>
                      <a:pt x="1640" y="1817"/>
                      <a:pt x="1892" y="1850"/>
                      <a:pt x="2149" y="1850"/>
                    </a:cubicBezTo>
                    <a:cubicBezTo>
                      <a:pt x="2268" y="1850"/>
                      <a:pt x="2388" y="1843"/>
                      <a:pt x="2501" y="1843"/>
                    </a:cubicBezTo>
                    <a:cubicBezTo>
                      <a:pt x="2453" y="2010"/>
                      <a:pt x="2501" y="2201"/>
                      <a:pt x="2620" y="2343"/>
                    </a:cubicBezTo>
                    <a:cubicBezTo>
                      <a:pt x="2715" y="2462"/>
                      <a:pt x="2834" y="2510"/>
                      <a:pt x="2953" y="2558"/>
                    </a:cubicBezTo>
                    <a:cubicBezTo>
                      <a:pt x="3025" y="2558"/>
                      <a:pt x="3072" y="2582"/>
                      <a:pt x="3144" y="2582"/>
                    </a:cubicBezTo>
                    <a:lnTo>
                      <a:pt x="3168" y="2582"/>
                    </a:lnTo>
                    <a:cubicBezTo>
                      <a:pt x="3096" y="2677"/>
                      <a:pt x="3049" y="2796"/>
                      <a:pt x="3001" y="2891"/>
                    </a:cubicBezTo>
                    <a:cubicBezTo>
                      <a:pt x="2858" y="3105"/>
                      <a:pt x="2739" y="3344"/>
                      <a:pt x="2691" y="3606"/>
                    </a:cubicBezTo>
                    <a:cubicBezTo>
                      <a:pt x="2644" y="4010"/>
                      <a:pt x="2906" y="4463"/>
                      <a:pt x="3334" y="4463"/>
                    </a:cubicBezTo>
                    <a:cubicBezTo>
                      <a:pt x="3787" y="4463"/>
                      <a:pt x="4096" y="3987"/>
                      <a:pt x="4239" y="3606"/>
                    </a:cubicBezTo>
                    <a:cubicBezTo>
                      <a:pt x="4335" y="3391"/>
                      <a:pt x="4382" y="3177"/>
                      <a:pt x="4382" y="2939"/>
                    </a:cubicBezTo>
                    <a:cubicBezTo>
                      <a:pt x="4358" y="2820"/>
                      <a:pt x="4358" y="2701"/>
                      <a:pt x="4335" y="2558"/>
                    </a:cubicBezTo>
                    <a:lnTo>
                      <a:pt x="4406" y="2558"/>
                    </a:lnTo>
                    <a:cubicBezTo>
                      <a:pt x="4620" y="2510"/>
                      <a:pt x="4811" y="2343"/>
                      <a:pt x="4930" y="2153"/>
                    </a:cubicBezTo>
                    <a:lnTo>
                      <a:pt x="4930" y="2153"/>
                    </a:lnTo>
                    <a:cubicBezTo>
                      <a:pt x="4978" y="2296"/>
                      <a:pt x="4930" y="2439"/>
                      <a:pt x="4906" y="2558"/>
                    </a:cubicBezTo>
                    <a:cubicBezTo>
                      <a:pt x="4858" y="2867"/>
                      <a:pt x="4787" y="3177"/>
                      <a:pt x="4716" y="3486"/>
                    </a:cubicBezTo>
                    <a:cubicBezTo>
                      <a:pt x="4573" y="4106"/>
                      <a:pt x="4454" y="4725"/>
                      <a:pt x="4263" y="5320"/>
                    </a:cubicBezTo>
                    <a:cubicBezTo>
                      <a:pt x="4073" y="5916"/>
                      <a:pt x="3930" y="6535"/>
                      <a:pt x="3739" y="7154"/>
                    </a:cubicBezTo>
                    <a:cubicBezTo>
                      <a:pt x="3572" y="7725"/>
                      <a:pt x="3358" y="8321"/>
                      <a:pt x="3096" y="8869"/>
                    </a:cubicBezTo>
                    <a:cubicBezTo>
                      <a:pt x="3001" y="9083"/>
                      <a:pt x="2739" y="9083"/>
                      <a:pt x="2525" y="9107"/>
                    </a:cubicBezTo>
                    <a:cubicBezTo>
                      <a:pt x="2370" y="9119"/>
                      <a:pt x="2221" y="9125"/>
                      <a:pt x="2075" y="9125"/>
                    </a:cubicBezTo>
                    <a:cubicBezTo>
                      <a:pt x="1929" y="9125"/>
                      <a:pt x="1786" y="9119"/>
                      <a:pt x="1644" y="9107"/>
                    </a:cubicBezTo>
                    <a:cubicBezTo>
                      <a:pt x="1215" y="9059"/>
                      <a:pt x="715" y="8916"/>
                      <a:pt x="453" y="8559"/>
                    </a:cubicBezTo>
                    <a:cubicBezTo>
                      <a:pt x="286" y="8345"/>
                      <a:pt x="310" y="8083"/>
                      <a:pt x="334" y="7821"/>
                    </a:cubicBezTo>
                    <a:cubicBezTo>
                      <a:pt x="358" y="7511"/>
                      <a:pt x="429" y="7202"/>
                      <a:pt x="453" y="6868"/>
                    </a:cubicBezTo>
                    <a:cubicBezTo>
                      <a:pt x="548" y="6225"/>
                      <a:pt x="643" y="5558"/>
                      <a:pt x="715" y="4915"/>
                    </a:cubicBezTo>
                    <a:cubicBezTo>
                      <a:pt x="810" y="4177"/>
                      <a:pt x="881" y="3439"/>
                      <a:pt x="953" y="2724"/>
                    </a:cubicBezTo>
                    <a:cubicBezTo>
                      <a:pt x="977" y="2391"/>
                      <a:pt x="977" y="2058"/>
                      <a:pt x="1048" y="1748"/>
                    </a:cubicBezTo>
                    <a:cubicBezTo>
                      <a:pt x="1048" y="1629"/>
                      <a:pt x="1072" y="1438"/>
                      <a:pt x="1191" y="1367"/>
                    </a:cubicBezTo>
                    <a:cubicBezTo>
                      <a:pt x="1215" y="1343"/>
                      <a:pt x="1286" y="1319"/>
                      <a:pt x="1358" y="1319"/>
                    </a:cubicBezTo>
                    <a:close/>
                    <a:moveTo>
                      <a:pt x="9002" y="1319"/>
                    </a:moveTo>
                    <a:cubicBezTo>
                      <a:pt x="9050" y="1319"/>
                      <a:pt x="9121" y="1343"/>
                      <a:pt x="9169" y="1367"/>
                    </a:cubicBezTo>
                    <a:cubicBezTo>
                      <a:pt x="9264" y="1438"/>
                      <a:pt x="9288" y="1629"/>
                      <a:pt x="9312" y="1748"/>
                    </a:cubicBezTo>
                    <a:cubicBezTo>
                      <a:pt x="9359" y="2058"/>
                      <a:pt x="9383" y="2391"/>
                      <a:pt x="9407" y="2724"/>
                    </a:cubicBezTo>
                    <a:cubicBezTo>
                      <a:pt x="9478" y="3439"/>
                      <a:pt x="9550" y="4177"/>
                      <a:pt x="9621" y="4915"/>
                    </a:cubicBezTo>
                    <a:cubicBezTo>
                      <a:pt x="9717" y="5558"/>
                      <a:pt x="9812" y="6225"/>
                      <a:pt x="9883" y="6868"/>
                    </a:cubicBezTo>
                    <a:cubicBezTo>
                      <a:pt x="9931" y="7202"/>
                      <a:pt x="9979" y="7511"/>
                      <a:pt x="10026" y="7821"/>
                    </a:cubicBezTo>
                    <a:cubicBezTo>
                      <a:pt x="10050" y="8059"/>
                      <a:pt x="10074" y="8345"/>
                      <a:pt x="9907" y="8559"/>
                    </a:cubicBezTo>
                    <a:cubicBezTo>
                      <a:pt x="9645" y="8916"/>
                      <a:pt x="9145" y="9059"/>
                      <a:pt x="8716" y="9107"/>
                    </a:cubicBezTo>
                    <a:cubicBezTo>
                      <a:pt x="8574" y="9119"/>
                      <a:pt x="8425" y="9125"/>
                      <a:pt x="8276" y="9125"/>
                    </a:cubicBezTo>
                    <a:cubicBezTo>
                      <a:pt x="8127" y="9125"/>
                      <a:pt x="7978" y="9119"/>
                      <a:pt x="7835" y="9107"/>
                    </a:cubicBezTo>
                    <a:cubicBezTo>
                      <a:pt x="7621" y="9083"/>
                      <a:pt x="7359" y="9083"/>
                      <a:pt x="7264" y="8869"/>
                    </a:cubicBezTo>
                    <a:cubicBezTo>
                      <a:pt x="7002" y="8321"/>
                      <a:pt x="6787" y="7725"/>
                      <a:pt x="6621" y="7154"/>
                    </a:cubicBezTo>
                    <a:cubicBezTo>
                      <a:pt x="6430" y="6535"/>
                      <a:pt x="6264" y="5916"/>
                      <a:pt x="6073" y="5320"/>
                    </a:cubicBezTo>
                    <a:cubicBezTo>
                      <a:pt x="5906" y="4725"/>
                      <a:pt x="5787" y="4106"/>
                      <a:pt x="5644" y="3486"/>
                    </a:cubicBezTo>
                    <a:cubicBezTo>
                      <a:pt x="5573" y="3177"/>
                      <a:pt x="5501" y="2867"/>
                      <a:pt x="5430" y="2558"/>
                    </a:cubicBezTo>
                    <a:cubicBezTo>
                      <a:pt x="5406" y="2439"/>
                      <a:pt x="5382" y="2296"/>
                      <a:pt x="5406" y="2153"/>
                    </a:cubicBezTo>
                    <a:lnTo>
                      <a:pt x="5406" y="2153"/>
                    </a:lnTo>
                    <a:cubicBezTo>
                      <a:pt x="5525" y="2343"/>
                      <a:pt x="5740" y="2510"/>
                      <a:pt x="5954" y="2558"/>
                    </a:cubicBezTo>
                    <a:lnTo>
                      <a:pt x="6025" y="2558"/>
                    </a:lnTo>
                    <a:cubicBezTo>
                      <a:pt x="6002" y="2701"/>
                      <a:pt x="5978" y="2820"/>
                      <a:pt x="5978" y="2939"/>
                    </a:cubicBezTo>
                    <a:cubicBezTo>
                      <a:pt x="5978" y="3177"/>
                      <a:pt x="6025" y="3391"/>
                      <a:pt x="6097" y="3606"/>
                    </a:cubicBezTo>
                    <a:cubicBezTo>
                      <a:pt x="6240" y="3987"/>
                      <a:pt x="6573" y="4463"/>
                      <a:pt x="7026" y="4463"/>
                    </a:cubicBezTo>
                    <a:cubicBezTo>
                      <a:pt x="7454" y="4463"/>
                      <a:pt x="7716" y="4010"/>
                      <a:pt x="7645" y="3606"/>
                    </a:cubicBezTo>
                    <a:cubicBezTo>
                      <a:pt x="7621" y="3344"/>
                      <a:pt x="7478" y="3105"/>
                      <a:pt x="7359" y="2891"/>
                    </a:cubicBezTo>
                    <a:cubicBezTo>
                      <a:pt x="7288" y="2796"/>
                      <a:pt x="7264" y="2677"/>
                      <a:pt x="7192" y="2582"/>
                    </a:cubicBezTo>
                    <a:lnTo>
                      <a:pt x="7216" y="2582"/>
                    </a:lnTo>
                    <a:cubicBezTo>
                      <a:pt x="7264" y="2582"/>
                      <a:pt x="7335" y="2582"/>
                      <a:pt x="7407" y="2558"/>
                    </a:cubicBezTo>
                    <a:cubicBezTo>
                      <a:pt x="7526" y="2510"/>
                      <a:pt x="7645" y="2462"/>
                      <a:pt x="7716" y="2343"/>
                    </a:cubicBezTo>
                    <a:cubicBezTo>
                      <a:pt x="7835" y="2201"/>
                      <a:pt x="7883" y="2010"/>
                      <a:pt x="7859" y="1843"/>
                    </a:cubicBezTo>
                    <a:cubicBezTo>
                      <a:pt x="7972" y="1843"/>
                      <a:pt x="8092" y="1850"/>
                      <a:pt x="8211" y="1850"/>
                    </a:cubicBezTo>
                    <a:cubicBezTo>
                      <a:pt x="8468" y="1850"/>
                      <a:pt x="8720" y="1817"/>
                      <a:pt x="8883" y="1605"/>
                    </a:cubicBezTo>
                    <a:cubicBezTo>
                      <a:pt x="8955" y="1510"/>
                      <a:pt x="8978" y="1415"/>
                      <a:pt x="9002" y="1319"/>
                    </a:cubicBezTo>
                    <a:close/>
                    <a:moveTo>
                      <a:pt x="2935" y="1"/>
                    </a:moveTo>
                    <a:cubicBezTo>
                      <a:pt x="2894" y="1"/>
                      <a:pt x="2852" y="4"/>
                      <a:pt x="2810" y="10"/>
                    </a:cubicBezTo>
                    <a:cubicBezTo>
                      <a:pt x="2525" y="33"/>
                      <a:pt x="2287" y="248"/>
                      <a:pt x="2215" y="534"/>
                    </a:cubicBezTo>
                    <a:cubicBezTo>
                      <a:pt x="2166" y="524"/>
                      <a:pt x="2116" y="518"/>
                      <a:pt x="2067" y="518"/>
                    </a:cubicBezTo>
                    <a:cubicBezTo>
                      <a:pt x="1997" y="518"/>
                      <a:pt x="1928" y="529"/>
                      <a:pt x="1858" y="557"/>
                    </a:cubicBezTo>
                    <a:cubicBezTo>
                      <a:pt x="1715" y="605"/>
                      <a:pt x="1596" y="724"/>
                      <a:pt x="1501" y="843"/>
                    </a:cubicBezTo>
                    <a:cubicBezTo>
                      <a:pt x="1453" y="915"/>
                      <a:pt x="1405" y="1010"/>
                      <a:pt x="1382" y="1105"/>
                    </a:cubicBezTo>
                    <a:cubicBezTo>
                      <a:pt x="1286" y="1105"/>
                      <a:pt x="1215" y="1105"/>
                      <a:pt x="1143" y="1129"/>
                    </a:cubicBezTo>
                    <a:cubicBezTo>
                      <a:pt x="1024" y="1177"/>
                      <a:pt x="953" y="1248"/>
                      <a:pt x="905" y="1367"/>
                    </a:cubicBezTo>
                    <a:cubicBezTo>
                      <a:pt x="786" y="1629"/>
                      <a:pt x="786" y="1939"/>
                      <a:pt x="762" y="2201"/>
                    </a:cubicBezTo>
                    <a:cubicBezTo>
                      <a:pt x="691" y="2915"/>
                      <a:pt x="620" y="3629"/>
                      <a:pt x="548" y="4320"/>
                    </a:cubicBezTo>
                    <a:cubicBezTo>
                      <a:pt x="453" y="5034"/>
                      <a:pt x="358" y="5725"/>
                      <a:pt x="262" y="6439"/>
                    </a:cubicBezTo>
                    <a:cubicBezTo>
                      <a:pt x="215" y="6773"/>
                      <a:pt x="167" y="7130"/>
                      <a:pt x="119" y="7463"/>
                    </a:cubicBezTo>
                    <a:cubicBezTo>
                      <a:pt x="72" y="7773"/>
                      <a:pt x="0" y="8130"/>
                      <a:pt x="96" y="8416"/>
                    </a:cubicBezTo>
                    <a:cubicBezTo>
                      <a:pt x="215" y="8892"/>
                      <a:pt x="691" y="9154"/>
                      <a:pt x="1120" y="9273"/>
                    </a:cubicBezTo>
                    <a:cubicBezTo>
                      <a:pt x="1405" y="9369"/>
                      <a:pt x="1691" y="9392"/>
                      <a:pt x="1977" y="9392"/>
                    </a:cubicBezTo>
                    <a:cubicBezTo>
                      <a:pt x="2263" y="9392"/>
                      <a:pt x="2572" y="9392"/>
                      <a:pt x="2858" y="9321"/>
                    </a:cubicBezTo>
                    <a:cubicBezTo>
                      <a:pt x="2953" y="9297"/>
                      <a:pt x="3072" y="9273"/>
                      <a:pt x="3168" y="9202"/>
                    </a:cubicBezTo>
                    <a:cubicBezTo>
                      <a:pt x="3263" y="9107"/>
                      <a:pt x="3334" y="8988"/>
                      <a:pt x="3382" y="8869"/>
                    </a:cubicBezTo>
                    <a:cubicBezTo>
                      <a:pt x="3430" y="8726"/>
                      <a:pt x="3501" y="8607"/>
                      <a:pt x="3572" y="8464"/>
                    </a:cubicBezTo>
                    <a:cubicBezTo>
                      <a:pt x="3620" y="8297"/>
                      <a:pt x="3692" y="8130"/>
                      <a:pt x="3739" y="7987"/>
                    </a:cubicBezTo>
                    <a:cubicBezTo>
                      <a:pt x="3977" y="7321"/>
                      <a:pt x="4168" y="6654"/>
                      <a:pt x="4358" y="5987"/>
                    </a:cubicBezTo>
                    <a:cubicBezTo>
                      <a:pt x="4454" y="5630"/>
                      <a:pt x="4573" y="5273"/>
                      <a:pt x="4668" y="4915"/>
                    </a:cubicBezTo>
                    <a:cubicBezTo>
                      <a:pt x="4763" y="4534"/>
                      <a:pt x="4835" y="4153"/>
                      <a:pt x="4930" y="3772"/>
                    </a:cubicBezTo>
                    <a:cubicBezTo>
                      <a:pt x="5001" y="3415"/>
                      <a:pt x="5097" y="3034"/>
                      <a:pt x="5168" y="2677"/>
                    </a:cubicBezTo>
                    <a:cubicBezTo>
                      <a:pt x="5168" y="2629"/>
                      <a:pt x="5168" y="2605"/>
                      <a:pt x="5168" y="2558"/>
                    </a:cubicBezTo>
                    <a:cubicBezTo>
                      <a:pt x="5192" y="2605"/>
                      <a:pt x="5192" y="2629"/>
                      <a:pt x="5192" y="2677"/>
                    </a:cubicBezTo>
                    <a:cubicBezTo>
                      <a:pt x="5263" y="3034"/>
                      <a:pt x="5359" y="3415"/>
                      <a:pt x="5430" y="3772"/>
                    </a:cubicBezTo>
                    <a:cubicBezTo>
                      <a:pt x="5525" y="4153"/>
                      <a:pt x="5597" y="4534"/>
                      <a:pt x="5692" y="4915"/>
                    </a:cubicBezTo>
                    <a:cubicBezTo>
                      <a:pt x="5787" y="5273"/>
                      <a:pt x="5906" y="5630"/>
                      <a:pt x="6002" y="5987"/>
                    </a:cubicBezTo>
                    <a:cubicBezTo>
                      <a:pt x="6192" y="6654"/>
                      <a:pt x="6359" y="7321"/>
                      <a:pt x="6597" y="7987"/>
                    </a:cubicBezTo>
                    <a:cubicBezTo>
                      <a:pt x="6668" y="8130"/>
                      <a:pt x="6716" y="8297"/>
                      <a:pt x="6787" y="8464"/>
                    </a:cubicBezTo>
                    <a:cubicBezTo>
                      <a:pt x="6859" y="8607"/>
                      <a:pt x="6930" y="8726"/>
                      <a:pt x="6978" y="8869"/>
                    </a:cubicBezTo>
                    <a:cubicBezTo>
                      <a:pt x="7026" y="8988"/>
                      <a:pt x="7073" y="9107"/>
                      <a:pt x="7192" y="9202"/>
                    </a:cubicBezTo>
                    <a:cubicBezTo>
                      <a:pt x="7288" y="9273"/>
                      <a:pt x="7407" y="9297"/>
                      <a:pt x="7502" y="9321"/>
                    </a:cubicBezTo>
                    <a:cubicBezTo>
                      <a:pt x="7788" y="9392"/>
                      <a:pt x="8097" y="9392"/>
                      <a:pt x="8359" y="9392"/>
                    </a:cubicBezTo>
                    <a:cubicBezTo>
                      <a:pt x="8669" y="9392"/>
                      <a:pt x="8955" y="9369"/>
                      <a:pt x="9240" y="9273"/>
                    </a:cubicBezTo>
                    <a:cubicBezTo>
                      <a:pt x="9669" y="9154"/>
                      <a:pt x="10145" y="8892"/>
                      <a:pt x="10264" y="8416"/>
                    </a:cubicBezTo>
                    <a:cubicBezTo>
                      <a:pt x="10360" y="8130"/>
                      <a:pt x="10288" y="7773"/>
                      <a:pt x="10241" y="7463"/>
                    </a:cubicBezTo>
                    <a:cubicBezTo>
                      <a:pt x="10193" y="7130"/>
                      <a:pt x="10145" y="6773"/>
                      <a:pt x="10098" y="6439"/>
                    </a:cubicBezTo>
                    <a:cubicBezTo>
                      <a:pt x="10002" y="5725"/>
                      <a:pt x="9907" y="5034"/>
                      <a:pt x="9812" y="4320"/>
                    </a:cubicBezTo>
                    <a:cubicBezTo>
                      <a:pt x="9740" y="3629"/>
                      <a:pt x="9669" y="2915"/>
                      <a:pt x="9598" y="2224"/>
                    </a:cubicBezTo>
                    <a:cubicBezTo>
                      <a:pt x="9574" y="1939"/>
                      <a:pt x="9574" y="1629"/>
                      <a:pt x="9455" y="1367"/>
                    </a:cubicBezTo>
                    <a:cubicBezTo>
                      <a:pt x="9407" y="1272"/>
                      <a:pt x="9336" y="1177"/>
                      <a:pt x="9217" y="1129"/>
                    </a:cubicBezTo>
                    <a:cubicBezTo>
                      <a:pt x="9145" y="1105"/>
                      <a:pt x="9050" y="1105"/>
                      <a:pt x="8978" y="1105"/>
                    </a:cubicBezTo>
                    <a:cubicBezTo>
                      <a:pt x="8955" y="1010"/>
                      <a:pt x="8907" y="915"/>
                      <a:pt x="8859" y="843"/>
                    </a:cubicBezTo>
                    <a:cubicBezTo>
                      <a:pt x="8764" y="724"/>
                      <a:pt x="8645" y="605"/>
                      <a:pt x="8502" y="557"/>
                    </a:cubicBezTo>
                    <a:cubicBezTo>
                      <a:pt x="8432" y="529"/>
                      <a:pt x="8363" y="518"/>
                      <a:pt x="8293" y="518"/>
                    </a:cubicBezTo>
                    <a:cubicBezTo>
                      <a:pt x="8244" y="518"/>
                      <a:pt x="8194" y="524"/>
                      <a:pt x="8145" y="534"/>
                    </a:cubicBezTo>
                    <a:cubicBezTo>
                      <a:pt x="8073" y="248"/>
                      <a:pt x="7835" y="33"/>
                      <a:pt x="7550" y="10"/>
                    </a:cubicBezTo>
                    <a:cubicBezTo>
                      <a:pt x="7508" y="4"/>
                      <a:pt x="7466" y="1"/>
                      <a:pt x="7425" y="1"/>
                    </a:cubicBezTo>
                    <a:cubicBezTo>
                      <a:pt x="7301" y="1"/>
                      <a:pt x="7180" y="27"/>
                      <a:pt x="7073" y="81"/>
                    </a:cubicBezTo>
                    <a:cubicBezTo>
                      <a:pt x="7002" y="129"/>
                      <a:pt x="6930" y="200"/>
                      <a:pt x="6883" y="272"/>
                    </a:cubicBezTo>
                    <a:cubicBezTo>
                      <a:pt x="6835" y="319"/>
                      <a:pt x="6811" y="367"/>
                      <a:pt x="6787" y="414"/>
                    </a:cubicBezTo>
                    <a:cubicBezTo>
                      <a:pt x="6645" y="351"/>
                      <a:pt x="6481" y="298"/>
                      <a:pt x="6324" y="298"/>
                    </a:cubicBezTo>
                    <a:cubicBezTo>
                      <a:pt x="6245" y="298"/>
                      <a:pt x="6168" y="311"/>
                      <a:pt x="6097" y="343"/>
                    </a:cubicBezTo>
                    <a:cubicBezTo>
                      <a:pt x="5883" y="414"/>
                      <a:pt x="5787" y="605"/>
                      <a:pt x="5740" y="819"/>
                    </a:cubicBezTo>
                    <a:cubicBezTo>
                      <a:pt x="5691" y="791"/>
                      <a:pt x="5638" y="778"/>
                      <a:pt x="5586" y="778"/>
                    </a:cubicBezTo>
                    <a:cubicBezTo>
                      <a:pt x="5460" y="778"/>
                      <a:pt x="5338" y="858"/>
                      <a:pt x="5287" y="1010"/>
                    </a:cubicBezTo>
                    <a:cubicBezTo>
                      <a:pt x="5192" y="1224"/>
                      <a:pt x="5287" y="1486"/>
                      <a:pt x="5454" y="1653"/>
                    </a:cubicBezTo>
                    <a:cubicBezTo>
                      <a:pt x="5453" y="1652"/>
                      <a:pt x="5451" y="1651"/>
                      <a:pt x="5450" y="1651"/>
                    </a:cubicBezTo>
                    <a:cubicBezTo>
                      <a:pt x="5417" y="1651"/>
                      <a:pt x="5287" y="1868"/>
                      <a:pt x="5287" y="1891"/>
                    </a:cubicBezTo>
                    <a:cubicBezTo>
                      <a:pt x="5263" y="1915"/>
                      <a:pt x="5216" y="1939"/>
                      <a:pt x="5192" y="1939"/>
                    </a:cubicBezTo>
                    <a:cubicBezTo>
                      <a:pt x="5144" y="1939"/>
                      <a:pt x="5097" y="1915"/>
                      <a:pt x="5073" y="1891"/>
                    </a:cubicBezTo>
                    <a:cubicBezTo>
                      <a:pt x="5050" y="1868"/>
                      <a:pt x="4941" y="1651"/>
                      <a:pt x="4910" y="1651"/>
                    </a:cubicBezTo>
                    <a:cubicBezTo>
                      <a:pt x="4909" y="1651"/>
                      <a:pt x="4907" y="1652"/>
                      <a:pt x="4906" y="1653"/>
                    </a:cubicBezTo>
                    <a:cubicBezTo>
                      <a:pt x="5073" y="1486"/>
                      <a:pt x="5168" y="1224"/>
                      <a:pt x="5073" y="1010"/>
                    </a:cubicBezTo>
                    <a:cubicBezTo>
                      <a:pt x="5022" y="858"/>
                      <a:pt x="4900" y="778"/>
                      <a:pt x="4774" y="778"/>
                    </a:cubicBezTo>
                    <a:cubicBezTo>
                      <a:pt x="4722" y="778"/>
                      <a:pt x="4669" y="791"/>
                      <a:pt x="4620" y="819"/>
                    </a:cubicBezTo>
                    <a:cubicBezTo>
                      <a:pt x="4573" y="605"/>
                      <a:pt x="4477" y="414"/>
                      <a:pt x="4263" y="343"/>
                    </a:cubicBezTo>
                    <a:cubicBezTo>
                      <a:pt x="4184" y="311"/>
                      <a:pt x="4104" y="298"/>
                      <a:pt x="4025" y="298"/>
                    </a:cubicBezTo>
                    <a:cubicBezTo>
                      <a:pt x="3866" y="298"/>
                      <a:pt x="3707" y="351"/>
                      <a:pt x="3549" y="414"/>
                    </a:cubicBezTo>
                    <a:cubicBezTo>
                      <a:pt x="3525" y="367"/>
                      <a:pt x="3501" y="319"/>
                      <a:pt x="3477" y="272"/>
                    </a:cubicBezTo>
                    <a:cubicBezTo>
                      <a:pt x="3430" y="200"/>
                      <a:pt x="3358" y="129"/>
                      <a:pt x="3287" y="81"/>
                    </a:cubicBezTo>
                    <a:cubicBezTo>
                      <a:pt x="3180" y="27"/>
                      <a:pt x="3059" y="1"/>
                      <a:pt x="29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4" name="Google Shape;15114;p46"/>
              <p:cNvSpPr/>
              <p:nvPr/>
            </p:nvSpPr>
            <p:spPr>
              <a:xfrm>
                <a:off x="7188067" y="2769678"/>
                <a:ext cx="41860" cy="46055"/>
              </a:xfrm>
              <a:custGeom>
                <a:rect b="b" l="l" r="r" t="t"/>
                <a:pathLst>
                  <a:path extrusionOk="0" h="1416" w="1287">
                    <a:moveTo>
                      <a:pt x="525" y="220"/>
                    </a:moveTo>
                    <a:cubicBezTo>
                      <a:pt x="620" y="220"/>
                      <a:pt x="715" y="220"/>
                      <a:pt x="787" y="268"/>
                    </a:cubicBezTo>
                    <a:cubicBezTo>
                      <a:pt x="1096" y="387"/>
                      <a:pt x="1096" y="768"/>
                      <a:pt x="929" y="1006"/>
                    </a:cubicBezTo>
                    <a:cubicBezTo>
                      <a:pt x="865" y="1113"/>
                      <a:pt x="744" y="1201"/>
                      <a:pt x="617" y="1201"/>
                    </a:cubicBezTo>
                    <a:cubicBezTo>
                      <a:pt x="602" y="1201"/>
                      <a:pt x="587" y="1199"/>
                      <a:pt x="572" y="1197"/>
                    </a:cubicBezTo>
                    <a:cubicBezTo>
                      <a:pt x="382" y="1173"/>
                      <a:pt x="477" y="1030"/>
                      <a:pt x="453" y="887"/>
                    </a:cubicBezTo>
                    <a:cubicBezTo>
                      <a:pt x="405" y="721"/>
                      <a:pt x="191" y="649"/>
                      <a:pt x="239" y="459"/>
                    </a:cubicBezTo>
                    <a:cubicBezTo>
                      <a:pt x="286" y="363"/>
                      <a:pt x="405" y="268"/>
                      <a:pt x="525" y="220"/>
                    </a:cubicBezTo>
                    <a:close/>
                    <a:moveTo>
                      <a:pt x="591" y="0"/>
                    </a:moveTo>
                    <a:cubicBezTo>
                      <a:pt x="418" y="0"/>
                      <a:pt x="264" y="56"/>
                      <a:pt x="144" y="197"/>
                    </a:cubicBezTo>
                    <a:cubicBezTo>
                      <a:pt x="72" y="268"/>
                      <a:pt x="24" y="387"/>
                      <a:pt x="24" y="482"/>
                    </a:cubicBezTo>
                    <a:cubicBezTo>
                      <a:pt x="1" y="578"/>
                      <a:pt x="48" y="649"/>
                      <a:pt x="72" y="721"/>
                    </a:cubicBezTo>
                    <a:cubicBezTo>
                      <a:pt x="120" y="792"/>
                      <a:pt x="191" y="840"/>
                      <a:pt x="239" y="911"/>
                    </a:cubicBezTo>
                    <a:cubicBezTo>
                      <a:pt x="263" y="983"/>
                      <a:pt x="239" y="1078"/>
                      <a:pt x="239" y="1149"/>
                    </a:cubicBezTo>
                    <a:cubicBezTo>
                      <a:pt x="286" y="1316"/>
                      <a:pt x="429" y="1411"/>
                      <a:pt x="572" y="1411"/>
                    </a:cubicBezTo>
                    <a:cubicBezTo>
                      <a:pt x="594" y="1414"/>
                      <a:pt x="615" y="1415"/>
                      <a:pt x="636" y="1415"/>
                    </a:cubicBezTo>
                    <a:cubicBezTo>
                      <a:pt x="982" y="1415"/>
                      <a:pt x="1217" y="1057"/>
                      <a:pt x="1239" y="721"/>
                    </a:cubicBezTo>
                    <a:cubicBezTo>
                      <a:pt x="1287" y="363"/>
                      <a:pt x="1048" y="54"/>
                      <a:pt x="691" y="6"/>
                    </a:cubicBezTo>
                    <a:cubicBezTo>
                      <a:pt x="657" y="2"/>
                      <a:pt x="624" y="0"/>
                      <a:pt x="5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5" name="Google Shape;15115;p46"/>
              <p:cNvSpPr/>
              <p:nvPr/>
            </p:nvSpPr>
            <p:spPr>
              <a:xfrm>
                <a:off x="7153981" y="2755042"/>
                <a:ext cx="29468" cy="31126"/>
              </a:xfrm>
              <a:custGeom>
                <a:rect b="b" l="l" r="r" t="t"/>
                <a:pathLst>
                  <a:path extrusionOk="0" h="957" w="906">
                    <a:moveTo>
                      <a:pt x="494" y="212"/>
                    </a:moveTo>
                    <a:cubicBezTo>
                      <a:pt x="513" y="212"/>
                      <a:pt x="531" y="214"/>
                      <a:pt x="549" y="218"/>
                    </a:cubicBezTo>
                    <a:cubicBezTo>
                      <a:pt x="668" y="289"/>
                      <a:pt x="691" y="504"/>
                      <a:pt x="620" y="623"/>
                    </a:cubicBezTo>
                    <a:cubicBezTo>
                      <a:pt x="571" y="697"/>
                      <a:pt x="489" y="739"/>
                      <a:pt x="412" y="739"/>
                    </a:cubicBezTo>
                    <a:cubicBezTo>
                      <a:pt x="341" y="739"/>
                      <a:pt x="273" y="703"/>
                      <a:pt x="239" y="623"/>
                    </a:cubicBezTo>
                    <a:cubicBezTo>
                      <a:pt x="191" y="528"/>
                      <a:pt x="215" y="385"/>
                      <a:pt x="263" y="289"/>
                    </a:cubicBezTo>
                    <a:cubicBezTo>
                      <a:pt x="321" y="251"/>
                      <a:pt x="411" y="212"/>
                      <a:pt x="494" y="212"/>
                    </a:cubicBezTo>
                    <a:close/>
                    <a:moveTo>
                      <a:pt x="476" y="1"/>
                    </a:moveTo>
                    <a:cubicBezTo>
                      <a:pt x="310" y="1"/>
                      <a:pt x="183" y="111"/>
                      <a:pt x="96" y="242"/>
                    </a:cubicBezTo>
                    <a:cubicBezTo>
                      <a:pt x="48" y="313"/>
                      <a:pt x="25" y="409"/>
                      <a:pt x="25" y="504"/>
                    </a:cubicBezTo>
                    <a:cubicBezTo>
                      <a:pt x="1" y="551"/>
                      <a:pt x="25" y="647"/>
                      <a:pt x="72" y="718"/>
                    </a:cubicBezTo>
                    <a:cubicBezTo>
                      <a:pt x="72" y="766"/>
                      <a:pt x="96" y="813"/>
                      <a:pt x="144" y="837"/>
                    </a:cubicBezTo>
                    <a:cubicBezTo>
                      <a:pt x="215" y="932"/>
                      <a:pt x="310" y="956"/>
                      <a:pt x="429" y="956"/>
                    </a:cubicBezTo>
                    <a:cubicBezTo>
                      <a:pt x="691" y="932"/>
                      <a:pt x="882" y="742"/>
                      <a:pt x="882" y="480"/>
                    </a:cubicBezTo>
                    <a:cubicBezTo>
                      <a:pt x="906" y="242"/>
                      <a:pt x="763" y="4"/>
                      <a:pt x="525" y="4"/>
                    </a:cubicBezTo>
                    <a:cubicBezTo>
                      <a:pt x="508" y="2"/>
                      <a:pt x="492" y="1"/>
                      <a:pt x="4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6" name="Google Shape;15116;p46"/>
              <p:cNvSpPr/>
              <p:nvPr/>
            </p:nvSpPr>
            <p:spPr>
              <a:xfrm>
                <a:off x="7232984" y="2757742"/>
                <a:ext cx="37989" cy="36168"/>
              </a:xfrm>
              <a:custGeom>
                <a:rect b="b" l="l" r="r" t="t"/>
                <a:pathLst>
                  <a:path extrusionOk="0" h="1112" w="1168">
                    <a:moveTo>
                      <a:pt x="382" y="183"/>
                    </a:moveTo>
                    <a:cubicBezTo>
                      <a:pt x="477" y="183"/>
                      <a:pt x="596" y="206"/>
                      <a:pt x="668" y="230"/>
                    </a:cubicBezTo>
                    <a:cubicBezTo>
                      <a:pt x="739" y="278"/>
                      <a:pt x="787" y="326"/>
                      <a:pt x="834" y="421"/>
                    </a:cubicBezTo>
                    <a:cubicBezTo>
                      <a:pt x="882" y="516"/>
                      <a:pt x="882" y="659"/>
                      <a:pt x="834" y="754"/>
                    </a:cubicBezTo>
                    <a:cubicBezTo>
                      <a:pt x="811" y="849"/>
                      <a:pt x="691" y="897"/>
                      <a:pt x="596" y="897"/>
                    </a:cubicBezTo>
                    <a:cubicBezTo>
                      <a:pt x="576" y="901"/>
                      <a:pt x="557" y="903"/>
                      <a:pt x="539" y="903"/>
                    </a:cubicBezTo>
                    <a:cubicBezTo>
                      <a:pt x="447" y="903"/>
                      <a:pt x="378" y="853"/>
                      <a:pt x="358" y="754"/>
                    </a:cubicBezTo>
                    <a:cubicBezTo>
                      <a:pt x="334" y="611"/>
                      <a:pt x="334" y="516"/>
                      <a:pt x="263" y="421"/>
                    </a:cubicBezTo>
                    <a:cubicBezTo>
                      <a:pt x="215" y="349"/>
                      <a:pt x="191" y="302"/>
                      <a:pt x="263" y="230"/>
                    </a:cubicBezTo>
                    <a:cubicBezTo>
                      <a:pt x="287" y="206"/>
                      <a:pt x="334" y="183"/>
                      <a:pt x="382" y="183"/>
                    </a:cubicBezTo>
                    <a:close/>
                    <a:moveTo>
                      <a:pt x="421" y="0"/>
                    </a:moveTo>
                    <a:cubicBezTo>
                      <a:pt x="359" y="0"/>
                      <a:pt x="295" y="12"/>
                      <a:pt x="239" y="40"/>
                    </a:cubicBezTo>
                    <a:cubicBezTo>
                      <a:pt x="168" y="64"/>
                      <a:pt x="144" y="87"/>
                      <a:pt x="96" y="159"/>
                    </a:cubicBezTo>
                    <a:cubicBezTo>
                      <a:pt x="1" y="278"/>
                      <a:pt x="49" y="397"/>
                      <a:pt x="120" y="516"/>
                    </a:cubicBezTo>
                    <a:cubicBezTo>
                      <a:pt x="191" y="659"/>
                      <a:pt x="144" y="826"/>
                      <a:pt x="239" y="945"/>
                    </a:cubicBezTo>
                    <a:cubicBezTo>
                      <a:pt x="310" y="1064"/>
                      <a:pt x="435" y="1111"/>
                      <a:pt x="566" y="1111"/>
                    </a:cubicBezTo>
                    <a:cubicBezTo>
                      <a:pt x="697" y="1111"/>
                      <a:pt x="834" y="1064"/>
                      <a:pt x="930" y="992"/>
                    </a:cubicBezTo>
                    <a:cubicBezTo>
                      <a:pt x="1168" y="826"/>
                      <a:pt x="1144" y="445"/>
                      <a:pt x="977" y="230"/>
                    </a:cubicBezTo>
                    <a:cubicBezTo>
                      <a:pt x="882" y="87"/>
                      <a:pt x="715" y="40"/>
                      <a:pt x="549" y="16"/>
                    </a:cubicBezTo>
                    <a:cubicBezTo>
                      <a:pt x="509" y="6"/>
                      <a:pt x="466" y="0"/>
                      <a:pt x="4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17" name="Google Shape;15117;p46"/>
          <p:cNvGrpSpPr/>
          <p:nvPr/>
        </p:nvGrpSpPr>
        <p:grpSpPr>
          <a:xfrm>
            <a:off x="582618" y="1237811"/>
            <a:ext cx="579134" cy="548661"/>
            <a:chOff x="668298" y="1966386"/>
            <a:chExt cx="579134" cy="548661"/>
          </a:xfrm>
        </p:grpSpPr>
        <p:grpSp>
          <p:nvGrpSpPr>
            <p:cNvPr id="15118" name="Google Shape;15118;p46"/>
            <p:cNvGrpSpPr/>
            <p:nvPr/>
          </p:nvGrpSpPr>
          <p:grpSpPr>
            <a:xfrm>
              <a:off x="668298" y="1966398"/>
              <a:ext cx="579134" cy="548648"/>
              <a:chOff x="7785259" y="2760506"/>
              <a:chExt cx="348603" cy="332373"/>
            </a:xfrm>
          </p:grpSpPr>
          <p:sp>
            <p:nvSpPr>
              <p:cNvPr id="15119" name="Google Shape;15119;p46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0" name="Google Shape;15120;p46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1" name="Google Shape;15121;p46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2" name="Google Shape;15122;p46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3" name="Google Shape;15123;p46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4" name="Google Shape;15124;p46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5" name="Google Shape;15125;p46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6" name="Google Shape;15126;p46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7" name="Google Shape;15127;p46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8" name="Google Shape;15128;p46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29" name="Google Shape;15129;p46"/>
            <p:cNvGrpSpPr/>
            <p:nvPr/>
          </p:nvGrpSpPr>
          <p:grpSpPr>
            <a:xfrm>
              <a:off x="668298" y="1966386"/>
              <a:ext cx="579134" cy="548648"/>
              <a:chOff x="7785259" y="2760506"/>
              <a:chExt cx="348603" cy="332373"/>
            </a:xfrm>
          </p:grpSpPr>
          <p:sp>
            <p:nvSpPr>
              <p:cNvPr id="15130" name="Google Shape;15130;p46"/>
              <p:cNvSpPr/>
              <p:nvPr/>
            </p:nvSpPr>
            <p:spPr>
              <a:xfrm>
                <a:off x="7790690" y="2761254"/>
                <a:ext cx="339301" cy="328763"/>
              </a:xfrm>
              <a:custGeom>
                <a:rect b="b" l="l" r="r" t="t"/>
                <a:pathLst>
                  <a:path extrusionOk="0" h="10108" w="10432">
                    <a:moveTo>
                      <a:pt x="689" y="1"/>
                    </a:moveTo>
                    <a:cubicBezTo>
                      <a:pt x="682" y="1"/>
                      <a:pt x="674" y="1"/>
                      <a:pt x="667" y="3"/>
                    </a:cubicBezTo>
                    <a:cubicBezTo>
                      <a:pt x="429" y="51"/>
                      <a:pt x="881" y="646"/>
                      <a:pt x="977" y="741"/>
                    </a:cubicBezTo>
                    <a:cubicBezTo>
                      <a:pt x="1072" y="861"/>
                      <a:pt x="1191" y="956"/>
                      <a:pt x="1310" y="1051"/>
                    </a:cubicBezTo>
                    <a:cubicBezTo>
                      <a:pt x="1405" y="1122"/>
                      <a:pt x="1524" y="1194"/>
                      <a:pt x="1596" y="1265"/>
                    </a:cubicBezTo>
                    <a:cubicBezTo>
                      <a:pt x="1645" y="1347"/>
                      <a:pt x="1638" y="1384"/>
                      <a:pt x="1583" y="1384"/>
                    </a:cubicBezTo>
                    <a:cubicBezTo>
                      <a:pt x="1558" y="1384"/>
                      <a:pt x="1522" y="1376"/>
                      <a:pt x="1477" y="1361"/>
                    </a:cubicBezTo>
                    <a:cubicBezTo>
                      <a:pt x="1382" y="1313"/>
                      <a:pt x="1286" y="1242"/>
                      <a:pt x="1167" y="1194"/>
                    </a:cubicBezTo>
                    <a:cubicBezTo>
                      <a:pt x="905" y="1044"/>
                      <a:pt x="554" y="865"/>
                      <a:pt x="242" y="865"/>
                    </a:cubicBezTo>
                    <a:cubicBezTo>
                      <a:pt x="158" y="865"/>
                      <a:pt x="76" y="878"/>
                      <a:pt x="0" y="908"/>
                    </a:cubicBezTo>
                    <a:cubicBezTo>
                      <a:pt x="24" y="1051"/>
                      <a:pt x="405" y="1218"/>
                      <a:pt x="524" y="1265"/>
                    </a:cubicBezTo>
                    <a:cubicBezTo>
                      <a:pt x="977" y="1504"/>
                      <a:pt x="1429" y="1718"/>
                      <a:pt x="1858" y="1956"/>
                    </a:cubicBezTo>
                    <a:cubicBezTo>
                      <a:pt x="2048" y="2051"/>
                      <a:pt x="2239" y="2170"/>
                      <a:pt x="2358" y="2361"/>
                    </a:cubicBezTo>
                    <a:cubicBezTo>
                      <a:pt x="2406" y="2408"/>
                      <a:pt x="2501" y="2551"/>
                      <a:pt x="2453" y="2623"/>
                    </a:cubicBezTo>
                    <a:cubicBezTo>
                      <a:pt x="2439" y="2644"/>
                      <a:pt x="2425" y="2650"/>
                      <a:pt x="2410" y="2650"/>
                    </a:cubicBezTo>
                    <a:cubicBezTo>
                      <a:pt x="2386" y="2650"/>
                      <a:pt x="2360" y="2633"/>
                      <a:pt x="2330" y="2633"/>
                    </a:cubicBezTo>
                    <a:cubicBezTo>
                      <a:pt x="2317" y="2633"/>
                      <a:pt x="2302" y="2636"/>
                      <a:pt x="2286" y="2647"/>
                    </a:cubicBezTo>
                    <a:cubicBezTo>
                      <a:pt x="2263" y="2647"/>
                      <a:pt x="2239" y="2670"/>
                      <a:pt x="2239" y="2694"/>
                    </a:cubicBezTo>
                    <a:cubicBezTo>
                      <a:pt x="2239" y="2742"/>
                      <a:pt x="2334" y="2861"/>
                      <a:pt x="2382" y="2932"/>
                    </a:cubicBezTo>
                    <a:cubicBezTo>
                      <a:pt x="2429" y="3028"/>
                      <a:pt x="2501" y="3147"/>
                      <a:pt x="2501" y="3266"/>
                    </a:cubicBezTo>
                    <a:cubicBezTo>
                      <a:pt x="2334" y="3290"/>
                      <a:pt x="2525" y="3480"/>
                      <a:pt x="2572" y="3528"/>
                    </a:cubicBezTo>
                    <a:cubicBezTo>
                      <a:pt x="2691" y="3671"/>
                      <a:pt x="2787" y="3837"/>
                      <a:pt x="2906" y="3980"/>
                    </a:cubicBezTo>
                    <a:cubicBezTo>
                      <a:pt x="2977" y="4099"/>
                      <a:pt x="3120" y="4218"/>
                      <a:pt x="3191" y="4361"/>
                    </a:cubicBezTo>
                    <a:cubicBezTo>
                      <a:pt x="3215" y="4409"/>
                      <a:pt x="3239" y="4480"/>
                      <a:pt x="3215" y="4552"/>
                    </a:cubicBezTo>
                    <a:cubicBezTo>
                      <a:pt x="3215" y="4576"/>
                      <a:pt x="3049" y="4671"/>
                      <a:pt x="3049" y="4695"/>
                    </a:cubicBezTo>
                    <a:cubicBezTo>
                      <a:pt x="3334" y="5028"/>
                      <a:pt x="3549" y="5433"/>
                      <a:pt x="3763" y="5814"/>
                    </a:cubicBezTo>
                    <a:cubicBezTo>
                      <a:pt x="3811" y="5909"/>
                      <a:pt x="3882" y="6004"/>
                      <a:pt x="3977" y="6076"/>
                    </a:cubicBezTo>
                    <a:cubicBezTo>
                      <a:pt x="4025" y="6147"/>
                      <a:pt x="4120" y="6195"/>
                      <a:pt x="4168" y="6266"/>
                    </a:cubicBezTo>
                    <a:cubicBezTo>
                      <a:pt x="4263" y="6433"/>
                      <a:pt x="4025" y="6481"/>
                      <a:pt x="4001" y="6647"/>
                    </a:cubicBezTo>
                    <a:cubicBezTo>
                      <a:pt x="4096" y="6695"/>
                      <a:pt x="4215" y="6719"/>
                      <a:pt x="4311" y="6790"/>
                    </a:cubicBezTo>
                    <a:cubicBezTo>
                      <a:pt x="4644" y="6981"/>
                      <a:pt x="4858" y="7267"/>
                      <a:pt x="5120" y="7529"/>
                    </a:cubicBezTo>
                    <a:cubicBezTo>
                      <a:pt x="5192" y="7600"/>
                      <a:pt x="5359" y="7719"/>
                      <a:pt x="5335" y="7814"/>
                    </a:cubicBezTo>
                    <a:cubicBezTo>
                      <a:pt x="5311" y="7957"/>
                      <a:pt x="5192" y="7910"/>
                      <a:pt x="5335" y="8076"/>
                    </a:cubicBezTo>
                    <a:cubicBezTo>
                      <a:pt x="5478" y="8267"/>
                      <a:pt x="5668" y="8386"/>
                      <a:pt x="5859" y="8529"/>
                    </a:cubicBezTo>
                    <a:cubicBezTo>
                      <a:pt x="6097" y="8695"/>
                      <a:pt x="6264" y="8791"/>
                      <a:pt x="6573" y="8862"/>
                    </a:cubicBezTo>
                    <a:cubicBezTo>
                      <a:pt x="6811" y="8910"/>
                      <a:pt x="7049" y="8910"/>
                      <a:pt x="7311" y="8910"/>
                    </a:cubicBezTo>
                    <a:cubicBezTo>
                      <a:pt x="7645" y="8910"/>
                      <a:pt x="7907" y="8791"/>
                      <a:pt x="8216" y="8672"/>
                    </a:cubicBezTo>
                    <a:cubicBezTo>
                      <a:pt x="8256" y="8655"/>
                      <a:pt x="8288" y="8647"/>
                      <a:pt x="8314" y="8647"/>
                    </a:cubicBezTo>
                    <a:cubicBezTo>
                      <a:pt x="8400" y="8647"/>
                      <a:pt x="8435" y="8724"/>
                      <a:pt x="8526" y="8815"/>
                    </a:cubicBezTo>
                    <a:cubicBezTo>
                      <a:pt x="8669" y="8957"/>
                      <a:pt x="8812" y="9076"/>
                      <a:pt x="8955" y="9243"/>
                    </a:cubicBezTo>
                    <a:cubicBezTo>
                      <a:pt x="9097" y="9410"/>
                      <a:pt x="9264" y="9553"/>
                      <a:pt x="9431" y="9719"/>
                    </a:cubicBezTo>
                    <a:cubicBezTo>
                      <a:pt x="9526" y="9839"/>
                      <a:pt x="9621" y="10005"/>
                      <a:pt x="9764" y="10077"/>
                    </a:cubicBezTo>
                    <a:cubicBezTo>
                      <a:pt x="9808" y="10098"/>
                      <a:pt x="9849" y="10108"/>
                      <a:pt x="9888" y="10108"/>
                    </a:cubicBezTo>
                    <a:cubicBezTo>
                      <a:pt x="10019" y="10108"/>
                      <a:pt x="10125" y="10002"/>
                      <a:pt x="10217" y="9910"/>
                    </a:cubicBezTo>
                    <a:cubicBezTo>
                      <a:pt x="10360" y="9767"/>
                      <a:pt x="10431" y="9648"/>
                      <a:pt x="10336" y="9458"/>
                    </a:cubicBezTo>
                    <a:cubicBezTo>
                      <a:pt x="10241" y="9291"/>
                      <a:pt x="10098" y="9148"/>
                      <a:pt x="9931" y="9053"/>
                    </a:cubicBezTo>
                    <a:cubicBezTo>
                      <a:pt x="9693" y="8886"/>
                      <a:pt x="9455" y="8695"/>
                      <a:pt x="9193" y="8576"/>
                    </a:cubicBezTo>
                    <a:cubicBezTo>
                      <a:pt x="9097" y="8529"/>
                      <a:pt x="8883" y="8457"/>
                      <a:pt x="8835" y="8338"/>
                    </a:cubicBezTo>
                    <a:cubicBezTo>
                      <a:pt x="8812" y="8195"/>
                      <a:pt x="8955" y="8052"/>
                      <a:pt x="9026" y="7933"/>
                    </a:cubicBezTo>
                    <a:cubicBezTo>
                      <a:pt x="9193" y="7624"/>
                      <a:pt x="9193" y="7148"/>
                      <a:pt x="9145" y="6814"/>
                    </a:cubicBezTo>
                    <a:cubicBezTo>
                      <a:pt x="9050" y="6338"/>
                      <a:pt x="8835" y="5933"/>
                      <a:pt x="8550" y="5528"/>
                    </a:cubicBezTo>
                    <a:cubicBezTo>
                      <a:pt x="8502" y="5457"/>
                      <a:pt x="8335" y="5171"/>
                      <a:pt x="8240" y="5147"/>
                    </a:cubicBezTo>
                    <a:cubicBezTo>
                      <a:pt x="8233" y="5146"/>
                      <a:pt x="8227" y="5145"/>
                      <a:pt x="8220" y="5145"/>
                    </a:cubicBezTo>
                    <a:cubicBezTo>
                      <a:pt x="8090" y="5145"/>
                      <a:pt x="8021" y="5365"/>
                      <a:pt x="7931" y="5433"/>
                    </a:cubicBezTo>
                    <a:cubicBezTo>
                      <a:pt x="7716" y="5052"/>
                      <a:pt x="7597" y="4599"/>
                      <a:pt x="7288" y="4266"/>
                    </a:cubicBezTo>
                    <a:cubicBezTo>
                      <a:pt x="7145" y="4099"/>
                      <a:pt x="6978" y="3956"/>
                      <a:pt x="6787" y="3861"/>
                    </a:cubicBezTo>
                    <a:cubicBezTo>
                      <a:pt x="6738" y="3830"/>
                      <a:pt x="6705" y="3817"/>
                      <a:pt x="6681" y="3817"/>
                    </a:cubicBezTo>
                    <a:cubicBezTo>
                      <a:pt x="6612" y="3817"/>
                      <a:pt x="6620" y="3928"/>
                      <a:pt x="6549" y="4052"/>
                    </a:cubicBezTo>
                    <a:cubicBezTo>
                      <a:pt x="6406" y="3956"/>
                      <a:pt x="6287" y="3694"/>
                      <a:pt x="6168" y="3552"/>
                    </a:cubicBezTo>
                    <a:cubicBezTo>
                      <a:pt x="6025" y="3385"/>
                      <a:pt x="5811" y="3194"/>
                      <a:pt x="5644" y="3051"/>
                    </a:cubicBezTo>
                    <a:cubicBezTo>
                      <a:pt x="5478" y="2932"/>
                      <a:pt x="5263" y="2789"/>
                      <a:pt x="5073" y="2766"/>
                    </a:cubicBezTo>
                    <a:cubicBezTo>
                      <a:pt x="5060" y="2764"/>
                      <a:pt x="5049" y="2764"/>
                      <a:pt x="5039" y="2764"/>
                    </a:cubicBezTo>
                    <a:cubicBezTo>
                      <a:pt x="4871" y="2764"/>
                      <a:pt x="4969" y="2939"/>
                      <a:pt x="4835" y="3051"/>
                    </a:cubicBezTo>
                    <a:cubicBezTo>
                      <a:pt x="4763" y="3004"/>
                      <a:pt x="4716" y="2909"/>
                      <a:pt x="4644" y="2837"/>
                    </a:cubicBezTo>
                    <a:cubicBezTo>
                      <a:pt x="4549" y="2742"/>
                      <a:pt x="4477" y="2623"/>
                      <a:pt x="4382" y="2528"/>
                    </a:cubicBezTo>
                    <a:cubicBezTo>
                      <a:pt x="4272" y="2436"/>
                      <a:pt x="3795" y="2048"/>
                      <a:pt x="3527" y="2048"/>
                    </a:cubicBezTo>
                    <a:cubicBezTo>
                      <a:pt x="3447" y="2048"/>
                      <a:pt x="3386" y="2083"/>
                      <a:pt x="3358" y="2170"/>
                    </a:cubicBezTo>
                    <a:cubicBezTo>
                      <a:pt x="3239" y="2123"/>
                      <a:pt x="3168" y="1980"/>
                      <a:pt x="3049" y="1956"/>
                    </a:cubicBezTo>
                    <a:cubicBezTo>
                      <a:pt x="3035" y="1954"/>
                      <a:pt x="3023" y="1953"/>
                      <a:pt x="3011" y="1953"/>
                    </a:cubicBezTo>
                    <a:cubicBezTo>
                      <a:pt x="2919" y="1953"/>
                      <a:pt x="2865" y="2004"/>
                      <a:pt x="2801" y="2004"/>
                    </a:cubicBezTo>
                    <a:cubicBezTo>
                      <a:pt x="2769" y="2004"/>
                      <a:pt x="2734" y="1992"/>
                      <a:pt x="2691" y="1956"/>
                    </a:cubicBezTo>
                    <a:cubicBezTo>
                      <a:pt x="2620" y="1885"/>
                      <a:pt x="2572" y="1742"/>
                      <a:pt x="2525" y="1623"/>
                    </a:cubicBezTo>
                    <a:cubicBezTo>
                      <a:pt x="2453" y="1408"/>
                      <a:pt x="2406" y="1170"/>
                      <a:pt x="2310" y="956"/>
                    </a:cubicBezTo>
                    <a:cubicBezTo>
                      <a:pt x="2239" y="741"/>
                      <a:pt x="2144" y="456"/>
                      <a:pt x="1977" y="289"/>
                    </a:cubicBezTo>
                    <a:cubicBezTo>
                      <a:pt x="1933" y="254"/>
                      <a:pt x="1899" y="238"/>
                      <a:pt x="1873" y="238"/>
                    </a:cubicBezTo>
                    <a:cubicBezTo>
                      <a:pt x="1829" y="238"/>
                      <a:pt x="1810" y="285"/>
                      <a:pt x="1810" y="360"/>
                    </a:cubicBezTo>
                    <a:cubicBezTo>
                      <a:pt x="1786" y="527"/>
                      <a:pt x="1810" y="718"/>
                      <a:pt x="1882" y="884"/>
                    </a:cubicBezTo>
                    <a:cubicBezTo>
                      <a:pt x="1929" y="980"/>
                      <a:pt x="2144" y="1313"/>
                      <a:pt x="2025" y="1408"/>
                    </a:cubicBezTo>
                    <a:cubicBezTo>
                      <a:pt x="2021" y="1411"/>
                      <a:pt x="2018" y="1413"/>
                      <a:pt x="2013" y="1413"/>
                    </a:cubicBezTo>
                    <a:cubicBezTo>
                      <a:pt x="1910" y="1413"/>
                      <a:pt x="1450" y="691"/>
                      <a:pt x="1382" y="622"/>
                    </a:cubicBezTo>
                    <a:cubicBezTo>
                      <a:pt x="1262" y="456"/>
                      <a:pt x="1120" y="313"/>
                      <a:pt x="977" y="194"/>
                    </a:cubicBezTo>
                    <a:cubicBezTo>
                      <a:pt x="911" y="128"/>
                      <a:pt x="784" y="1"/>
                      <a:pt x="689" y="1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1" name="Google Shape;15131;p46"/>
              <p:cNvSpPr/>
              <p:nvPr/>
            </p:nvSpPr>
            <p:spPr>
              <a:xfrm>
                <a:off x="7868132" y="2868782"/>
                <a:ext cx="80597" cy="47779"/>
              </a:xfrm>
              <a:custGeom>
                <a:rect b="b" l="l" r="r" t="t"/>
                <a:pathLst>
                  <a:path extrusionOk="0" h="1469" w="2478">
                    <a:moveTo>
                      <a:pt x="150" y="1"/>
                    </a:moveTo>
                    <a:cubicBezTo>
                      <a:pt x="100" y="1"/>
                      <a:pt x="51" y="23"/>
                      <a:pt x="1" y="79"/>
                    </a:cubicBezTo>
                    <a:cubicBezTo>
                      <a:pt x="96" y="246"/>
                      <a:pt x="287" y="388"/>
                      <a:pt x="429" y="531"/>
                    </a:cubicBezTo>
                    <a:cubicBezTo>
                      <a:pt x="572" y="698"/>
                      <a:pt x="620" y="912"/>
                      <a:pt x="763" y="1055"/>
                    </a:cubicBezTo>
                    <a:cubicBezTo>
                      <a:pt x="1049" y="1365"/>
                      <a:pt x="1525" y="1270"/>
                      <a:pt x="1882" y="1341"/>
                    </a:cubicBezTo>
                    <a:cubicBezTo>
                      <a:pt x="2009" y="1377"/>
                      <a:pt x="2218" y="1468"/>
                      <a:pt x="2363" y="1468"/>
                    </a:cubicBezTo>
                    <a:cubicBezTo>
                      <a:pt x="2409" y="1468"/>
                      <a:pt x="2449" y="1459"/>
                      <a:pt x="2477" y="1436"/>
                    </a:cubicBezTo>
                    <a:cubicBezTo>
                      <a:pt x="2358" y="1031"/>
                      <a:pt x="1858" y="722"/>
                      <a:pt x="1453" y="650"/>
                    </a:cubicBezTo>
                    <a:cubicBezTo>
                      <a:pt x="1120" y="603"/>
                      <a:pt x="810" y="412"/>
                      <a:pt x="548" y="246"/>
                    </a:cubicBezTo>
                    <a:cubicBezTo>
                      <a:pt x="425" y="175"/>
                      <a:pt x="289" y="1"/>
                      <a:pt x="150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2" name="Google Shape;15132;p46"/>
              <p:cNvSpPr/>
              <p:nvPr/>
            </p:nvSpPr>
            <p:spPr>
              <a:xfrm>
                <a:off x="7892136" y="2910121"/>
                <a:ext cx="92046" cy="52625"/>
              </a:xfrm>
              <a:custGeom>
                <a:rect b="b" l="l" r="r" t="t"/>
                <a:pathLst>
                  <a:path extrusionOk="0" h="1618" w="2830">
                    <a:moveTo>
                      <a:pt x="145" y="1"/>
                    </a:moveTo>
                    <a:cubicBezTo>
                      <a:pt x="85" y="1"/>
                      <a:pt x="30" y="41"/>
                      <a:pt x="1" y="141"/>
                    </a:cubicBezTo>
                    <a:cubicBezTo>
                      <a:pt x="239" y="594"/>
                      <a:pt x="477" y="1094"/>
                      <a:pt x="835" y="1451"/>
                    </a:cubicBezTo>
                    <a:cubicBezTo>
                      <a:pt x="954" y="1570"/>
                      <a:pt x="1067" y="1618"/>
                      <a:pt x="1183" y="1618"/>
                    </a:cubicBezTo>
                    <a:cubicBezTo>
                      <a:pt x="1299" y="1618"/>
                      <a:pt x="1418" y="1570"/>
                      <a:pt x="1549" y="1499"/>
                    </a:cubicBezTo>
                    <a:cubicBezTo>
                      <a:pt x="1817" y="1392"/>
                      <a:pt x="2085" y="1298"/>
                      <a:pt x="2353" y="1298"/>
                    </a:cubicBezTo>
                    <a:cubicBezTo>
                      <a:pt x="2442" y="1298"/>
                      <a:pt x="2531" y="1308"/>
                      <a:pt x="2621" y="1332"/>
                    </a:cubicBezTo>
                    <a:cubicBezTo>
                      <a:pt x="2667" y="1344"/>
                      <a:pt x="2705" y="1350"/>
                      <a:pt x="2734" y="1350"/>
                    </a:cubicBezTo>
                    <a:cubicBezTo>
                      <a:pt x="2824" y="1350"/>
                      <a:pt x="2830" y="1292"/>
                      <a:pt x="2740" y="1165"/>
                    </a:cubicBezTo>
                    <a:cubicBezTo>
                      <a:pt x="2573" y="880"/>
                      <a:pt x="2216" y="784"/>
                      <a:pt x="1906" y="761"/>
                    </a:cubicBezTo>
                    <a:cubicBezTo>
                      <a:pt x="1668" y="761"/>
                      <a:pt x="1454" y="737"/>
                      <a:pt x="1239" y="689"/>
                    </a:cubicBezTo>
                    <a:cubicBezTo>
                      <a:pt x="1001" y="642"/>
                      <a:pt x="811" y="499"/>
                      <a:pt x="620" y="380"/>
                    </a:cubicBezTo>
                    <a:cubicBezTo>
                      <a:pt x="453" y="284"/>
                      <a:pt x="382" y="165"/>
                      <a:pt x="263" y="46"/>
                    </a:cubicBezTo>
                    <a:cubicBezTo>
                      <a:pt x="225" y="18"/>
                      <a:pt x="184" y="1"/>
                      <a:pt x="145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3" name="Google Shape;15133;p46"/>
              <p:cNvSpPr/>
              <p:nvPr/>
            </p:nvSpPr>
            <p:spPr>
              <a:xfrm>
                <a:off x="7920953" y="2973155"/>
                <a:ext cx="105999" cy="35192"/>
              </a:xfrm>
              <a:custGeom>
                <a:rect b="b" l="l" r="r" t="t"/>
                <a:pathLst>
                  <a:path extrusionOk="0" h="1082" w="3259">
                    <a:moveTo>
                      <a:pt x="262" y="1"/>
                    </a:moveTo>
                    <a:cubicBezTo>
                      <a:pt x="122" y="1"/>
                      <a:pt x="1" y="37"/>
                      <a:pt x="91" y="180"/>
                    </a:cubicBezTo>
                    <a:cubicBezTo>
                      <a:pt x="401" y="299"/>
                      <a:pt x="734" y="537"/>
                      <a:pt x="949" y="775"/>
                    </a:cubicBezTo>
                    <a:cubicBezTo>
                      <a:pt x="1141" y="967"/>
                      <a:pt x="1271" y="1082"/>
                      <a:pt x="1500" y="1082"/>
                    </a:cubicBezTo>
                    <a:cubicBezTo>
                      <a:pt x="1556" y="1082"/>
                      <a:pt x="1617" y="1075"/>
                      <a:pt x="1687" y="1061"/>
                    </a:cubicBezTo>
                    <a:cubicBezTo>
                      <a:pt x="1901" y="1014"/>
                      <a:pt x="2116" y="871"/>
                      <a:pt x="2354" y="823"/>
                    </a:cubicBezTo>
                    <a:cubicBezTo>
                      <a:pt x="2461" y="799"/>
                      <a:pt x="2568" y="799"/>
                      <a:pt x="2675" y="799"/>
                    </a:cubicBezTo>
                    <a:cubicBezTo>
                      <a:pt x="2782" y="799"/>
                      <a:pt x="2890" y="799"/>
                      <a:pt x="2997" y="775"/>
                    </a:cubicBezTo>
                    <a:cubicBezTo>
                      <a:pt x="3235" y="728"/>
                      <a:pt x="3259" y="656"/>
                      <a:pt x="3092" y="513"/>
                    </a:cubicBezTo>
                    <a:cubicBezTo>
                      <a:pt x="2925" y="394"/>
                      <a:pt x="2735" y="371"/>
                      <a:pt x="2544" y="347"/>
                    </a:cubicBezTo>
                    <a:cubicBezTo>
                      <a:pt x="2354" y="347"/>
                      <a:pt x="2174" y="336"/>
                      <a:pt x="1990" y="336"/>
                    </a:cubicBezTo>
                    <a:cubicBezTo>
                      <a:pt x="1899" y="336"/>
                      <a:pt x="1806" y="339"/>
                      <a:pt x="1711" y="347"/>
                    </a:cubicBezTo>
                    <a:cubicBezTo>
                      <a:pt x="1636" y="347"/>
                      <a:pt x="1563" y="349"/>
                      <a:pt x="1492" y="349"/>
                    </a:cubicBezTo>
                    <a:cubicBezTo>
                      <a:pt x="1313" y="349"/>
                      <a:pt x="1143" y="337"/>
                      <a:pt x="973" y="251"/>
                    </a:cubicBezTo>
                    <a:cubicBezTo>
                      <a:pt x="830" y="180"/>
                      <a:pt x="711" y="85"/>
                      <a:pt x="544" y="37"/>
                    </a:cubicBezTo>
                    <a:cubicBezTo>
                      <a:pt x="511" y="26"/>
                      <a:pt x="380" y="1"/>
                      <a:pt x="26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4" name="Google Shape;15134;p46"/>
              <p:cNvSpPr/>
              <p:nvPr/>
            </p:nvSpPr>
            <p:spPr>
              <a:xfrm>
                <a:off x="7962650" y="2952469"/>
                <a:ext cx="128604" cy="98421"/>
              </a:xfrm>
              <a:custGeom>
                <a:rect b="b" l="l" r="r" t="t"/>
                <a:pathLst>
                  <a:path extrusionOk="0" h="3026" w="3954">
                    <a:moveTo>
                      <a:pt x="2564" y="0"/>
                    </a:moveTo>
                    <a:cubicBezTo>
                      <a:pt x="2540" y="0"/>
                      <a:pt x="2512" y="9"/>
                      <a:pt x="2477" y="30"/>
                    </a:cubicBezTo>
                    <a:cubicBezTo>
                      <a:pt x="2215" y="197"/>
                      <a:pt x="2167" y="602"/>
                      <a:pt x="2191" y="864"/>
                    </a:cubicBezTo>
                    <a:cubicBezTo>
                      <a:pt x="2215" y="1102"/>
                      <a:pt x="2262" y="1340"/>
                      <a:pt x="2358" y="1530"/>
                    </a:cubicBezTo>
                    <a:cubicBezTo>
                      <a:pt x="2405" y="1650"/>
                      <a:pt x="2477" y="1697"/>
                      <a:pt x="2572" y="1769"/>
                    </a:cubicBezTo>
                    <a:cubicBezTo>
                      <a:pt x="2667" y="1840"/>
                      <a:pt x="2929" y="2173"/>
                      <a:pt x="2691" y="2197"/>
                    </a:cubicBezTo>
                    <a:cubicBezTo>
                      <a:pt x="2644" y="2197"/>
                      <a:pt x="2548" y="2126"/>
                      <a:pt x="2477" y="2126"/>
                    </a:cubicBezTo>
                    <a:lnTo>
                      <a:pt x="2215" y="2126"/>
                    </a:lnTo>
                    <a:cubicBezTo>
                      <a:pt x="2024" y="2126"/>
                      <a:pt x="1858" y="2150"/>
                      <a:pt x="1691" y="2173"/>
                    </a:cubicBezTo>
                    <a:cubicBezTo>
                      <a:pt x="1527" y="2190"/>
                      <a:pt x="1351" y="2218"/>
                      <a:pt x="1180" y="2218"/>
                    </a:cubicBezTo>
                    <a:cubicBezTo>
                      <a:pt x="1103" y="2218"/>
                      <a:pt x="1027" y="2212"/>
                      <a:pt x="953" y="2197"/>
                    </a:cubicBezTo>
                    <a:cubicBezTo>
                      <a:pt x="786" y="2173"/>
                      <a:pt x="667" y="2102"/>
                      <a:pt x="524" y="2054"/>
                    </a:cubicBezTo>
                    <a:cubicBezTo>
                      <a:pt x="401" y="2005"/>
                      <a:pt x="303" y="1956"/>
                      <a:pt x="218" y="1956"/>
                    </a:cubicBezTo>
                    <a:cubicBezTo>
                      <a:pt x="138" y="1956"/>
                      <a:pt x="69" y="1999"/>
                      <a:pt x="0" y="2126"/>
                    </a:cubicBezTo>
                    <a:cubicBezTo>
                      <a:pt x="238" y="2483"/>
                      <a:pt x="738" y="2721"/>
                      <a:pt x="1119" y="2888"/>
                    </a:cubicBezTo>
                    <a:cubicBezTo>
                      <a:pt x="1384" y="2976"/>
                      <a:pt x="1649" y="3025"/>
                      <a:pt x="1924" y="3025"/>
                    </a:cubicBezTo>
                    <a:cubicBezTo>
                      <a:pt x="2020" y="3025"/>
                      <a:pt x="2116" y="3019"/>
                      <a:pt x="2215" y="3007"/>
                    </a:cubicBezTo>
                    <a:cubicBezTo>
                      <a:pt x="2477" y="2959"/>
                      <a:pt x="2882" y="2959"/>
                      <a:pt x="3120" y="2745"/>
                    </a:cubicBezTo>
                    <a:cubicBezTo>
                      <a:pt x="3167" y="2697"/>
                      <a:pt x="3167" y="2626"/>
                      <a:pt x="3215" y="2578"/>
                    </a:cubicBezTo>
                    <a:cubicBezTo>
                      <a:pt x="3263" y="2507"/>
                      <a:pt x="3358" y="2459"/>
                      <a:pt x="3453" y="2388"/>
                    </a:cubicBezTo>
                    <a:cubicBezTo>
                      <a:pt x="3620" y="2245"/>
                      <a:pt x="3739" y="2078"/>
                      <a:pt x="3834" y="1864"/>
                    </a:cubicBezTo>
                    <a:cubicBezTo>
                      <a:pt x="3906" y="1745"/>
                      <a:pt x="3953" y="1483"/>
                      <a:pt x="3834" y="1364"/>
                    </a:cubicBezTo>
                    <a:cubicBezTo>
                      <a:pt x="3793" y="1323"/>
                      <a:pt x="3732" y="1310"/>
                      <a:pt x="3663" y="1310"/>
                    </a:cubicBezTo>
                    <a:cubicBezTo>
                      <a:pt x="3551" y="1310"/>
                      <a:pt x="3418" y="1343"/>
                      <a:pt x="3313" y="1343"/>
                    </a:cubicBezTo>
                    <a:cubicBezTo>
                      <a:pt x="3296" y="1343"/>
                      <a:pt x="3279" y="1342"/>
                      <a:pt x="3263" y="1340"/>
                    </a:cubicBezTo>
                    <a:cubicBezTo>
                      <a:pt x="2905" y="1245"/>
                      <a:pt x="2786" y="768"/>
                      <a:pt x="2715" y="435"/>
                    </a:cubicBezTo>
                    <a:cubicBezTo>
                      <a:pt x="2674" y="313"/>
                      <a:pt x="2703" y="0"/>
                      <a:pt x="256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5" name="Google Shape;15135;p46"/>
              <p:cNvSpPr/>
              <p:nvPr/>
            </p:nvSpPr>
            <p:spPr>
              <a:xfrm>
                <a:off x="7901438" y="2851186"/>
                <a:ext cx="137125" cy="148769"/>
              </a:xfrm>
              <a:custGeom>
                <a:rect b="b" l="l" r="r" t="t"/>
                <a:pathLst>
                  <a:path extrusionOk="0" h="4574" w="4216">
                    <a:moveTo>
                      <a:pt x="191" y="1"/>
                    </a:moveTo>
                    <a:cubicBezTo>
                      <a:pt x="1" y="1"/>
                      <a:pt x="48" y="263"/>
                      <a:pt x="96" y="358"/>
                    </a:cubicBezTo>
                    <a:cubicBezTo>
                      <a:pt x="191" y="620"/>
                      <a:pt x="406" y="667"/>
                      <a:pt x="596" y="810"/>
                    </a:cubicBezTo>
                    <a:cubicBezTo>
                      <a:pt x="810" y="977"/>
                      <a:pt x="953" y="1191"/>
                      <a:pt x="1096" y="1382"/>
                    </a:cubicBezTo>
                    <a:cubicBezTo>
                      <a:pt x="1215" y="1549"/>
                      <a:pt x="1382" y="1691"/>
                      <a:pt x="1501" y="1834"/>
                    </a:cubicBezTo>
                    <a:cubicBezTo>
                      <a:pt x="1620" y="1977"/>
                      <a:pt x="1668" y="2144"/>
                      <a:pt x="1811" y="2263"/>
                    </a:cubicBezTo>
                    <a:cubicBezTo>
                      <a:pt x="2025" y="2454"/>
                      <a:pt x="2239" y="2668"/>
                      <a:pt x="2454" y="2882"/>
                    </a:cubicBezTo>
                    <a:cubicBezTo>
                      <a:pt x="2597" y="3049"/>
                      <a:pt x="2835" y="3168"/>
                      <a:pt x="2954" y="3359"/>
                    </a:cubicBezTo>
                    <a:cubicBezTo>
                      <a:pt x="3045" y="3472"/>
                      <a:pt x="3071" y="3717"/>
                      <a:pt x="3261" y="3717"/>
                    </a:cubicBezTo>
                    <a:cubicBezTo>
                      <a:pt x="3269" y="3717"/>
                      <a:pt x="3278" y="3717"/>
                      <a:pt x="3287" y="3716"/>
                    </a:cubicBezTo>
                    <a:cubicBezTo>
                      <a:pt x="3573" y="3954"/>
                      <a:pt x="3692" y="4192"/>
                      <a:pt x="3835" y="4359"/>
                    </a:cubicBezTo>
                    <a:cubicBezTo>
                      <a:pt x="3906" y="4430"/>
                      <a:pt x="4002" y="4525"/>
                      <a:pt x="4097" y="4573"/>
                    </a:cubicBezTo>
                    <a:cubicBezTo>
                      <a:pt x="4144" y="4502"/>
                      <a:pt x="4121" y="4406"/>
                      <a:pt x="4097" y="4311"/>
                    </a:cubicBezTo>
                    <a:cubicBezTo>
                      <a:pt x="4097" y="4168"/>
                      <a:pt x="4073" y="4025"/>
                      <a:pt x="4097" y="3882"/>
                    </a:cubicBezTo>
                    <a:cubicBezTo>
                      <a:pt x="4097" y="3716"/>
                      <a:pt x="4216" y="3454"/>
                      <a:pt x="4073" y="3311"/>
                    </a:cubicBezTo>
                    <a:cubicBezTo>
                      <a:pt x="4002" y="3216"/>
                      <a:pt x="3883" y="3216"/>
                      <a:pt x="3811" y="3144"/>
                    </a:cubicBezTo>
                    <a:cubicBezTo>
                      <a:pt x="3668" y="3001"/>
                      <a:pt x="3692" y="2739"/>
                      <a:pt x="3668" y="2549"/>
                    </a:cubicBezTo>
                    <a:cubicBezTo>
                      <a:pt x="3644" y="2168"/>
                      <a:pt x="3478" y="1906"/>
                      <a:pt x="3120" y="1739"/>
                    </a:cubicBezTo>
                    <a:cubicBezTo>
                      <a:pt x="3120" y="1996"/>
                      <a:pt x="2973" y="2417"/>
                      <a:pt x="2692" y="2417"/>
                    </a:cubicBezTo>
                    <a:cubicBezTo>
                      <a:pt x="2634" y="2417"/>
                      <a:pt x="2570" y="2399"/>
                      <a:pt x="2501" y="2358"/>
                    </a:cubicBezTo>
                    <a:cubicBezTo>
                      <a:pt x="2311" y="2215"/>
                      <a:pt x="2216" y="2001"/>
                      <a:pt x="2096" y="1787"/>
                    </a:cubicBezTo>
                    <a:cubicBezTo>
                      <a:pt x="2025" y="1644"/>
                      <a:pt x="1906" y="1477"/>
                      <a:pt x="1858" y="1310"/>
                    </a:cubicBezTo>
                    <a:cubicBezTo>
                      <a:pt x="1787" y="1191"/>
                      <a:pt x="1811" y="977"/>
                      <a:pt x="1692" y="882"/>
                    </a:cubicBezTo>
                    <a:cubicBezTo>
                      <a:pt x="1658" y="857"/>
                      <a:pt x="1632" y="846"/>
                      <a:pt x="1610" y="846"/>
                    </a:cubicBezTo>
                    <a:cubicBezTo>
                      <a:pt x="1505" y="846"/>
                      <a:pt x="1504" y="1081"/>
                      <a:pt x="1406" y="1120"/>
                    </a:cubicBezTo>
                    <a:cubicBezTo>
                      <a:pt x="1387" y="1127"/>
                      <a:pt x="1368" y="1130"/>
                      <a:pt x="1348" y="1130"/>
                    </a:cubicBezTo>
                    <a:cubicBezTo>
                      <a:pt x="1088" y="1130"/>
                      <a:pt x="729" y="586"/>
                      <a:pt x="596" y="453"/>
                    </a:cubicBezTo>
                    <a:cubicBezTo>
                      <a:pt x="501" y="358"/>
                      <a:pt x="334" y="1"/>
                      <a:pt x="19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6" name="Google Shape;15136;p46"/>
              <p:cNvSpPr/>
              <p:nvPr/>
            </p:nvSpPr>
            <p:spPr>
              <a:xfrm>
                <a:off x="7880524" y="2834143"/>
                <a:ext cx="22507" cy="21011"/>
              </a:xfrm>
              <a:custGeom>
                <a:rect b="b" l="l" r="r" t="t"/>
                <a:pathLst>
                  <a:path extrusionOk="0" h="646" w="692">
                    <a:moveTo>
                      <a:pt x="72" y="1"/>
                    </a:moveTo>
                    <a:lnTo>
                      <a:pt x="72" y="1"/>
                    </a:lnTo>
                    <a:cubicBezTo>
                      <a:pt x="1" y="72"/>
                      <a:pt x="1" y="334"/>
                      <a:pt x="96" y="406"/>
                    </a:cubicBezTo>
                    <a:lnTo>
                      <a:pt x="120" y="382"/>
                    </a:lnTo>
                    <a:cubicBezTo>
                      <a:pt x="142" y="472"/>
                      <a:pt x="439" y="646"/>
                      <a:pt x="573" y="646"/>
                    </a:cubicBezTo>
                    <a:cubicBezTo>
                      <a:pt x="582" y="646"/>
                      <a:pt x="589" y="645"/>
                      <a:pt x="596" y="644"/>
                    </a:cubicBezTo>
                    <a:cubicBezTo>
                      <a:pt x="644" y="620"/>
                      <a:pt x="691" y="453"/>
                      <a:pt x="668" y="406"/>
                    </a:cubicBezTo>
                    <a:cubicBezTo>
                      <a:pt x="620" y="310"/>
                      <a:pt x="477" y="334"/>
                      <a:pt x="382" y="287"/>
                    </a:cubicBezTo>
                    <a:cubicBezTo>
                      <a:pt x="263" y="239"/>
                      <a:pt x="167" y="96"/>
                      <a:pt x="72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7" name="Google Shape;15137;p46"/>
              <p:cNvSpPr/>
              <p:nvPr/>
            </p:nvSpPr>
            <p:spPr>
              <a:xfrm>
                <a:off x="7865823" y="2852747"/>
                <a:ext cx="37209" cy="17076"/>
              </a:xfrm>
              <a:custGeom>
                <a:rect b="b" l="l" r="r" t="t"/>
                <a:pathLst>
                  <a:path extrusionOk="0" h="525" w="1144">
                    <a:moveTo>
                      <a:pt x="0" y="0"/>
                    </a:moveTo>
                    <a:cubicBezTo>
                      <a:pt x="24" y="143"/>
                      <a:pt x="143" y="310"/>
                      <a:pt x="238" y="429"/>
                    </a:cubicBezTo>
                    <a:lnTo>
                      <a:pt x="762" y="429"/>
                    </a:lnTo>
                    <a:cubicBezTo>
                      <a:pt x="881" y="453"/>
                      <a:pt x="1001" y="500"/>
                      <a:pt x="1120" y="524"/>
                    </a:cubicBezTo>
                    <a:cubicBezTo>
                      <a:pt x="1143" y="310"/>
                      <a:pt x="881" y="238"/>
                      <a:pt x="715" y="215"/>
                    </a:cubicBezTo>
                    <a:cubicBezTo>
                      <a:pt x="572" y="167"/>
                      <a:pt x="405" y="143"/>
                      <a:pt x="262" y="96"/>
                    </a:cubicBezTo>
                    <a:cubicBezTo>
                      <a:pt x="167" y="72"/>
                      <a:pt x="72" y="0"/>
                      <a:pt x="0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8" name="Google Shape;15138;p46"/>
              <p:cNvSpPr/>
              <p:nvPr/>
            </p:nvSpPr>
            <p:spPr>
              <a:xfrm>
                <a:off x="8062892" y="3031927"/>
                <a:ext cx="58578" cy="56854"/>
              </a:xfrm>
              <a:custGeom>
                <a:rect b="b" l="l" r="r" t="t"/>
                <a:pathLst>
                  <a:path extrusionOk="0" h="1748" w="1801">
                    <a:moveTo>
                      <a:pt x="484" y="0"/>
                    </a:moveTo>
                    <a:cubicBezTo>
                      <a:pt x="290" y="0"/>
                      <a:pt x="0" y="270"/>
                      <a:pt x="38" y="421"/>
                    </a:cubicBezTo>
                    <a:cubicBezTo>
                      <a:pt x="62" y="540"/>
                      <a:pt x="252" y="659"/>
                      <a:pt x="347" y="731"/>
                    </a:cubicBezTo>
                    <a:cubicBezTo>
                      <a:pt x="466" y="802"/>
                      <a:pt x="562" y="850"/>
                      <a:pt x="657" y="969"/>
                    </a:cubicBezTo>
                    <a:cubicBezTo>
                      <a:pt x="776" y="1088"/>
                      <a:pt x="824" y="1255"/>
                      <a:pt x="967" y="1397"/>
                    </a:cubicBezTo>
                    <a:cubicBezTo>
                      <a:pt x="1060" y="1491"/>
                      <a:pt x="1287" y="1747"/>
                      <a:pt x="1461" y="1747"/>
                    </a:cubicBezTo>
                    <a:cubicBezTo>
                      <a:pt x="1507" y="1747"/>
                      <a:pt x="1550" y="1729"/>
                      <a:pt x="1586" y="1683"/>
                    </a:cubicBezTo>
                    <a:cubicBezTo>
                      <a:pt x="1800" y="1469"/>
                      <a:pt x="1371" y="1159"/>
                      <a:pt x="1229" y="1040"/>
                    </a:cubicBezTo>
                    <a:cubicBezTo>
                      <a:pt x="1062" y="897"/>
                      <a:pt x="895" y="778"/>
                      <a:pt x="776" y="612"/>
                    </a:cubicBezTo>
                    <a:cubicBezTo>
                      <a:pt x="705" y="516"/>
                      <a:pt x="657" y="421"/>
                      <a:pt x="633" y="326"/>
                    </a:cubicBezTo>
                    <a:cubicBezTo>
                      <a:pt x="609" y="254"/>
                      <a:pt x="633" y="159"/>
                      <a:pt x="609" y="88"/>
                    </a:cubicBezTo>
                    <a:cubicBezTo>
                      <a:pt x="609" y="64"/>
                      <a:pt x="609" y="64"/>
                      <a:pt x="609" y="64"/>
                    </a:cubicBezTo>
                    <a:cubicBezTo>
                      <a:pt x="580" y="19"/>
                      <a:pt x="535" y="0"/>
                      <a:pt x="484" y="0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9" name="Google Shape;15139;p46"/>
              <p:cNvSpPr/>
              <p:nvPr/>
            </p:nvSpPr>
            <p:spPr>
              <a:xfrm>
                <a:off x="7785259" y="2760506"/>
                <a:ext cx="348603" cy="332373"/>
              </a:xfrm>
              <a:custGeom>
                <a:rect b="b" l="l" r="r" t="t"/>
                <a:pathLst>
                  <a:path extrusionOk="0" h="10219" w="10718">
                    <a:moveTo>
                      <a:pt x="834" y="145"/>
                    </a:moveTo>
                    <a:cubicBezTo>
                      <a:pt x="953" y="169"/>
                      <a:pt x="1072" y="312"/>
                      <a:pt x="1120" y="336"/>
                    </a:cubicBezTo>
                    <a:cubicBezTo>
                      <a:pt x="1263" y="479"/>
                      <a:pt x="1382" y="598"/>
                      <a:pt x="1501" y="741"/>
                    </a:cubicBezTo>
                    <a:cubicBezTo>
                      <a:pt x="1644" y="907"/>
                      <a:pt x="1787" y="1098"/>
                      <a:pt x="1906" y="1288"/>
                    </a:cubicBezTo>
                    <a:cubicBezTo>
                      <a:pt x="1906" y="1288"/>
                      <a:pt x="1930" y="1288"/>
                      <a:pt x="1930" y="1312"/>
                    </a:cubicBezTo>
                    <a:cubicBezTo>
                      <a:pt x="1787" y="1193"/>
                      <a:pt x="1620" y="1074"/>
                      <a:pt x="1477" y="931"/>
                    </a:cubicBezTo>
                    <a:cubicBezTo>
                      <a:pt x="1215" y="717"/>
                      <a:pt x="977" y="455"/>
                      <a:pt x="834" y="145"/>
                    </a:cubicBezTo>
                    <a:close/>
                    <a:moveTo>
                      <a:pt x="2001" y="312"/>
                    </a:moveTo>
                    <a:cubicBezTo>
                      <a:pt x="2239" y="598"/>
                      <a:pt x="2358" y="955"/>
                      <a:pt x="2477" y="1288"/>
                    </a:cubicBezTo>
                    <a:cubicBezTo>
                      <a:pt x="2549" y="1503"/>
                      <a:pt x="2620" y="1693"/>
                      <a:pt x="2668" y="1908"/>
                    </a:cubicBezTo>
                    <a:cubicBezTo>
                      <a:pt x="2692" y="1955"/>
                      <a:pt x="2692" y="2027"/>
                      <a:pt x="2715" y="2074"/>
                    </a:cubicBezTo>
                    <a:cubicBezTo>
                      <a:pt x="2644" y="1955"/>
                      <a:pt x="2596" y="1836"/>
                      <a:pt x="2525" y="1717"/>
                    </a:cubicBezTo>
                    <a:cubicBezTo>
                      <a:pt x="2453" y="1527"/>
                      <a:pt x="2358" y="1336"/>
                      <a:pt x="2287" y="1169"/>
                    </a:cubicBezTo>
                    <a:cubicBezTo>
                      <a:pt x="2168" y="907"/>
                      <a:pt x="2001" y="598"/>
                      <a:pt x="2001" y="312"/>
                    </a:cubicBezTo>
                    <a:close/>
                    <a:moveTo>
                      <a:pt x="358" y="979"/>
                    </a:moveTo>
                    <a:lnTo>
                      <a:pt x="358" y="979"/>
                    </a:lnTo>
                    <a:cubicBezTo>
                      <a:pt x="858" y="1026"/>
                      <a:pt x="1334" y="1288"/>
                      <a:pt x="1763" y="1550"/>
                    </a:cubicBezTo>
                    <a:cubicBezTo>
                      <a:pt x="2001" y="1693"/>
                      <a:pt x="2287" y="1836"/>
                      <a:pt x="2453" y="2074"/>
                    </a:cubicBezTo>
                    <a:cubicBezTo>
                      <a:pt x="2549" y="2193"/>
                      <a:pt x="2620" y="2336"/>
                      <a:pt x="2715" y="2455"/>
                    </a:cubicBezTo>
                    <a:cubicBezTo>
                      <a:pt x="2596" y="2336"/>
                      <a:pt x="2477" y="2217"/>
                      <a:pt x="2334" y="2098"/>
                    </a:cubicBezTo>
                    <a:cubicBezTo>
                      <a:pt x="2096" y="1931"/>
                      <a:pt x="1834" y="1765"/>
                      <a:pt x="1596" y="1622"/>
                    </a:cubicBezTo>
                    <a:cubicBezTo>
                      <a:pt x="1334" y="1455"/>
                      <a:pt x="1072" y="1312"/>
                      <a:pt x="810" y="1169"/>
                    </a:cubicBezTo>
                    <a:cubicBezTo>
                      <a:pt x="667" y="1098"/>
                      <a:pt x="501" y="1050"/>
                      <a:pt x="358" y="979"/>
                    </a:cubicBezTo>
                    <a:close/>
                    <a:moveTo>
                      <a:pt x="3078" y="2050"/>
                    </a:moveTo>
                    <a:cubicBezTo>
                      <a:pt x="3185" y="2050"/>
                      <a:pt x="3383" y="2210"/>
                      <a:pt x="3501" y="2289"/>
                    </a:cubicBezTo>
                    <a:cubicBezTo>
                      <a:pt x="3501" y="2336"/>
                      <a:pt x="3501" y="2408"/>
                      <a:pt x="3501" y="2455"/>
                    </a:cubicBezTo>
                    <a:cubicBezTo>
                      <a:pt x="3501" y="2574"/>
                      <a:pt x="3501" y="2717"/>
                      <a:pt x="3501" y="2836"/>
                    </a:cubicBezTo>
                    <a:cubicBezTo>
                      <a:pt x="3478" y="2812"/>
                      <a:pt x="3430" y="2789"/>
                      <a:pt x="3382" y="2765"/>
                    </a:cubicBezTo>
                    <a:cubicBezTo>
                      <a:pt x="3287" y="2717"/>
                      <a:pt x="3168" y="2670"/>
                      <a:pt x="3073" y="2622"/>
                    </a:cubicBezTo>
                    <a:cubicBezTo>
                      <a:pt x="3073" y="2551"/>
                      <a:pt x="3049" y="2479"/>
                      <a:pt x="3025" y="2408"/>
                    </a:cubicBezTo>
                    <a:cubicBezTo>
                      <a:pt x="3025" y="2336"/>
                      <a:pt x="2954" y="2146"/>
                      <a:pt x="3025" y="2074"/>
                    </a:cubicBezTo>
                    <a:cubicBezTo>
                      <a:pt x="3038" y="2058"/>
                      <a:pt x="3056" y="2050"/>
                      <a:pt x="3078" y="2050"/>
                    </a:cubicBezTo>
                    <a:close/>
                    <a:moveTo>
                      <a:pt x="2613" y="2749"/>
                    </a:moveTo>
                    <a:cubicBezTo>
                      <a:pt x="2764" y="2749"/>
                      <a:pt x="2915" y="2800"/>
                      <a:pt x="3025" y="2836"/>
                    </a:cubicBezTo>
                    <a:cubicBezTo>
                      <a:pt x="3144" y="2884"/>
                      <a:pt x="3239" y="2932"/>
                      <a:pt x="3335" y="2979"/>
                    </a:cubicBezTo>
                    <a:cubicBezTo>
                      <a:pt x="3406" y="3003"/>
                      <a:pt x="3478" y="3027"/>
                      <a:pt x="3525" y="3074"/>
                    </a:cubicBezTo>
                    <a:cubicBezTo>
                      <a:pt x="3549" y="3122"/>
                      <a:pt x="3573" y="3265"/>
                      <a:pt x="3620" y="3289"/>
                    </a:cubicBezTo>
                    <a:cubicBezTo>
                      <a:pt x="3501" y="3241"/>
                      <a:pt x="3382" y="3217"/>
                      <a:pt x="3263" y="3194"/>
                    </a:cubicBezTo>
                    <a:cubicBezTo>
                      <a:pt x="3180" y="3182"/>
                      <a:pt x="3102" y="3176"/>
                      <a:pt x="3025" y="3176"/>
                    </a:cubicBezTo>
                    <a:cubicBezTo>
                      <a:pt x="2948" y="3176"/>
                      <a:pt x="2870" y="3182"/>
                      <a:pt x="2787" y="3194"/>
                    </a:cubicBezTo>
                    <a:cubicBezTo>
                      <a:pt x="2787" y="3098"/>
                      <a:pt x="2692" y="3027"/>
                      <a:pt x="2644" y="2979"/>
                    </a:cubicBezTo>
                    <a:cubicBezTo>
                      <a:pt x="2596" y="2908"/>
                      <a:pt x="2525" y="2836"/>
                      <a:pt x="2477" y="2765"/>
                    </a:cubicBezTo>
                    <a:cubicBezTo>
                      <a:pt x="2522" y="2754"/>
                      <a:pt x="2567" y="2749"/>
                      <a:pt x="2613" y="2749"/>
                    </a:cubicBezTo>
                    <a:close/>
                    <a:moveTo>
                      <a:pt x="3739" y="2265"/>
                    </a:moveTo>
                    <a:cubicBezTo>
                      <a:pt x="3954" y="2384"/>
                      <a:pt x="4192" y="2527"/>
                      <a:pt x="4382" y="2670"/>
                    </a:cubicBezTo>
                    <a:cubicBezTo>
                      <a:pt x="4502" y="2765"/>
                      <a:pt x="4621" y="2884"/>
                      <a:pt x="4716" y="3003"/>
                    </a:cubicBezTo>
                    <a:cubicBezTo>
                      <a:pt x="4835" y="3146"/>
                      <a:pt x="4930" y="3313"/>
                      <a:pt x="4906" y="3503"/>
                    </a:cubicBezTo>
                    <a:cubicBezTo>
                      <a:pt x="4906" y="3741"/>
                      <a:pt x="4883" y="3979"/>
                      <a:pt x="4906" y="4194"/>
                    </a:cubicBezTo>
                    <a:cubicBezTo>
                      <a:pt x="4930" y="4265"/>
                      <a:pt x="4930" y="4337"/>
                      <a:pt x="4954" y="4408"/>
                    </a:cubicBezTo>
                    <a:cubicBezTo>
                      <a:pt x="4859" y="4313"/>
                      <a:pt x="4787" y="4218"/>
                      <a:pt x="4716" y="4122"/>
                    </a:cubicBezTo>
                    <a:cubicBezTo>
                      <a:pt x="4502" y="3884"/>
                      <a:pt x="4287" y="3670"/>
                      <a:pt x="4025" y="3479"/>
                    </a:cubicBezTo>
                    <a:cubicBezTo>
                      <a:pt x="4001" y="3455"/>
                      <a:pt x="3978" y="3455"/>
                      <a:pt x="3954" y="3432"/>
                    </a:cubicBezTo>
                    <a:cubicBezTo>
                      <a:pt x="3906" y="3360"/>
                      <a:pt x="3835" y="3265"/>
                      <a:pt x="3811" y="3170"/>
                    </a:cubicBezTo>
                    <a:cubicBezTo>
                      <a:pt x="3763" y="3051"/>
                      <a:pt x="3739" y="2932"/>
                      <a:pt x="3716" y="2789"/>
                    </a:cubicBezTo>
                    <a:cubicBezTo>
                      <a:pt x="3716" y="2670"/>
                      <a:pt x="3716" y="2551"/>
                      <a:pt x="3716" y="2408"/>
                    </a:cubicBezTo>
                    <a:cubicBezTo>
                      <a:pt x="3716" y="2360"/>
                      <a:pt x="3739" y="2312"/>
                      <a:pt x="3739" y="2265"/>
                    </a:cubicBezTo>
                    <a:close/>
                    <a:moveTo>
                      <a:pt x="2869" y="3340"/>
                    </a:moveTo>
                    <a:cubicBezTo>
                      <a:pt x="3018" y="3340"/>
                      <a:pt x="3176" y="3374"/>
                      <a:pt x="3311" y="3408"/>
                    </a:cubicBezTo>
                    <a:cubicBezTo>
                      <a:pt x="3549" y="3455"/>
                      <a:pt x="3787" y="3551"/>
                      <a:pt x="3978" y="3717"/>
                    </a:cubicBezTo>
                    <a:cubicBezTo>
                      <a:pt x="4216" y="3884"/>
                      <a:pt x="4406" y="4098"/>
                      <a:pt x="4573" y="4313"/>
                    </a:cubicBezTo>
                    <a:cubicBezTo>
                      <a:pt x="4668" y="4432"/>
                      <a:pt x="4763" y="4575"/>
                      <a:pt x="4883" y="4694"/>
                    </a:cubicBezTo>
                    <a:cubicBezTo>
                      <a:pt x="4644" y="4575"/>
                      <a:pt x="4382" y="4503"/>
                      <a:pt x="4121" y="4479"/>
                    </a:cubicBezTo>
                    <a:lnTo>
                      <a:pt x="3597" y="4479"/>
                    </a:lnTo>
                    <a:cubicBezTo>
                      <a:pt x="3501" y="4408"/>
                      <a:pt x="3406" y="4337"/>
                      <a:pt x="3358" y="4241"/>
                    </a:cubicBezTo>
                    <a:cubicBezTo>
                      <a:pt x="3287" y="4122"/>
                      <a:pt x="3239" y="4027"/>
                      <a:pt x="3168" y="3908"/>
                    </a:cubicBezTo>
                    <a:cubicBezTo>
                      <a:pt x="3049" y="3717"/>
                      <a:pt x="2882" y="3527"/>
                      <a:pt x="2692" y="3360"/>
                    </a:cubicBezTo>
                    <a:cubicBezTo>
                      <a:pt x="2747" y="3346"/>
                      <a:pt x="2807" y="3340"/>
                      <a:pt x="2869" y="3340"/>
                    </a:cubicBezTo>
                    <a:close/>
                    <a:moveTo>
                      <a:pt x="5168" y="2884"/>
                    </a:moveTo>
                    <a:lnTo>
                      <a:pt x="5168" y="2884"/>
                    </a:lnTo>
                    <a:cubicBezTo>
                      <a:pt x="5287" y="2932"/>
                      <a:pt x="5383" y="3003"/>
                      <a:pt x="5502" y="3051"/>
                    </a:cubicBezTo>
                    <a:cubicBezTo>
                      <a:pt x="5692" y="3146"/>
                      <a:pt x="5859" y="3265"/>
                      <a:pt x="6026" y="3408"/>
                    </a:cubicBezTo>
                    <a:cubicBezTo>
                      <a:pt x="6145" y="3527"/>
                      <a:pt x="6264" y="3694"/>
                      <a:pt x="6383" y="3837"/>
                    </a:cubicBezTo>
                    <a:cubicBezTo>
                      <a:pt x="6454" y="3956"/>
                      <a:pt x="6502" y="4051"/>
                      <a:pt x="6597" y="4146"/>
                    </a:cubicBezTo>
                    <a:cubicBezTo>
                      <a:pt x="6573" y="4289"/>
                      <a:pt x="6526" y="4432"/>
                      <a:pt x="6478" y="4551"/>
                    </a:cubicBezTo>
                    <a:cubicBezTo>
                      <a:pt x="6383" y="4813"/>
                      <a:pt x="6288" y="5051"/>
                      <a:pt x="6264" y="5313"/>
                    </a:cubicBezTo>
                    <a:cubicBezTo>
                      <a:pt x="6240" y="5456"/>
                      <a:pt x="6240" y="5623"/>
                      <a:pt x="6240" y="5789"/>
                    </a:cubicBezTo>
                    <a:cubicBezTo>
                      <a:pt x="6145" y="5646"/>
                      <a:pt x="6002" y="5527"/>
                      <a:pt x="5883" y="5408"/>
                    </a:cubicBezTo>
                    <a:cubicBezTo>
                      <a:pt x="5764" y="5265"/>
                      <a:pt x="5597" y="5170"/>
                      <a:pt x="5478" y="5051"/>
                    </a:cubicBezTo>
                    <a:cubicBezTo>
                      <a:pt x="5359" y="4932"/>
                      <a:pt x="5311" y="4765"/>
                      <a:pt x="5264" y="4646"/>
                    </a:cubicBezTo>
                    <a:cubicBezTo>
                      <a:pt x="5192" y="4456"/>
                      <a:pt x="5168" y="4265"/>
                      <a:pt x="5145" y="4075"/>
                    </a:cubicBezTo>
                    <a:cubicBezTo>
                      <a:pt x="5121" y="3694"/>
                      <a:pt x="5192" y="3289"/>
                      <a:pt x="5168" y="2884"/>
                    </a:cubicBezTo>
                    <a:close/>
                    <a:moveTo>
                      <a:pt x="3955" y="4707"/>
                    </a:moveTo>
                    <a:cubicBezTo>
                      <a:pt x="4009" y="4707"/>
                      <a:pt x="4065" y="4710"/>
                      <a:pt x="4121" y="4718"/>
                    </a:cubicBezTo>
                    <a:cubicBezTo>
                      <a:pt x="4454" y="4741"/>
                      <a:pt x="4763" y="4884"/>
                      <a:pt x="5049" y="5027"/>
                    </a:cubicBezTo>
                    <a:cubicBezTo>
                      <a:pt x="5311" y="5194"/>
                      <a:pt x="5549" y="5384"/>
                      <a:pt x="5788" y="5623"/>
                    </a:cubicBezTo>
                    <a:cubicBezTo>
                      <a:pt x="5859" y="5694"/>
                      <a:pt x="5930" y="5789"/>
                      <a:pt x="6002" y="5885"/>
                    </a:cubicBezTo>
                    <a:cubicBezTo>
                      <a:pt x="5835" y="5837"/>
                      <a:pt x="5668" y="5813"/>
                      <a:pt x="5478" y="5813"/>
                    </a:cubicBezTo>
                    <a:cubicBezTo>
                      <a:pt x="5216" y="5837"/>
                      <a:pt x="4930" y="5908"/>
                      <a:pt x="4692" y="6027"/>
                    </a:cubicBezTo>
                    <a:cubicBezTo>
                      <a:pt x="4597" y="6051"/>
                      <a:pt x="4525" y="6099"/>
                      <a:pt x="4430" y="6147"/>
                    </a:cubicBezTo>
                    <a:cubicBezTo>
                      <a:pt x="4359" y="6123"/>
                      <a:pt x="4287" y="6027"/>
                      <a:pt x="4216" y="5956"/>
                    </a:cubicBezTo>
                    <a:cubicBezTo>
                      <a:pt x="4121" y="5861"/>
                      <a:pt x="4049" y="5718"/>
                      <a:pt x="3978" y="5599"/>
                    </a:cubicBezTo>
                    <a:cubicBezTo>
                      <a:pt x="3859" y="5456"/>
                      <a:pt x="3787" y="5289"/>
                      <a:pt x="3668" y="5146"/>
                    </a:cubicBezTo>
                    <a:cubicBezTo>
                      <a:pt x="3573" y="5003"/>
                      <a:pt x="3478" y="4861"/>
                      <a:pt x="3382" y="4718"/>
                    </a:cubicBezTo>
                    <a:lnTo>
                      <a:pt x="3644" y="4718"/>
                    </a:lnTo>
                    <a:cubicBezTo>
                      <a:pt x="3739" y="4718"/>
                      <a:pt x="3845" y="4707"/>
                      <a:pt x="3955" y="4707"/>
                    </a:cubicBezTo>
                    <a:close/>
                    <a:moveTo>
                      <a:pt x="6883" y="3956"/>
                    </a:moveTo>
                    <a:cubicBezTo>
                      <a:pt x="7145" y="4098"/>
                      <a:pt x="7383" y="4337"/>
                      <a:pt x="7574" y="4575"/>
                    </a:cubicBezTo>
                    <a:cubicBezTo>
                      <a:pt x="7669" y="4718"/>
                      <a:pt x="7764" y="4884"/>
                      <a:pt x="7836" y="5051"/>
                    </a:cubicBezTo>
                    <a:cubicBezTo>
                      <a:pt x="7907" y="5194"/>
                      <a:pt x="7955" y="5337"/>
                      <a:pt x="8026" y="5480"/>
                    </a:cubicBezTo>
                    <a:cubicBezTo>
                      <a:pt x="7907" y="5670"/>
                      <a:pt x="7788" y="5861"/>
                      <a:pt x="7669" y="6051"/>
                    </a:cubicBezTo>
                    <a:cubicBezTo>
                      <a:pt x="7478" y="6432"/>
                      <a:pt x="7478" y="6837"/>
                      <a:pt x="7621" y="7218"/>
                    </a:cubicBezTo>
                    <a:cubicBezTo>
                      <a:pt x="7550" y="7171"/>
                      <a:pt x="7478" y="7147"/>
                      <a:pt x="7431" y="7099"/>
                    </a:cubicBezTo>
                    <a:cubicBezTo>
                      <a:pt x="7312" y="6956"/>
                      <a:pt x="7216" y="6813"/>
                      <a:pt x="7097" y="6670"/>
                    </a:cubicBezTo>
                    <a:cubicBezTo>
                      <a:pt x="6954" y="6528"/>
                      <a:pt x="6812" y="6385"/>
                      <a:pt x="6669" y="6266"/>
                    </a:cubicBezTo>
                    <a:cubicBezTo>
                      <a:pt x="6621" y="6194"/>
                      <a:pt x="6573" y="6147"/>
                      <a:pt x="6550" y="6075"/>
                    </a:cubicBezTo>
                    <a:cubicBezTo>
                      <a:pt x="6526" y="5980"/>
                      <a:pt x="6478" y="5885"/>
                      <a:pt x="6478" y="5789"/>
                    </a:cubicBezTo>
                    <a:cubicBezTo>
                      <a:pt x="6454" y="5599"/>
                      <a:pt x="6454" y="5384"/>
                      <a:pt x="6502" y="5218"/>
                    </a:cubicBezTo>
                    <a:cubicBezTo>
                      <a:pt x="6597" y="4789"/>
                      <a:pt x="6859" y="4384"/>
                      <a:pt x="6883" y="3956"/>
                    </a:cubicBezTo>
                    <a:close/>
                    <a:moveTo>
                      <a:pt x="5561" y="6054"/>
                    </a:moveTo>
                    <a:cubicBezTo>
                      <a:pt x="5663" y="6054"/>
                      <a:pt x="5764" y="6067"/>
                      <a:pt x="5859" y="6099"/>
                    </a:cubicBezTo>
                    <a:cubicBezTo>
                      <a:pt x="6240" y="6194"/>
                      <a:pt x="6550" y="6480"/>
                      <a:pt x="6835" y="6742"/>
                    </a:cubicBezTo>
                    <a:cubicBezTo>
                      <a:pt x="6978" y="6885"/>
                      <a:pt x="7097" y="7051"/>
                      <a:pt x="7240" y="7194"/>
                    </a:cubicBezTo>
                    <a:cubicBezTo>
                      <a:pt x="7240" y="7215"/>
                      <a:pt x="7258" y="7235"/>
                      <a:pt x="7278" y="7241"/>
                    </a:cubicBezTo>
                    <a:lnTo>
                      <a:pt x="7278" y="7241"/>
                    </a:lnTo>
                    <a:cubicBezTo>
                      <a:pt x="7186" y="7229"/>
                      <a:pt x="7095" y="7223"/>
                      <a:pt x="7005" y="7223"/>
                    </a:cubicBezTo>
                    <a:cubicBezTo>
                      <a:pt x="6752" y="7223"/>
                      <a:pt x="6508" y="7267"/>
                      <a:pt x="6264" y="7337"/>
                    </a:cubicBezTo>
                    <a:cubicBezTo>
                      <a:pt x="6097" y="7409"/>
                      <a:pt x="5930" y="7480"/>
                      <a:pt x="5788" y="7575"/>
                    </a:cubicBezTo>
                    <a:cubicBezTo>
                      <a:pt x="5788" y="7575"/>
                      <a:pt x="5764" y="7575"/>
                      <a:pt x="5740" y="7599"/>
                    </a:cubicBezTo>
                    <a:cubicBezTo>
                      <a:pt x="5454" y="7575"/>
                      <a:pt x="5216" y="7337"/>
                      <a:pt x="5025" y="7147"/>
                    </a:cubicBezTo>
                    <a:cubicBezTo>
                      <a:pt x="4787" y="6932"/>
                      <a:pt x="4573" y="6694"/>
                      <a:pt x="4287" y="6575"/>
                    </a:cubicBezTo>
                    <a:cubicBezTo>
                      <a:pt x="4454" y="6385"/>
                      <a:pt x="4716" y="6266"/>
                      <a:pt x="4954" y="6170"/>
                    </a:cubicBezTo>
                    <a:cubicBezTo>
                      <a:pt x="5145" y="6107"/>
                      <a:pt x="5356" y="6054"/>
                      <a:pt x="5561" y="6054"/>
                    </a:cubicBezTo>
                    <a:close/>
                    <a:moveTo>
                      <a:pt x="8407" y="5218"/>
                    </a:moveTo>
                    <a:cubicBezTo>
                      <a:pt x="8621" y="5670"/>
                      <a:pt x="8955" y="6027"/>
                      <a:pt x="9122" y="6480"/>
                    </a:cubicBezTo>
                    <a:cubicBezTo>
                      <a:pt x="9288" y="6885"/>
                      <a:pt x="9264" y="7313"/>
                      <a:pt x="9122" y="7694"/>
                    </a:cubicBezTo>
                    <a:cubicBezTo>
                      <a:pt x="9050" y="7909"/>
                      <a:pt x="8907" y="8123"/>
                      <a:pt x="8764" y="8290"/>
                    </a:cubicBezTo>
                    <a:cubicBezTo>
                      <a:pt x="8550" y="7980"/>
                      <a:pt x="8288" y="7694"/>
                      <a:pt x="7978" y="7504"/>
                    </a:cubicBezTo>
                    <a:cubicBezTo>
                      <a:pt x="7883" y="7290"/>
                      <a:pt x="7788" y="7051"/>
                      <a:pt x="7764" y="6837"/>
                    </a:cubicBezTo>
                    <a:cubicBezTo>
                      <a:pt x="7716" y="6575"/>
                      <a:pt x="7788" y="6337"/>
                      <a:pt x="7907" y="6099"/>
                    </a:cubicBezTo>
                    <a:cubicBezTo>
                      <a:pt x="8002" y="5932"/>
                      <a:pt x="8145" y="5765"/>
                      <a:pt x="8240" y="5575"/>
                    </a:cubicBezTo>
                    <a:cubicBezTo>
                      <a:pt x="8288" y="5480"/>
                      <a:pt x="8336" y="5337"/>
                      <a:pt x="8407" y="5218"/>
                    </a:cubicBezTo>
                    <a:close/>
                    <a:moveTo>
                      <a:pt x="6996" y="7462"/>
                    </a:moveTo>
                    <a:cubicBezTo>
                      <a:pt x="7079" y="7462"/>
                      <a:pt x="7160" y="7468"/>
                      <a:pt x="7240" y="7480"/>
                    </a:cubicBezTo>
                    <a:cubicBezTo>
                      <a:pt x="7550" y="7528"/>
                      <a:pt x="7836" y="7647"/>
                      <a:pt x="8074" y="7861"/>
                    </a:cubicBezTo>
                    <a:cubicBezTo>
                      <a:pt x="8288" y="8028"/>
                      <a:pt x="8431" y="8242"/>
                      <a:pt x="8621" y="8433"/>
                    </a:cubicBezTo>
                    <a:cubicBezTo>
                      <a:pt x="8526" y="8480"/>
                      <a:pt x="8455" y="8528"/>
                      <a:pt x="8383" y="8576"/>
                    </a:cubicBezTo>
                    <a:cubicBezTo>
                      <a:pt x="8169" y="8695"/>
                      <a:pt x="7931" y="8742"/>
                      <a:pt x="7693" y="8766"/>
                    </a:cubicBezTo>
                    <a:cubicBezTo>
                      <a:pt x="7528" y="8780"/>
                      <a:pt x="7355" y="8794"/>
                      <a:pt x="7178" y="8794"/>
                    </a:cubicBezTo>
                    <a:cubicBezTo>
                      <a:pt x="7049" y="8794"/>
                      <a:pt x="6919" y="8786"/>
                      <a:pt x="6788" y="8766"/>
                    </a:cubicBezTo>
                    <a:cubicBezTo>
                      <a:pt x="6264" y="8695"/>
                      <a:pt x="5835" y="8385"/>
                      <a:pt x="5526" y="7956"/>
                    </a:cubicBezTo>
                    <a:cubicBezTo>
                      <a:pt x="5645" y="7909"/>
                      <a:pt x="5740" y="7885"/>
                      <a:pt x="5835" y="7814"/>
                    </a:cubicBezTo>
                    <a:cubicBezTo>
                      <a:pt x="5978" y="7742"/>
                      <a:pt x="6121" y="7647"/>
                      <a:pt x="6288" y="7599"/>
                    </a:cubicBezTo>
                    <a:cubicBezTo>
                      <a:pt x="6517" y="7511"/>
                      <a:pt x="6760" y="7462"/>
                      <a:pt x="6996" y="7462"/>
                    </a:cubicBezTo>
                    <a:close/>
                    <a:moveTo>
                      <a:pt x="8979" y="8433"/>
                    </a:moveTo>
                    <a:cubicBezTo>
                      <a:pt x="9002" y="8480"/>
                      <a:pt x="9074" y="8528"/>
                      <a:pt x="9122" y="8576"/>
                    </a:cubicBezTo>
                    <a:cubicBezTo>
                      <a:pt x="9264" y="8671"/>
                      <a:pt x="9407" y="8742"/>
                      <a:pt x="9550" y="8814"/>
                    </a:cubicBezTo>
                    <a:cubicBezTo>
                      <a:pt x="9812" y="8980"/>
                      <a:pt x="10146" y="9123"/>
                      <a:pt x="10336" y="9385"/>
                    </a:cubicBezTo>
                    <a:cubicBezTo>
                      <a:pt x="10431" y="9504"/>
                      <a:pt x="10431" y="9623"/>
                      <a:pt x="10360" y="9742"/>
                    </a:cubicBezTo>
                    <a:cubicBezTo>
                      <a:pt x="10265" y="9862"/>
                      <a:pt x="10146" y="10004"/>
                      <a:pt x="9979" y="10004"/>
                    </a:cubicBezTo>
                    <a:cubicBezTo>
                      <a:pt x="9836" y="9981"/>
                      <a:pt x="9693" y="9742"/>
                      <a:pt x="9598" y="9647"/>
                    </a:cubicBezTo>
                    <a:cubicBezTo>
                      <a:pt x="9479" y="9481"/>
                      <a:pt x="9360" y="9338"/>
                      <a:pt x="9241" y="9195"/>
                    </a:cubicBezTo>
                    <a:cubicBezTo>
                      <a:pt x="9145" y="9076"/>
                      <a:pt x="9026" y="8980"/>
                      <a:pt x="8907" y="8885"/>
                    </a:cubicBezTo>
                    <a:cubicBezTo>
                      <a:pt x="8860" y="8838"/>
                      <a:pt x="8812" y="8790"/>
                      <a:pt x="8741" y="8742"/>
                    </a:cubicBezTo>
                    <a:cubicBezTo>
                      <a:pt x="8717" y="8718"/>
                      <a:pt x="8693" y="8718"/>
                      <a:pt x="8669" y="8695"/>
                    </a:cubicBezTo>
                    <a:cubicBezTo>
                      <a:pt x="8788" y="8623"/>
                      <a:pt x="8883" y="8528"/>
                      <a:pt x="8979" y="8433"/>
                    </a:cubicBezTo>
                    <a:close/>
                    <a:moveTo>
                      <a:pt x="798" y="1"/>
                    </a:moveTo>
                    <a:cubicBezTo>
                      <a:pt x="763" y="1"/>
                      <a:pt x="727" y="8"/>
                      <a:pt x="691" y="26"/>
                    </a:cubicBezTo>
                    <a:cubicBezTo>
                      <a:pt x="667" y="26"/>
                      <a:pt x="644" y="74"/>
                      <a:pt x="667" y="98"/>
                    </a:cubicBezTo>
                    <a:cubicBezTo>
                      <a:pt x="763" y="455"/>
                      <a:pt x="1048" y="764"/>
                      <a:pt x="1310" y="1003"/>
                    </a:cubicBezTo>
                    <a:cubicBezTo>
                      <a:pt x="1406" y="1098"/>
                      <a:pt x="1501" y="1169"/>
                      <a:pt x="1596" y="1241"/>
                    </a:cubicBezTo>
                    <a:cubicBezTo>
                      <a:pt x="1144" y="1015"/>
                      <a:pt x="671" y="810"/>
                      <a:pt x="176" y="810"/>
                    </a:cubicBezTo>
                    <a:cubicBezTo>
                      <a:pt x="149" y="810"/>
                      <a:pt x="123" y="811"/>
                      <a:pt x="96" y="812"/>
                    </a:cubicBezTo>
                    <a:cubicBezTo>
                      <a:pt x="48" y="812"/>
                      <a:pt x="1" y="884"/>
                      <a:pt x="48" y="931"/>
                    </a:cubicBezTo>
                    <a:cubicBezTo>
                      <a:pt x="215" y="1098"/>
                      <a:pt x="453" y="1193"/>
                      <a:pt x="644" y="1288"/>
                    </a:cubicBezTo>
                    <a:cubicBezTo>
                      <a:pt x="906" y="1431"/>
                      <a:pt x="1168" y="1598"/>
                      <a:pt x="1429" y="1741"/>
                    </a:cubicBezTo>
                    <a:cubicBezTo>
                      <a:pt x="1691" y="1884"/>
                      <a:pt x="1930" y="2050"/>
                      <a:pt x="2168" y="2217"/>
                    </a:cubicBezTo>
                    <a:cubicBezTo>
                      <a:pt x="2287" y="2289"/>
                      <a:pt x="2406" y="2384"/>
                      <a:pt x="2525" y="2479"/>
                    </a:cubicBezTo>
                    <a:cubicBezTo>
                      <a:pt x="2549" y="2503"/>
                      <a:pt x="2573" y="2527"/>
                      <a:pt x="2596" y="2551"/>
                    </a:cubicBezTo>
                    <a:cubicBezTo>
                      <a:pt x="2501" y="2551"/>
                      <a:pt x="2406" y="2574"/>
                      <a:pt x="2311" y="2598"/>
                    </a:cubicBezTo>
                    <a:cubicBezTo>
                      <a:pt x="2263" y="2622"/>
                      <a:pt x="2239" y="2670"/>
                      <a:pt x="2239" y="2717"/>
                    </a:cubicBezTo>
                    <a:cubicBezTo>
                      <a:pt x="2287" y="2884"/>
                      <a:pt x="2406" y="3027"/>
                      <a:pt x="2501" y="3146"/>
                    </a:cubicBezTo>
                    <a:cubicBezTo>
                      <a:pt x="2525" y="3146"/>
                      <a:pt x="2549" y="3170"/>
                      <a:pt x="2573" y="3217"/>
                    </a:cubicBezTo>
                    <a:cubicBezTo>
                      <a:pt x="2549" y="3217"/>
                      <a:pt x="2501" y="3217"/>
                      <a:pt x="2477" y="3241"/>
                    </a:cubicBezTo>
                    <a:cubicBezTo>
                      <a:pt x="2406" y="3241"/>
                      <a:pt x="2358" y="3336"/>
                      <a:pt x="2406" y="3384"/>
                    </a:cubicBezTo>
                    <a:cubicBezTo>
                      <a:pt x="2501" y="3527"/>
                      <a:pt x="2620" y="3646"/>
                      <a:pt x="2739" y="3765"/>
                    </a:cubicBezTo>
                    <a:cubicBezTo>
                      <a:pt x="2858" y="3884"/>
                      <a:pt x="2930" y="4003"/>
                      <a:pt x="3025" y="4146"/>
                    </a:cubicBezTo>
                    <a:cubicBezTo>
                      <a:pt x="3096" y="4265"/>
                      <a:pt x="3168" y="4432"/>
                      <a:pt x="3287" y="4527"/>
                    </a:cubicBezTo>
                    <a:cubicBezTo>
                      <a:pt x="3239" y="4527"/>
                      <a:pt x="3192" y="4527"/>
                      <a:pt x="3144" y="4551"/>
                    </a:cubicBezTo>
                    <a:cubicBezTo>
                      <a:pt x="3049" y="4551"/>
                      <a:pt x="2977" y="4646"/>
                      <a:pt x="3025" y="4718"/>
                    </a:cubicBezTo>
                    <a:cubicBezTo>
                      <a:pt x="3096" y="4837"/>
                      <a:pt x="3192" y="4932"/>
                      <a:pt x="3287" y="5051"/>
                    </a:cubicBezTo>
                    <a:cubicBezTo>
                      <a:pt x="3358" y="5146"/>
                      <a:pt x="3430" y="5265"/>
                      <a:pt x="3525" y="5361"/>
                    </a:cubicBezTo>
                    <a:cubicBezTo>
                      <a:pt x="3620" y="5527"/>
                      <a:pt x="3716" y="5670"/>
                      <a:pt x="3811" y="5837"/>
                    </a:cubicBezTo>
                    <a:cubicBezTo>
                      <a:pt x="3906" y="5980"/>
                      <a:pt x="4001" y="6123"/>
                      <a:pt x="4144" y="6218"/>
                    </a:cubicBezTo>
                    <a:cubicBezTo>
                      <a:pt x="4168" y="6242"/>
                      <a:pt x="4216" y="6266"/>
                      <a:pt x="4240" y="6289"/>
                    </a:cubicBezTo>
                    <a:cubicBezTo>
                      <a:pt x="4144" y="6361"/>
                      <a:pt x="4049" y="6456"/>
                      <a:pt x="4001" y="6575"/>
                    </a:cubicBezTo>
                    <a:cubicBezTo>
                      <a:pt x="3954" y="6647"/>
                      <a:pt x="4001" y="6718"/>
                      <a:pt x="4073" y="6742"/>
                    </a:cubicBezTo>
                    <a:cubicBezTo>
                      <a:pt x="4454" y="6861"/>
                      <a:pt x="4716" y="7194"/>
                      <a:pt x="4978" y="7432"/>
                    </a:cubicBezTo>
                    <a:cubicBezTo>
                      <a:pt x="5097" y="7528"/>
                      <a:pt x="5240" y="7671"/>
                      <a:pt x="5406" y="7742"/>
                    </a:cubicBezTo>
                    <a:cubicBezTo>
                      <a:pt x="5359" y="7742"/>
                      <a:pt x="5335" y="7766"/>
                      <a:pt x="5287" y="7790"/>
                    </a:cubicBezTo>
                    <a:cubicBezTo>
                      <a:pt x="5240" y="7837"/>
                      <a:pt x="5216" y="7909"/>
                      <a:pt x="5240" y="7956"/>
                    </a:cubicBezTo>
                    <a:cubicBezTo>
                      <a:pt x="5549" y="8409"/>
                      <a:pt x="5930" y="8790"/>
                      <a:pt x="6454" y="8957"/>
                    </a:cubicBezTo>
                    <a:cubicBezTo>
                      <a:pt x="6709" y="9029"/>
                      <a:pt x="6964" y="9060"/>
                      <a:pt x="7218" y="9060"/>
                    </a:cubicBezTo>
                    <a:cubicBezTo>
                      <a:pt x="7297" y="9060"/>
                      <a:pt x="7376" y="9057"/>
                      <a:pt x="7455" y="9052"/>
                    </a:cubicBezTo>
                    <a:cubicBezTo>
                      <a:pt x="7716" y="9028"/>
                      <a:pt x="8026" y="9004"/>
                      <a:pt x="8288" y="8909"/>
                    </a:cubicBezTo>
                    <a:cubicBezTo>
                      <a:pt x="8359" y="8885"/>
                      <a:pt x="8431" y="8790"/>
                      <a:pt x="8502" y="8790"/>
                    </a:cubicBezTo>
                    <a:cubicBezTo>
                      <a:pt x="8574" y="8790"/>
                      <a:pt x="8621" y="8885"/>
                      <a:pt x="8645" y="8933"/>
                    </a:cubicBezTo>
                    <a:cubicBezTo>
                      <a:pt x="8764" y="9052"/>
                      <a:pt x="8907" y="9147"/>
                      <a:pt x="9026" y="9290"/>
                    </a:cubicBezTo>
                    <a:cubicBezTo>
                      <a:pt x="9169" y="9433"/>
                      <a:pt x="9288" y="9623"/>
                      <a:pt x="9431" y="9790"/>
                    </a:cubicBezTo>
                    <a:cubicBezTo>
                      <a:pt x="9550" y="9957"/>
                      <a:pt x="9693" y="10147"/>
                      <a:pt x="9884" y="10195"/>
                    </a:cubicBezTo>
                    <a:cubicBezTo>
                      <a:pt x="9929" y="10211"/>
                      <a:pt x="9975" y="10218"/>
                      <a:pt x="10020" y="10218"/>
                    </a:cubicBezTo>
                    <a:cubicBezTo>
                      <a:pt x="10314" y="10218"/>
                      <a:pt x="10604" y="9915"/>
                      <a:pt x="10646" y="9647"/>
                    </a:cubicBezTo>
                    <a:cubicBezTo>
                      <a:pt x="10717" y="9314"/>
                      <a:pt x="10360" y="9052"/>
                      <a:pt x="10122" y="8885"/>
                    </a:cubicBezTo>
                    <a:cubicBezTo>
                      <a:pt x="9931" y="8742"/>
                      <a:pt x="9741" y="8647"/>
                      <a:pt x="9526" y="8528"/>
                    </a:cubicBezTo>
                    <a:cubicBezTo>
                      <a:pt x="9431" y="8480"/>
                      <a:pt x="9336" y="8409"/>
                      <a:pt x="9264" y="8361"/>
                    </a:cubicBezTo>
                    <a:cubicBezTo>
                      <a:pt x="9217" y="8314"/>
                      <a:pt x="9169" y="8266"/>
                      <a:pt x="9122" y="8242"/>
                    </a:cubicBezTo>
                    <a:cubicBezTo>
                      <a:pt x="9431" y="7790"/>
                      <a:pt x="9574" y="7218"/>
                      <a:pt x="9455" y="6670"/>
                    </a:cubicBezTo>
                    <a:cubicBezTo>
                      <a:pt x="9336" y="6027"/>
                      <a:pt x="8812" y="5551"/>
                      <a:pt x="8550" y="4956"/>
                    </a:cubicBezTo>
                    <a:cubicBezTo>
                      <a:pt x="8535" y="4926"/>
                      <a:pt x="8502" y="4906"/>
                      <a:pt x="8468" y="4906"/>
                    </a:cubicBezTo>
                    <a:cubicBezTo>
                      <a:pt x="8447" y="4906"/>
                      <a:pt x="8425" y="4914"/>
                      <a:pt x="8407" y="4932"/>
                    </a:cubicBezTo>
                    <a:cubicBezTo>
                      <a:pt x="8288" y="5003"/>
                      <a:pt x="8217" y="5099"/>
                      <a:pt x="8145" y="5218"/>
                    </a:cubicBezTo>
                    <a:cubicBezTo>
                      <a:pt x="8121" y="5146"/>
                      <a:pt x="8098" y="5051"/>
                      <a:pt x="8074" y="4980"/>
                    </a:cubicBezTo>
                    <a:cubicBezTo>
                      <a:pt x="7978" y="4789"/>
                      <a:pt x="7883" y="4599"/>
                      <a:pt x="7740" y="4432"/>
                    </a:cubicBezTo>
                    <a:cubicBezTo>
                      <a:pt x="7502" y="4122"/>
                      <a:pt x="7193" y="3813"/>
                      <a:pt x="6835" y="3670"/>
                    </a:cubicBezTo>
                    <a:cubicBezTo>
                      <a:pt x="6810" y="3657"/>
                      <a:pt x="6784" y="3651"/>
                      <a:pt x="6761" y="3651"/>
                    </a:cubicBezTo>
                    <a:cubicBezTo>
                      <a:pt x="6696" y="3651"/>
                      <a:pt x="6645" y="3695"/>
                      <a:pt x="6645" y="3765"/>
                    </a:cubicBezTo>
                    <a:cubicBezTo>
                      <a:pt x="6645" y="3789"/>
                      <a:pt x="6645" y="3813"/>
                      <a:pt x="6645" y="3837"/>
                    </a:cubicBezTo>
                    <a:cubicBezTo>
                      <a:pt x="6621" y="3789"/>
                      <a:pt x="6573" y="3717"/>
                      <a:pt x="6550" y="3670"/>
                    </a:cubicBezTo>
                    <a:cubicBezTo>
                      <a:pt x="6431" y="3503"/>
                      <a:pt x="6311" y="3336"/>
                      <a:pt x="6145" y="3217"/>
                    </a:cubicBezTo>
                    <a:cubicBezTo>
                      <a:pt x="5978" y="3074"/>
                      <a:pt x="5811" y="2955"/>
                      <a:pt x="5621" y="2860"/>
                    </a:cubicBezTo>
                    <a:cubicBezTo>
                      <a:pt x="5430" y="2789"/>
                      <a:pt x="5264" y="2646"/>
                      <a:pt x="5073" y="2598"/>
                    </a:cubicBezTo>
                    <a:cubicBezTo>
                      <a:pt x="5064" y="2595"/>
                      <a:pt x="5054" y="2593"/>
                      <a:pt x="5043" y="2593"/>
                    </a:cubicBezTo>
                    <a:cubicBezTo>
                      <a:pt x="4978" y="2593"/>
                      <a:pt x="4906" y="2655"/>
                      <a:pt x="4906" y="2717"/>
                    </a:cubicBezTo>
                    <a:cubicBezTo>
                      <a:pt x="4930" y="2765"/>
                      <a:pt x="4930" y="2836"/>
                      <a:pt x="4930" y="2908"/>
                    </a:cubicBezTo>
                    <a:cubicBezTo>
                      <a:pt x="4835" y="2765"/>
                      <a:pt x="4692" y="2646"/>
                      <a:pt x="4549" y="2527"/>
                    </a:cubicBezTo>
                    <a:cubicBezTo>
                      <a:pt x="4287" y="2312"/>
                      <a:pt x="3954" y="2193"/>
                      <a:pt x="3668" y="2003"/>
                    </a:cubicBezTo>
                    <a:cubicBezTo>
                      <a:pt x="3650" y="1985"/>
                      <a:pt x="3625" y="1977"/>
                      <a:pt x="3599" y="1977"/>
                    </a:cubicBezTo>
                    <a:cubicBezTo>
                      <a:pt x="3558" y="1977"/>
                      <a:pt x="3516" y="1997"/>
                      <a:pt x="3501" y="2027"/>
                    </a:cubicBezTo>
                    <a:cubicBezTo>
                      <a:pt x="3403" y="1929"/>
                      <a:pt x="3238" y="1864"/>
                      <a:pt x="3098" y="1864"/>
                    </a:cubicBezTo>
                    <a:cubicBezTo>
                      <a:pt x="3034" y="1864"/>
                      <a:pt x="2975" y="1878"/>
                      <a:pt x="2930" y="1908"/>
                    </a:cubicBezTo>
                    <a:cubicBezTo>
                      <a:pt x="2906" y="1931"/>
                      <a:pt x="2882" y="1931"/>
                      <a:pt x="2858" y="1955"/>
                    </a:cubicBezTo>
                    <a:cubicBezTo>
                      <a:pt x="2858" y="1931"/>
                      <a:pt x="2858" y="1884"/>
                      <a:pt x="2835" y="1860"/>
                    </a:cubicBezTo>
                    <a:cubicBezTo>
                      <a:pt x="2787" y="1622"/>
                      <a:pt x="2692" y="1407"/>
                      <a:pt x="2620" y="1193"/>
                    </a:cubicBezTo>
                    <a:cubicBezTo>
                      <a:pt x="2477" y="788"/>
                      <a:pt x="2311" y="407"/>
                      <a:pt x="2025" y="74"/>
                    </a:cubicBezTo>
                    <a:cubicBezTo>
                      <a:pt x="2013" y="62"/>
                      <a:pt x="1989" y="56"/>
                      <a:pt x="1965" y="56"/>
                    </a:cubicBezTo>
                    <a:cubicBezTo>
                      <a:pt x="1941" y="56"/>
                      <a:pt x="1918" y="62"/>
                      <a:pt x="1906" y="74"/>
                    </a:cubicBezTo>
                    <a:cubicBezTo>
                      <a:pt x="1668" y="360"/>
                      <a:pt x="1930" y="884"/>
                      <a:pt x="2049" y="1145"/>
                    </a:cubicBezTo>
                    <a:cubicBezTo>
                      <a:pt x="2072" y="1193"/>
                      <a:pt x="2072" y="1217"/>
                      <a:pt x="2096" y="1265"/>
                    </a:cubicBezTo>
                    <a:cubicBezTo>
                      <a:pt x="2049" y="1193"/>
                      <a:pt x="2025" y="1122"/>
                      <a:pt x="1977" y="1074"/>
                    </a:cubicBezTo>
                    <a:cubicBezTo>
                      <a:pt x="1834" y="907"/>
                      <a:pt x="1715" y="717"/>
                      <a:pt x="1572" y="550"/>
                    </a:cubicBezTo>
                    <a:cubicBezTo>
                      <a:pt x="1429" y="407"/>
                      <a:pt x="1263" y="264"/>
                      <a:pt x="1096" y="121"/>
                    </a:cubicBezTo>
                    <a:cubicBezTo>
                      <a:pt x="1007" y="68"/>
                      <a:pt x="904" y="1"/>
                      <a:pt x="79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40" name="Google Shape;15140;p46"/>
          <p:cNvGrpSpPr/>
          <p:nvPr/>
        </p:nvGrpSpPr>
        <p:grpSpPr>
          <a:xfrm>
            <a:off x="5901061" y="1237789"/>
            <a:ext cx="655339" cy="548655"/>
            <a:chOff x="5986741" y="1966364"/>
            <a:chExt cx="655339" cy="548655"/>
          </a:xfrm>
        </p:grpSpPr>
        <p:grpSp>
          <p:nvGrpSpPr>
            <p:cNvPr id="15141" name="Google Shape;15141;p46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5142" name="Google Shape;15142;p46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3" name="Google Shape;15143;p46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4" name="Google Shape;15144;p46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5" name="Google Shape;15145;p46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6" name="Google Shape;15146;p46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7" name="Google Shape;15147;p46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8" name="Google Shape;15148;p46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9" name="Google Shape;15149;p46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0" name="Google Shape;15150;p46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1" name="Google Shape;15151;p46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2" name="Google Shape;15152;p46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3" name="Google Shape;15153;p46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4" name="Google Shape;15154;p46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5" name="Google Shape;15155;p46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6" name="Google Shape;15156;p46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7" name="Google Shape;15157;p46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8" name="Google Shape;15158;p46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9" name="Google Shape;15159;p46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0" name="Google Shape;15160;p46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61" name="Google Shape;15161;p46"/>
            <p:cNvGrpSpPr/>
            <p:nvPr/>
          </p:nvGrpSpPr>
          <p:grpSpPr>
            <a:xfrm>
              <a:off x="5986741" y="1966364"/>
              <a:ext cx="655339" cy="548655"/>
              <a:chOff x="1003146" y="3322896"/>
              <a:chExt cx="407473" cy="347074"/>
            </a:xfrm>
          </p:grpSpPr>
          <p:sp>
            <p:nvSpPr>
              <p:cNvPr id="15162" name="Google Shape;15162;p46"/>
              <p:cNvSpPr/>
              <p:nvPr/>
            </p:nvSpPr>
            <p:spPr>
              <a:xfrm>
                <a:off x="1008577" y="3350770"/>
                <a:ext cx="340081" cy="250215"/>
              </a:xfrm>
              <a:custGeom>
                <a:rect b="b" l="l" r="r" t="t"/>
                <a:pathLst>
                  <a:path extrusionOk="0" h="7693" w="10456">
                    <a:moveTo>
                      <a:pt x="5430" y="1"/>
                    </a:moveTo>
                    <a:cubicBezTo>
                      <a:pt x="5097" y="1"/>
                      <a:pt x="4764" y="25"/>
                      <a:pt x="4430" y="25"/>
                    </a:cubicBezTo>
                    <a:cubicBezTo>
                      <a:pt x="4224" y="25"/>
                      <a:pt x="4017" y="14"/>
                      <a:pt x="3818" y="14"/>
                    </a:cubicBezTo>
                    <a:cubicBezTo>
                      <a:pt x="3718" y="14"/>
                      <a:pt x="3620" y="17"/>
                      <a:pt x="3525" y="25"/>
                    </a:cubicBezTo>
                    <a:cubicBezTo>
                      <a:pt x="2906" y="120"/>
                      <a:pt x="2263" y="168"/>
                      <a:pt x="1668" y="334"/>
                    </a:cubicBezTo>
                    <a:cubicBezTo>
                      <a:pt x="1191" y="501"/>
                      <a:pt x="453" y="572"/>
                      <a:pt x="96" y="1025"/>
                    </a:cubicBezTo>
                    <a:cubicBezTo>
                      <a:pt x="96" y="1358"/>
                      <a:pt x="48" y="1716"/>
                      <a:pt x="24" y="2025"/>
                    </a:cubicBezTo>
                    <a:cubicBezTo>
                      <a:pt x="24" y="2430"/>
                      <a:pt x="48" y="2859"/>
                      <a:pt x="72" y="3264"/>
                    </a:cubicBezTo>
                    <a:cubicBezTo>
                      <a:pt x="120" y="3930"/>
                      <a:pt x="72" y="4597"/>
                      <a:pt x="24" y="5264"/>
                    </a:cubicBezTo>
                    <a:cubicBezTo>
                      <a:pt x="24" y="5693"/>
                      <a:pt x="1" y="6169"/>
                      <a:pt x="144" y="6574"/>
                    </a:cubicBezTo>
                    <a:cubicBezTo>
                      <a:pt x="239" y="6859"/>
                      <a:pt x="525" y="6979"/>
                      <a:pt x="787" y="7050"/>
                    </a:cubicBezTo>
                    <a:cubicBezTo>
                      <a:pt x="929" y="7074"/>
                      <a:pt x="1072" y="7098"/>
                      <a:pt x="1215" y="7145"/>
                    </a:cubicBezTo>
                    <a:cubicBezTo>
                      <a:pt x="1358" y="7169"/>
                      <a:pt x="1477" y="7217"/>
                      <a:pt x="1620" y="7264"/>
                    </a:cubicBezTo>
                    <a:cubicBezTo>
                      <a:pt x="1858" y="7360"/>
                      <a:pt x="2096" y="7431"/>
                      <a:pt x="2334" y="7502"/>
                    </a:cubicBezTo>
                    <a:cubicBezTo>
                      <a:pt x="2906" y="7645"/>
                      <a:pt x="3525" y="7693"/>
                      <a:pt x="4121" y="7693"/>
                    </a:cubicBezTo>
                    <a:cubicBezTo>
                      <a:pt x="5335" y="7669"/>
                      <a:pt x="6526" y="7598"/>
                      <a:pt x="7740" y="7479"/>
                    </a:cubicBezTo>
                    <a:cubicBezTo>
                      <a:pt x="8502" y="7407"/>
                      <a:pt x="9431" y="7312"/>
                      <a:pt x="10050" y="6788"/>
                    </a:cubicBezTo>
                    <a:cubicBezTo>
                      <a:pt x="10312" y="6574"/>
                      <a:pt x="10360" y="6288"/>
                      <a:pt x="10408" y="5978"/>
                    </a:cubicBezTo>
                    <a:cubicBezTo>
                      <a:pt x="10455" y="5407"/>
                      <a:pt x="10384" y="4835"/>
                      <a:pt x="10360" y="4264"/>
                    </a:cubicBezTo>
                    <a:cubicBezTo>
                      <a:pt x="10336" y="3668"/>
                      <a:pt x="10289" y="3073"/>
                      <a:pt x="10312" y="2454"/>
                    </a:cubicBezTo>
                    <a:cubicBezTo>
                      <a:pt x="10312" y="2216"/>
                      <a:pt x="10312" y="1978"/>
                      <a:pt x="10289" y="1739"/>
                    </a:cubicBezTo>
                    <a:cubicBezTo>
                      <a:pt x="10265" y="1335"/>
                      <a:pt x="10289" y="954"/>
                      <a:pt x="9884" y="739"/>
                    </a:cubicBezTo>
                    <a:cubicBezTo>
                      <a:pt x="9503" y="549"/>
                      <a:pt x="9050" y="453"/>
                      <a:pt x="8622" y="334"/>
                    </a:cubicBezTo>
                    <a:cubicBezTo>
                      <a:pt x="7574" y="72"/>
                      <a:pt x="6526" y="1"/>
                      <a:pt x="5430" y="1"/>
                    </a:cubicBezTo>
                    <a:close/>
                  </a:path>
                </a:pathLst>
              </a:custGeom>
              <a:solidFill>
                <a:srgbClr val="E287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3" name="Google Shape;15163;p46"/>
              <p:cNvSpPr/>
              <p:nvPr/>
            </p:nvSpPr>
            <p:spPr>
              <a:xfrm>
                <a:off x="1006268" y="3359356"/>
                <a:ext cx="346261" cy="243970"/>
              </a:xfrm>
              <a:custGeom>
                <a:rect b="b" l="l" r="r" t="t"/>
                <a:pathLst>
                  <a:path extrusionOk="0" h="7501" w="10646">
                    <a:moveTo>
                      <a:pt x="2194" y="1"/>
                    </a:moveTo>
                    <a:cubicBezTo>
                      <a:pt x="1907" y="1"/>
                      <a:pt x="1609" y="113"/>
                      <a:pt x="1358" y="213"/>
                    </a:cubicBezTo>
                    <a:cubicBezTo>
                      <a:pt x="1048" y="356"/>
                      <a:pt x="738" y="499"/>
                      <a:pt x="453" y="642"/>
                    </a:cubicBezTo>
                    <a:cubicBezTo>
                      <a:pt x="191" y="785"/>
                      <a:pt x="72" y="809"/>
                      <a:pt x="72" y="975"/>
                    </a:cubicBezTo>
                    <a:cubicBezTo>
                      <a:pt x="95" y="2547"/>
                      <a:pt x="0" y="4119"/>
                      <a:pt x="95" y="5714"/>
                    </a:cubicBezTo>
                    <a:cubicBezTo>
                      <a:pt x="143" y="6857"/>
                      <a:pt x="1596" y="6953"/>
                      <a:pt x="2501" y="7167"/>
                    </a:cubicBezTo>
                    <a:cubicBezTo>
                      <a:pt x="3310" y="7358"/>
                      <a:pt x="4096" y="7500"/>
                      <a:pt x="4930" y="7500"/>
                    </a:cubicBezTo>
                    <a:cubicBezTo>
                      <a:pt x="5882" y="7500"/>
                      <a:pt x="6811" y="7405"/>
                      <a:pt x="7740" y="7286"/>
                    </a:cubicBezTo>
                    <a:cubicBezTo>
                      <a:pt x="8478" y="7191"/>
                      <a:pt x="9502" y="7119"/>
                      <a:pt x="10050" y="6548"/>
                    </a:cubicBezTo>
                    <a:cubicBezTo>
                      <a:pt x="10145" y="6453"/>
                      <a:pt x="10264" y="6357"/>
                      <a:pt x="10336" y="6214"/>
                    </a:cubicBezTo>
                    <a:cubicBezTo>
                      <a:pt x="10645" y="5619"/>
                      <a:pt x="9788" y="5286"/>
                      <a:pt x="9336" y="5119"/>
                    </a:cubicBezTo>
                    <a:cubicBezTo>
                      <a:pt x="8693" y="4881"/>
                      <a:pt x="8002" y="4714"/>
                      <a:pt x="7311" y="4571"/>
                    </a:cubicBezTo>
                    <a:cubicBezTo>
                      <a:pt x="7121" y="4524"/>
                      <a:pt x="6906" y="4452"/>
                      <a:pt x="6716" y="4405"/>
                    </a:cubicBezTo>
                    <a:cubicBezTo>
                      <a:pt x="6621" y="4405"/>
                      <a:pt x="6383" y="4309"/>
                      <a:pt x="6549" y="4214"/>
                    </a:cubicBezTo>
                    <a:cubicBezTo>
                      <a:pt x="6616" y="4176"/>
                      <a:pt x="6686" y="4165"/>
                      <a:pt x="6759" y="4165"/>
                    </a:cubicBezTo>
                    <a:cubicBezTo>
                      <a:pt x="6868" y="4165"/>
                      <a:pt x="6983" y="4190"/>
                      <a:pt x="7097" y="4190"/>
                    </a:cubicBezTo>
                    <a:lnTo>
                      <a:pt x="7835" y="4190"/>
                    </a:lnTo>
                    <a:cubicBezTo>
                      <a:pt x="7942" y="4202"/>
                      <a:pt x="8050" y="4208"/>
                      <a:pt x="8157" y="4208"/>
                    </a:cubicBezTo>
                    <a:cubicBezTo>
                      <a:pt x="8264" y="4208"/>
                      <a:pt x="8371" y="4202"/>
                      <a:pt x="8478" y="4190"/>
                    </a:cubicBezTo>
                    <a:cubicBezTo>
                      <a:pt x="8573" y="4166"/>
                      <a:pt x="8740" y="4143"/>
                      <a:pt x="8764" y="4024"/>
                    </a:cubicBezTo>
                    <a:cubicBezTo>
                      <a:pt x="8778" y="3915"/>
                      <a:pt x="8581" y="3891"/>
                      <a:pt x="8388" y="3891"/>
                    </a:cubicBezTo>
                    <a:cubicBezTo>
                      <a:pt x="8243" y="3891"/>
                      <a:pt x="8101" y="3904"/>
                      <a:pt x="8050" y="3904"/>
                    </a:cubicBezTo>
                    <a:cubicBezTo>
                      <a:pt x="7478" y="3904"/>
                      <a:pt x="6906" y="3952"/>
                      <a:pt x="6311" y="4000"/>
                    </a:cubicBezTo>
                    <a:cubicBezTo>
                      <a:pt x="6206" y="4008"/>
                      <a:pt x="6099" y="4014"/>
                      <a:pt x="5990" y="4014"/>
                    </a:cubicBezTo>
                    <a:cubicBezTo>
                      <a:pt x="5802" y="4014"/>
                      <a:pt x="5611" y="3997"/>
                      <a:pt x="5430" y="3952"/>
                    </a:cubicBezTo>
                    <a:cubicBezTo>
                      <a:pt x="5263" y="3928"/>
                      <a:pt x="5097" y="3928"/>
                      <a:pt x="4954" y="3833"/>
                    </a:cubicBezTo>
                    <a:cubicBezTo>
                      <a:pt x="4811" y="3762"/>
                      <a:pt x="4644" y="3642"/>
                      <a:pt x="4477" y="3547"/>
                    </a:cubicBezTo>
                    <a:cubicBezTo>
                      <a:pt x="4334" y="3452"/>
                      <a:pt x="4215" y="3357"/>
                      <a:pt x="4073" y="3261"/>
                    </a:cubicBezTo>
                    <a:cubicBezTo>
                      <a:pt x="4001" y="3214"/>
                      <a:pt x="3763" y="3095"/>
                      <a:pt x="3953" y="3047"/>
                    </a:cubicBezTo>
                    <a:cubicBezTo>
                      <a:pt x="4073" y="3000"/>
                      <a:pt x="4239" y="3023"/>
                      <a:pt x="4382" y="3000"/>
                    </a:cubicBezTo>
                    <a:cubicBezTo>
                      <a:pt x="4858" y="3000"/>
                      <a:pt x="5335" y="2976"/>
                      <a:pt x="5811" y="2976"/>
                    </a:cubicBezTo>
                    <a:cubicBezTo>
                      <a:pt x="6621" y="2976"/>
                      <a:pt x="7454" y="3023"/>
                      <a:pt x="8288" y="3047"/>
                    </a:cubicBezTo>
                    <a:cubicBezTo>
                      <a:pt x="8335" y="3047"/>
                      <a:pt x="8388" y="3052"/>
                      <a:pt x="8438" y="3052"/>
                    </a:cubicBezTo>
                    <a:cubicBezTo>
                      <a:pt x="8539" y="3052"/>
                      <a:pt x="8629" y="3031"/>
                      <a:pt x="8645" y="2904"/>
                    </a:cubicBezTo>
                    <a:cubicBezTo>
                      <a:pt x="8669" y="2761"/>
                      <a:pt x="8550" y="2785"/>
                      <a:pt x="8431" y="2761"/>
                    </a:cubicBezTo>
                    <a:cubicBezTo>
                      <a:pt x="8145" y="2761"/>
                      <a:pt x="7883" y="2785"/>
                      <a:pt x="7597" y="2785"/>
                    </a:cubicBezTo>
                    <a:cubicBezTo>
                      <a:pt x="7025" y="2809"/>
                      <a:pt x="6478" y="2809"/>
                      <a:pt x="5906" y="2809"/>
                    </a:cubicBezTo>
                    <a:cubicBezTo>
                      <a:pt x="5358" y="2809"/>
                      <a:pt x="4811" y="2809"/>
                      <a:pt x="4263" y="2785"/>
                    </a:cubicBezTo>
                    <a:cubicBezTo>
                      <a:pt x="4232" y="2782"/>
                      <a:pt x="4197" y="2781"/>
                      <a:pt x="4160" y="2781"/>
                    </a:cubicBezTo>
                    <a:cubicBezTo>
                      <a:pt x="4076" y="2781"/>
                      <a:pt x="3979" y="2786"/>
                      <a:pt x="3884" y="2786"/>
                    </a:cubicBezTo>
                    <a:cubicBezTo>
                      <a:pt x="3696" y="2786"/>
                      <a:pt x="3512" y="2766"/>
                      <a:pt x="3430" y="2642"/>
                    </a:cubicBezTo>
                    <a:cubicBezTo>
                      <a:pt x="3382" y="2571"/>
                      <a:pt x="3382" y="2499"/>
                      <a:pt x="3334" y="2428"/>
                    </a:cubicBezTo>
                    <a:cubicBezTo>
                      <a:pt x="3287" y="2357"/>
                      <a:pt x="3239" y="2285"/>
                      <a:pt x="3215" y="2214"/>
                    </a:cubicBezTo>
                    <a:cubicBezTo>
                      <a:pt x="3168" y="2071"/>
                      <a:pt x="3191" y="1928"/>
                      <a:pt x="3358" y="1904"/>
                    </a:cubicBezTo>
                    <a:cubicBezTo>
                      <a:pt x="3493" y="1887"/>
                      <a:pt x="3616" y="1870"/>
                      <a:pt x="3735" y="1870"/>
                    </a:cubicBezTo>
                    <a:cubicBezTo>
                      <a:pt x="3784" y="1870"/>
                      <a:pt x="3833" y="1873"/>
                      <a:pt x="3882" y="1880"/>
                    </a:cubicBezTo>
                    <a:cubicBezTo>
                      <a:pt x="4311" y="1880"/>
                      <a:pt x="4715" y="1928"/>
                      <a:pt x="5120" y="1928"/>
                    </a:cubicBezTo>
                    <a:cubicBezTo>
                      <a:pt x="5644" y="1928"/>
                      <a:pt x="6180" y="1904"/>
                      <a:pt x="6713" y="1904"/>
                    </a:cubicBezTo>
                    <a:cubicBezTo>
                      <a:pt x="7246" y="1904"/>
                      <a:pt x="7776" y="1928"/>
                      <a:pt x="8288" y="2023"/>
                    </a:cubicBezTo>
                    <a:cubicBezTo>
                      <a:pt x="8345" y="2023"/>
                      <a:pt x="8509" y="2084"/>
                      <a:pt x="8596" y="2084"/>
                    </a:cubicBezTo>
                    <a:cubicBezTo>
                      <a:pt x="8618" y="2084"/>
                      <a:pt x="8635" y="2080"/>
                      <a:pt x="8645" y="2071"/>
                    </a:cubicBezTo>
                    <a:cubicBezTo>
                      <a:pt x="8669" y="2023"/>
                      <a:pt x="8645" y="1928"/>
                      <a:pt x="8621" y="1904"/>
                    </a:cubicBezTo>
                    <a:cubicBezTo>
                      <a:pt x="8573" y="1737"/>
                      <a:pt x="8502" y="1737"/>
                      <a:pt x="8335" y="1737"/>
                    </a:cubicBezTo>
                    <a:cubicBezTo>
                      <a:pt x="7359" y="1737"/>
                      <a:pt x="6383" y="1737"/>
                      <a:pt x="5406" y="1714"/>
                    </a:cubicBezTo>
                    <a:cubicBezTo>
                      <a:pt x="4835" y="1690"/>
                      <a:pt x="4287" y="1642"/>
                      <a:pt x="3739" y="1642"/>
                    </a:cubicBezTo>
                    <a:cubicBezTo>
                      <a:pt x="3644" y="1642"/>
                      <a:pt x="3539" y="1651"/>
                      <a:pt x="3438" y="1651"/>
                    </a:cubicBezTo>
                    <a:cubicBezTo>
                      <a:pt x="3311" y="1651"/>
                      <a:pt x="3189" y="1637"/>
                      <a:pt x="3096" y="1571"/>
                    </a:cubicBezTo>
                    <a:cubicBezTo>
                      <a:pt x="2977" y="1499"/>
                      <a:pt x="3001" y="1452"/>
                      <a:pt x="3001" y="1333"/>
                    </a:cubicBezTo>
                    <a:cubicBezTo>
                      <a:pt x="3001" y="1213"/>
                      <a:pt x="2929" y="1071"/>
                      <a:pt x="3001" y="951"/>
                    </a:cubicBezTo>
                    <a:cubicBezTo>
                      <a:pt x="3072" y="809"/>
                      <a:pt x="3239" y="785"/>
                      <a:pt x="3382" y="785"/>
                    </a:cubicBezTo>
                    <a:cubicBezTo>
                      <a:pt x="3572" y="761"/>
                      <a:pt x="3763" y="761"/>
                      <a:pt x="3953" y="761"/>
                    </a:cubicBezTo>
                    <a:cubicBezTo>
                      <a:pt x="4192" y="749"/>
                      <a:pt x="4436" y="743"/>
                      <a:pt x="4677" y="743"/>
                    </a:cubicBezTo>
                    <a:cubicBezTo>
                      <a:pt x="4918" y="743"/>
                      <a:pt x="5156" y="749"/>
                      <a:pt x="5382" y="761"/>
                    </a:cubicBezTo>
                    <a:cubicBezTo>
                      <a:pt x="6168" y="785"/>
                      <a:pt x="6906" y="856"/>
                      <a:pt x="7692" y="880"/>
                    </a:cubicBezTo>
                    <a:cubicBezTo>
                      <a:pt x="7907" y="880"/>
                      <a:pt x="8121" y="904"/>
                      <a:pt x="8335" y="928"/>
                    </a:cubicBezTo>
                    <a:cubicBezTo>
                      <a:pt x="8354" y="928"/>
                      <a:pt x="8495" y="958"/>
                      <a:pt x="8563" y="958"/>
                    </a:cubicBezTo>
                    <a:cubicBezTo>
                      <a:pt x="8580" y="958"/>
                      <a:pt x="8592" y="956"/>
                      <a:pt x="8597" y="951"/>
                    </a:cubicBezTo>
                    <a:cubicBezTo>
                      <a:pt x="8716" y="880"/>
                      <a:pt x="8478" y="737"/>
                      <a:pt x="8407" y="690"/>
                    </a:cubicBezTo>
                    <a:cubicBezTo>
                      <a:pt x="8232" y="626"/>
                      <a:pt x="8015" y="626"/>
                      <a:pt x="7805" y="626"/>
                    </a:cubicBezTo>
                    <a:lnTo>
                      <a:pt x="7805" y="626"/>
                    </a:lnTo>
                    <a:cubicBezTo>
                      <a:pt x="7700" y="626"/>
                      <a:pt x="7597" y="626"/>
                      <a:pt x="7502" y="618"/>
                    </a:cubicBezTo>
                    <a:cubicBezTo>
                      <a:pt x="6835" y="618"/>
                      <a:pt x="6168" y="594"/>
                      <a:pt x="5501" y="594"/>
                    </a:cubicBezTo>
                    <a:cubicBezTo>
                      <a:pt x="5073" y="594"/>
                      <a:pt x="4623" y="626"/>
                      <a:pt x="4173" y="626"/>
                    </a:cubicBezTo>
                    <a:cubicBezTo>
                      <a:pt x="3948" y="626"/>
                      <a:pt x="3723" y="618"/>
                      <a:pt x="3501" y="594"/>
                    </a:cubicBezTo>
                    <a:cubicBezTo>
                      <a:pt x="3334" y="570"/>
                      <a:pt x="3144" y="547"/>
                      <a:pt x="2953" y="475"/>
                    </a:cubicBezTo>
                    <a:cubicBezTo>
                      <a:pt x="2739" y="404"/>
                      <a:pt x="2763" y="189"/>
                      <a:pt x="2548" y="70"/>
                    </a:cubicBezTo>
                    <a:cubicBezTo>
                      <a:pt x="2435" y="21"/>
                      <a:pt x="2315" y="1"/>
                      <a:pt x="2194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4" name="Google Shape;15164;p46"/>
              <p:cNvSpPr/>
              <p:nvPr/>
            </p:nvSpPr>
            <p:spPr>
              <a:xfrm>
                <a:off x="1307580" y="3388531"/>
                <a:ext cx="37957" cy="12750"/>
              </a:xfrm>
              <a:custGeom>
                <a:rect b="b" l="l" r="r" t="t"/>
                <a:pathLst>
                  <a:path extrusionOk="0" h="392" w="1167">
                    <a:moveTo>
                      <a:pt x="281" y="0"/>
                    </a:moveTo>
                    <a:cubicBezTo>
                      <a:pt x="266" y="0"/>
                      <a:pt x="252" y="2"/>
                      <a:pt x="238" y="7"/>
                    </a:cubicBezTo>
                    <a:cubicBezTo>
                      <a:pt x="0" y="197"/>
                      <a:pt x="310" y="316"/>
                      <a:pt x="405" y="340"/>
                    </a:cubicBezTo>
                    <a:cubicBezTo>
                      <a:pt x="534" y="383"/>
                      <a:pt x="662" y="392"/>
                      <a:pt x="786" y="392"/>
                    </a:cubicBezTo>
                    <a:cubicBezTo>
                      <a:pt x="868" y="392"/>
                      <a:pt x="948" y="388"/>
                      <a:pt x="1024" y="388"/>
                    </a:cubicBezTo>
                    <a:cubicBezTo>
                      <a:pt x="1072" y="221"/>
                      <a:pt x="1167" y="174"/>
                      <a:pt x="953" y="126"/>
                    </a:cubicBezTo>
                    <a:cubicBezTo>
                      <a:pt x="810" y="78"/>
                      <a:pt x="643" y="78"/>
                      <a:pt x="476" y="54"/>
                    </a:cubicBezTo>
                    <a:cubicBezTo>
                      <a:pt x="419" y="35"/>
                      <a:pt x="345" y="0"/>
                      <a:pt x="281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5" name="Google Shape;15165;p46"/>
              <p:cNvSpPr/>
              <p:nvPr/>
            </p:nvSpPr>
            <p:spPr>
              <a:xfrm>
                <a:off x="1316849" y="3421024"/>
                <a:ext cx="26378" cy="12880"/>
              </a:xfrm>
              <a:custGeom>
                <a:rect b="b" l="l" r="r" t="t"/>
                <a:pathLst>
                  <a:path extrusionOk="0" h="396" w="811">
                    <a:moveTo>
                      <a:pt x="293" y="0"/>
                    </a:moveTo>
                    <a:cubicBezTo>
                      <a:pt x="184" y="0"/>
                      <a:pt x="77" y="8"/>
                      <a:pt x="1" y="8"/>
                    </a:cubicBezTo>
                    <a:cubicBezTo>
                      <a:pt x="48" y="246"/>
                      <a:pt x="25" y="294"/>
                      <a:pt x="191" y="318"/>
                    </a:cubicBezTo>
                    <a:cubicBezTo>
                      <a:pt x="287" y="341"/>
                      <a:pt x="406" y="341"/>
                      <a:pt x="525" y="341"/>
                    </a:cubicBezTo>
                    <a:cubicBezTo>
                      <a:pt x="563" y="361"/>
                      <a:pt x="649" y="396"/>
                      <a:pt x="705" y="396"/>
                    </a:cubicBezTo>
                    <a:cubicBezTo>
                      <a:pt x="718" y="396"/>
                      <a:pt x="730" y="394"/>
                      <a:pt x="739" y="389"/>
                    </a:cubicBezTo>
                    <a:cubicBezTo>
                      <a:pt x="811" y="341"/>
                      <a:pt x="763" y="151"/>
                      <a:pt x="715" y="103"/>
                    </a:cubicBezTo>
                    <a:cubicBezTo>
                      <a:pt x="630" y="18"/>
                      <a:pt x="458" y="0"/>
                      <a:pt x="293" y="0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6" name="Google Shape;15166;p46"/>
              <p:cNvSpPr/>
              <p:nvPr/>
            </p:nvSpPr>
            <p:spPr>
              <a:xfrm>
                <a:off x="1316849" y="3450622"/>
                <a:ext cx="26378" cy="10115"/>
              </a:xfrm>
              <a:custGeom>
                <a:rect b="b" l="l" r="r" t="t"/>
                <a:pathLst>
                  <a:path extrusionOk="0" h="311" w="811">
                    <a:moveTo>
                      <a:pt x="353" y="1"/>
                    </a:moveTo>
                    <a:cubicBezTo>
                      <a:pt x="259" y="1"/>
                      <a:pt x="169" y="9"/>
                      <a:pt x="96" y="27"/>
                    </a:cubicBezTo>
                    <a:cubicBezTo>
                      <a:pt x="48" y="51"/>
                      <a:pt x="25" y="27"/>
                      <a:pt x="1" y="74"/>
                    </a:cubicBezTo>
                    <a:cubicBezTo>
                      <a:pt x="1" y="98"/>
                      <a:pt x="1" y="217"/>
                      <a:pt x="1" y="241"/>
                    </a:cubicBezTo>
                    <a:cubicBezTo>
                      <a:pt x="33" y="295"/>
                      <a:pt x="140" y="310"/>
                      <a:pt x="257" y="310"/>
                    </a:cubicBezTo>
                    <a:cubicBezTo>
                      <a:pt x="398" y="310"/>
                      <a:pt x="555" y="289"/>
                      <a:pt x="620" y="289"/>
                    </a:cubicBezTo>
                    <a:cubicBezTo>
                      <a:pt x="649" y="289"/>
                      <a:pt x="670" y="293"/>
                      <a:pt x="687" y="293"/>
                    </a:cubicBezTo>
                    <a:cubicBezTo>
                      <a:pt x="714" y="293"/>
                      <a:pt x="734" y="284"/>
                      <a:pt x="763" y="241"/>
                    </a:cubicBezTo>
                    <a:cubicBezTo>
                      <a:pt x="787" y="194"/>
                      <a:pt x="811" y="98"/>
                      <a:pt x="787" y="51"/>
                    </a:cubicBezTo>
                    <a:cubicBezTo>
                      <a:pt x="669" y="21"/>
                      <a:pt x="506" y="1"/>
                      <a:pt x="353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7" name="Google Shape;15167;p46"/>
              <p:cNvSpPr/>
              <p:nvPr/>
            </p:nvSpPr>
            <p:spPr>
              <a:xfrm>
                <a:off x="1312979" y="3481228"/>
                <a:ext cx="32558" cy="12425"/>
              </a:xfrm>
              <a:custGeom>
                <a:rect b="b" l="l" r="r" t="t"/>
                <a:pathLst>
                  <a:path extrusionOk="0" h="382" w="1001">
                    <a:moveTo>
                      <a:pt x="419" y="1"/>
                    </a:moveTo>
                    <a:cubicBezTo>
                      <a:pt x="323" y="1"/>
                      <a:pt x="228" y="10"/>
                      <a:pt x="144" y="38"/>
                    </a:cubicBezTo>
                    <a:cubicBezTo>
                      <a:pt x="1" y="86"/>
                      <a:pt x="48" y="253"/>
                      <a:pt x="167" y="324"/>
                    </a:cubicBezTo>
                    <a:cubicBezTo>
                      <a:pt x="232" y="367"/>
                      <a:pt x="321" y="381"/>
                      <a:pt x="415" y="381"/>
                    </a:cubicBezTo>
                    <a:cubicBezTo>
                      <a:pt x="528" y="381"/>
                      <a:pt x="648" y="361"/>
                      <a:pt x="739" y="348"/>
                    </a:cubicBezTo>
                    <a:cubicBezTo>
                      <a:pt x="906" y="324"/>
                      <a:pt x="1001" y="277"/>
                      <a:pt x="834" y="38"/>
                    </a:cubicBezTo>
                    <a:cubicBezTo>
                      <a:pt x="719" y="24"/>
                      <a:pt x="568" y="1"/>
                      <a:pt x="419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8" name="Google Shape;15168;p46"/>
              <p:cNvSpPr/>
              <p:nvPr/>
            </p:nvSpPr>
            <p:spPr>
              <a:xfrm>
                <a:off x="1316849" y="3505686"/>
                <a:ext cx="26378" cy="16263"/>
              </a:xfrm>
              <a:custGeom>
                <a:rect b="b" l="l" r="r" t="t"/>
                <a:pathLst>
                  <a:path extrusionOk="0" h="500" w="811">
                    <a:moveTo>
                      <a:pt x="811" y="1"/>
                    </a:moveTo>
                    <a:lnTo>
                      <a:pt x="811" y="1"/>
                    </a:lnTo>
                    <a:cubicBezTo>
                      <a:pt x="691" y="25"/>
                      <a:pt x="572" y="48"/>
                      <a:pt x="429" y="72"/>
                    </a:cubicBezTo>
                    <a:cubicBezTo>
                      <a:pt x="358" y="96"/>
                      <a:pt x="191" y="72"/>
                      <a:pt x="120" y="120"/>
                    </a:cubicBezTo>
                    <a:cubicBezTo>
                      <a:pt x="25" y="191"/>
                      <a:pt x="1" y="382"/>
                      <a:pt x="72" y="477"/>
                    </a:cubicBezTo>
                    <a:cubicBezTo>
                      <a:pt x="88" y="493"/>
                      <a:pt x="118" y="499"/>
                      <a:pt x="156" y="499"/>
                    </a:cubicBezTo>
                    <a:cubicBezTo>
                      <a:pt x="290" y="499"/>
                      <a:pt x="527" y="419"/>
                      <a:pt x="620" y="382"/>
                    </a:cubicBezTo>
                    <a:cubicBezTo>
                      <a:pt x="811" y="334"/>
                      <a:pt x="811" y="310"/>
                      <a:pt x="811" y="1"/>
                    </a:cubicBezTo>
                    <a:close/>
                  </a:path>
                </a:pathLst>
              </a:custGeom>
              <a:solidFill>
                <a:srgbClr val="CC73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9" name="Google Shape;15169;p46"/>
              <p:cNvSpPr/>
              <p:nvPr/>
            </p:nvSpPr>
            <p:spPr>
              <a:xfrm>
                <a:off x="1034923" y="3364463"/>
                <a:ext cx="32558" cy="222569"/>
              </a:xfrm>
              <a:custGeom>
                <a:rect b="b" l="l" r="r" t="t"/>
                <a:pathLst>
                  <a:path extrusionOk="0" h="6843" w="1001">
                    <a:moveTo>
                      <a:pt x="886" y="0"/>
                    </a:moveTo>
                    <a:cubicBezTo>
                      <a:pt x="871" y="0"/>
                      <a:pt x="854" y="3"/>
                      <a:pt x="834" y="9"/>
                    </a:cubicBezTo>
                    <a:cubicBezTo>
                      <a:pt x="715" y="9"/>
                      <a:pt x="596" y="80"/>
                      <a:pt x="500" y="128"/>
                    </a:cubicBezTo>
                    <a:cubicBezTo>
                      <a:pt x="381" y="151"/>
                      <a:pt x="239" y="151"/>
                      <a:pt x="143" y="199"/>
                    </a:cubicBezTo>
                    <a:cubicBezTo>
                      <a:pt x="48" y="818"/>
                      <a:pt x="96" y="1461"/>
                      <a:pt x="48" y="2104"/>
                    </a:cubicBezTo>
                    <a:cubicBezTo>
                      <a:pt x="48" y="2390"/>
                      <a:pt x="0" y="2676"/>
                      <a:pt x="0" y="2962"/>
                    </a:cubicBezTo>
                    <a:cubicBezTo>
                      <a:pt x="24" y="3295"/>
                      <a:pt x="48" y="3628"/>
                      <a:pt x="48" y="3986"/>
                    </a:cubicBezTo>
                    <a:cubicBezTo>
                      <a:pt x="48" y="4248"/>
                      <a:pt x="24" y="4533"/>
                      <a:pt x="48" y="4819"/>
                    </a:cubicBezTo>
                    <a:cubicBezTo>
                      <a:pt x="72" y="5272"/>
                      <a:pt x="96" y="5748"/>
                      <a:pt x="96" y="6224"/>
                    </a:cubicBezTo>
                    <a:cubicBezTo>
                      <a:pt x="119" y="6343"/>
                      <a:pt x="96" y="6510"/>
                      <a:pt x="191" y="6605"/>
                    </a:cubicBezTo>
                    <a:cubicBezTo>
                      <a:pt x="286" y="6748"/>
                      <a:pt x="429" y="6724"/>
                      <a:pt x="572" y="6748"/>
                    </a:cubicBezTo>
                    <a:cubicBezTo>
                      <a:pt x="627" y="6767"/>
                      <a:pt x="797" y="6842"/>
                      <a:pt x="904" y="6842"/>
                    </a:cubicBezTo>
                    <a:cubicBezTo>
                      <a:pt x="935" y="6842"/>
                      <a:pt x="961" y="6836"/>
                      <a:pt x="977" y="6820"/>
                    </a:cubicBezTo>
                    <a:cubicBezTo>
                      <a:pt x="1001" y="6772"/>
                      <a:pt x="953" y="6653"/>
                      <a:pt x="953" y="6605"/>
                    </a:cubicBezTo>
                    <a:cubicBezTo>
                      <a:pt x="905" y="6415"/>
                      <a:pt x="881" y="6248"/>
                      <a:pt x="881" y="6081"/>
                    </a:cubicBezTo>
                    <a:cubicBezTo>
                      <a:pt x="810" y="5319"/>
                      <a:pt x="834" y="4557"/>
                      <a:pt x="834" y="3819"/>
                    </a:cubicBezTo>
                    <a:cubicBezTo>
                      <a:pt x="834" y="3628"/>
                      <a:pt x="858" y="3438"/>
                      <a:pt x="834" y="3247"/>
                    </a:cubicBezTo>
                    <a:cubicBezTo>
                      <a:pt x="834" y="3128"/>
                      <a:pt x="786" y="3033"/>
                      <a:pt x="786" y="2914"/>
                    </a:cubicBezTo>
                    <a:cubicBezTo>
                      <a:pt x="762" y="2557"/>
                      <a:pt x="858" y="2152"/>
                      <a:pt x="905" y="1795"/>
                    </a:cubicBezTo>
                    <a:cubicBezTo>
                      <a:pt x="953" y="1271"/>
                      <a:pt x="1001" y="771"/>
                      <a:pt x="977" y="247"/>
                    </a:cubicBezTo>
                    <a:cubicBezTo>
                      <a:pt x="977" y="142"/>
                      <a:pt x="995" y="0"/>
                      <a:pt x="886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0" name="Google Shape;15170;p46"/>
              <p:cNvSpPr/>
              <p:nvPr/>
            </p:nvSpPr>
            <p:spPr>
              <a:xfrm>
                <a:off x="1285885" y="3365504"/>
                <a:ext cx="28687" cy="219706"/>
              </a:xfrm>
              <a:custGeom>
                <a:rect b="b" l="l" r="r" t="t"/>
                <a:pathLst>
                  <a:path extrusionOk="0" h="6755" w="882">
                    <a:moveTo>
                      <a:pt x="72" y="0"/>
                    </a:moveTo>
                    <a:cubicBezTo>
                      <a:pt x="96" y="0"/>
                      <a:pt x="48" y="834"/>
                      <a:pt x="48" y="905"/>
                    </a:cubicBezTo>
                    <a:cubicBezTo>
                      <a:pt x="48" y="1358"/>
                      <a:pt x="119" y="1834"/>
                      <a:pt x="48" y="2287"/>
                    </a:cubicBezTo>
                    <a:cubicBezTo>
                      <a:pt x="24" y="2477"/>
                      <a:pt x="72" y="2668"/>
                      <a:pt x="72" y="2882"/>
                    </a:cubicBezTo>
                    <a:cubicBezTo>
                      <a:pt x="96" y="3120"/>
                      <a:pt x="96" y="3358"/>
                      <a:pt x="96" y="3620"/>
                    </a:cubicBezTo>
                    <a:cubicBezTo>
                      <a:pt x="72" y="3930"/>
                      <a:pt x="72" y="4216"/>
                      <a:pt x="72" y="4525"/>
                    </a:cubicBezTo>
                    <a:cubicBezTo>
                      <a:pt x="72" y="4835"/>
                      <a:pt x="48" y="5121"/>
                      <a:pt x="24" y="5406"/>
                    </a:cubicBezTo>
                    <a:cubicBezTo>
                      <a:pt x="0" y="5716"/>
                      <a:pt x="24" y="6002"/>
                      <a:pt x="48" y="6287"/>
                    </a:cubicBezTo>
                    <a:cubicBezTo>
                      <a:pt x="48" y="6383"/>
                      <a:pt x="0" y="6621"/>
                      <a:pt x="72" y="6692"/>
                    </a:cubicBezTo>
                    <a:cubicBezTo>
                      <a:pt x="102" y="6738"/>
                      <a:pt x="170" y="6754"/>
                      <a:pt x="235" y="6754"/>
                    </a:cubicBezTo>
                    <a:cubicBezTo>
                      <a:pt x="272" y="6754"/>
                      <a:pt x="308" y="6749"/>
                      <a:pt x="334" y="6740"/>
                    </a:cubicBezTo>
                    <a:cubicBezTo>
                      <a:pt x="405" y="6740"/>
                      <a:pt x="453" y="6668"/>
                      <a:pt x="524" y="6645"/>
                    </a:cubicBezTo>
                    <a:cubicBezTo>
                      <a:pt x="548" y="6633"/>
                      <a:pt x="572" y="6633"/>
                      <a:pt x="596" y="6633"/>
                    </a:cubicBezTo>
                    <a:cubicBezTo>
                      <a:pt x="619" y="6633"/>
                      <a:pt x="643" y="6633"/>
                      <a:pt x="667" y="6621"/>
                    </a:cubicBezTo>
                    <a:cubicBezTo>
                      <a:pt x="786" y="6573"/>
                      <a:pt x="786" y="6526"/>
                      <a:pt x="786" y="6430"/>
                    </a:cubicBezTo>
                    <a:cubicBezTo>
                      <a:pt x="834" y="5835"/>
                      <a:pt x="834" y="5240"/>
                      <a:pt x="858" y="4644"/>
                    </a:cubicBezTo>
                    <a:cubicBezTo>
                      <a:pt x="858" y="4025"/>
                      <a:pt x="881" y="3430"/>
                      <a:pt x="858" y="2811"/>
                    </a:cubicBezTo>
                    <a:cubicBezTo>
                      <a:pt x="834" y="2144"/>
                      <a:pt x="810" y="1453"/>
                      <a:pt x="810" y="762"/>
                    </a:cubicBezTo>
                    <a:cubicBezTo>
                      <a:pt x="810" y="620"/>
                      <a:pt x="881" y="286"/>
                      <a:pt x="786" y="167"/>
                    </a:cubicBezTo>
                    <a:cubicBezTo>
                      <a:pt x="667" y="0"/>
                      <a:pt x="334" y="0"/>
                      <a:pt x="72" y="0"/>
                    </a:cubicBezTo>
                    <a:close/>
                  </a:path>
                </a:pathLst>
              </a:custGeom>
              <a:solidFill>
                <a:srgbClr val="E8CC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1" name="Google Shape;15171;p46"/>
              <p:cNvSpPr/>
              <p:nvPr/>
            </p:nvSpPr>
            <p:spPr>
              <a:xfrm>
                <a:off x="1036451" y="3367813"/>
                <a:ext cx="17856" cy="215966"/>
              </a:xfrm>
              <a:custGeom>
                <a:rect b="b" l="l" r="r" t="t"/>
                <a:pathLst>
                  <a:path extrusionOk="0" h="6640" w="549">
                    <a:moveTo>
                      <a:pt x="501" y="1"/>
                    </a:moveTo>
                    <a:cubicBezTo>
                      <a:pt x="263" y="72"/>
                      <a:pt x="49" y="144"/>
                      <a:pt x="25" y="334"/>
                    </a:cubicBezTo>
                    <a:cubicBezTo>
                      <a:pt x="1" y="430"/>
                      <a:pt x="49" y="596"/>
                      <a:pt x="49" y="715"/>
                    </a:cubicBezTo>
                    <a:cubicBezTo>
                      <a:pt x="72" y="1192"/>
                      <a:pt x="72" y="1668"/>
                      <a:pt x="49" y="2144"/>
                    </a:cubicBezTo>
                    <a:cubicBezTo>
                      <a:pt x="25" y="3192"/>
                      <a:pt x="49" y="4240"/>
                      <a:pt x="49" y="5288"/>
                    </a:cubicBezTo>
                    <a:cubicBezTo>
                      <a:pt x="49" y="5692"/>
                      <a:pt x="25" y="6074"/>
                      <a:pt x="120" y="6455"/>
                    </a:cubicBezTo>
                    <a:cubicBezTo>
                      <a:pt x="144" y="6597"/>
                      <a:pt x="144" y="6597"/>
                      <a:pt x="239" y="6621"/>
                    </a:cubicBezTo>
                    <a:cubicBezTo>
                      <a:pt x="263" y="6633"/>
                      <a:pt x="293" y="6639"/>
                      <a:pt x="322" y="6639"/>
                    </a:cubicBezTo>
                    <a:cubicBezTo>
                      <a:pt x="352" y="6639"/>
                      <a:pt x="382" y="6633"/>
                      <a:pt x="406" y="6621"/>
                    </a:cubicBezTo>
                    <a:cubicBezTo>
                      <a:pt x="453" y="6550"/>
                      <a:pt x="430" y="6359"/>
                      <a:pt x="430" y="6288"/>
                    </a:cubicBezTo>
                    <a:cubicBezTo>
                      <a:pt x="430" y="6145"/>
                      <a:pt x="406" y="5978"/>
                      <a:pt x="382" y="5812"/>
                    </a:cubicBezTo>
                    <a:cubicBezTo>
                      <a:pt x="334" y="5240"/>
                      <a:pt x="430" y="4668"/>
                      <a:pt x="430" y="4097"/>
                    </a:cubicBezTo>
                    <a:cubicBezTo>
                      <a:pt x="453" y="3382"/>
                      <a:pt x="453" y="2668"/>
                      <a:pt x="453" y="1954"/>
                    </a:cubicBezTo>
                    <a:cubicBezTo>
                      <a:pt x="453" y="1525"/>
                      <a:pt x="477" y="1073"/>
                      <a:pt x="501" y="644"/>
                    </a:cubicBezTo>
                    <a:cubicBezTo>
                      <a:pt x="501" y="430"/>
                      <a:pt x="549" y="191"/>
                      <a:pt x="501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2" name="Google Shape;15172;p46"/>
              <p:cNvSpPr/>
              <p:nvPr/>
            </p:nvSpPr>
            <p:spPr>
              <a:xfrm>
                <a:off x="1286666" y="3363552"/>
                <a:ext cx="16295" cy="223609"/>
              </a:xfrm>
              <a:custGeom>
                <a:rect b="b" l="l" r="r" t="t"/>
                <a:pathLst>
                  <a:path extrusionOk="0" h="6875" w="501">
                    <a:moveTo>
                      <a:pt x="217" y="1"/>
                    </a:moveTo>
                    <a:cubicBezTo>
                      <a:pt x="117" y="1"/>
                      <a:pt x="48" y="74"/>
                      <a:pt x="48" y="156"/>
                    </a:cubicBezTo>
                    <a:cubicBezTo>
                      <a:pt x="48" y="370"/>
                      <a:pt x="72" y="561"/>
                      <a:pt x="72" y="775"/>
                    </a:cubicBezTo>
                    <a:cubicBezTo>
                      <a:pt x="95" y="1227"/>
                      <a:pt x="143" y="1704"/>
                      <a:pt x="167" y="2156"/>
                    </a:cubicBezTo>
                    <a:cubicBezTo>
                      <a:pt x="167" y="2728"/>
                      <a:pt x="119" y="3252"/>
                      <a:pt x="72" y="3823"/>
                    </a:cubicBezTo>
                    <a:cubicBezTo>
                      <a:pt x="48" y="4323"/>
                      <a:pt x="0" y="4871"/>
                      <a:pt x="48" y="5371"/>
                    </a:cubicBezTo>
                    <a:cubicBezTo>
                      <a:pt x="72" y="5776"/>
                      <a:pt x="48" y="6205"/>
                      <a:pt x="24" y="6609"/>
                    </a:cubicBezTo>
                    <a:cubicBezTo>
                      <a:pt x="2" y="6781"/>
                      <a:pt x="20" y="6875"/>
                      <a:pt x="179" y="6875"/>
                    </a:cubicBezTo>
                    <a:cubicBezTo>
                      <a:pt x="197" y="6875"/>
                      <a:pt x="217" y="6874"/>
                      <a:pt x="238" y="6871"/>
                    </a:cubicBezTo>
                    <a:cubicBezTo>
                      <a:pt x="262" y="6871"/>
                      <a:pt x="453" y="6848"/>
                      <a:pt x="453" y="6848"/>
                    </a:cubicBezTo>
                    <a:cubicBezTo>
                      <a:pt x="500" y="6800"/>
                      <a:pt x="453" y="6609"/>
                      <a:pt x="453" y="6562"/>
                    </a:cubicBezTo>
                    <a:cubicBezTo>
                      <a:pt x="429" y="6014"/>
                      <a:pt x="405" y="5442"/>
                      <a:pt x="405" y="4895"/>
                    </a:cubicBezTo>
                    <a:cubicBezTo>
                      <a:pt x="405" y="4085"/>
                      <a:pt x="381" y="3252"/>
                      <a:pt x="405" y="2418"/>
                    </a:cubicBezTo>
                    <a:cubicBezTo>
                      <a:pt x="429" y="1942"/>
                      <a:pt x="453" y="1489"/>
                      <a:pt x="453" y="1013"/>
                    </a:cubicBezTo>
                    <a:cubicBezTo>
                      <a:pt x="453" y="727"/>
                      <a:pt x="476" y="441"/>
                      <a:pt x="476" y="156"/>
                    </a:cubicBezTo>
                    <a:cubicBezTo>
                      <a:pt x="384" y="43"/>
                      <a:pt x="292" y="1"/>
                      <a:pt x="217" y="1"/>
                    </a:cubicBezTo>
                    <a:close/>
                  </a:path>
                </a:pathLst>
              </a:custGeom>
              <a:solidFill>
                <a:srgbClr val="F7BA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3" name="Google Shape;15173;p46"/>
              <p:cNvSpPr/>
              <p:nvPr/>
            </p:nvSpPr>
            <p:spPr>
              <a:xfrm>
                <a:off x="1149541" y="3327710"/>
                <a:ext cx="42640" cy="24589"/>
              </a:xfrm>
              <a:custGeom>
                <a:rect b="b" l="l" r="r" t="t"/>
                <a:pathLst>
                  <a:path extrusionOk="0" h="756" w="1311">
                    <a:moveTo>
                      <a:pt x="653" y="1"/>
                    </a:moveTo>
                    <a:cubicBezTo>
                      <a:pt x="603" y="1"/>
                      <a:pt x="552" y="7"/>
                      <a:pt x="501" y="19"/>
                    </a:cubicBezTo>
                    <a:cubicBezTo>
                      <a:pt x="310" y="43"/>
                      <a:pt x="144" y="162"/>
                      <a:pt x="96" y="329"/>
                    </a:cubicBezTo>
                    <a:cubicBezTo>
                      <a:pt x="72" y="424"/>
                      <a:pt x="1" y="591"/>
                      <a:pt x="25" y="686"/>
                    </a:cubicBezTo>
                    <a:cubicBezTo>
                      <a:pt x="38" y="739"/>
                      <a:pt x="51" y="755"/>
                      <a:pt x="76" y="755"/>
                    </a:cubicBezTo>
                    <a:cubicBezTo>
                      <a:pt x="97" y="755"/>
                      <a:pt x="125" y="744"/>
                      <a:pt x="168" y="734"/>
                    </a:cubicBezTo>
                    <a:cubicBezTo>
                      <a:pt x="310" y="710"/>
                      <a:pt x="465" y="704"/>
                      <a:pt x="620" y="704"/>
                    </a:cubicBezTo>
                    <a:cubicBezTo>
                      <a:pt x="775" y="704"/>
                      <a:pt x="930" y="710"/>
                      <a:pt x="1073" y="710"/>
                    </a:cubicBezTo>
                    <a:cubicBezTo>
                      <a:pt x="1287" y="710"/>
                      <a:pt x="1311" y="615"/>
                      <a:pt x="1239" y="424"/>
                    </a:cubicBezTo>
                    <a:cubicBezTo>
                      <a:pt x="1215" y="281"/>
                      <a:pt x="1144" y="210"/>
                      <a:pt x="1025" y="115"/>
                    </a:cubicBezTo>
                    <a:cubicBezTo>
                      <a:pt x="920" y="45"/>
                      <a:pt x="790" y="1"/>
                      <a:pt x="653" y="1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4" name="Google Shape;15174;p46"/>
              <p:cNvSpPr/>
              <p:nvPr/>
            </p:nvSpPr>
            <p:spPr>
              <a:xfrm>
                <a:off x="1151882" y="3327547"/>
                <a:ext cx="35647" cy="21987"/>
              </a:xfrm>
              <a:custGeom>
                <a:rect b="b" l="l" r="r" t="t"/>
                <a:pathLst>
                  <a:path extrusionOk="0" h="676" w="1096">
                    <a:moveTo>
                      <a:pt x="572" y="1"/>
                    </a:moveTo>
                    <a:lnTo>
                      <a:pt x="572" y="1"/>
                    </a:lnTo>
                    <a:cubicBezTo>
                      <a:pt x="191" y="215"/>
                      <a:pt x="0" y="286"/>
                      <a:pt x="24" y="524"/>
                    </a:cubicBezTo>
                    <a:cubicBezTo>
                      <a:pt x="24" y="637"/>
                      <a:pt x="53" y="675"/>
                      <a:pt x="135" y="675"/>
                    </a:cubicBezTo>
                    <a:cubicBezTo>
                      <a:pt x="158" y="675"/>
                      <a:pt x="184" y="672"/>
                      <a:pt x="215" y="667"/>
                    </a:cubicBezTo>
                    <a:cubicBezTo>
                      <a:pt x="310" y="667"/>
                      <a:pt x="413" y="673"/>
                      <a:pt x="517" y="673"/>
                    </a:cubicBezTo>
                    <a:cubicBezTo>
                      <a:pt x="725" y="673"/>
                      <a:pt x="937" y="651"/>
                      <a:pt x="1096" y="524"/>
                    </a:cubicBezTo>
                    <a:cubicBezTo>
                      <a:pt x="1001" y="405"/>
                      <a:pt x="858" y="453"/>
                      <a:pt x="739" y="382"/>
                    </a:cubicBezTo>
                    <a:cubicBezTo>
                      <a:pt x="596" y="310"/>
                      <a:pt x="524" y="167"/>
                      <a:pt x="572" y="1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5" name="Google Shape;15175;p46"/>
              <p:cNvSpPr/>
              <p:nvPr/>
            </p:nvSpPr>
            <p:spPr>
              <a:xfrm>
                <a:off x="1050404" y="3587292"/>
                <a:ext cx="260298" cy="77572"/>
              </a:xfrm>
              <a:custGeom>
                <a:rect b="b" l="l" r="r" t="t"/>
                <a:pathLst>
                  <a:path extrusionOk="0" h="2385" w="8003">
                    <a:moveTo>
                      <a:pt x="238" y="0"/>
                    </a:moveTo>
                    <a:cubicBezTo>
                      <a:pt x="186" y="0"/>
                      <a:pt x="131" y="5"/>
                      <a:pt x="72" y="16"/>
                    </a:cubicBezTo>
                    <a:cubicBezTo>
                      <a:pt x="1" y="207"/>
                      <a:pt x="24" y="469"/>
                      <a:pt x="24" y="659"/>
                    </a:cubicBezTo>
                    <a:cubicBezTo>
                      <a:pt x="48" y="921"/>
                      <a:pt x="48" y="1159"/>
                      <a:pt x="72" y="1421"/>
                    </a:cubicBezTo>
                    <a:cubicBezTo>
                      <a:pt x="72" y="1588"/>
                      <a:pt x="1" y="2231"/>
                      <a:pt x="191" y="2326"/>
                    </a:cubicBezTo>
                    <a:cubicBezTo>
                      <a:pt x="205" y="2333"/>
                      <a:pt x="219" y="2336"/>
                      <a:pt x="233" y="2336"/>
                    </a:cubicBezTo>
                    <a:cubicBezTo>
                      <a:pt x="267" y="2336"/>
                      <a:pt x="300" y="2319"/>
                      <a:pt x="334" y="2302"/>
                    </a:cubicBezTo>
                    <a:cubicBezTo>
                      <a:pt x="429" y="2302"/>
                      <a:pt x="548" y="2326"/>
                      <a:pt x="644" y="2326"/>
                    </a:cubicBezTo>
                    <a:cubicBezTo>
                      <a:pt x="834" y="2350"/>
                      <a:pt x="1048" y="2350"/>
                      <a:pt x="1263" y="2350"/>
                    </a:cubicBezTo>
                    <a:cubicBezTo>
                      <a:pt x="1353" y="2357"/>
                      <a:pt x="1444" y="2365"/>
                      <a:pt x="1532" y="2365"/>
                    </a:cubicBezTo>
                    <a:cubicBezTo>
                      <a:pt x="1725" y="2365"/>
                      <a:pt x="1910" y="2330"/>
                      <a:pt x="2073" y="2183"/>
                    </a:cubicBezTo>
                    <a:cubicBezTo>
                      <a:pt x="2477" y="1826"/>
                      <a:pt x="2763" y="1421"/>
                      <a:pt x="3287" y="1254"/>
                    </a:cubicBezTo>
                    <a:cubicBezTo>
                      <a:pt x="3597" y="1183"/>
                      <a:pt x="3906" y="1159"/>
                      <a:pt x="4216" y="1112"/>
                    </a:cubicBezTo>
                    <a:cubicBezTo>
                      <a:pt x="4359" y="1112"/>
                      <a:pt x="4509" y="1090"/>
                      <a:pt x="4658" y="1090"/>
                    </a:cubicBezTo>
                    <a:cubicBezTo>
                      <a:pt x="4782" y="1090"/>
                      <a:pt x="4906" y="1105"/>
                      <a:pt x="5026" y="1159"/>
                    </a:cubicBezTo>
                    <a:cubicBezTo>
                      <a:pt x="5311" y="1302"/>
                      <a:pt x="5526" y="1659"/>
                      <a:pt x="5645" y="1945"/>
                    </a:cubicBezTo>
                    <a:cubicBezTo>
                      <a:pt x="5692" y="2088"/>
                      <a:pt x="5716" y="2231"/>
                      <a:pt x="5859" y="2302"/>
                    </a:cubicBezTo>
                    <a:cubicBezTo>
                      <a:pt x="6002" y="2374"/>
                      <a:pt x="6288" y="2374"/>
                      <a:pt x="6454" y="2374"/>
                    </a:cubicBezTo>
                    <a:cubicBezTo>
                      <a:pt x="6550" y="2382"/>
                      <a:pt x="6648" y="2384"/>
                      <a:pt x="6747" y="2384"/>
                    </a:cubicBezTo>
                    <a:cubicBezTo>
                      <a:pt x="6947" y="2384"/>
                      <a:pt x="7153" y="2374"/>
                      <a:pt x="7359" y="2374"/>
                    </a:cubicBezTo>
                    <a:cubicBezTo>
                      <a:pt x="7455" y="2374"/>
                      <a:pt x="7550" y="2374"/>
                      <a:pt x="7645" y="2326"/>
                    </a:cubicBezTo>
                    <a:cubicBezTo>
                      <a:pt x="7764" y="2278"/>
                      <a:pt x="7764" y="2231"/>
                      <a:pt x="7788" y="2112"/>
                    </a:cubicBezTo>
                    <a:cubicBezTo>
                      <a:pt x="7836" y="1897"/>
                      <a:pt x="7883" y="1707"/>
                      <a:pt x="7931" y="1493"/>
                    </a:cubicBezTo>
                    <a:cubicBezTo>
                      <a:pt x="7955" y="1278"/>
                      <a:pt x="7931" y="1064"/>
                      <a:pt x="7955" y="850"/>
                    </a:cubicBezTo>
                    <a:cubicBezTo>
                      <a:pt x="7955" y="588"/>
                      <a:pt x="8002" y="254"/>
                      <a:pt x="7883" y="16"/>
                    </a:cubicBezTo>
                    <a:cubicBezTo>
                      <a:pt x="7717" y="88"/>
                      <a:pt x="7526" y="111"/>
                      <a:pt x="7336" y="159"/>
                    </a:cubicBezTo>
                    <a:cubicBezTo>
                      <a:pt x="6954" y="230"/>
                      <a:pt x="6573" y="326"/>
                      <a:pt x="6192" y="397"/>
                    </a:cubicBezTo>
                    <a:cubicBezTo>
                      <a:pt x="5732" y="461"/>
                      <a:pt x="5282" y="471"/>
                      <a:pt x="4829" y="471"/>
                    </a:cubicBezTo>
                    <a:cubicBezTo>
                      <a:pt x="4602" y="471"/>
                      <a:pt x="4375" y="469"/>
                      <a:pt x="4144" y="469"/>
                    </a:cubicBezTo>
                    <a:cubicBezTo>
                      <a:pt x="3358" y="469"/>
                      <a:pt x="2573" y="445"/>
                      <a:pt x="1787" y="350"/>
                    </a:cubicBezTo>
                    <a:cubicBezTo>
                      <a:pt x="1501" y="326"/>
                      <a:pt x="1191" y="254"/>
                      <a:pt x="906" y="183"/>
                    </a:cubicBezTo>
                    <a:cubicBezTo>
                      <a:pt x="704" y="143"/>
                      <a:pt x="520" y="0"/>
                      <a:pt x="238" y="0"/>
                    </a:cubicBezTo>
                    <a:close/>
                  </a:path>
                </a:pathLst>
              </a:custGeom>
              <a:solidFill>
                <a:srgbClr val="8846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6" name="Google Shape;15176;p46"/>
              <p:cNvSpPr/>
              <p:nvPr/>
            </p:nvSpPr>
            <p:spPr>
              <a:xfrm>
                <a:off x="1047315" y="3587031"/>
                <a:ext cx="260298" cy="75068"/>
              </a:xfrm>
              <a:custGeom>
                <a:rect b="b" l="l" r="r" t="t"/>
                <a:pathLst>
                  <a:path extrusionOk="0" h="2308" w="8003">
                    <a:moveTo>
                      <a:pt x="7931" y="0"/>
                    </a:moveTo>
                    <a:cubicBezTo>
                      <a:pt x="7645" y="24"/>
                      <a:pt x="7359" y="167"/>
                      <a:pt x="7073" y="215"/>
                    </a:cubicBezTo>
                    <a:cubicBezTo>
                      <a:pt x="6692" y="286"/>
                      <a:pt x="6287" y="358"/>
                      <a:pt x="5906" y="381"/>
                    </a:cubicBezTo>
                    <a:cubicBezTo>
                      <a:pt x="5668" y="405"/>
                      <a:pt x="5430" y="405"/>
                      <a:pt x="5168" y="429"/>
                    </a:cubicBezTo>
                    <a:cubicBezTo>
                      <a:pt x="4882" y="453"/>
                      <a:pt x="4597" y="477"/>
                      <a:pt x="4311" y="500"/>
                    </a:cubicBezTo>
                    <a:cubicBezTo>
                      <a:pt x="4008" y="514"/>
                      <a:pt x="3698" y="528"/>
                      <a:pt x="3389" y="528"/>
                    </a:cubicBezTo>
                    <a:cubicBezTo>
                      <a:pt x="3162" y="528"/>
                      <a:pt x="2937" y="521"/>
                      <a:pt x="2715" y="500"/>
                    </a:cubicBezTo>
                    <a:cubicBezTo>
                      <a:pt x="2001" y="405"/>
                      <a:pt x="1167" y="429"/>
                      <a:pt x="500" y="119"/>
                    </a:cubicBezTo>
                    <a:cubicBezTo>
                      <a:pt x="439" y="89"/>
                      <a:pt x="328" y="38"/>
                      <a:pt x="231" y="38"/>
                    </a:cubicBezTo>
                    <a:cubicBezTo>
                      <a:pt x="178" y="38"/>
                      <a:pt x="129" y="53"/>
                      <a:pt x="96" y="96"/>
                    </a:cubicBezTo>
                    <a:cubicBezTo>
                      <a:pt x="0" y="191"/>
                      <a:pt x="72" y="381"/>
                      <a:pt x="72" y="477"/>
                    </a:cubicBezTo>
                    <a:cubicBezTo>
                      <a:pt x="119" y="715"/>
                      <a:pt x="119" y="953"/>
                      <a:pt x="119" y="1191"/>
                    </a:cubicBezTo>
                    <a:cubicBezTo>
                      <a:pt x="143" y="1358"/>
                      <a:pt x="143" y="1524"/>
                      <a:pt x="143" y="1691"/>
                    </a:cubicBezTo>
                    <a:cubicBezTo>
                      <a:pt x="143" y="1834"/>
                      <a:pt x="96" y="1953"/>
                      <a:pt x="96" y="2096"/>
                    </a:cubicBezTo>
                    <a:cubicBezTo>
                      <a:pt x="72" y="2286"/>
                      <a:pt x="167" y="2263"/>
                      <a:pt x="310" y="2286"/>
                    </a:cubicBezTo>
                    <a:cubicBezTo>
                      <a:pt x="389" y="2302"/>
                      <a:pt x="463" y="2308"/>
                      <a:pt x="536" y="2308"/>
                    </a:cubicBezTo>
                    <a:cubicBezTo>
                      <a:pt x="680" y="2308"/>
                      <a:pt x="818" y="2286"/>
                      <a:pt x="977" y="2286"/>
                    </a:cubicBezTo>
                    <a:cubicBezTo>
                      <a:pt x="1096" y="2263"/>
                      <a:pt x="1286" y="2286"/>
                      <a:pt x="1358" y="2167"/>
                    </a:cubicBezTo>
                    <a:cubicBezTo>
                      <a:pt x="1429" y="2025"/>
                      <a:pt x="1334" y="1810"/>
                      <a:pt x="1382" y="1667"/>
                    </a:cubicBezTo>
                    <a:cubicBezTo>
                      <a:pt x="1501" y="1239"/>
                      <a:pt x="1953" y="1001"/>
                      <a:pt x="2334" y="881"/>
                    </a:cubicBezTo>
                    <a:cubicBezTo>
                      <a:pt x="2696" y="729"/>
                      <a:pt x="3058" y="714"/>
                      <a:pt x="3445" y="714"/>
                    </a:cubicBezTo>
                    <a:cubicBezTo>
                      <a:pt x="3541" y="714"/>
                      <a:pt x="3639" y="715"/>
                      <a:pt x="3739" y="715"/>
                    </a:cubicBezTo>
                    <a:cubicBezTo>
                      <a:pt x="4117" y="715"/>
                      <a:pt x="4495" y="728"/>
                      <a:pt x="4870" y="728"/>
                    </a:cubicBezTo>
                    <a:cubicBezTo>
                      <a:pt x="5371" y="728"/>
                      <a:pt x="5869" y="705"/>
                      <a:pt x="6359" y="596"/>
                    </a:cubicBezTo>
                    <a:cubicBezTo>
                      <a:pt x="6549" y="548"/>
                      <a:pt x="8002" y="286"/>
                      <a:pt x="7931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7" name="Google Shape;15177;p46"/>
              <p:cNvSpPr/>
              <p:nvPr/>
            </p:nvSpPr>
            <p:spPr>
              <a:xfrm>
                <a:off x="1206882" y="3622158"/>
                <a:ext cx="96079" cy="45568"/>
              </a:xfrm>
              <a:custGeom>
                <a:rect b="b" l="l" r="r" t="t"/>
                <a:pathLst>
                  <a:path extrusionOk="0" h="1401" w="2954">
                    <a:moveTo>
                      <a:pt x="326" y="0"/>
                    </a:moveTo>
                    <a:cubicBezTo>
                      <a:pt x="217" y="0"/>
                      <a:pt x="109" y="6"/>
                      <a:pt x="0" y="16"/>
                    </a:cubicBezTo>
                    <a:cubicBezTo>
                      <a:pt x="286" y="254"/>
                      <a:pt x="548" y="373"/>
                      <a:pt x="667" y="635"/>
                    </a:cubicBezTo>
                    <a:cubicBezTo>
                      <a:pt x="762" y="825"/>
                      <a:pt x="834" y="1040"/>
                      <a:pt x="929" y="1206"/>
                    </a:cubicBezTo>
                    <a:cubicBezTo>
                      <a:pt x="1024" y="1373"/>
                      <a:pt x="1167" y="1349"/>
                      <a:pt x="1334" y="1373"/>
                    </a:cubicBezTo>
                    <a:cubicBezTo>
                      <a:pt x="1499" y="1387"/>
                      <a:pt x="1672" y="1401"/>
                      <a:pt x="1843" y="1401"/>
                    </a:cubicBezTo>
                    <a:cubicBezTo>
                      <a:pt x="1969" y="1401"/>
                      <a:pt x="2094" y="1393"/>
                      <a:pt x="2215" y="1373"/>
                    </a:cubicBezTo>
                    <a:cubicBezTo>
                      <a:pt x="2405" y="1349"/>
                      <a:pt x="2691" y="1326"/>
                      <a:pt x="2858" y="1230"/>
                    </a:cubicBezTo>
                    <a:cubicBezTo>
                      <a:pt x="2953" y="1183"/>
                      <a:pt x="2953" y="1087"/>
                      <a:pt x="2929" y="992"/>
                    </a:cubicBezTo>
                    <a:cubicBezTo>
                      <a:pt x="2834" y="825"/>
                      <a:pt x="2620" y="802"/>
                      <a:pt x="2477" y="778"/>
                    </a:cubicBezTo>
                    <a:cubicBezTo>
                      <a:pt x="2167" y="754"/>
                      <a:pt x="1882" y="659"/>
                      <a:pt x="1643" y="468"/>
                    </a:cubicBezTo>
                    <a:cubicBezTo>
                      <a:pt x="1524" y="373"/>
                      <a:pt x="1405" y="254"/>
                      <a:pt x="1286" y="182"/>
                    </a:cubicBezTo>
                    <a:cubicBezTo>
                      <a:pt x="1119" y="87"/>
                      <a:pt x="953" y="63"/>
                      <a:pt x="786" y="40"/>
                    </a:cubicBezTo>
                    <a:cubicBezTo>
                      <a:pt x="633" y="12"/>
                      <a:pt x="479" y="0"/>
                      <a:pt x="326" y="0"/>
                    </a:cubicBezTo>
                    <a:close/>
                  </a:path>
                </a:pathLst>
              </a:custGeom>
              <a:solidFill>
                <a:srgbClr val="7738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8" name="Google Shape;15178;p46"/>
              <p:cNvSpPr/>
              <p:nvPr/>
            </p:nvSpPr>
            <p:spPr>
              <a:xfrm>
                <a:off x="1343194" y="3448182"/>
                <a:ext cx="61993" cy="108731"/>
              </a:xfrm>
              <a:custGeom>
                <a:rect b="b" l="l" r="r" t="t"/>
                <a:pathLst>
                  <a:path extrusionOk="0" h="3343" w="1906">
                    <a:moveTo>
                      <a:pt x="1310" y="1"/>
                    </a:moveTo>
                    <a:cubicBezTo>
                      <a:pt x="1221" y="1"/>
                      <a:pt x="1120" y="18"/>
                      <a:pt x="1025" y="54"/>
                    </a:cubicBezTo>
                    <a:cubicBezTo>
                      <a:pt x="1048" y="459"/>
                      <a:pt x="1048" y="864"/>
                      <a:pt x="1096" y="1269"/>
                    </a:cubicBezTo>
                    <a:cubicBezTo>
                      <a:pt x="1120" y="1388"/>
                      <a:pt x="1072" y="1412"/>
                      <a:pt x="977" y="1483"/>
                    </a:cubicBezTo>
                    <a:cubicBezTo>
                      <a:pt x="929" y="1531"/>
                      <a:pt x="882" y="1554"/>
                      <a:pt x="834" y="1602"/>
                    </a:cubicBezTo>
                    <a:cubicBezTo>
                      <a:pt x="810" y="1626"/>
                      <a:pt x="786" y="1697"/>
                      <a:pt x="763" y="1721"/>
                    </a:cubicBezTo>
                    <a:cubicBezTo>
                      <a:pt x="739" y="1737"/>
                      <a:pt x="710" y="1742"/>
                      <a:pt x="679" y="1742"/>
                    </a:cubicBezTo>
                    <a:cubicBezTo>
                      <a:pt x="617" y="1742"/>
                      <a:pt x="548" y="1721"/>
                      <a:pt x="501" y="1721"/>
                    </a:cubicBezTo>
                    <a:cubicBezTo>
                      <a:pt x="453" y="1709"/>
                      <a:pt x="376" y="1703"/>
                      <a:pt x="301" y="1703"/>
                    </a:cubicBezTo>
                    <a:cubicBezTo>
                      <a:pt x="227" y="1703"/>
                      <a:pt x="155" y="1709"/>
                      <a:pt x="120" y="1721"/>
                    </a:cubicBezTo>
                    <a:cubicBezTo>
                      <a:pt x="1" y="1769"/>
                      <a:pt x="72" y="1912"/>
                      <a:pt x="96" y="2031"/>
                    </a:cubicBezTo>
                    <a:cubicBezTo>
                      <a:pt x="96" y="2150"/>
                      <a:pt x="72" y="2269"/>
                      <a:pt x="191" y="2269"/>
                    </a:cubicBezTo>
                    <a:cubicBezTo>
                      <a:pt x="202" y="2271"/>
                      <a:pt x="213" y="2272"/>
                      <a:pt x="225" y="2272"/>
                    </a:cubicBezTo>
                    <a:cubicBezTo>
                      <a:pt x="348" y="2272"/>
                      <a:pt x="486" y="2171"/>
                      <a:pt x="610" y="2171"/>
                    </a:cubicBezTo>
                    <a:cubicBezTo>
                      <a:pt x="621" y="2171"/>
                      <a:pt x="632" y="2172"/>
                      <a:pt x="644" y="2174"/>
                    </a:cubicBezTo>
                    <a:cubicBezTo>
                      <a:pt x="715" y="2197"/>
                      <a:pt x="763" y="2293"/>
                      <a:pt x="834" y="2340"/>
                    </a:cubicBezTo>
                    <a:cubicBezTo>
                      <a:pt x="905" y="2412"/>
                      <a:pt x="1001" y="2412"/>
                      <a:pt x="1048" y="2507"/>
                    </a:cubicBezTo>
                    <a:cubicBezTo>
                      <a:pt x="1072" y="2579"/>
                      <a:pt x="1048" y="2650"/>
                      <a:pt x="1025" y="2721"/>
                    </a:cubicBezTo>
                    <a:cubicBezTo>
                      <a:pt x="1025" y="2840"/>
                      <a:pt x="1025" y="2983"/>
                      <a:pt x="1025" y="3102"/>
                    </a:cubicBezTo>
                    <a:cubicBezTo>
                      <a:pt x="1048" y="3245"/>
                      <a:pt x="1072" y="3341"/>
                      <a:pt x="1239" y="3341"/>
                    </a:cubicBezTo>
                    <a:cubicBezTo>
                      <a:pt x="1273" y="3341"/>
                      <a:pt x="1305" y="3343"/>
                      <a:pt x="1335" y="3343"/>
                    </a:cubicBezTo>
                    <a:cubicBezTo>
                      <a:pt x="1408" y="3343"/>
                      <a:pt x="1467" y="3330"/>
                      <a:pt x="1501" y="3245"/>
                    </a:cubicBezTo>
                    <a:cubicBezTo>
                      <a:pt x="1620" y="3031"/>
                      <a:pt x="1572" y="2769"/>
                      <a:pt x="1596" y="2555"/>
                    </a:cubicBezTo>
                    <a:cubicBezTo>
                      <a:pt x="1596" y="2388"/>
                      <a:pt x="1739" y="2317"/>
                      <a:pt x="1787" y="2174"/>
                    </a:cubicBezTo>
                    <a:cubicBezTo>
                      <a:pt x="1882" y="1959"/>
                      <a:pt x="1906" y="1793"/>
                      <a:pt x="1787" y="1602"/>
                    </a:cubicBezTo>
                    <a:cubicBezTo>
                      <a:pt x="1715" y="1435"/>
                      <a:pt x="1501" y="1388"/>
                      <a:pt x="1501" y="1173"/>
                    </a:cubicBezTo>
                    <a:cubicBezTo>
                      <a:pt x="1501" y="1078"/>
                      <a:pt x="1572" y="959"/>
                      <a:pt x="1572" y="840"/>
                    </a:cubicBezTo>
                    <a:cubicBezTo>
                      <a:pt x="1596" y="697"/>
                      <a:pt x="1596" y="530"/>
                      <a:pt x="1596" y="364"/>
                    </a:cubicBezTo>
                    <a:cubicBezTo>
                      <a:pt x="1596" y="269"/>
                      <a:pt x="1620" y="126"/>
                      <a:pt x="1525" y="54"/>
                    </a:cubicBezTo>
                    <a:cubicBezTo>
                      <a:pt x="1477" y="18"/>
                      <a:pt x="1400" y="1"/>
                      <a:pt x="1310" y="1"/>
                    </a:cubicBezTo>
                    <a:close/>
                  </a:path>
                </a:pathLst>
              </a:custGeom>
              <a:solidFill>
                <a:srgbClr val="D8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9" name="Google Shape;15179;p46"/>
              <p:cNvSpPr/>
              <p:nvPr/>
            </p:nvSpPr>
            <p:spPr>
              <a:xfrm>
                <a:off x="1347065" y="3447597"/>
                <a:ext cx="44950" cy="110357"/>
              </a:xfrm>
              <a:custGeom>
                <a:rect b="b" l="l" r="r" t="t"/>
                <a:pathLst>
                  <a:path extrusionOk="0" h="3393" w="1382">
                    <a:moveTo>
                      <a:pt x="1239" y="48"/>
                    </a:moveTo>
                    <a:lnTo>
                      <a:pt x="1239" y="48"/>
                    </a:lnTo>
                    <a:cubicBezTo>
                      <a:pt x="1072" y="72"/>
                      <a:pt x="882" y="1"/>
                      <a:pt x="882" y="287"/>
                    </a:cubicBezTo>
                    <a:cubicBezTo>
                      <a:pt x="882" y="453"/>
                      <a:pt x="906" y="596"/>
                      <a:pt x="929" y="763"/>
                    </a:cubicBezTo>
                    <a:cubicBezTo>
                      <a:pt x="929" y="906"/>
                      <a:pt x="953" y="1072"/>
                      <a:pt x="977" y="1215"/>
                    </a:cubicBezTo>
                    <a:cubicBezTo>
                      <a:pt x="977" y="1311"/>
                      <a:pt x="977" y="1334"/>
                      <a:pt x="906" y="1406"/>
                    </a:cubicBezTo>
                    <a:cubicBezTo>
                      <a:pt x="786" y="1477"/>
                      <a:pt x="691" y="1501"/>
                      <a:pt x="644" y="1620"/>
                    </a:cubicBezTo>
                    <a:cubicBezTo>
                      <a:pt x="596" y="1715"/>
                      <a:pt x="596" y="1811"/>
                      <a:pt x="548" y="1882"/>
                    </a:cubicBezTo>
                    <a:cubicBezTo>
                      <a:pt x="405" y="2049"/>
                      <a:pt x="167" y="1977"/>
                      <a:pt x="1" y="2073"/>
                    </a:cubicBezTo>
                    <a:cubicBezTo>
                      <a:pt x="24" y="2192"/>
                      <a:pt x="1" y="2239"/>
                      <a:pt x="120" y="2287"/>
                    </a:cubicBezTo>
                    <a:cubicBezTo>
                      <a:pt x="149" y="2299"/>
                      <a:pt x="178" y="2303"/>
                      <a:pt x="206" y="2303"/>
                    </a:cubicBezTo>
                    <a:cubicBezTo>
                      <a:pt x="289" y="2303"/>
                      <a:pt x="370" y="2263"/>
                      <a:pt x="477" y="2263"/>
                    </a:cubicBezTo>
                    <a:cubicBezTo>
                      <a:pt x="499" y="2259"/>
                      <a:pt x="518" y="2257"/>
                      <a:pt x="536" y="2257"/>
                    </a:cubicBezTo>
                    <a:cubicBezTo>
                      <a:pt x="614" y="2257"/>
                      <a:pt x="657" y="2296"/>
                      <a:pt x="715" y="2335"/>
                    </a:cubicBezTo>
                    <a:cubicBezTo>
                      <a:pt x="786" y="2382"/>
                      <a:pt x="858" y="2406"/>
                      <a:pt x="906" y="2454"/>
                    </a:cubicBezTo>
                    <a:cubicBezTo>
                      <a:pt x="953" y="2501"/>
                      <a:pt x="929" y="2501"/>
                      <a:pt x="929" y="2573"/>
                    </a:cubicBezTo>
                    <a:cubicBezTo>
                      <a:pt x="929" y="2716"/>
                      <a:pt x="953" y="2835"/>
                      <a:pt x="929" y="2954"/>
                    </a:cubicBezTo>
                    <a:cubicBezTo>
                      <a:pt x="929" y="3073"/>
                      <a:pt x="858" y="3263"/>
                      <a:pt x="953" y="3359"/>
                    </a:cubicBezTo>
                    <a:cubicBezTo>
                      <a:pt x="970" y="3375"/>
                      <a:pt x="1023" y="3392"/>
                      <a:pt x="1069" y="3392"/>
                    </a:cubicBezTo>
                    <a:cubicBezTo>
                      <a:pt x="1088" y="3392"/>
                      <a:pt x="1106" y="3389"/>
                      <a:pt x="1120" y="3382"/>
                    </a:cubicBezTo>
                    <a:cubicBezTo>
                      <a:pt x="1191" y="3335"/>
                      <a:pt x="1144" y="3144"/>
                      <a:pt x="1144" y="3049"/>
                    </a:cubicBezTo>
                    <a:cubicBezTo>
                      <a:pt x="1144" y="2906"/>
                      <a:pt x="1144" y="2763"/>
                      <a:pt x="1168" y="2620"/>
                    </a:cubicBezTo>
                    <a:cubicBezTo>
                      <a:pt x="1215" y="2454"/>
                      <a:pt x="1382" y="2430"/>
                      <a:pt x="1239" y="2239"/>
                    </a:cubicBezTo>
                    <a:cubicBezTo>
                      <a:pt x="1072" y="2049"/>
                      <a:pt x="882" y="1930"/>
                      <a:pt x="1025" y="1644"/>
                    </a:cubicBezTo>
                    <a:cubicBezTo>
                      <a:pt x="1072" y="1525"/>
                      <a:pt x="1191" y="1453"/>
                      <a:pt x="1239" y="1334"/>
                    </a:cubicBezTo>
                    <a:cubicBezTo>
                      <a:pt x="1310" y="1191"/>
                      <a:pt x="1239" y="1025"/>
                      <a:pt x="1239" y="882"/>
                    </a:cubicBezTo>
                    <a:cubicBezTo>
                      <a:pt x="1215" y="620"/>
                      <a:pt x="1168" y="310"/>
                      <a:pt x="1239" y="48"/>
                    </a:cubicBezTo>
                    <a:close/>
                  </a:path>
                </a:pathLst>
              </a:custGeom>
              <a:solidFill>
                <a:srgbClr val="BEC9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0" name="Google Shape;15180;p46"/>
              <p:cNvSpPr/>
              <p:nvPr/>
            </p:nvSpPr>
            <p:spPr>
              <a:xfrm>
                <a:off x="1003146" y="3322896"/>
                <a:ext cx="407473" cy="347074"/>
              </a:xfrm>
              <a:custGeom>
                <a:rect b="b" l="l" r="r" t="t"/>
                <a:pathLst>
                  <a:path extrusionOk="0" h="10671" w="12528">
                    <a:moveTo>
                      <a:pt x="5216" y="239"/>
                    </a:moveTo>
                    <a:cubicBezTo>
                      <a:pt x="5335" y="239"/>
                      <a:pt x="5502" y="263"/>
                      <a:pt x="5597" y="358"/>
                    </a:cubicBezTo>
                    <a:cubicBezTo>
                      <a:pt x="5669" y="453"/>
                      <a:pt x="5621" y="620"/>
                      <a:pt x="5621" y="739"/>
                    </a:cubicBezTo>
                    <a:lnTo>
                      <a:pt x="4669" y="739"/>
                    </a:lnTo>
                    <a:cubicBezTo>
                      <a:pt x="4692" y="596"/>
                      <a:pt x="4692" y="453"/>
                      <a:pt x="4811" y="358"/>
                    </a:cubicBezTo>
                    <a:cubicBezTo>
                      <a:pt x="4907" y="263"/>
                      <a:pt x="5073" y="239"/>
                      <a:pt x="5216" y="239"/>
                    </a:cubicBezTo>
                    <a:close/>
                    <a:moveTo>
                      <a:pt x="5121" y="977"/>
                    </a:moveTo>
                    <a:cubicBezTo>
                      <a:pt x="5502" y="977"/>
                      <a:pt x="5883" y="977"/>
                      <a:pt x="6264" y="1001"/>
                    </a:cubicBezTo>
                    <a:lnTo>
                      <a:pt x="6836" y="1001"/>
                    </a:lnTo>
                    <a:cubicBezTo>
                      <a:pt x="7002" y="1001"/>
                      <a:pt x="7169" y="1048"/>
                      <a:pt x="7336" y="1048"/>
                    </a:cubicBezTo>
                    <a:cubicBezTo>
                      <a:pt x="7788" y="1120"/>
                      <a:pt x="8217" y="1215"/>
                      <a:pt x="8669" y="1310"/>
                    </a:cubicBezTo>
                    <a:cubicBezTo>
                      <a:pt x="8622" y="1549"/>
                      <a:pt x="8646" y="1787"/>
                      <a:pt x="8646" y="2001"/>
                    </a:cubicBezTo>
                    <a:cubicBezTo>
                      <a:pt x="8455" y="1953"/>
                      <a:pt x="8265" y="1953"/>
                      <a:pt x="8098" y="1930"/>
                    </a:cubicBezTo>
                    <a:cubicBezTo>
                      <a:pt x="7884" y="1906"/>
                      <a:pt x="7669" y="1858"/>
                      <a:pt x="7455" y="1858"/>
                    </a:cubicBezTo>
                    <a:cubicBezTo>
                      <a:pt x="6740" y="1811"/>
                      <a:pt x="6050" y="1811"/>
                      <a:pt x="5335" y="1811"/>
                    </a:cubicBezTo>
                    <a:cubicBezTo>
                      <a:pt x="4645" y="1834"/>
                      <a:pt x="3907" y="1811"/>
                      <a:pt x="3216" y="1858"/>
                    </a:cubicBezTo>
                    <a:cubicBezTo>
                      <a:pt x="3002" y="1858"/>
                      <a:pt x="2787" y="1906"/>
                      <a:pt x="2549" y="1930"/>
                    </a:cubicBezTo>
                    <a:cubicBezTo>
                      <a:pt x="2382" y="1953"/>
                      <a:pt x="2192" y="1953"/>
                      <a:pt x="2025" y="2001"/>
                    </a:cubicBezTo>
                    <a:cubicBezTo>
                      <a:pt x="2025" y="1787"/>
                      <a:pt x="2025" y="1549"/>
                      <a:pt x="1978" y="1310"/>
                    </a:cubicBezTo>
                    <a:cubicBezTo>
                      <a:pt x="2430" y="1215"/>
                      <a:pt x="2883" y="1120"/>
                      <a:pt x="3335" y="1048"/>
                    </a:cubicBezTo>
                    <a:cubicBezTo>
                      <a:pt x="3930" y="977"/>
                      <a:pt x="4526" y="1001"/>
                      <a:pt x="5121" y="977"/>
                    </a:cubicBezTo>
                    <a:close/>
                    <a:moveTo>
                      <a:pt x="954" y="1668"/>
                    </a:moveTo>
                    <a:cubicBezTo>
                      <a:pt x="954" y="1691"/>
                      <a:pt x="954" y="1691"/>
                      <a:pt x="954" y="1715"/>
                    </a:cubicBezTo>
                    <a:cubicBezTo>
                      <a:pt x="954" y="1834"/>
                      <a:pt x="954" y="1953"/>
                      <a:pt x="954" y="2049"/>
                    </a:cubicBezTo>
                    <a:cubicBezTo>
                      <a:pt x="954" y="2120"/>
                      <a:pt x="954" y="2168"/>
                      <a:pt x="954" y="2215"/>
                    </a:cubicBezTo>
                    <a:cubicBezTo>
                      <a:pt x="906" y="2215"/>
                      <a:pt x="834" y="2239"/>
                      <a:pt x="787" y="2263"/>
                    </a:cubicBezTo>
                    <a:cubicBezTo>
                      <a:pt x="692" y="2287"/>
                      <a:pt x="573" y="2287"/>
                      <a:pt x="477" y="2334"/>
                    </a:cubicBezTo>
                    <a:cubicBezTo>
                      <a:pt x="453" y="2334"/>
                      <a:pt x="382" y="2358"/>
                      <a:pt x="311" y="2382"/>
                    </a:cubicBezTo>
                    <a:cubicBezTo>
                      <a:pt x="311" y="2239"/>
                      <a:pt x="311" y="2072"/>
                      <a:pt x="406" y="1953"/>
                    </a:cubicBezTo>
                    <a:cubicBezTo>
                      <a:pt x="549" y="1811"/>
                      <a:pt x="763" y="1739"/>
                      <a:pt x="954" y="1668"/>
                    </a:cubicBezTo>
                    <a:close/>
                    <a:moveTo>
                      <a:pt x="9693" y="1668"/>
                    </a:moveTo>
                    <a:cubicBezTo>
                      <a:pt x="9884" y="1739"/>
                      <a:pt x="10122" y="1811"/>
                      <a:pt x="10241" y="1953"/>
                    </a:cubicBezTo>
                    <a:cubicBezTo>
                      <a:pt x="10336" y="2072"/>
                      <a:pt x="10360" y="2239"/>
                      <a:pt x="10360" y="2382"/>
                    </a:cubicBezTo>
                    <a:cubicBezTo>
                      <a:pt x="10289" y="2358"/>
                      <a:pt x="10194" y="2334"/>
                      <a:pt x="10170" y="2334"/>
                    </a:cubicBezTo>
                    <a:cubicBezTo>
                      <a:pt x="10074" y="2287"/>
                      <a:pt x="9979" y="2287"/>
                      <a:pt x="9860" y="2263"/>
                    </a:cubicBezTo>
                    <a:cubicBezTo>
                      <a:pt x="9813" y="2239"/>
                      <a:pt x="9765" y="2215"/>
                      <a:pt x="9717" y="2215"/>
                    </a:cubicBezTo>
                    <a:cubicBezTo>
                      <a:pt x="9717" y="2168"/>
                      <a:pt x="9717" y="2120"/>
                      <a:pt x="9693" y="2049"/>
                    </a:cubicBezTo>
                    <a:cubicBezTo>
                      <a:pt x="9693" y="1953"/>
                      <a:pt x="9693" y="1834"/>
                      <a:pt x="9693" y="1715"/>
                    </a:cubicBezTo>
                    <a:cubicBezTo>
                      <a:pt x="9693" y="1691"/>
                      <a:pt x="9693" y="1691"/>
                      <a:pt x="9693" y="1668"/>
                    </a:cubicBezTo>
                    <a:close/>
                    <a:moveTo>
                      <a:pt x="5234" y="1968"/>
                    </a:moveTo>
                    <a:cubicBezTo>
                      <a:pt x="5966" y="1968"/>
                      <a:pt x="6699" y="1995"/>
                      <a:pt x="7431" y="2049"/>
                    </a:cubicBezTo>
                    <a:cubicBezTo>
                      <a:pt x="7645" y="2072"/>
                      <a:pt x="7860" y="2096"/>
                      <a:pt x="8074" y="2120"/>
                    </a:cubicBezTo>
                    <a:cubicBezTo>
                      <a:pt x="8228" y="2139"/>
                      <a:pt x="8382" y="2174"/>
                      <a:pt x="8536" y="2174"/>
                    </a:cubicBezTo>
                    <a:cubicBezTo>
                      <a:pt x="8573" y="2174"/>
                      <a:pt x="8609" y="2172"/>
                      <a:pt x="8646" y="2168"/>
                    </a:cubicBezTo>
                    <a:cubicBezTo>
                      <a:pt x="8646" y="2430"/>
                      <a:pt x="8646" y="2692"/>
                      <a:pt x="8669" y="2954"/>
                    </a:cubicBezTo>
                    <a:cubicBezTo>
                      <a:pt x="8669" y="3001"/>
                      <a:pt x="8669" y="3025"/>
                      <a:pt x="8669" y="3073"/>
                    </a:cubicBezTo>
                    <a:cubicBezTo>
                      <a:pt x="8503" y="3025"/>
                      <a:pt x="8336" y="3025"/>
                      <a:pt x="8193" y="3025"/>
                    </a:cubicBezTo>
                    <a:cubicBezTo>
                      <a:pt x="7955" y="3025"/>
                      <a:pt x="7717" y="3001"/>
                      <a:pt x="7479" y="2977"/>
                    </a:cubicBezTo>
                    <a:cubicBezTo>
                      <a:pt x="7177" y="2977"/>
                      <a:pt x="6875" y="2956"/>
                      <a:pt x="6574" y="2956"/>
                    </a:cubicBezTo>
                    <a:cubicBezTo>
                      <a:pt x="6423" y="2956"/>
                      <a:pt x="6272" y="2962"/>
                      <a:pt x="6121" y="2977"/>
                    </a:cubicBezTo>
                    <a:lnTo>
                      <a:pt x="5836" y="2977"/>
                    </a:lnTo>
                    <a:cubicBezTo>
                      <a:pt x="5621" y="2954"/>
                      <a:pt x="5407" y="2954"/>
                      <a:pt x="5193" y="2930"/>
                    </a:cubicBezTo>
                    <a:lnTo>
                      <a:pt x="4550" y="2930"/>
                    </a:lnTo>
                    <a:cubicBezTo>
                      <a:pt x="4454" y="2930"/>
                      <a:pt x="4359" y="2924"/>
                      <a:pt x="4264" y="2924"/>
                    </a:cubicBezTo>
                    <a:cubicBezTo>
                      <a:pt x="4169" y="2924"/>
                      <a:pt x="4073" y="2930"/>
                      <a:pt x="3978" y="2954"/>
                    </a:cubicBezTo>
                    <a:cubicBezTo>
                      <a:pt x="3716" y="2954"/>
                      <a:pt x="3430" y="2977"/>
                      <a:pt x="3168" y="2977"/>
                    </a:cubicBezTo>
                    <a:cubicBezTo>
                      <a:pt x="2930" y="3001"/>
                      <a:pt x="2692" y="3001"/>
                      <a:pt x="2454" y="3025"/>
                    </a:cubicBezTo>
                    <a:cubicBezTo>
                      <a:pt x="2311" y="3025"/>
                      <a:pt x="2144" y="3025"/>
                      <a:pt x="2001" y="3073"/>
                    </a:cubicBezTo>
                    <a:cubicBezTo>
                      <a:pt x="2001" y="3025"/>
                      <a:pt x="2001" y="3001"/>
                      <a:pt x="2001" y="2954"/>
                    </a:cubicBezTo>
                    <a:cubicBezTo>
                      <a:pt x="2001" y="2692"/>
                      <a:pt x="2001" y="2430"/>
                      <a:pt x="2001" y="2168"/>
                    </a:cubicBezTo>
                    <a:cubicBezTo>
                      <a:pt x="2038" y="2172"/>
                      <a:pt x="2075" y="2174"/>
                      <a:pt x="2113" y="2174"/>
                    </a:cubicBezTo>
                    <a:cubicBezTo>
                      <a:pt x="2273" y="2174"/>
                      <a:pt x="2443" y="2139"/>
                      <a:pt x="2597" y="2120"/>
                    </a:cubicBezTo>
                    <a:cubicBezTo>
                      <a:pt x="2811" y="2096"/>
                      <a:pt x="3025" y="2072"/>
                      <a:pt x="3240" y="2049"/>
                    </a:cubicBezTo>
                    <a:cubicBezTo>
                      <a:pt x="3668" y="2025"/>
                      <a:pt x="4073" y="2001"/>
                      <a:pt x="4502" y="1977"/>
                    </a:cubicBezTo>
                    <a:cubicBezTo>
                      <a:pt x="4746" y="1971"/>
                      <a:pt x="4990" y="1968"/>
                      <a:pt x="5234" y="1968"/>
                    </a:cubicBezTo>
                    <a:close/>
                    <a:moveTo>
                      <a:pt x="954" y="2406"/>
                    </a:moveTo>
                    <a:cubicBezTo>
                      <a:pt x="954" y="2573"/>
                      <a:pt x="930" y="2715"/>
                      <a:pt x="930" y="2882"/>
                    </a:cubicBezTo>
                    <a:cubicBezTo>
                      <a:pt x="930" y="3001"/>
                      <a:pt x="930" y="3120"/>
                      <a:pt x="930" y="3216"/>
                    </a:cubicBezTo>
                    <a:cubicBezTo>
                      <a:pt x="811" y="3216"/>
                      <a:pt x="692" y="3239"/>
                      <a:pt x="573" y="3263"/>
                    </a:cubicBezTo>
                    <a:cubicBezTo>
                      <a:pt x="477" y="3263"/>
                      <a:pt x="358" y="3287"/>
                      <a:pt x="287" y="3311"/>
                    </a:cubicBezTo>
                    <a:cubicBezTo>
                      <a:pt x="287" y="3073"/>
                      <a:pt x="311" y="2835"/>
                      <a:pt x="311" y="2596"/>
                    </a:cubicBezTo>
                    <a:lnTo>
                      <a:pt x="311" y="2573"/>
                    </a:lnTo>
                    <a:cubicBezTo>
                      <a:pt x="382" y="2549"/>
                      <a:pt x="477" y="2501"/>
                      <a:pt x="525" y="2501"/>
                    </a:cubicBezTo>
                    <a:cubicBezTo>
                      <a:pt x="620" y="2477"/>
                      <a:pt x="739" y="2454"/>
                      <a:pt x="834" y="2430"/>
                    </a:cubicBezTo>
                    <a:cubicBezTo>
                      <a:pt x="882" y="2430"/>
                      <a:pt x="906" y="2406"/>
                      <a:pt x="954" y="2406"/>
                    </a:cubicBezTo>
                    <a:close/>
                    <a:moveTo>
                      <a:pt x="9717" y="2406"/>
                    </a:moveTo>
                    <a:cubicBezTo>
                      <a:pt x="9741" y="2406"/>
                      <a:pt x="9789" y="2430"/>
                      <a:pt x="9813" y="2430"/>
                    </a:cubicBezTo>
                    <a:cubicBezTo>
                      <a:pt x="9932" y="2454"/>
                      <a:pt x="10027" y="2477"/>
                      <a:pt x="10122" y="2501"/>
                    </a:cubicBezTo>
                    <a:cubicBezTo>
                      <a:pt x="10170" y="2501"/>
                      <a:pt x="10265" y="2549"/>
                      <a:pt x="10360" y="2573"/>
                    </a:cubicBezTo>
                    <a:lnTo>
                      <a:pt x="10360" y="2596"/>
                    </a:lnTo>
                    <a:cubicBezTo>
                      <a:pt x="10360" y="2835"/>
                      <a:pt x="10384" y="3073"/>
                      <a:pt x="10384" y="3311"/>
                    </a:cubicBezTo>
                    <a:cubicBezTo>
                      <a:pt x="10289" y="3287"/>
                      <a:pt x="10194" y="3263"/>
                      <a:pt x="10098" y="3263"/>
                    </a:cubicBezTo>
                    <a:cubicBezTo>
                      <a:pt x="9979" y="3239"/>
                      <a:pt x="9860" y="3216"/>
                      <a:pt x="9741" y="3216"/>
                    </a:cubicBezTo>
                    <a:cubicBezTo>
                      <a:pt x="9741" y="3120"/>
                      <a:pt x="9717" y="3001"/>
                      <a:pt x="9717" y="2882"/>
                    </a:cubicBezTo>
                    <a:cubicBezTo>
                      <a:pt x="9717" y="2715"/>
                      <a:pt x="9717" y="2573"/>
                      <a:pt x="9717" y="2406"/>
                    </a:cubicBezTo>
                    <a:close/>
                    <a:moveTo>
                      <a:pt x="4970" y="3116"/>
                    </a:moveTo>
                    <a:cubicBezTo>
                      <a:pt x="5099" y="3116"/>
                      <a:pt x="5229" y="3117"/>
                      <a:pt x="5359" y="3120"/>
                    </a:cubicBezTo>
                    <a:cubicBezTo>
                      <a:pt x="5597" y="3144"/>
                      <a:pt x="5836" y="3144"/>
                      <a:pt x="6074" y="3144"/>
                    </a:cubicBezTo>
                    <a:cubicBezTo>
                      <a:pt x="6526" y="3168"/>
                      <a:pt x="6979" y="3168"/>
                      <a:pt x="7431" y="3192"/>
                    </a:cubicBezTo>
                    <a:cubicBezTo>
                      <a:pt x="7669" y="3192"/>
                      <a:pt x="7884" y="3192"/>
                      <a:pt x="8122" y="3216"/>
                    </a:cubicBezTo>
                    <a:lnTo>
                      <a:pt x="8455" y="3216"/>
                    </a:lnTo>
                    <a:cubicBezTo>
                      <a:pt x="8527" y="3239"/>
                      <a:pt x="8598" y="3239"/>
                      <a:pt x="8669" y="3239"/>
                    </a:cubicBezTo>
                    <a:cubicBezTo>
                      <a:pt x="8669" y="3335"/>
                      <a:pt x="8669" y="3406"/>
                      <a:pt x="8693" y="3501"/>
                    </a:cubicBezTo>
                    <a:cubicBezTo>
                      <a:pt x="8669" y="3620"/>
                      <a:pt x="8693" y="3763"/>
                      <a:pt x="8693" y="3859"/>
                    </a:cubicBezTo>
                    <a:cubicBezTo>
                      <a:pt x="8669" y="3930"/>
                      <a:pt x="8669" y="4001"/>
                      <a:pt x="8669" y="4073"/>
                    </a:cubicBezTo>
                    <a:cubicBezTo>
                      <a:pt x="8503" y="4049"/>
                      <a:pt x="8336" y="4025"/>
                      <a:pt x="8146" y="4025"/>
                    </a:cubicBezTo>
                    <a:cubicBezTo>
                      <a:pt x="7987" y="4025"/>
                      <a:pt x="7817" y="4036"/>
                      <a:pt x="7652" y="4036"/>
                    </a:cubicBezTo>
                    <a:cubicBezTo>
                      <a:pt x="7569" y="4036"/>
                      <a:pt x="7487" y="4033"/>
                      <a:pt x="7407" y="4025"/>
                    </a:cubicBezTo>
                    <a:cubicBezTo>
                      <a:pt x="7241" y="4020"/>
                      <a:pt x="7075" y="4019"/>
                      <a:pt x="6910" y="4019"/>
                    </a:cubicBezTo>
                    <a:cubicBezTo>
                      <a:pt x="6250" y="4019"/>
                      <a:pt x="5602" y="4049"/>
                      <a:pt x="4954" y="4049"/>
                    </a:cubicBezTo>
                    <a:cubicBezTo>
                      <a:pt x="4526" y="4049"/>
                      <a:pt x="4121" y="4001"/>
                      <a:pt x="3716" y="4001"/>
                    </a:cubicBezTo>
                    <a:cubicBezTo>
                      <a:pt x="3311" y="4001"/>
                      <a:pt x="2906" y="4025"/>
                      <a:pt x="2501" y="4025"/>
                    </a:cubicBezTo>
                    <a:cubicBezTo>
                      <a:pt x="2335" y="4025"/>
                      <a:pt x="2144" y="4049"/>
                      <a:pt x="1978" y="4073"/>
                    </a:cubicBezTo>
                    <a:cubicBezTo>
                      <a:pt x="1978" y="4001"/>
                      <a:pt x="1978" y="3930"/>
                      <a:pt x="1978" y="3859"/>
                    </a:cubicBezTo>
                    <a:cubicBezTo>
                      <a:pt x="1978" y="3763"/>
                      <a:pt x="1978" y="3620"/>
                      <a:pt x="1978" y="3501"/>
                    </a:cubicBezTo>
                    <a:cubicBezTo>
                      <a:pt x="1978" y="3406"/>
                      <a:pt x="1978" y="3335"/>
                      <a:pt x="1978" y="3239"/>
                    </a:cubicBezTo>
                    <a:cubicBezTo>
                      <a:pt x="2049" y="3239"/>
                      <a:pt x="2120" y="3239"/>
                      <a:pt x="2192" y="3216"/>
                    </a:cubicBezTo>
                    <a:lnTo>
                      <a:pt x="2525" y="3216"/>
                    </a:lnTo>
                    <a:cubicBezTo>
                      <a:pt x="3348" y="3174"/>
                      <a:pt x="4152" y="3116"/>
                      <a:pt x="4970" y="3116"/>
                    </a:cubicBezTo>
                    <a:close/>
                    <a:moveTo>
                      <a:pt x="906" y="3358"/>
                    </a:moveTo>
                    <a:cubicBezTo>
                      <a:pt x="906" y="3501"/>
                      <a:pt x="906" y="3644"/>
                      <a:pt x="906" y="3787"/>
                    </a:cubicBezTo>
                    <a:cubicBezTo>
                      <a:pt x="882" y="3882"/>
                      <a:pt x="882" y="4001"/>
                      <a:pt x="882" y="4097"/>
                    </a:cubicBezTo>
                    <a:cubicBezTo>
                      <a:pt x="858" y="4089"/>
                      <a:pt x="834" y="4086"/>
                      <a:pt x="811" y="4086"/>
                    </a:cubicBezTo>
                    <a:cubicBezTo>
                      <a:pt x="763" y="4086"/>
                      <a:pt x="715" y="4097"/>
                      <a:pt x="668" y="4097"/>
                    </a:cubicBezTo>
                    <a:cubicBezTo>
                      <a:pt x="549" y="4097"/>
                      <a:pt x="430" y="4097"/>
                      <a:pt x="334" y="4121"/>
                    </a:cubicBezTo>
                    <a:cubicBezTo>
                      <a:pt x="311" y="3906"/>
                      <a:pt x="287" y="3692"/>
                      <a:pt x="287" y="3478"/>
                    </a:cubicBezTo>
                    <a:cubicBezTo>
                      <a:pt x="382" y="3478"/>
                      <a:pt x="477" y="3454"/>
                      <a:pt x="596" y="3430"/>
                    </a:cubicBezTo>
                    <a:cubicBezTo>
                      <a:pt x="692" y="3430"/>
                      <a:pt x="811" y="3406"/>
                      <a:pt x="906" y="3358"/>
                    </a:cubicBezTo>
                    <a:close/>
                    <a:moveTo>
                      <a:pt x="9741" y="3358"/>
                    </a:moveTo>
                    <a:cubicBezTo>
                      <a:pt x="9836" y="3406"/>
                      <a:pt x="9955" y="3430"/>
                      <a:pt x="10074" y="3430"/>
                    </a:cubicBezTo>
                    <a:cubicBezTo>
                      <a:pt x="10170" y="3454"/>
                      <a:pt x="10265" y="3478"/>
                      <a:pt x="10384" y="3478"/>
                    </a:cubicBezTo>
                    <a:cubicBezTo>
                      <a:pt x="10360" y="3692"/>
                      <a:pt x="10336" y="3906"/>
                      <a:pt x="10336" y="4121"/>
                    </a:cubicBezTo>
                    <a:cubicBezTo>
                      <a:pt x="10217" y="4097"/>
                      <a:pt x="10098" y="4097"/>
                      <a:pt x="10003" y="4097"/>
                    </a:cubicBezTo>
                    <a:cubicBezTo>
                      <a:pt x="9955" y="4097"/>
                      <a:pt x="9897" y="4086"/>
                      <a:pt x="9850" y="4086"/>
                    </a:cubicBezTo>
                    <a:cubicBezTo>
                      <a:pt x="9826" y="4086"/>
                      <a:pt x="9805" y="4089"/>
                      <a:pt x="9789" y="4097"/>
                    </a:cubicBezTo>
                    <a:cubicBezTo>
                      <a:pt x="9765" y="3978"/>
                      <a:pt x="9765" y="3882"/>
                      <a:pt x="9765" y="3787"/>
                    </a:cubicBezTo>
                    <a:cubicBezTo>
                      <a:pt x="9765" y="3644"/>
                      <a:pt x="9741" y="3501"/>
                      <a:pt x="9741" y="3358"/>
                    </a:cubicBezTo>
                    <a:close/>
                    <a:moveTo>
                      <a:pt x="11697" y="3968"/>
                    </a:moveTo>
                    <a:cubicBezTo>
                      <a:pt x="11704" y="3968"/>
                      <a:pt x="11711" y="3971"/>
                      <a:pt x="11718" y="3978"/>
                    </a:cubicBezTo>
                    <a:cubicBezTo>
                      <a:pt x="11789" y="3978"/>
                      <a:pt x="11956" y="3978"/>
                      <a:pt x="12003" y="4049"/>
                    </a:cubicBezTo>
                    <a:cubicBezTo>
                      <a:pt x="12027" y="4121"/>
                      <a:pt x="11980" y="4216"/>
                      <a:pt x="11980" y="4287"/>
                    </a:cubicBezTo>
                    <a:cubicBezTo>
                      <a:pt x="11956" y="4430"/>
                      <a:pt x="11932" y="4573"/>
                      <a:pt x="11908" y="4716"/>
                    </a:cubicBezTo>
                    <a:cubicBezTo>
                      <a:pt x="11908" y="4811"/>
                      <a:pt x="11884" y="4930"/>
                      <a:pt x="11884" y="5025"/>
                    </a:cubicBezTo>
                    <a:cubicBezTo>
                      <a:pt x="11813" y="5025"/>
                      <a:pt x="11742" y="5025"/>
                      <a:pt x="11646" y="5049"/>
                    </a:cubicBezTo>
                    <a:cubicBezTo>
                      <a:pt x="11670" y="4978"/>
                      <a:pt x="11646" y="4930"/>
                      <a:pt x="11646" y="4859"/>
                    </a:cubicBezTo>
                    <a:cubicBezTo>
                      <a:pt x="11646" y="4740"/>
                      <a:pt x="11646" y="4597"/>
                      <a:pt x="11622" y="4478"/>
                    </a:cubicBezTo>
                    <a:cubicBezTo>
                      <a:pt x="11622" y="4335"/>
                      <a:pt x="11622" y="4216"/>
                      <a:pt x="11622" y="4073"/>
                    </a:cubicBezTo>
                    <a:cubicBezTo>
                      <a:pt x="11622" y="4049"/>
                      <a:pt x="11622" y="4001"/>
                      <a:pt x="11646" y="4001"/>
                    </a:cubicBezTo>
                    <a:cubicBezTo>
                      <a:pt x="11663" y="3985"/>
                      <a:pt x="11680" y="3968"/>
                      <a:pt x="11697" y="3968"/>
                    </a:cubicBezTo>
                    <a:close/>
                    <a:moveTo>
                      <a:pt x="882" y="4287"/>
                    </a:moveTo>
                    <a:cubicBezTo>
                      <a:pt x="882" y="4311"/>
                      <a:pt x="882" y="4359"/>
                      <a:pt x="882" y="4382"/>
                    </a:cubicBezTo>
                    <a:cubicBezTo>
                      <a:pt x="882" y="4430"/>
                      <a:pt x="882" y="4478"/>
                      <a:pt x="882" y="4502"/>
                    </a:cubicBezTo>
                    <a:cubicBezTo>
                      <a:pt x="882" y="4668"/>
                      <a:pt x="906" y="4835"/>
                      <a:pt x="906" y="5002"/>
                    </a:cubicBezTo>
                    <a:cubicBezTo>
                      <a:pt x="906" y="5049"/>
                      <a:pt x="906" y="5097"/>
                      <a:pt x="858" y="5121"/>
                    </a:cubicBezTo>
                    <a:cubicBezTo>
                      <a:pt x="834" y="5129"/>
                      <a:pt x="808" y="5131"/>
                      <a:pt x="782" y="5131"/>
                    </a:cubicBezTo>
                    <a:cubicBezTo>
                      <a:pt x="729" y="5131"/>
                      <a:pt x="676" y="5121"/>
                      <a:pt x="644" y="5121"/>
                    </a:cubicBezTo>
                    <a:lnTo>
                      <a:pt x="334" y="5121"/>
                    </a:lnTo>
                    <a:cubicBezTo>
                      <a:pt x="334" y="5121"/>
                      <a:pt x="334" y="4335"/>
                      <a:pt x="334" y="4287"/>
                    </a:cubicBezTo>
                    <a:cubicBezTo>
                      <a:pt x="366" y="4295"/>
                      <a:pt x="401" y="4298"/>
                      <a:pt x="436" y="4298"/>
                    </a:cubicBezTo>
                    <a:cubicBezTo>
                      <a:pt x="506" y="4298"/>
                      <a:pt x="580" y="4287"/>
                      <a:pt x="644" y="4287"/>
                    </a:cubicBezTo>
                    <a:close/>
                    <a:moveTo>
                      <a:pt x="10313" y="4287"/>
                    </a:moveTo>
                    <a:cubicBezTo>
                      <a:pt x="10313" y="4335"/>
                      <a:pt x="10336" y="5121"/>
                      <a:pt x="10313" y="5121"/>
                    </a:cubicBezTo>
                    <a:lnTo>
                      <a:pt x="10003" y="5121"/>
                    </a:lnTo>
                    <a:cubicBezTo>
                      <a:pt x="9971" y="5121"/>
                      <a:pt x="9918" y="5131"/>
                      <a:pt x="9873" y="5131"/>
                    </a:cubicBezTo>
                    <a:cubicBezTo>
                      <a:pt x="9850" y="5131"/>
                      <a:pt x="9828" y="5129"/>
                      <a:pt x="9813" y="5121"/>
                    </a:cubicBezTo>
                    <a:cubicBezTo>
                      <a:pt x="9741" y="5097"/>
                      <a:pt x="9765" y="5049"/>
                      <a:pt x="9765" y="5002"/>
                    </a:cubicBezTo>
                    <a:cubicBezTo>
                      <a:pt x="9765" y="4835"/>
                      <a:pt x="9765" y="4668"/>
                      <a:pt x="9765" y="4502"/>
                    </a:cubicBezTo>
                    <a:cubicBezTo>
                      <a:pt x="9765" y="4478"/>
                      <a:pt x="9765" y="4430"/>
                      <a:pt x="9765" y="4382"/>
                    </a:cubicBezTo>
                    <a:cubicBezTo>
                      <a:pt x="9765" y="4359"/>
                      <a:pt x="9765" y="4311"/>
                      <a:pt x="9765" y="4287"/>
                    </a:cubicBezTo>
                    <a:lnTo>
                      <a:pt x="10003" y="4287"/>
                    </a:lnTo>
                    <a:cubicBezTo>
                      <a:pt x="10082" y="4287"/>
                      <a:pt x="10151" y="4298"/>
                      <a:pt x="10216" y="4298"/>
                    </a:cubicBezTo>
                    <a:cubicBezTo>
                      <a:pt x="10249" y="4298"/>
                      <a:pt x="10281" y="4295"/>
                      <a:pt x="10313" y="4287"/>
                    </a:cubicBezTo>
                    <a:close/>
                    <a:moveTo>
                      <a:pt x="8669" y="4216"/>
                    </a:moveTo>
                    <a:cubicBezTo>
                      <a:pt x="8669" y="4335"/>
                      <a:pt x="8669" y="4430"/>
                      <a:pt x="8669" y="4549"/>
                    </a:cubicBezTo>
                    <a:cubicBezTo>
                      <a:pt x="8669" y="4763"/>
                      <a:pt x="8669" y="4978"/>
                      <a:pt x="8669" y="5192"/>
                    </a:cubicBezTo>
                    <a:cubicBezTo>
                      <a:pt x="8622" y="5184"/>
                      <a:pt x="8572" y="5182"/>
                      <a:pt x="8521" y="5182"/>
                    </a:cubicBezTo>
                    <a:cubicBezTo>
                      <a:pt x="8421" y="5182"/>
                      <a:pt x="8320" y="5192"/>
                      <a:pt x="8241" y="5192"/>
                    </a:cubicBezTo>
                    <a:cubicBezTo>
                      <a:pt x="7979" y="5192"/>
                      <a:pt x="7693" y="5168"/>
                      <a:pt x="7431" y="5168"/>
                    </a:cubicBezTo>
                    <a:cubicBezTo>
                      <a:pt x="6860" y="5192"/>
                      <a:pt x="6288" y="5192"/>
                      <a:pt x="5716" y="5216"/>
                    </a:cubicBezTo>
                    <a:lnTo>
                      <a:pt x="5264" y="5216"/>
                    </a:lnTo>
                    <a:lnTo>
                      <a:pt x="4502" y="5192"/>
                    </a:lnTo>
                    <a:lnTo>
                      <a:pt x="2406" y="5192"/>
                    </a:lnTo>
                    <a:cubicBezTo>
                      <a:pt x="2327" y="5192"/>
                      <a:pt x="2226" y="5182"/>
                      <a:pt x="2133" y="5182"/>
                    </a:cubicBezTo>
                    <a:cubicBezTo>
                      <a:pt x="2086" y="5182"/>
                      <a:pt x="2041" y="5184"/>
                      <a:pt x="2001" y="5192"/>
                    </a:cubicBezTo>
                    <a:cubicBezTo>
                      <a:pt x="2001" y="4978"/>
                      <a:pt x="2001" y="4763"/>
                      <a:pt x="1978" y="4549"/>
                    </a:cubicBezTo>
                    <a:cubicBezTo>
                      <a:pt x="1978" y="4430"/>
                      <a:pt x="1978" y="4335"/>
                      <a:pt x="1978" y="4216"/>
                    </a:cubicBezTo>
                    <a:cubicBezTo>
                      <a:pt x="2025" y="4224"/>
                      <a:pt x="2075" y="4226"/>
                      <a:pt x="2126" y="4226"/>
                    </a:cubicBezTo>
                    <a:cubicBezTo>
                      <a:pt x="2226" y="4226"/>
                      <a:pt x="2327" y="4216"/>
                      <a:pt x="2406" y="4216"/>
                    </a:cubicBezTo>
                    <a:cubicBezTo>
                      <a:pt x="2692" y="4216"/>
                      <a:pt x="2954" y="4240"/>
                      <a:pt x="3240" y="4240"/>
                    </a:cubicBezTo>
                    <a:cubicBezTo>
                      <a:pt x="3930" y="4228"/>
                      <a:pt x="4627" y="4222"/>
                      <a:pt x="5326" y="4222"/>
                    </a:cubicBezTo>
                    <a:cubicBezTo>
                      <a:pt x="6026" y="4222"/>
                      <a:pt x="6729" y="4228"/>
                      <a:pt x="7431" y="4240"/>
                    </a:cubicBezTo>
                    <a:cubicBezTo>
                      <a:pt x="7693" y="4240"/>
                      <a:pt x="7979" y="4216"/>
                      <a:pt x="8241" y="4216"/>
                    </a:cubicBezTo>
                    <a:cubicBezTo>
                      <a:pt x="8336" y="4216"/>
                      <a:pt x="8442" y="4226"/>
                      <a:pt x="8537" y="4226"/>
                    </a:cubicBezTo>
                    <a:cubicBezTo>
                      <a:pt x="8585" y="4226"/>
                      <a:pt x="8630" y="4224"/>
                      <a:pt x="8669" y="4216"/>
                    </a:cubicBezTo>
                    <a:close/>
                    <a:moveTo>
                      <a:pt x="11051" y="5621"/>
                    </a:moveTo>
                    <a:cubicBezTo>
                      <a:pt x="11027" y="5692"/>
                      <a:pt x="11027" y="5788"/>
                      <a:pt x="11027" y="5859"/>
                    </a:cubicBezTo>
                    <a:cubicBezTo>
                      <a:pt x="11027" y="5907"/>
                      <a:pt x="11027" y="5930"/>
                      <a:pt x="11051" y="5954"/>
                    </a:cubicBezTo>
                    <a:cubicBezTo>
                      <a:pt x="10979" y="5978"/>
                      <a:pt x="10908" y="5978"/>
                      <a:pt x="10837" y="6002"/>
                    </a:cubicBezTo>
                    <a:cubicBezTo>
                      <a:pt x="10813" y="6002"/>
                      <a:pt x="10717" y="6002"/>
                      <a:pt x="10646" y="6026"/>
                    </a:cubicBezTo>
                    <a:cubicBezTo>
                      <a:pt x="10646" y="5907"/>
                      <a:pt x="10646" y="5788"/>
                      <a:pt x="10622" y="5668"/>
                    </a:cubicBezTo>
                    <a:cubicBezTo>
                      <a:pt x="10717" y="5668"/>
                      <a:pt x="10789" y="5645"/>
                      <a:pt x="10860" y="5645"/>
                    </a:cubicBezTo>
                    <a:cubicBezTo>
                      <a:pt x="10932" y="5645"/>
                      <a:pt x="11003" y="5621"/>
                      <a:pt x="11051" y="5621"/>
                    </a:cubicBezTo>
                    <a:close/>
                    <a:moveTo>
                      <a:pt x="334" y="5287"/>
                    </a:moveTo>
                    <a:cubicBezTo>
                      <a:pt x="430" y="5311"/>
                      <a:pt x="549" y="5311"/>
                      <a:pt x="668" y="5311"/>
                    </a:cubicBezTo>
                    <a:cubicBezTo>
                      <a:pt x="715" y="5311"/>
                      <a:pt x="763" y="5322"/>
                      <a:pt x="811" y="5322"/>
                    </a:cubicBezTo>
                    <a:cubicBezTo>
                      <a:pt x="834" y="5322"/>
                      <a:pt x="858" y="5319"/>
                      <a:pt x="882" y="5311"/>
                    </a:cubicBezTo>
                    <a:cubicBezTo>
                      <a:pt x="882" y="5430"/>
                      <a:pt x="882" y="5526"/>
                      <a:pt x="906" y="5621"/>
                    </a:cubicBezTo>
                    <a:cubicBezTo>
                      <a:pt x="906" y="5764"/>
                      <a:pt x="906" y="5907"/>
                      <a:pt x="906" y="6049"/>
                    </a:cubicBezTo>
                    <a:cubicBezTo>
                      <a:pt x="811" y="6002"/>
                      <a:pt x="692" y="6002"/>
                      <a:pt x="596" y="5978"/>
                    </a:cubicBezTo>
                    <a:cubicBezTo>
                      <a:pt x="501" y="5954"/>
                      <a:pt x="382" y="5954"/>
                      <a:pt x="287" y="5954"/>
                    </a:cubicBezTo>
                    <a:cubicBezTo>
                      <a:pt x="287" y="5716"/>
                      <a:pt x="311" y="5502"/>
                      <a:pt x="334" y="5287"/>
                    </a:cubicBezTo>
                    <a:close/>
                    <a:moveTo>
                      <a:pt x="10336" y="5287"/>
                    </a:moveTo>
                    <a:cubicBezTo>
                      <a:pt x="10336" y="5502"/>
                      <a:pt x="10360" y="5716"/>
                      <a:pt x="10384" y="5954"/>
                    </a:cubicBezTo>
                    <a:cubicBezTo>
                      <a:pt x="10265" y="5954"/>
                      <a:pt x="10170" y="5954"/>
                      <a:pt x="10074" y="5978"/>
                    </a:cubicBezTo>
                    <a:cubicBezTo>
                      <a:pt x="9955" y="6002"/>
                      <a:pt x="9836" y="6002"/>
                      <a:pt x="9741" y="6049"/>
                    </a:cubicBezTo>
                    <a:cubicBezTo>
                      <a:pt x="9741" y="5907"/>
                      <a:pt x="9765" y="5764"/>
                      <a:pt x="9765" y="5621"/>
                    </a:cubicBezTo>
                    <a:cubicBezTo>
                      <a:pt x="9765" y="5526"/>
                      <a:pt x="9765" y="5430"/>
                      <a:pt x="9789" y="5311"/>
                    </a:cubicBezTo>
                    <a:cubicBezTo>
                      <a:pt x="9805" y="5319"/>
                      <a:pt x="9826" y="5322"/>
                      <a:pt x="9850" y="5322"/>
                    </a:cubicBezTo>
                    <a:cubicBezTo>
                      <a:pt x="9897" y="5322"/>
                      <a:pt x="9955" y="5311"/>
                      <a:pt x="10003" y="5311"/>
                    </a:cubicBezTo>
                    <a:cubicBezTo>
                      <a:pt x="10098" y="5311"/>
                      <a:pt x="10217" y="5311"/>
                      <a:pt x="10336" y="5287"/>
                    </a:cubicBezTo>
                    <a:close/>
                    <a:moveTo>
                      <a:pt x="11787" y="5264"/>
                    </a:moveTo>
                    <a:cubicBezTo>
                      <a:pt x="11890" y="5264"/>
                      <a:pt x="11994" y="5301"/>
                      <a:pt x="12075" y="5383"/>
                    </a:cubicBezTo>
                    <a:cubicBezTo>
                      <a:pt x="12265" y="5573"/>
                      <a:pt x="12218" y="5930"/>
                      <a:pt x="12027" y="6121"/>
                    </a:cubicBezTo>
                    <a:cubicBezTo>
                      <a:pt x="11946" y="6202"/>
                      <a:pt x="11821" y="6250"/>
                      <a:pt x="11697" y="6250"/>
                    </a:cubicBezTo>
                    <a:cubicBezTo>
                      <a:pt x="11639" y="6250"/>
                      <a:pt x="11581" y="6239"/>
                      <a:pt x="11527" y="6216"/>
                    </a:cubicBezTo>
                    <a:cubicBezTo>
                      <a:pt x="11384" y="6145"/>
                      <a:pt x="11265" y="6002"/>
                      <a:pt x="11265" y="5835"/>
                    </a:cubicBezTo>
                    <a:cubicBezTo>
                      <a:pt x="11265" y="5788"/>
                      <a:pt x="11265" y="5740"/>
                      <a:pt x="11265" y="5716"/>
                    </a:cubicBezTo>
                    <a:cubicBezTo>
                      <a:pt x="11313" y="5526"/>
                      <a:pt x="11456" y="5359"/>
                      <a:pt x="11646" y="5287"/>
                    </a:cubicBezTo>
                    <a:cubicBezTo>
                      <a:pt x="11691" y="5272"/>
                      <a:pt x="11739" y="5264"/>
                      <a:pt x="11787" y="5264"/>
                    </a:cubicBezTo>
                    <a:close/>
                    <a:moveTo>
                      <a:pt x="8669" y="5359"/>
                    </a:moveTo>
                    <a:cubicBezTo>
                      <a:pt x="8669" y="5430"/>
                      <a:pt x="8669" y="5526"/>
                      <a:pt x="8693" y="5621"/>
                    </a:cubicBezTo>
                    <a:cubicBezTo>
                      <a:pt x="8693" y="5788"/>
                      <a:pt x="8669" y="5978"/>
                      <a:pt x="8669" y="6169"/>
                    </a:cubicBezTo>
                    <a:cubicBezTo>
                      <a:pt x="8598" y="6169"/>
                      <a:pt x="8527" y="6192"/>
                      <a:pt x="8455" y="6192"/>
                    </a:cubicBezTo>
                    <a:lnTo>
                      <a:pt x="8122" y="6192"/>
                    </a:lnTo>
                    <a:cubicBezTo>
                      <a:pt x="7884" y="6216"/>
                      <a:pt x="7669" y="6216"/>
                      <a:pt x="7431" y="6240"/>
                    </a:cubicBezTo>
                    <a:cubicBezTo>
                      <a:pt x="6979" y="6264"/>
                      <a:pt x="6502" y="6240"/>
                      <a:pt x="6050" y="6311"/>
                    </a:cubicBezTo>
                    <a:lnTo>
                      <a:pt x="5836" y="6311"/>
                    </a:lnTo>
                    <a:cubicBezTo>
                      <a:pt x="5574" y="6311"/>
                      <a:pt x="5312" y="6311"/>
                      <a:pt x="5050" y="6288"/>
                    </a:cubicBezTo>
                    <a:lnTo>
                      <a:pt x="4454" y="6288"/>
                    </a:lnTo>
                    <a:cubicBezTo>
                      <a:pt x="4049" y="6240"/>
                      <a:pt x="3621" y="6264"/>
                      <a:pt x="3216" y="6240"/>
                    </a:cubicBezTo>
                    <a:cubicBezTo>
                      <a:pt x="3002" y="6216"/>
                      <a:pt x="2763" y="6216"/>
                      <a:pt x="2525" y="6192"/>
                    </a:cubicBezTo>
                    <a:lnTo>
                      <a:pt x="2192" y="6192"/>
                    </a:lnTo>
                    <a:cubicBezTo>
                      <a:pt x="2120" y="6192"/>
                      <a:pt x="2049" y="6169"/>
                      <a:pt x="1978" y="6169"/>
                    </a:cubicBezTo>
                    <a:cubicBezTo>
                      <a:pt x="1978" y="6049"/>
                      <a:pt x="1978" y="5930"/>
                      <a:pt x="1978" y="5811"/>
                    </a:cubicBezTo>
                    <a:cubicBezTo>
                      <a:pt x="1978" y="5740"/>
                      <a:pt x="1978" y="5668"/>
                      <a:pt x="1978" y="5573"/>
                    </a:cubicBezTo>
                    <a:cubicBezTo>
                      <a:pt x="1978" y="5502"/>
                      <a:pt x="2001" y="5430"/>
                      <a:pt x="2001" y="5359"/>
                    </a:cubicBezTo>
                    <a:cubicBezTo>
                      <a:pt x="2168" y="5359"/>
                      <a:pt x="2335" y="5383"/>
                      <a:pt x="2501" y="5383"/>
                    </a:cubicBezTo>
                    <a:lnTo>
                      <a:pt x="3264" y="5383"/>
                    </a:lnTo>
                    <a:cubicBezTo>
                      <a:pt x="3633" y="5395"/>
                      <a:pt x="4002" y="5395"/>
                      <a:pt x="4371" y="5395"/>
                    </a:cubicBezTo>
                    <a:cubicBezTo>
                      <a:pt x="4740" y="5395"/>
                      <a:pt x="5109" y="5395"/>
                      <a:pt x="5478" y="5406"/>
                    </a:cubicBezTo>
                    <a:cubicBezTo>
                      <a:pt x="5667" y="5413"/>
                      <a:pt x="5855" y="5416"/>
                      <a:pt x="6043" y="5416"/>
                    </a:cubicBezTo>
                    <a:cubicBezTo>
                      <a:pt x="6498" y="5416"/>
                      <a:pt x="6953" y="5400"/>
                      <a:pt x="7407" y="5383"/>
                    </a:cubicBezTo>
                    <a:lnTo>
                      <a:pt x="8146" y="5383"/>
                    </a:lnTo>
                    <a:cubicBezTo>
                      <a:pt x="8312" y="5383"/>
                      <a:pt x="8503" y="5359"/>
                      <a:pt x="8669" y="5359"/>
                    </a:cubicBezTo>
                    <a:close/>
                    <a:moveTo>
                      <a:pt x="287" y="6097"/>
                    </a:moveTo>
                    <a:cubicBezTo>
                      <a:pt x="358" y="6121"/>
                      <a:pt x="477" y="6145"/>
                      <a:pt x="573" y="6145"/>
                    </a:cubicBezTo>
                    <a:cubicBezTo>
                      <a:pt x="669" y="6164"/>
                      <a:pt x="765" y="6199"/>
                      <a:pt x="862" y="6199"/>
                    </a:cubicBezTo>
                    <a:cubicBezTo>
                      <a:pt x="884" y="6199"/>
                      <a:pt x="907" y="6197"/>
                      <a:pt x="930" y="6192"/>
                    </a:cubicBezTo>
                    <a:cubicBezTo>
                      <a:pt x="930" y="6311"/>
                      <a:pt x="930" y="6407"/>
                      <a:pt x="930" y="6526"/>
                    </a:cubicBezTo>
                    <a:cubicBezTo>
                      <a:pt x="930" y="6692"/>
                      <a:pt x="954" y="6859"/>
                      <a:pt x="954" y="7002"/>
                    </a:cubicBezTo>
                    <a:cubicBezTo>
                      <a:pt x="906" y="7002"/>
                      <a:pt x="882" y="7002"/>
                      <a:pt x="834" y="6978"/>
                    </a:cubicBezTo>
                    <a:cubicBezTo>
                      <a:pt x="739" y="6954"/>
                      <a:pt x="620" y="6954"/>
                      <a:pt x="525" y="6907"/>
                    </a:cubicBezTo>
                    <a:cubicBezTo>
                      <a:pt x="477" y="6907"/>
                      <a:pt x="382" y="6859"/>
                      <a:pt x="311" y="6859"/>
                    </a:cubicBezTo>
                    <a:lnTo>
                      <a:pt x="311" y="6835"/>
                    </a:lnTo>
                    <a:cubicBezTo>
                      <a:pt x="311" y="6573"/>
                      <a:pt x="287" y="6335"/>
                      <a:pt x="287" y="6097"/>
                    </a:cubicBezTo>
                    <a:close/>
                    <a:moveTo>
                      <a:pt x="10384" y="6097"/>
                    </a:moveTo>
                    <a:cubicBezTo>
                      <a:pt x="10384" y="6335"/>
                      <a:pt x="10360" y="6573"/>
                      <a:pt x="10360" y="6835"/>
                    </a:cubicBezTo>
                    <a:lnTo>
                      <a:pt x="10360" y="6859"/>
                    </a:lnTo>
                    <a:cubicBezTo>
                      <a:pt x="10265" y="6859"/>
                      <a:pt x="10170" y="6907"/>
                      <a:pt x="10122" y="6907"/>
                    </a:cubicBezTo>
                    <a:cubicBezTo>
                      <a:pt x="10027" y="6954"/>
                      <a:pt x="9932" y="6954"/>
                      <a:pt x="9813" y="6978"/>
                    </a:cubicBezTo>
                    <a:cubicBezTo>
                      <a:pt x="9789" y="7002"/>
                      <a:pt x="9741" y="7002"/>
                      <a:pt x="9717" y="7002"/>
                    </a:cubicBezTo>
                    <a:cubicBezTo>
                      <a:pt x="9717" y="6859"/>
                      <a:pt x="9717" y="6692"/>
                      <a:pt x="9717" y="6526"/>
                    </a:cubicBezTo>
                    <a:cubicBezTo>
                      <a:pt x="9741" y="6407"/>
                      <a:pt x="9741" y="6311"/>
                      <a:pt x="9741" y="6192"/>
                    </a:cubicBezTo>
                    <a:cubicBezTo>
                      <a:pt x="9764" y="6197"/>
                      <a:pt x="9787" y="6199"/>
                      <a:pt x="9809" y="6199"/>
                    </a:cubicBezTo>
                    <a:cubicBezTo>
                      <a:pt x="9906" y="6199"/>
                      <a:pt x="10002" y="6164"/>
                      <a:pt x="10098" y="6145"/>
                    </a:cubicBezTo>
                    <a:cubicBezTo>
                      <a:pt x="10194" y="6145"/>
                      <a:pt x="10289" y="6121"/>
                      <a:pt x="10384" y="6097"/>
                    </a:cubicBezTo>
                    <a:close/>
                    <a:moveTo>
                      <a:pt x="11936" y="6433"/>
                    </a:moveTo>
                    <a:cubicBezTo>
                      <a:pt x="11956" y="6433"/>
                      <a:pt x="11972" y="6438"/>
                      <a:pt x="11980" y="6454"/>
                    </a:cubicBezTo>
                    <a:cubicBezTo>
                      <a:pt x="11980" y="6478"/>
                      <a:pt x="11980" y="6502"/>
                      <a:pt x="11980" y="6526"/>
                    </a:cubicBezTo>
                    <a:cubicBezTo>
                      <a:pt x="11956" y="6645"/>
                      <a:pt x="11932" y="6788"/>
                      <a:pt x="11908" y="6931"/>
                    </a:cubicBezTo>
                    <a:cubicBezTo>
                      <a:pt x="11908" y="6954"/>
                      <a:pt x="11908" y="7002"/>
                      <a:pt x="11884" y="7050"/>
                    </a:cubicBezTo>
                    <a:cubicBezTo>
                      <a:pt x="11884" y="7050"/>
                      <a:pt x="11884" y="7050"/>
                      <a:pt x="11861" y="7073"/>
                    </a:cubicBezTo>
                    <a:cubicBezTo>
                      <a:pt x="11837" y="7097"/>
                      <a:pt x="11789" y="7097"/>
                      <a:pt x="11765" y="7097"/>
                    </a:cubicBezTo>
                    <a:cubicBezTo>
                      <a:pt x="11718" y="7097"/>
                      <a:pt x="11670" y="7073"/>
                      <a:pt x="11646" y="7026"/>
                    </a:cubicBezTo>
                    <a:cubicBezTo>
                      <a:pt x="11622" y="7002"/>
                      <a:pt x="11622" y="6954"/>
                      <a:pt x="11622" y="6907"/>
                    </a:cubicBezTo>
                    <a:cubicBezTo>
                      <a:pt x="11622" y="6859"/>
                      <a:pt x="11622" y="6478"/>
                      <a:pt x="11599" y="6478"/>
                    </a:cubicBezTo>
                    <a:cubicBezTo>
                      <a:pt x="11670" y="6478"/>
                      <a:pt x="11742" y="6478"/>
                      <a:pt x="11813" y="6454"/>
                    </a:cubicBezTo>
                    <a:cubicBezTo>
                      <a:pt x="11845" y="6454"/>
                      <a:pt x="11898" y="6433"/>
                      <a:pt x="11936" y="6433"/>
                    </a:cubicBezTo>
                    <a:close/>
                    <a:moveTo>
                      <a:pt x="8669" y="6335"/>
                    </a:moveTo>
                    <a:cubicBezTo>
                      <a:pt x="8669" y="6383"/>
                      <a:pt x="8669" y="6407"/>
                      <a:pt x="8669" y="6454"/>
                    </a:cubicBezTo>
                    <a:cubicBezTo>
                      <a:pt x="8646" y="6716"/>
                      <a:pt x="8646" y="6978"/>
                      <a:pt x="8646" y="7240"/>
                    </a:cubicBezTo>
                    <a:cubicBezTo>
                      <a:pt x="8455" y="7240"/>
                      <a:pt x="8265" y="7288"/>
                      <a:pt x="8074" y="7312"/>
                    </a:cubicBezTo>
                    <a:cubicBezTo>
                      <a:pt x="7860" y="7335"/>
                      <a:pt x="7645" y="7359"/>
                      <a:pt x="7431" y="7359"/>
                    </a:cubicBezTo>
                    <a:cubicBezTo>
                      <a:pt x="7026" y="7383"/>
                      <a:pt x="6645" y="7383"/>
                      <a:pt x="6240" y="7383"/>
                    </a:cubicBezTo>
                    <a:cubicBezTo>
                      <a:pt x="6164" y="7378"/>
                      <a:pt x="6087" y="7376"/>
                      <a:pt x="6009" y="7376"/>
                    </a:cubicBezTo>
                    <a:cubicBezTo>
                      <a:pt x="5698" y="7376"/>
                      <a:pt x="5378" y="7407"/>
                      <a:pt x="5073" y="7407"/>
                    </a:cubicBezTo>
                    <a:cubicBezTo>
                      <a:pt x="4240" y="7407"/>
                      <a:pt x="3406" y="7407"/>
                      <a:pt x="2597" y="7312"/>
                    </a:cubicBezTo>
                    <a:cubicBezTo>
                      <a:pt x="2406" y="7288"/>
                      <a:pt x="2192" y="7240"/>
                      <a:pt x="2001" y="7240"/>
                    </a:cubicBezTo>
                    <a:cubicBezTo>
                      <a:pt x="2001" y="6978"/>
                      <a:pt x="2001" y="6716"/>
                      <a:pt x="2001" y="6454"/>
                    </a:cubicBezTo>
                    <a:cubicBezTo>
                      <a:pt x="2001" y="6407"/>
                      <a:pt x="2001" y="6383"/>
                      <a:pt x="2001" y="6335"/>
                    </a:cubicBezTo>
                    <a:cubicBezTo>
                      <a:pt x="2144" y="6383"/>
                      <a:pt x="2311" y="6383"/>
                      <a:pt x="2454" y="6383"/>
                    </a:cubicBezTo>
                    <a:cubicBezTo>
                      <a:pt x="3073" y="6431"/>
                      <a:pt x="3668" y="6454"/>
                      <a:pt x="4264" y="6478"/>
                    </a:cubicBezTo>
                    <a:cubicBezTo>
                      <a:pt x="4551" y="6485"/>
                      <a:pt x="4838" y="6487"/>
                      <a:pt x="5125" y="6487"/>
                    </a:cubicBezTo>
                    <a:cubicBezTo>
                      <a:pt x="5910" y="6487"/>
                      <a:pt x="6694" y="6465"/>
                      <a:pt x="7479" y="6431"/>
                    </a:cubicBezTo>
                    <a:cubicBezTo>
                      <a:pt x="7717" y="6407"/>
                      <a:pt x="7955" y="6407"/>
                      <a:pt x="8193" y="6383"/>
                    </a:cubicBezTo>
                    <a:cubicBezTo>
                      <a:pt x="8336" y="6383"/>
                      <a:pt x="8503" y="6383"/>
                      <a:pt x="8669" y="6335"/>
                    </a:cubicBezTo>
                    <a:close/>
                    <a:moveTo>
                      <a:pt x="311" y="7026"/>
                    </a:moveTo>
                    <a:cubicBezTo>
                      <a:pt x="382" y="7050"/>
                      <a:pt x="453" y="7073"/>
                      <a:pt x="477" y="7073"/>
                    </a:cubicBezTo>
                    <a:cubicBezTo>
                      <a:pt x="573" y="7121"/>
                      <a:pt x="692" y="7145"/>
                      <a:pt x="787" y="7169"/>
                    </a:cubicBezTo>
                    <a:cubicBezTo>
                      <a:pt x="834" y="7169"/>
                      <a:pt x="906" y="7193"/>
                      <a:pt x="954" y="7193"/>
                    </a:cubicBezTo>
                    <a:cubicBezTo>
                      <a:pt x="954" y="7240"/>
                      <a:pt x="954" y="7312"/>
                      <a:pt x="954" y="7359"/>
                    </a:cubicBezTo>
                    <a:cubicBezTo>
                      <a:pt x="954" y="7478"/>
                      <a:pt x="954" y="7574"/>
                      <a:pt x="954" y="7693"/>
                    </a:cubicBezTo>
                    <a:cubicBezTo>
                      <a:pt x="954" y="7716"/>
                      <a:pt x="954" y="7740"/>
                      <a:pt x="954" y="7764"/>
                    </a:cubicBezTo>
                    <a:cubicBezTo>
                      <a:pt x="763" y="7693"/>
                      <a:pt x="549" y="7621"/>
                      <a:pt x="406" y="7455"/>
                    </a:cubicBezTo>
                    <a:cubicBezTo>
                      <a:pt x="311" y="7335"/>
                      <a:pt x="311" y="7193"/>
                      <a:pt x="311" y="7026"/>
                    </a:cubicBezTo>
                    <a:close/>
                    <a:moveTo>
                      <a:pt x="10360" y="7026"/>
                    </a:moveTo>
                    <a:cubicBezTo>
                      <a:pt x="10360" y="7193"/>
                      <a:pt x="10336" y="7335"/>
                      <a:pt x="10241" y="7455"/>
                    </a:cubicBezTo>
                    <a:cubicBezTo>
                      <a:pt x="10122" y="7621"/>
                      <a:pt x="9884" y="7693"/>
                      <a:pt x="9693" y="7764"/>
                    </a:cubicBezTo>
                    <a:cubicBezTo>
                      <a:pt x="9693" y="7740"/>
                      <a:pt x="9693" y="7716"/>
                      <a:pt x="9693" y="7693"/>
                    </a:cubicBezTo>
                    <a:cubicBezTo>
                      <a:pt x="9693" y="7574"/>
                      <a:pt x="9693" y="7478"/>
                      <a:pt x="9693" y="7359"/>
                    </a:cubicBezTo>
                    <a:cubicBezTo>
                      <a:pt x="9717" y="7312"/>
                      <a:pt x="9717" y="7240"/>
                      <a:pt x="9717" y="7193"/>
                    </a:cubicBezTo>
                    <a:cubicBezTo>
                      <a:pt x="9765" y="7193"/>
                      <a:pt x="9813" y="7169"/>
                      <a:pt x="9860" y="7169"/>
                    </a:cubicBezTo>
                    <a:cubicBezTo>
                      <a:pt x="9979" y="7145"/>
                      <a:pt x="10074" y="7121"/>
                      <a:pt x="10170" y="7073"/>
                    </a:cubicBezTo>
                    <a:cubicBezTo>
                      <a:pt x="10194" y="7073"/>
                      <a:pt x="10289" y="7050"/>
                      <a:pt x="10360" y="7026"/>
                    </a:cubicBezTo>
                    <a:close/>
                    <a:moveTo>
                      <a:pt x="1787" y="1382"/>
                    </a:moveTo>
                    <a:cubicBezTo>
                      <a:pt x="1763" y="1620"/>
                      <a:pt x="1763" y="1858"/>
                      <a:pt x="1763" y="2072"/>
                    </a:cubicBezTo>
                    <a:cubicBezTo>
                      <a:pt x="1763" y="2382"/>
                      <a:pt x="1763" y="2668"/>
                      <a:pt x="1739" y="2954"/>
                    </a:cubicBezTo>
                    <a:cubicBezTo>
                      <a:pt x="1716" y="3358"/>
                      <a:pt x="1739" y="3763"/>
                      <a:pt x="1716" y="4168"/>
                    </a:cubicBezTo>
                    <a:cubicBezTo>
                      <a:pt x="1716" y="4454"/>
                      <a:pt x="1692" y="4740"/>
                      <a:pt x="1692" y="5025"/>
                    </a:cubicBezTo>
                    <a:cubicBezTo>
                      <a:pt x="1716" y="5502"/>
                      <a:pt x="1716" y="5978"/>
                      <a:pt x="1739" y="6454"/>
                    </a:cubicBezTo>
                    <a:cubicBezTo>
                      <a:pt x="1763" y="6740"/>
                      <a:pt x="1763" y="7050"/>
                      <a:pt x="1763" y="7335"/>
                    </a:cubicBezTo>
                    <a:cubicBezTo>
                      <a:pt x="1763" y="7574"/>
                      <a:pt x="1739" y="7812"/>
                      <a:pt x="1787" y="8026"/>
                    </a:cubicBezTo>
                    <a:lnTo>
                      <a:pt x="1716" y="8026"/>
                    </a:lnTo>
                    <a:cubicBezTo>
                      <a:pt x="1549" y="7978"/>
                      <a:pt x="1358" y="7907"/>
                      <a:pt x="1192" y="7836"/>
                    </a:cubicBezTo>
                    <a:cubicBezTo>
                      <a:pt x="1192" y="7788"/>
                      <a:pt x="1192" y="7716"/>
                      <a:pt x="1192" y="7669"/>
                    </a:cubicBezTo>
                    <a:cubicBezTo>
                      <a:pt x="1216" y="7574"/>
                      <a:pt x="1216" y="7455"/>
                      <a:pt x="1216" y="7335"/>
                    </a:cubicBezTo>
                    <a:cubicBezTo>
                      <a:pt x="1216" y="7073"/>
                      <a:pt x="1192" y="6812"/>
                      <a:pt x="1192" y="6550"/>
                    </a:cubicBezTo>
                    <a:cubicBezTo>
                      <a:pt x="1144" y="6002"/>
                      <a:pt x="1144" y="5454"/>
                      <a:pt x="1144" y="4906"/>
                    </a:cubicBezTo>
                    <a:cubicBezTo>
                      <a:pt x="1144" y="4359"/>
                      <a:pt x="1120" y="3835"/>
                      <a:pt x="1168" y="3287"/>
                    </a:cubicBezTo>
                    <a:cubicBezTo>
                      <a:pt x="1168" y="3144"/>
                      <a:pt x="1168" y="3001"/>
                      <a:pt x="1168" y="2858"/>
                    </a:cubicBezTo>
                    <a:cubicBezTo>
                      <a:pt x="1192" y="2596"/>
                      <a:pt x="1216" y="2334"/>
                      <a:pt x="1216" y="2072"/>
                    </a:cubicBezTo>
                    <a:cubicBezTo>
                      <a:pt x="1216" y="1953"/>
                      <a:pt x="1216" y="1858"/>
                      <a:pt x="1192" y="1739"/>
                    </a:cubicBezTo>
                    <a:cubicBezTo>
                      <a:pt x="1192" y="1691"/>
                      <a:pt x="1192" y="1620"/>
                      <a:pt x="1192" y="1572"/>
                    </a:cubicBezTo>
                    <a:cubicBezTo>
                      <a:pt x="1358" y="1501"/>
                      <a:pt x="1549" y="1453"/>
                      <a:pt x="1716" y="1382"/>
                    </a:cubicBezTo>
                    <a:close/>
                    <a:moveTo>
                      <a:pt x="8931" y="1382"/>
                    </a:moveTo>
                    <a:cubicBezTo>
                      <a:pt x="9122" y="1453"/>
                      <a:pt x="9289" y="1501"/>
                      <a:pt x="9479" y="1572"/>
                    </a:cubicBezTo>
                    <a:cubicBezTo>
                      <a:pt x="9455" y="1620"/>
                      <a:pt x="9455" y="1691"/>
                      <a:pt x="9455" y="1739"/>
                    </a:cubicBezTo>
                    <a:cubicBezTo>
                      <a:pt x="9455" y="1858"/>
                      <a:pt x="9455" y="1953"/>
                      <a:pt x="9455" y="2072"/>
                    </a:cubicBezTo>
                    <a:cubicBezTo>
                      <a:pt x="9455" y="2334"/>
                      <a:pt x="9455" y="2596"/>
                      <a:pt x="9479" y="2858"/>
                    </a:cubicBezTo>
                    <a:cubicBezTo>
                      <a:pt x="9479" y="3001"/>
                      <a:pt x="9479" y="3144"/>
                      <a:pt x="9503" y="3287"/>
                    </a:cubicBezTo>
                    <a:cubicBezTo>
                      <a:pt x="9527" y="3835"/>
                      <a:pt x="9503" y="4359"/>
                      <a:pt x="9503" y="4906"/>
                    </a:cubicBezTo>
                    <a:cubicBezTo>
                      <a:pt x="9503" y="5454"/>
                      <a:pt x="9503" y="6002"/>
                      <a:pt x="9479" y="6550"/>
                    </a:cubicBezTo>
                    <a:cubicBezTo>
                      <a:pt x="9455" y="6812"/>
                      <a:pt x="9455" y="7073"/>
                      <a:pt x="9455" y="7335"/>
                    </a:cubicBezTo>
                    <a:cubicBezTo>
                      <a:pt x="9455" y="7455"/>
                      <a:pt x="9455" y="7574"/>
                      <a:pt x="9455" y="7669"/>
                    </a:cubicBezTo>
                    <a:cubicBezTo>
                      <a:pt x="9455" y="7716"/>
                      <a:pt x="9455" y="7788"/>
                      <a:pt x="9479" y="7836"/>
                    </a:cubicBezTo>
                    <a:cubicBezTo>
                      <a:pt x="9289" y="7907"/>
                      <a:pt x="9122" y="7978"/>
                      <a:pt x="8931" y="8026"/>
                    </a:cubicBezTo>
                    <a:lnTo>
                      <a:pt x="8884" y="8026"/>
                    </a:lnTo>
                    <a:cubicBezTo>
                      <a:pt x="8908" y="7812"/>
                      <a:pt x="8884" y="7574"/>
                      <a:pt x="8884" y="7335"/>
                    </a:cubicBezTo>
                    <a:cubicBezTo>
                      <a:pt x="8884" y="7050"/>
                      <a:pt x="8908" y="6740"/>
                      <a:pt x="8908" y="6454"/>
                    </a:cubicBezTo>
                    <a:cubicBezTo>
                      <a:pt x="8931" y="5978"/>
                      <a:pt x="8931" y="5502"/>
                      <a:pt x="8955" y="5025"/>
                    </a:cubicBezTo>
                    <a:cubicBezTo>
                      <a:pt x="8955" y="4740"/>
                      <a:pt x="8931" y="4454"/>
                      <a:pt x="8931" y="4168"/>
                    </a:cubicBezTo>
                    <a:cubicBezTo>
                      <a:pt x="8931" y="3763"/>
                      <a:pt x="8931" y="3358"/>
                      <a:pt x="8908" y="2954"/>
                    </a:cubicBezTo>
                    <a:cubicBezTo>
                      <a:pt x="8908" y="2668"/>
                      <a:pt x="8884" y="2382"/>
                      <a:pt x="8884" y="2072"/>
                    </a:cubicBezTo>
                    <a:cubicBezTo>
                      <a:pt x="8884" y="1834"/>
                      <a:pt x="8908" y="1620"/>
                      <a:pt x="8884" y="1382"/>
                    </a:cubicBezTo>
                    <a:close/>
                    <a:moveTo>
                      <a:pt x="2025" y="7407"/>
                    </a:moveTo>
                    <a:cubicBezTo>
                      <a:pt x="2192" y="7455"/>
                      <a:pt x="2382" y="7455"/>
                      <a:pt x="2549" y="7478"/>
                    </a:cubicBezTo>
                    <a:cubicBezTo>
                      <a:pt x="3093" y="7563"/>
                      <a:pt x="3650" y="7576"/>
                      <a:pt x="4201" y="7576"/>
                    </a:cubicBezTo>
                    <a:cubicBezTo>
                      <a:pt x="4422" y="7576"/>
                      <a:pt x="4641" y="7574"/>
                      <a:pt x="4859" y="7574"/>
                    </a:cubicBezTo>
                    <a:cubicBezTo>
                      <a:pt x="5121" y="7582"/>
                      <a:pt x="5383" y="7584"/>
                      <a:pt x="5645" y="7584"/>
                    </a:cubicBezTo>
                    <a:cubicBezTo>
                      <a:pt x="6169" y="7584"/>
                      <a:pt x="6693" y="7574"/>
                      <a:pt x="7217" y="7574"/>
                    </a:cubicBezTo>
                    <a:cubicBezTo>
                      <a:pt x="7312" y="7574"/>
                      <a:pt x="8098" y="7526"/>
                      <a:pt x="8098" y="7478"/>
                    </a:cubicBezTo>
                    <a:cubicBezTo>
                      <a:pt x="8265" y="7455"/>
                      <a:pt x="8455" y="7455"/>
                      <a:pt x="8646" y="7407"/>
                    </a:cubicBezTo>
                    <a:lnTo>
                      <a:pt x="8646" y="7407"/>
                    </a:lnTo>
                    <a:cubicBezTo>
                      <a:pt x="8646" y="7645"/>
                      <a:pt x="8622" y="7859"/>
                      <a:pt x="8669" y="8098"/>
                    </a:cubicBezTo>
                    <a:cubicBezTo>
                      <a:pt x="8669" y="8145"/>
                      <a:pt x="7574" y="8336"/>
                      <a:pt x="7479" y="8359"/>
                    </a:cubicBezTo>
                    <a:lnTo>
                      <a:pt x="7336" y="8359"/>
                    </a:lnTo>
                    <a:cubicBezTo>
                      <a:pt x="6955" y="8383"/>
                      <a:pt x="6574" y="8383"/>
                      <a:pt x="6217" y="8383"/>
                    </a:cubicBezTo>
                    <a:cubicBezTo>
                      <a:pt x="5621" y="8383"/>
                      <a:pt x="5017" y="8430"/>
                      <a:pt x="4414" y="8430"/>
                    </a:cubicBezTo>
                    <a:cubicBezTo>
                      <a:pt x="4053" y="8430"/>
                      <a:pt x="3692" y="8413"/>
                      <a:pt x="3335" y="8359"/>
                    </a:cubicBezTo>
                    <a:cubicBezTo>
                      <a:pt x="2883" y="8288"/>
                      <a:pt x="2430" y="8217"/>
                      <a:pt x="1978" y="8098"/>
                    </a:cubicBezTo>
                    <a:cubicBezTo>
                      <a:pt x="2025" y="7859"/>
                      <a:pt x="2025" y="7645"/>
                      <a:pt x="2025" y="7407"/>
                    </a:cubicBezTo>
                    <a:close/>
                    <a:moveTo>
                      <a:pt x="9217" y="8217"/>
                    </a:moveTo>
                    <a:cubicBezTo>
                      <a:pt x="9217" y="8288"/>
                      <a:pt x="9217" y="8359"/>
                      <a:pt x="9217" y="8431"/>
                    </a:cubicBezTo>
                    <a:cubicBezTo>
                      <a:pt x="9217" y="8574"/>
                      <a:pt x="9193" y="8717"/>
                      <a:pt x="9193" y="8836"/>
                    </a:cubicBezTo>
                    <a:cubicBezTo>
                      <a:pt x="9170" y="9098"/>
                      <a:pt x="9146" y="9360"/>
                      <a:pt x="9122" y="9622"/>
                    </a:cubicBezTo>
                    <a:cubicBezTo>
                      <a:pt x="9122" y="9669"/>
                      <a:pt x="9122" y="9741"/>
                      <a:pt x="9122" y="9788"/>
                    </a:cubicBezTo>
                    <a:cubicBezTo>
                      <a:pt x="8789" y="9788"/>
                      <a:pt x="8479" y="9788"/>
                      <a:pt x="8146" y="9765"/>
                    </a:cubicBezTo>
                    <a:cubicBezTo>
                      <a:pt x="7931" y="9741"/>
                      <a:pt x="7717" y="9717"/>
                      <a:pt x="7503" y="9717"/>
                    </a:cubicBezTo>
                    <a:cubicBezTo>
                      <a:pt x="7360" y="9717"/>
                      <a:pt x="7217" y="9717"/>
                      <a:pt x="7050" y="9741"/>
                    </a:cubicBezTo>
                    <a:cubicBezTo>
                      <a:pt x="7002" y="9645"/>
                      <a:pt x="6955" y="9550"/>
                      <a:pt x="6907" y="9479"/>
                    </a:cubicBezTo>
                    <a:cubicBezTo>
                      <a:pt x="6645" y="9169"/>
                      <a:pt x="6217" y="9050"/>
                      <a:pt x="5836" y="9050"/>
                    </a:cubicBezTo>
                    <a:cubicBezTo>
                      <a:pt x="5801" y="9048"/>
                      <a:pt x="5766" y="9047"/>
                      <a:pt x="5731" y="9047"/>
                    </a:cubicBezTo>
                    <a:cubicBezTo>
                      <a:pt x="5357" y="9047"/>
                      <a:pt x="4969" y="9160"/>
                      <a:pt x="4621" y="9312"/>
                    </a:cubicBezTo>
                    <a:cubicBezTo>
                      <a:pt x="4359" y="9407"/>
                      <a:pt x="4097" y="9574"/>
                      <a:pt x="3859" y="9765"/>
                    </a:cubicBezTo>
                    <a:cubicBezTo>
                      <a:pt x="3799" y="9753"/>
                      <a:pt x="3728" y="9753"/>
                      <a:pt x="3656" y="9753"/>
                    </a:cubicBezTo>
                    <a:cubicBezTo>
                      <a:pt x="3585" y="9753"/>
                      <a:pt x="3514" y="9753"/>
                      <a:pt x="3454" y="9741"/>
                    </a:cubicBezTo>
                    <a:lnTo>
                      <a:pt x="1597" y="9741"/>
                    </a:lnTo>
                    <a:cubicBezTo>
                      <a:pt x="1597" y="9455"/>
                      <a:pt x="1573" y="9193"/>
                      <a:pt x="1573" y="8931"/>
                    </a:cubicBezTo>
                    <a:cubicBezTo>
                      <a:pt x="1549" y="8693"/>
                      <a:pt x="1525" y="8479"/>
                      <a:pt x="1549" y="8240"/>
                    </a:cubicBezTo>
                    <a:lnTo>
                      <a:pt x="1549" y="8240"/>
                    </a:lnTo>
                    <a:cubicBezTo>
                      <a:pt x="1620" y="8264"/>
                      <a:pt x="1692" y="8288"/>
                      <a:pt x="1763" y="8312"/>
                    </a:cubicBezTo>
                    <a:cubicBezTo>
                      <a:pt x="2359" y="8479"/>
                      <a:pt x="2930" y="8574"/>
                      <a:pt x="3526" y="8645"/>
                    </a:cubicBezTo>
                    <a:cubicBezTo>
                      <a:pt x="3773" y="8683"/>
                      <a:pt x="4021" y="8695"/>
                      <a:pt x="4267" y="8695"/>
                    </a:cubicBezTo>
                    <a:cubicBezTo>
                      <a:pt x="4636" y="8695"/>
                      <a:pt x="5002" y="8669"/>
                      <a:pt x="5359" y="8669"/>
                    </a:cubicBezTo>
                    <a:cubicBezTo>
                      <a:pt x="5699" y="8669"/>
                      <a:pt x="6040" y="8685"/>
                      <a:pt x="6380" y="8685"/>
                    </a:cubicBezTo>
                    <a:cubicBezTo>
                      <a:pt x="6635" y="8685"/>
                      <a:pt x="6890" y="8676"/>
                      <a:pt x="7145" y="8645"/>
                    </a:cubicBezTo>
                    <a:cubicBezTo>
                      <a:pt x="7717" y="8598"/>
                      <a:pt x="8312" y="8479"/>
                      <a:pt x="8884" y="8312"/>
                    </a:cubicBezTo>
                    <a:cubicBezTo>
                      <a:pt x="9003" y="8288"/>
                      <a:pt x="9098" y="8264"/>
                      <a:pt x="9217" y="8217"/>
                    </a:cubicBezTo>
                    <a:close/>
                    <a:moveTo>
                      <a:pt x="1597" y="9884"/>
                    </a:moveTo>
                    <a:lnTo>
                      <a:pt x="1597" y="9884"/>
                    </a:lnTo>
                    <a:cubicBezTo>
                      <a:pt x="1763" y="9907"/>
                      <a:pt x="1954" y="9907"/>
                      <a:pt x="2097" y="9907"/>
                    </a:cubicBezTo>
                    <a:cubicBezTo>
                      <a:pt x="2335" y="9907"/>
                      <a:pt x="2549" y="9907"/>
                      <a:pt x="2763" y="9931"/>
                    </a:cubicBezTo>
                    <a:lnTo>
                      <a:pt x="3406" y="9931"/>
                    </a:lnTo>
                    <a:cubicBezTo>
                      <a:pt x="3502" y="9931"/>
                      <a:pt x="3573" y="9931"/>
                      <a:pt x="3668" y="9955"/>
                    </a:cubicBezTo>
                    <a:cubicBezTo>
                      <a:pt x="3621" y="9979"/>
                      <a:pt x="3597" y="10003"/>
                      <a:pt x="3573" y="10026"/>
                    </a:cubicBezTo>
                    <a:cubicBezTo>
                      <a:pt x="3478" y="10169"/>
                      <a:pt x="3383" y="10336"/>
                      <a:pt x="3216" y="10360"/>
                    </a:cubicBezTo>
                    <a:cubicBezTo>
                      <a:pt x="3153" y="10367"/>
                      <a:pt x="3088" y="10370"/>
                      <a:pt x="3023" y="10370"/>
                    </a:cubicBezTo>
                    <a:cubicBezTo>
                      <a:pt x="2864" y="10370"/>
                      <a:pt x="2701" y="10353"/>
                      <a:pt x="2549" y="10336"/>
                    </a:cubicBezTo>
                    <a:cubicBezTo>
                      <a:pt x="2418" y="10336"/>
                      <a:pt x="2287" y="10342"/>
                      <a:pt x="2156" y="10342"/>
                    </a:cubicBezTo>
                    <a:cubicBezTo>
                      <a:pt x="2025" y="10342"/>
                      <a:pt x="1894" y="10336"/>
                      <a:pt x="1763" y="10312"/>
                    </a:cubicBezTo>
                    <a:lnTo>
                      <a:pt x="1692" y="10312"/>
                    </a:lnTo>
                    <a:cubicBezTo>
                      <a:pt x="1692" y="10288"/>
                      <a:pt x="1644" y="10288"/>
                      <a:pt x="1620" y="10288"/>
                    </a:cubicBezTo>
                    <a:cubicBezTo>
                      <a:pt x="1620" y="10265"/>
                      <a:pt x="1620" y="10217"/>
                      <a:pt x="1620" y="10193"/>
                    </a:cubicBezTo>
                    <a:cubicBezTo>
                      <a:pt x="1620" y="10074"/>
                      <a:pt x="1620" y="9979"/>
                      <a:pt x="1597" y="9884"/>
                    </a:cubicBezTo>
                    <a:close/>
                    <a:moveTo>
                      <a:pt x="7503" y="9907"/>
                    </a:moveTo>
                    <a:cubicBezTo>
                      <a:pt x="7717" y="9931"/>
                      <a:pt x="7955" y="9931"/>
                      <a:pt x="8169" y="9955"/>
                    </a:cubicBezTo>
                    <a:cubicBezTo>
                      <a:pt x="8384" y="9955"/>
                      <a:pt x="8598" y="9979"/>
                      <a:pt x="8812" y="9979"/>
                    </a:cubicBezTo>
                    <a:cubicBezTo>
                      <a:pt x="8908" y="9979"/>
                      <a:pt x="9027" y="10003"/>
                      <a:pt x="9122" y="10003"/>
                    </a:cubicBezTo>
                    <a:cubicBezTo>
                      <a:pt x="9098" y="10098"/>
                      <a:pt x="9098" y="10169"/>
                      <a:pt x="9098" y="10265"/>
                    </a:cubicBezTo>
                    <a:cubicBezTo>
                      <a:pt x="9074" y="10336"/>
                      <a:pt x="9074" y="10384"/>
                      <a:pt x="8979" y="10384"/>
                    </a:cubicBezTo>
                    <a:cubicBezTo>
                      <a:pt x="8908" y="10407"/>
                      <a:pt x="8812" y="10407"/>
                      <a:pt x="8741" y="10407"/>
                    </a:cubicBezTo>
                    <a:cubicBezTo>
                      <a:pt x="8527" y="10384"/>
                      <a:pt x="8288" y="10384"/>
                      <a:pt x="8074" y="10384"/>
                    </a:cubicBezTo>
                    <a:lnTo>
                      <a:pt x="7693" y="10384"/>
                    </a:lnTo>
                    <a:cubicBezTo>
                      <a:pt x="7630" y="10384"/>
                      <a:pt x="7555" y="10405"/>
                      <a:pt x="7485" y="10405"/>
                    </a:cubicBezTo>
                    <a:cubicBezTo>
                      <a:pt x="7450" y="10405"/>
                      <a:pt x="7415" y="10400"/>
                      <a:pt x="7383" y="10384"/>
                    </a:cubicBezTo>
                    <a:cubicBezTo>
                      <a:pt x="7312" y="10360"/>
                      <a:pt x="7288" y="10265"/>
                      <a:pt x="7264" y="10193"/>
                    </a:cubicBezTo>
                    <a:cubicBezTo>
                      <a:pt x="7217" y="10098"/>
                      <a:pt x="7169" y="10003"/>
                      <a:pt x="7145" y="9931"/>
                    </a:cubicBezTo>
                    <a:cubicBezTo>
                      <a:pt x="7145" y="9907"/>
                      <a:pt x="7145" y="9907"/>
                      <a:pt x="7145" y="9907"/>
                    </a:cubicBezTo>
                    <a:close/>
                    <a:moveTo>
                      <a:pt x="5193" y="1"/>
                    </a:moveTo>
                    <a:cubicBezTo>
                      <a:pt x="5002" y="1"/>
                      <a:pt x="4764" y="48"/>
                      <a:pt x="4621" y="215"/>
                    </a:cubicBezTo>
                    <a:cubicBezTo>
                      <a:pt x="4502" y="310"/>
                      <a:pt x="4407" y="548"/>
                      <a:pt x="4430" y="739"/>
                    </a:cubicBezTo>
                    <a:lnTo>
                      <a:pt x="4335" y="739"/>
                    </a:lnTo>
                    <a:cubicBezTo>
                      <a:pt x="4259" y="732"/>
                      <a:pt x="4182" y="730"/>
                      <a:pt x="4105" y="730"/>
                    </a:cubicBezTo>
                    <a:cubicBezTo>
                      <a:pt x="3896" y="730"/>
                      <a:pt x="3687" y="752"/>
                      <a:pt x="3478" y="786"/>
                    </a:cubicBezTo>
                    <a:cubicBezTo>
                      <a:pt x="2906" y="858"/>
                      <a:pt x="2335" y="953"/>
                      <a:pt x="1763" y="1096"/>
                    </a:cubicBezTo>
                    <a:cubicBezTo>
                      <a:pt x="1501" y="1168"/>
                      <a:pt x="1263" y="1263"/>
                      <a:pt x="1001" y="1358"/>
                    </a:cubicBezTo>
                    <a:cubicBezTo>
                      <a:pt x="787" y="1453"/>
                      <a:pt x="549" y="1525"/>
                      <a:pt x="358" y="1644"/>
                    </a:cubicBezTo>
                    <a:cubicBezTo>
                      <a:pt x="168" y="1787"/>
                      <a:pt x="72" y="1977"/>
                      <a:pt x="49" y="2215"/>
                    </a:cubicBezTo>
                    <a:cubicBezTo>
                      <a:pt x="25" y="2477"/>
                      <a:pt x="25" y="2739"/>
                      <a:pt x="25" y="3001"/>
                    </a:cubicBezTo>
                    <a:cubicBezTo>
                      <a:pt x="1" y="3287"/>
                      <a:pt x="1" y="3597"/>
                      <a:pt x="25" y="3882"/>
                    </a:cubicBezTo>
                    <a:cubicBezTo>
                      <a:pt x="49" y="4168"/>
                      <a:pt x="49" y="4430"/>
                      <a:pt x="72" y="4716"/>
                    </a:cubicBezTo>
                    <a:cubicBezTo>
                      <a:pt x="49" y="4978"/>
                      <a:pt x="49" y="5264"/>
                      <a:pt x="25" y="5526"/>
                    </a:cubicBezTo>
                    <a:cubicBezTo>
                      <a:pt x="1" y="5835"/>
                      <a:pt x="1" y="6121"/>
                      <a:pt x="25" y="6431"/>
                    </a:cubicBezTo>
                    <a:cubicBezTo>
                      <a:pt x="25" y="6669"/>
                      <a:pt x="25" y="6954"/>
                      <a:pt x="49" y="7216"/>
                    </a:cubicBezTo>
                    <a:cubicBezTo>
                      <a:pt x="72" y="7431"/>
                      <a:pt x="168" y="7621"/>
                      <a:pt x="358" y="7764"/>
                    </a:cubicBezTo>
                    <a:cubicBezTo>
                      <a:pt x="549" y="7907"/>
                      <a:pt x="787" y="7978"/>
                      <a:pt x="1001" y="8050"/>
                    </a:cubicBezTo>
                    <a:cubicBezTo>
                      <a:pt x="1120" y="8098"/>
                      <a:pt x="1239" y="8145"/>
                      <a:pt x="1358" y="8193"/>
                    </a:cubicBezTo>
                    <a:cubicBezTo>
                      <a:pt x="1311" y="8407"/>
                      <a:pt x="1335" y="8621"/>
                      <a:pt x="1335" y="8836"/>
                    </a:cubicBezTo>
                    <a:cubicBezTo>
                      <a:pt x="1358" y="9122"/>
                      <a:pt x="1358" y="9383"/>
                      <a:pt x="1358" y="9669"/>
                    </a:cubicBezTo>
                    <a:cubicBezTo>
                      <a:pt x="1358" y="9788"/>
                      <a:pt x="1382" y="9907"/>
                      <a:pt x="1382" y="10050"/>
                    </a:cubicBezTo>
                    <a:cubicBezTo>
                      <a:pt x="1382" y="10146"/>
                      <a:pt x="1358" y="10265"/>
                      <a:pt x="1382" y="10360"/>
                    </a:cubicBezTo>
                    <a:cubicBezTo>
                      <a:pt x="1430" y="10527"/>
                      <a:pt x="1692" y="10550"/>
                      <a:pt x="1835" y="10574"/>
                    </a:cubicBezTo>
                    <a:cubicBezTo>
                      <a:pt x="2073" y="10598"/>
                      <a:pt x="2335" y="10598"/>
                      <a:pt x="2573" y="10598"/>
                    </a:cubicBezTo>
                    <a:cubicBezTo>
                      <a:pt x="2741" y="10615"/>
                      <a:pt x="2910" y="10632"/>
                      <a:pt x="3070" y="10632"/>
                    </a:cubicBezTo>
                    <a:cubicBezTo>
                      <a:pt x="3136" y="10632"/>
                      <a:pt x="3201" y="10629"/>
                      <a:pt x="3264" y="10622"/>
                    </a:cubicBezTo>
                    <a:cubicBezTo>
                      <a:pt x="3454" y="10598"/>
                      <a:pt x="3597" y="10455"/>
                      <a:pt x="3716" y="10312"/>
                    </a:cubicBezTo>
                    <a:cubicBezTo>
                      <a:pt x="3835" y="10122"/>
                      <a:pt x="4002" y="9979"/>
                      <a:pt x="4192" y="9860"/>
                    </a:cubicBezTo>
                    <a:cubicBezTo>
                      <a:pt x="4573" y="9598"/>
                      <a:pt x="5026" y="9383"/>
                      <a:pt x="5502" y="9312"/>
                    </a:cubicBezTo>
                    <a:cubicBezTo>
                      <a:pt x="5584" y="9302"/>
                      <a:pt x="5672" y="9297"/>
                      <a:pt x="5761" y="9297"/>
                    </a:cubicBezTo>
                    <a:cubicBezTo>
                      <a:pt x="6110" y="9297"/>
                      <a:pt x="6489" y="9385"/>
                      <a:pt x="6717" y="9669"/>
                    </a:cubicBezTo>
                    <a:cubicBezTo>
                      <a:pt x="6836" y="9812"/>
                      <a:pt x="6883" y="10003"/>
                      <a:pt x="6955" y="10169"/>
                    </a:cubicBezTo>
                    <a:cubicBezTo>
                      <a:pt x="7026" y="10336"/>
                      <a:pt x="7074" y="10550"/>
                      <a:pt x="7264" y="10622"/>
                    </a:cubicBezTo>
                    <a:cubicBezTo>
                      <a:pt x="7360" y="10669"/>
                      <a:pt x="7455" y="10669"/>
                      <a:pt x="7574" y="10669"/>
                    </a:cubicBezTo>
                    <a:cubicBezTo>
                      <a:pt x="7614" y="10662"/>
                      <a:pt x="7656" y="10659"/>
                      <a:pt x="7699" y="10659"/>
                    </a:cubicBezTo>
                    <a:cubicBezTo>
                      <a:pt x="7786" y="10659"/>
                      <a:pt x="7876" y="10669"/>
                      <a:pt x="7955" y="10669"/>
                    </a:cubicBezTo>
                    <a:lnTo>
                      <a:pt x="8717" y="10669"/>
                    </a:lnTo>
                    <a:cubicBezTo>
                      <a:pt x="8759" y="10669"/>
                      <a:pt x="8803" y="10671"/>
                      <a:pt x="8849" y="10671"/>
                    </a:cubicBezTo>
                    <a:cubicBezTo>
                      <a:pt x="8986" y="10671"/>
                      <a:pt x="9134" y="10658"/>
                      <a:pt x="9241" y="10550"/>
                    </a:cubicBezTo>
                    <a:cubicBezTo>
                      <a:pt x="9384" y="10407"/>
                      <a:pt x="9360" y="10146"/>
                      <a:pt x="9384" y="9955"/>
                    </a:cubicBezTo>
                    <a:cubicBezTo>
                      <a:pt x="9408" y="9645"/>
                      <a:pt x="9432" y="9336"/>
                      <a:pt x="9455" y="9026"/>
                    </a:cubicBezTo>
                    <a:cubicBezTo>
                      <a:pt x="9455" y="8883"/>
                      <a:pt x="9479" y="8717"/>
                      <a:pt x="9479" y="8574"/>
                    </a:cubicBezTo>
                    <a:cubicBezTo>
                      <a:pt x="9479" y="8407"/>
                      <a:pt x="9479" y="8264"/>
                      <a:pt x="9479" y="8121"/>
                    </a:cubicBezTo>
                    <a:cubicBezTo>
                      <a:pt x="9551" y="8098"/>
                      <a:pt x="9598" y="8074"/>
                      <a:pt x="9646" y="8050"/>
                    </a:cubicBezTo>
                    <a:cubicBezTo>
                      <a:pt x="9884" y="7978"/>
                      <a:pt x="10122" y="7907"/>
                      <a:pt x="10313" y="7764"/>
                    </a:cubicBezTo>
                    <a:cubicBezTo>
                      <a:pt x="10503" y="7621"/>
                      <a:pt x="10598" y="7431"/>
                      <a:pt x="10622" y="7216"/>
                    </a:cubicBezTo>
                    <a:cubicBezTo>
                      <a:pt x="10646" y="6954"/>
                      <a:pt x="10622" y="6669"/>
                      <a:pt x="10646" y="6407"/>
                    </a:cubicBezTo>
                    <a:cubicBezTo>
                      <a:pt x="10646" y="6359"/>
                      <a:pt x="10646" y="6288"/>
                      <a:pt x="10646" y="6216"/>
                    </a:cubicBezTo>
                    <a:cubicBezTo>
                      <a:pt x="10681" y="6223"/>
                      <a:pt x="10718" y="6226"/>
                      <a:pt x="10755" y="6226"/>
                    </a:cubicBezTo>
                    <a:cubicBezTo>
                      <a:pt x="10845" y="6226"/>
                      <a:pt x="10936" y="6209"/>
                      <a:pt x="11003" y="6192"/>
                    </a:cubicBezTo>
                    <a:cubicBezTo>
                      <a:pt x="11027" y="6192"/>
                      <a:pt x="11075" y="6192"/>
                      <a:pt x="11146" y="6169"/>
                    </a:cubicBezTo>
                    <a:cubicBezTo>
                      <a:pt x="11146" y="6192"/>
                      <a:pt x="11170" y="6216"/>
                      <a:pt x="11194" y="6216"/>
                    </a:cubicBezTo>
                    <a:cubicBezTo>
                      <a:pt x="11241" y="6311"/>
                      <a:pt x="11337" y="6359"/>
                      <a:pt x="11432" y="6407"/>
                    </a:cubicBezTo>
                    <a:cubicBezTo>
                      <a:pt x="11384" y="6478"/>
                      <a:pt x="11408" y="6573"/>
                      <a:pt x="11408" y="6645"/>
                    </a:cubicBezTo>
                    <a:cubicBezTo>
                      <a:pt x="11408" y="6740"/>
                      <a:pt x="11408" y="6812"/>
                      <a:pt x="11408" y="6883"/>
                    </a:cubicBezTo>
                    <a:cubicBezTo>
                      <a:pt x="11408" y="7050"/>
                      <a:pt x="11384" y="7288"/>
                      <a:pt x="11622" y="7312"/>
                    </a:cubicBezTo>
                    <a:cubicBezTo>
                      <a:pt x="11646" y="7312"/>
                      <a:pt x="11694" y="7288"/>
                      <a:pt x="11742" y="7288"/>
                    </a:cubicBezTo>
                    <a:cubicBezTo>
                      <a:pt x="11789" y="7288"/>
                      <a:pt x="11837" y="7312"/>
                      <a:pt x="11884" y="7312"/>
                    </a:cubicBezTo>
                    <a:cubicBezTo>
                      <a:pt x="12003" y="7312"/>
                      <a:pt x="12051" y="7240"/>
                      <a:pt x="12075" y="7121"/>
                    </a:cubicBezTo>
                    <a:cubicBezTo>
                      <a:pt x="12075" y="7073"/>
                      <a:pt x="12075" y="7026"/>
                      <a:pt x="12075" y="7002"/>
                    </a:cubicBezTo>
                    <a:cubicBezTo>
                      <a:pt x="12099" y="6907"/>
                      <a:pt x="12123" y="6835"/>
                      <a:pt x="12123" y="6764"/>
                    </a:cubicBezTo>
                    <a:cubicBezTo>
                      <a:pt x="12170" y="6597"/>
                      <a:pt x="12194" y="6431"/>
                      <a:pt x="12218" y="6264"/>
                    </a:cubicBezTo>
                    <a:cubicBezTo>
                      <a:pt x="12456" y="6026"/>
                      <a:pt x="12527" y="5621"/>
                      <a:pt x="12337" y="5335"/>
                    </a:cubicBezTo>
                    <a:cubicBezTo>
                      <a:pt x="12265" y="5216"/>
                      <a:pt x="12170" y="5145"/>
                      <a:pt x="12075" y="5097"/>
                    </a:cubicBezTo>
                    <a:cubicBezTo>
                      <a:pt x="12146" y="4930"/>
                      <a:pt x="12123" y="4740"/>
                      <a:pt x="12146" y="4597"/>
                    </a:cubicBezTo>
                    <a:cubicBezTo>
                      <a:pt x="12170" y="4430"/>
                      <a:pt x="12194" y="4287"/>
                      <a:pt x="12194" y="4121"/>
                    </a:cubicBezTo>
                    <a:cubicBezTo>
                      <a:pt x="12194" y="3835"/>
                      <a:pt x="11980" y="3763"/>
                      <a:pt x="11718" y="3739"/>
                    </a:cubicBezTo>
                    <a:cubicBezTo>
                      <a:pt x="11622" y="3739"/>
                      <a:pt x="11480" y="3739"/>
                      <a:pt x="11408" y="3835"/>
                    </a:cubicBezTo>
                    <a:cubicBezTo>
                      <a:pt x="11384" y="3882"/>
                      <a:pt x="11384" y="3930"/>
                      <a:pt x="11384" y="3978"/>
                    </a:cubicBezTo>
                    <a:cubicBezTo>
                      <a:pt x="11384" y="4073"/>
                      <a:pt x="11408" y="4168"/>
                      <a:pt x="11408" y="4263"/>
                    </a:cubicBezTo>
                    <a:cubicBezTo>
                      <a:pt x="11408" y="4430"/>
                      <a:pt x="11408" y="4597"/>
                      <a:pt x="11432" y="4763"/>
                    </a:cubicBezTo>
                    <a:cubicBezTo>
                      <a:pt x="11432" y="4835"/>
                      <a:pt x="11432" y="4906"/>
                      <a:pt x="11456" y="4978"/>
                    </a:cubicBezTo>
                    <a:cubicBezTo>
                      <a:pt x="11456" y="5025"/>
                      <a:pt x="11456" y="5097"/>
                      <a:pt x="11408" y="5145"/>
                    </a:cubicBezTo>
                    <a:cubicBezTo>
                      <a:pt x="11337" y="5168"/>
                      <a:pt x="11289" y="5216"/>
                      <a:pt x="11241" y="5287"/>
                    </a:cubicBezTo>
                    <a:cubicBezTo>
                      <a:pt x="11194" y="5335"/>
                      <a:pt x="11146" y="5383"/>
                      <a:pt x="11122" y="5454"/>
                    </a:cubicBezTo>
                    <a:cubicBezTo>
                      <a:pt x="11039" y="5442"/>
                      <a:pt x="10956" y="5436"/>
                      <a:pt x="10872" y="5436"/>
                    </a:cubicBezTo>
                    <a:cubicBezTo>
                      <a:pt x="10789" y="5436"/>
                      <a:pt x="10706" y="5442"/>
                      <a:pt x="10622" y="5454"/>
                    </a:cubicBezTo>
                    <a:cubicBezTo>
                      <a:pt x="10598" y="5216"/>
                      <a:pt x="10598" y="4954"/>
                      <a:pt x="10598" y="4716"/>
                    </a:cubicBezTo>
                    <a:cubicBezTo>
                      <a:pt x="10598" y="4430"/>
                      <a:pt x="10598" y="4168"/>
                      <a:pt x="10622" y="3882"/>
                    </a:cubicBezTo>
                    <a:cubicBezTo>
                      <a:pt x="10646" y="3597"/>
                      <a:pt x="10670" y="3287"/>
                      <a:pt x="10646" y="3001"/>
                    </a:cubicBezTo>
                    <a:cubicBezTo>
                      <a:pt x="10622" y="2739"/>
                      <a:pt x="10646" y="2477"/>
                      <a:pt x="10622" y="2215"/>
                    </a:cubicBezTo>
                    <a:cubicBezTo>
                      <a:pt x="10598" y="1977"/>
                      <a:pt x="10503" y="1787"/>
                      <a:pt x="10313" y="1644"/>
                    </a:cubicBezTo>
                    <a:cubicBezTo>
                      <a:pt x="10122" y="1525"/>
                      <a:pt x="9884" y="1453"/>
                      <a:pt x="9646" y="1358"/>
                    </a:cubicBezTo>
                    <a:cubicBezTo>
                      <a:pt x="9408" y="1263"/>
                      <a:pt x="9146" y="1168"/>
                      <a:pt x="8884" y="1096"/>
                    </a:cubicBezTo>
                    <a:cubicBezTo>
                      <a:pt x="8336" y="953"/>
                      <a:pt x="7764" y="858"/>
                      <a:pt x="7193" y="786"/>
                    </a:cubicBezTo>
                    <a:cubicBezTo>
                      <a:pt x="7026" y="763"/>
                      <a:pt x="6883" y="739"/>
                      <a:pt x="6740" y="739"/>
                    </a:cubicBezTo>
                    <a:lnTo>
                      <a:pt x="6455" y="739"/>
                    </a:lnTo>
                    <a:cubicBezTo>
                      <a:pt x="6359" y="727"/>
                      <a:pt x="6270" y="721"/>
                      <a:pt x="6181" y="721"/>
                    </a:cubicBezTo>
                    <a:cubicBezTo>
                      <a:pt x="6092" y="721"/>
                      <a:pt x="6002" y="727"/>
                      <a:pt x="5907" y="739"/>
                    </a:cubicBezTo>
                    <a:cubicBezTo>
                      <a:pt x="5907" y="667"/>
                      <a:pt x="5907" y="596"/>
                      <a:pt x="5883" y="525"/>
                    </a:cubicBezTo>
                    <a:cubicBezTo>
                      <a:pt x="5883" y="405"/>
                      <a:pt x="5836" y="286"/>
                      <a:pt x="5764" y="191"/>
                    </a:cubicBezTo>
                    <a:cubicBezTo>
                      <a:pt x="5621" y="48"/>
                      <a:pt x="5407" y="1"/>
                      <a:pt x="519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181" name="Google Shape;15181;p46"/>
          <p:cNvSpPr txBox="1"/>
          <p:nvPr/>
        </p:nvSpPr>
        <p:spPr>
          <a:xfrm>
            <a:off x="676375" y="3636325"/>
            <a:ext cx="7894800" cy="119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- Method faltered a little this week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- Rebound for Left Hand Milk Stout Nitro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- Back-to-back bad weeks for Parish Ghost in Machine Ale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Clr>
                <a:schemeClr val="accent3"/>
              </a:buClr>
              <a:buSzPts val="1100"/>
              <a:buFont typeface="Arial"/>
              <a:buNone/>
            </a:pPr>
            <a:r>
              <a:rPr lang="en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Week 6 Total: 394 points (9th)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85" name="Shape 15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6" name="Google Shape;15186;p47"/>
          <p:cNvSpPr txBox="1"/>
          <p:nvPr>
            <p:ph type="title"/>
          </p:nvPr>
        </p:nvSpPr>
        <p:spPr>
          <a:xfrm>
            <a:off x="713250" y="-152250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grid</a:t>
            </a:r>
            <a:endParaRPr/>
          </a:p>
        </p:txBody>
      </p:sp>
      <p:graphicFrame>
        <p:nvGraphicFramePr>
          <p:cNvPr id="15187" name="Google Shape;15187;p47"/>
          <p:cNvGraphicFramePr/>
          <p:nvPr/>
        </p:nvGraphicFramePr>
        <p:xfrm>
          <a:off x="90238" y="4020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{CD79F606-51E5-4312-BDEE-782D375C1A38}</a:tableStyleId>
              </a:tblPr>
              <a:tblGrid>
                <a:gridCol w="1381925"/>
                <a:gridCol w="1233525"/>
                <a:gridCol w="1233525"/>
                <a:gridCol w="1233525"/>
                <a:gridCol w="1233525"/>
                <a:gridCol w="1233525"/>
                <a:gridCol w="1413975"/>
              </a:tblGrid>
              <a:tr h="10000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Class week: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Game Week 1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Game Week 2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Game Week 3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Game Week 4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Game Week 5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Game Week 6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2706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Score update: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3/11/2025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3/18/2025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3/25/2025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4/1/2025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4/8/2025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4/15/2025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62260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Player 1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Big Sky Moose Drool Brown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Allagash White Belgian Style Wheat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Big Sky Moose Drool Brown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Breakside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Heavy Seas Tropicannon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Belching Beaver Deftones Phantom Bride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4872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Player 2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Blue Point Toasted Lager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Big Ditch Hayburner American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Blue Point Toasted Lager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Great North Aleworks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Left Hand Milk Stout Nitro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Left Hand Milk Stout Nitro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351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Player 3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Brooklyn Lager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Blue Point Toasted Lager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Lagunitas IPNA Non-Alcoholic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Ithaca Flower Power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Marble Double White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Parish Ghost In Machine Ale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487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Player 4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Lagunitas IPNA Non-Alcoholic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Gnarly Barley Jucifer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Sixpoint Resin Double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Sixpoint Resin Double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Parish Ghost In Machine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Sunriver Vicious Mosquito India Pale Ale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487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Player 5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Troegs Perpetual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Lagunitas IPNA Non-Alcoholic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Switchback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Tampa Bay Reef Donkey American Pale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Silver City Tropic Haze India Pale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Wormtown Be Hoppy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515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Player 6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Zero Gravity Conehead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Sloop Juice Bomb Northeastern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Wormtown Be Hoppy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Zero Gravity Conehead IPA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Sunriver Vicious Mosquito India Pale Ale</a:t>
                      </a:r>
                      <a:endParaRPr sz="1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/>
                        <a:t>Zero Gravity Conehead IPA</a:t>
                      </a:r>
                      <a:endParaRPr sz="1000"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327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Week Score: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404 (8th)</a:t>
                      </a:r>
                      <a:endParaRPr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369 (11th) </a:t>
                      </a:r>
                      <a:r>
                        <a:rPr lang="en">
                          <a:solidFill>
                            <a:srgbClr val="FF0000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⇩</a:t>
                      </a:r>
                      <a:endParaRPr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476 (3rd) </a:t>
                      </a:r>
                      <a:r>
                        <a:rPr lang="en">
                          <a:solidFill>
                            <a:srgbClr val="00FF00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⇧⇧</a:t>
                      </a:r>
                      <a:endParaRPr>
                        <a:solidFill>
                          <a:srgbClr val="00FF00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556 (2nd) </a:t>
                      </a:r>
                      <a:r>
                        <a:rPr lang="en">
                          <a:solidFill>
                            <a:srgbClr val="00FF00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⇧⇧</a:t>
                      </a:r>
                      <a:endParaRPr>
                        <a:solidFill>
                          <a:srgbClr val="00FF00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375 (9th) </a:t>
                      </a:r>
                      <a:r>
                        <a:rPr lang="en">
                          <a:solidFill>
                            <a:srgbClr val="FF0000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⇩⇩</a:t>
                      </a:r>
                      <a:endParaRPr>
                        <a:solidFill>
                          <a:srgbClr val="FF0000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394 (9th) </a:t>
                      </a:r>
                      <a:r>
                        <a:rPr lang="en">
                          <a:solidFill>
                            <a:srgbClr val="00FF00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⇧</a:t>
                      </a:r>
                      <a:endParaRPr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4363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Londrina Solid"/>
                          <a:ea typeface="Londrina Solid"/>
                          <a:cs typeface="Londrina Solid"/>
                          <a:sym typeface="Londrina Solid"/>
                        </a:rPr>
                        <a:t>Cumulative Score:</a:t>
                      </a:r>
                      <a:endParaRPr>
                        <a:solidFill>
                          <a:schemeClr val="accent2"/>
                        </a:solidFill>
                        <a:latin typeface="Londrina Solid"/>
                        <a:ea typeface="Londrina Solid"/>
                        <a:cs typeface="Londrina Solid"/>
                        <a:sym typeface="Londrina Solid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404 </a:t>
                      </a:r>
                      <a:endParaRPr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773</a:t>
                      </a:r>
                      <a:endParaRPr b="1">
                        <a:solidFill>
                          <a:srgbClr val="F9DA55"/>
                        </a:solidFill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1,249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1,805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2,180</a:t>
                      </a:r>
                      <a:endParaRPr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2,574</a:t>
                      </a:r>
                      <a:endParaRPr/>
                    </a:p>
                  </a:txBody>
                  <a:tcPr marT="45700" marB="45700" marR="91425" marL="91425" anchor="ctr">
                    <a:lnL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91" name="Shape 15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2" name="Google Shape;15192;p48"/>
          <p:cNvSpPr txBox="1"/>
          <p:nvPr>
            <p:ph type="title"/>
          </p:nvPr>
        </p:nvSpPr>
        <p:spPr>
          <a:xfrm>
            <a:off x="713225" y="539525"/>
            <a:ext cx="7717500" cy="47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One beer we regret picking</a:t>
            </a:r>
            <a:endParaRPr/>
          </a:p>
        </p:txBody>
      </p:sp>
      <p:sp>
        <p:nvSpPr>
          <p:cNvPr id="15193" name="Google Shape;15193;p48"/>
          <p:cNvSpPr txBox="1"/>
          <p:nvPr>
            <p:ph idx="1" type="body"/>
          </p:nvPr>
        </p:nvSpPr>
        <p:spPr>
          <a:xfrm>
            <a:off x="713250" y="1297400"/>
            <a:ext cx="7717500" cy="312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/>
              <a:t>Blue Point Toasted Lager</a:t>
            </a:r>
            <a:endParaRPr b="1" sz="2000"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-"/>
            </a:pPr>
            <a:r>
              <a:rPr lang="en" sz="1400"/>
              <a:t>Picked each of first three weeks</a:t>
            </a:r>
            <a:endParaRPr sz="1400"/>
          </a:p>
          <a:p>
            <a:pPr indent="-330200" lvl="1" marL="914400" rtl="0" algn="l">
              <a:spcBef>
                <a:spcPts val="1000"/>
              </a:spcBef>
              <a:spcAft>
                <a:spcPts val="0"/>
              </a:spcAft>
              <a:buSzPts val="1600"/>
              <a:buChar char="-"/>
            </a:pPr>
            <a:r>
              <a:rPr lang="en" sz="1600"/>
              <a:t>Week 1:  28 Points</a:t>
            </a:r>
            <a:endParaRPr sz="1600"/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 sz="1600"/>
              <a:t>Week 2: 15 Points</a:t>
            </a:r>
            <a:endParaRPr sz="1600"/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 sz="1600"/>
              <a:t>Week 3: 72 Points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400"/>
              <a:t>- While we felt that our strategy was good, there is still some chance for general unpredictability in beer sales</a:t>
            </a:r>
            <a:endParaRPr sz="1400"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400"/>
              <a:t>- We picked each week assuming that it would return to the average</a:t>
            </a:r>
            <a:endParaRPr sz="1400"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400"/>
              <a:t>- If redone we would consider picking in Week 3, but not weeks 1 and 2</a:t>
            </a:r>
            <a:endParaRPr sz="1400"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400"/>
              <a:t>- In the future, we could check more for trends of rising or falling in the very recent weeks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194" name="Google Shape;15194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54350" y="1297400"/>
            <a:ext cx="1520975" cy="18257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98" name="Shape 15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99" name="Google Shape;15199;p49"/>
          <p:cNvPicPr preferRelativeResize="0"/>
          <p:nvPr/>
        </p:nvPicPr>
        <p:blipFill rotWithShape="1">
          <a:blip r:embed="rId3">
            <a:alphaModFix/>
          </a:blip>
          <a:srcRect b="0" l="16647" r="16654" t="0"/>
          <a:stretch/>
        </p:blipFill>
        <p:spPr>
          <a:xfrm flipH="1">
            <a:off x="4644550" y="894600"/>
            <a:ext cx="3354300" cy="3354300"/>
          </a:xfrm>
          <a:prstGeom prst="ellipse">
            <a:avLst/>
          </a:prstGeom>
          <a:noFill/>
          <a:ln cap="flat" cmpd="sng" w="3810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5200" name="Google Shape;15200;p49"/>
          <p:cNvSpPr txBox="1"/>
          <p:nvPr>
            <p:ph type="title"/>
          </p:nvPr>
        </p:nvSpPr>
        <p:spPr>
          <a:xfrm>
            <a:off x="713225" y="1007158"/>
            <a:ext cx="3615300" cy="10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15201" name="Google Shape;15201;p49"/>
          <p:cNvSpPr txBox="1"/>
          <p:nvPr>
            <p:ph idx="1" type="subTitle"/>
          </p:nvPr>
        </p:nvSpPr>
        <p:spPr>
          <a:xfrm>
            <a:off x="713225" y="1842098"/>
            <a:ext cx="3615300" cy="245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Finishing position: </a:t>
            </a:r>
            <a:r>
              <a:rPr b="1" lang="en" sz="1800">
                <a:highlight>
                  <a:srgbClr val="999999"/>
                </a:highlight>
              </a:rPr>
              <a:t>5th Place</a:t>
            </a:r>
            <a:r>
              <a:rPr b="1" lang="en" sz="1800"/>
              <a:t> - 2,574 points</a:t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Highest scoring week: </a:t>
            </a:r>
            <a:r>
              <a:rPr b="1" lang="en"/>
              <a:t>Week 4 - 556 points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Lowest scoring week: </a:t>
            </a:r>
            <a:r>
              <a:rPr b="1" lang="en"/>
              <a:t>Week 2 - 369 points</a:t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Final remarks: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Two </a:t>
            </a:r>
            <a:r>
              <a:rPr lang="en"/>
              <a:t>great weeks in Week 3 and 4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rPr lang="en"/>
              <a:t>Weeks 5 and 6 our method seemed to struggle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-"/>
            </a:pPr>
            <a:r>
              <a:t/>
            </a:r>
            <a:endParaRPr/>
          </a:p>
        </p:txBody>
      </p:sp>
      <p:grpSp>
        <p:nvGrpSpPr>
          <p:cNvPr id="15202" name="Google Shape;15202;p49"/>
          <p:cNvGrpSpPr/>
          <p:nvPr/>
        </p:nvGrpSpPr>
        <p:grpSpPr>
          <a:xfrm rot="1024445">
            <a:off x="4650496" y="1022258"/>
            <a:ext cx="678592" cy="926930"/>
            <a:chOff x="3919053" y="521509"/>
            <a:chExt cx="678610" cy="926955"/>
          </a:xfrm>
        </p:grpSpPr>
        <p:grpSp>
          <p:nvGrpSpPr>
            <p:cNvPr id="15203" name="Google Shape;15203;p49"/>
            <p:cNvGrpSpPr/>
            <p:nvPr/>
          </p:nvGrpSpPr>
          <p:grpSpPr>
            <a:xfrm rot="-832926">
              <a:off x="4011775" y="568506"/>
              <a:ext cx="493167" cy="832962"/>
              <a:chOff x="5035500" y="498125"/>
              <a:chExt cx="781525" cy="1320000"/>
            </a:xfrm>
          </p:grpSpPr>
          <p:sp>
            <p:nvSpPr>
              <p:cNvPr id="15204" name="Google Shape;15204;p49"/>
              <p:cNvSpPr/>
              <p:nvPr/>
            </p:nvSpPr>
            <p:spPr>
              <a:xfrm>
                <a:off x="5106125" y="846100"/>
                <a:ext cx="631400" cy="913375"/>
              </a:xfrm>
              <a:custGeom>
                <a:rect b="b" l="l" r="r" t="t"/>
                <a:pathLst>
                  <a:path extrusionOk="0" h="36535" w="25256">
                    <a:moveTo>
                      <a:pt x="21575" y="1389"/>
                    </a:moveTo>
                    <a:cubicBezTo>
                      <a:pt x="21651" y="1389"/>
                      <a:pt x="21726" y="1478"/>
                      <a:pt x="21677" y="1542"/>
                    </a:cubicBezTo>
                    <a:cubicBezTo>
                      <a:pt x="21594" y="1668"/>
                      <a:pt x="21594" y="1898"/>
                      <a:pt x="21740" y="1982"/>
                    </a:cubicBezTo>
                    <a:cubicBezTo>
                      <a:pt x="21780" y="2001"/>
                      <a:pt x="21817" y="2010"/>
                      <a:pt x="21852" y="2010"/>
                    </a:cubicBezTo>
                    <a:cubicBezTo>
                      <a:pt x="21967" y="2010"/>
                      <a:pt x="22063" y="1925"/>
                      <a:pt x="22159" y="1877"/>
                    </a:cubicBezTo>
                    <a:cubicBezTo>
                      <a:pt x="22183" y="1858"/>
                      <a:pt x="22209" y="1850"/>
                      <a:pt x="22234" y="1850"/>
                    </a:cubicBezTo>
                    <a:cubicBezTo>
                      <a:pt x="22320" y="1850"/>
                      <a:pt x="22400" y="1943"/>
                      <a:pt x="22368" y="2024"/>
                    </a:cubicBezTo>
                    <a:cubicBezTo>
                      <a:pt x="22304" y="2228"/>
                      <a:pt x="22107" y="2323"/>
                      <a:pt x="21911" y="2323"/>
                    </a:cubicBezTo>
                    <a:cubicBezTo>
                      <a:pt x="21786" y="2323"/>
                      <a:pt x="21662" y="2285"/>
                      <a:pt x="21573" y="2212"/>
                    </a:cubicBezTo>
                    <a:cubicBezTo>
                      <a:pt x="21322" y="2024"/>
                      <a:pt x="21301" y="1647"/>
                      <a:pt x="21510" y="1417"/>
                    </a:cubicBezTo>
                    <a:cubicBezTo>
                      <a:pt x="21529" y="1397"/>
                      <a:pt x="21552" y="1389"/>
                      <a:pt x="21575" y="1389"/>
                    </a:cubicBezTo>
                    <a:close/>
                    <a:moveTo>
                      <a:pt x="19125" y="2645"/>
                    </a:moveTo>
                    <a:cubicBezTo>
                      <a:pt x="19208" y="2645"/>
                      <a:pt x="19296" y="2748"/>
                      <a:pt x="19250" y="2840"/>
                    </a:cubicBezTo>
                    <a:cubicBezTo>
                      <a:pt x="19125" y="3028"/>
                      <a:pt x="19104" y="3216"/>
                      <a:pt x="19146" y="3404"/>
                    </a:cubicBezTo>
                    <a:cubicBezTo>
                      <a:pt x="19271" y="3404"/>
                      <a:pt x="19376" y="3363"/>
                      <a:pt x="19480" y="3279"/>
                    </a:cubicBezTo>
                    <a:cubicBezTo>
                      <a:pt x="19516" y="3252"/>
                      <a:pt x="19554" y="3240"/>
                      <a:pt x="19590" y="3240"/>
                    </a:cubicBezTo>
                    <a:cubicBezTo>
                      <a:pt x="19721" y="3240"/>
                      <a:pt x="19826" y="3394"/>
                      <a:pt x="19711" y="3509"/>
                    </a:cubicBezTo>
                    <a:cubicBezTo>
                      <a:pt x="19606" y="3635"/>
                      <a:pt x="19460" y="3718"/>
                      <a:pt x="19313" y="3739"/>
                    </a:cubicBezTo>
                    <a:cubicBezTo>
                      <a:pt x="19277" y="3745"/>
                      <a:pt x="19230" y="3750"/>
                      <a:pt x="19180" y="3750"/>
                    </a:cubicBezTo>
                    <a:cubicBezTo>
                      <a:pt x="19058" y="3750"/>
                      <a:pt x="18918" y="3724"/>
                      <a:pt x="18874" y="3635"/>
                    </a:cubicBezTo>
                    <a:cubicBezTo>
                      <a:pt x="18790" y="3488"/>
                      <a:pt x="18811" y="3279"/>
                      <a:pt x="18832" y="3132"/>
                    </a:cubicBezTo>
                    <a:cubicBezTo>
                      <a:pt x="18853" y="2965"/>
                      <a:pt x="18936" y="2819"/>
                      <a:pt x="19041" y="2693"/>
                    </a:cubicBezTo>
                    <a:cubicBezTo>
                      <a:pt x="19064" y="2659"/>
                      <a:pt x="19094" y="2645"/>
                      <a:pt x="19125" y="2645"/>
                    </a:cubicBezTo>
                    <a:close/>
                    <a:moveTo>
                      <a:pt x="22139" y="3256"/>
                    </a:moveTo>
                    <a:cubicBezTo>
                      <a:pt x="22266" y="3256"/>
                      <a:pt x="22392" y="3295"/>
                      <a:pt x="22493" y="3384"/>
                    </a:cubicBezTo>
                    <a:cubicBezTo>
                      <a:pt x="22828" y="3676"/>
                      <a:pt x="22745" y="4241"/>
                      <a:pt x="22326" y="4409"/>
                    </a:cubicBezTo>
                    <a:cubicBezTo>
                      <a:pt x="22308" y="4416"/>
                      <a:pt x="22291" y="4419"/>
                      <a:pt x="22275" y="4419"/>
                    </a:cubicBezTo>
                    <a:cubicBezTo>
                      <a:pt x="22147" y="4419"/>
                      <a:pt x="22110" y="4211"/>
                      <a:pt x="22221" y="4137"/>
                    </a:cubicBezTo>
                    <a:cubicBezTo>
                      <a:pt x="22368" y="4032"/>
                      <a:pt x="22431" y="3760"/>
                      <a:pt x="22284" y="3635"/>
                    </a:cubicBezTo>
                    <a:cubicBezTo>
                      <a:pt x="22235" y="3586"/>
                      <a:pt x="22170" y="3565"/>
                      <a:pt x="22103" y="3565"/>
                    </a:cubicBezTo>
                    <a:cubicBezTo>
                      <a:pt x="21968" y="3565"/>
                      <a:pt x="21824" y="3649"/>
                      <a:pt x="21782" y="3760"/>
                    </a:cubicBezTo>
                    <a:cubicBezTo>
                      <a:pt x="21756" y="3829"/>
                      <a:pt x="21703" y="3859"/>
                      <a:pt x="21651" y="3859"/>
                    </a:cubicBezTo>
                    <a:cubicBezTo>
                      <a:pt x="21576" y="3859"/>
                      <a:pt x="21506" y="3796"/>
                      <a:pt x="21531" y="3697"/>
                    </a:cubicBezTo>
                    <a:cubicBezTo>
                      <a:pt x="21602" y="3429"/>
                      <a:pt x="21873" y="3256"/>
                      <a:pt x="22139" y="3256"/>
                    </a:cubicBezTo>
                    <a:close/>
                    <a:moveTo>
                      <a:pt x="3990" y="6704"/>
                    </a:moveTo>
                    <a:cubicBezTo>
                      <a:pt x="4062" y="6704"/>
                      <a:pt x="4132" y="6807"/>
                      <a:pt x="4102" y="6899"/>
                    </a:cubicBezTo>
                    <a:cubicBezTo>
                      <a:pt x="3957" y="7168"/>
                      <a:pt x="3678" y="7294"/>
                      <a:pt x="3394" y="7294"/>
                    </a:cubicBezTo>
                    <a:cubicBezTo>
                      <a:pt x="3103" y="7294"/>
                      <a:pt x="2806" y="7163"/>
                      <a:pt x="2637" y="6920"/>
                    </a:cubicBezTo>
                    <a:cubicBezTo>
                      <a:pt x="2590" y="6858"/>
                      <a:pt x="2659" y="6784"/>
                      <a:pt x="2723" y="6784"/>
                    </a:cubicBezTo>
                    <a:cubicBezTo>
                      <a:pt x="2745" y="6784"/>
                      <a:pt x="2767" y="6793"/>
                      <a:pt x="2783" y="6815"/>
                    </a:cubicBezTo>
                    <a:cubicBezTo>
                      <a:pt x="2924" y="6974"/>
                      <a:pt x="3106" y="7045"/>
                      <a:pt x="3291" y="7045"/>
                    </a:cubicBezTo>
                    <a:cubicBezTo>
                      <a:pt x="3520" y="7045"/>
                      <a:pt x="3752" y="6937"/>
                      <a:pt x="3913" y="6752"/>
                    </a:cubicBezTo>
                    <a:cubicBezTo>
                      <a:pt x="3936" y="6718"/>
                      <a:pt x="3963" y="6704"/>
                      <a:pt x="3990" y="6704"/>
                    </a:cubicBezTo>
                    <a:close/>
                    <a:moveTo>
                      <a:pt x="4896" y="8467"/>
                    </a:moveTo>
                    <a:cubicBezTo>
                      <a:pt x="4910" y="8467"/>
                      <a:pt x="4924" y="8467"/>
                      <a:pt x="4939" y="8468"/>
                    </a:cubicBezTo>
                    <a:cubicBezTo>
                      <a:pt x="5085" y="8468"/>
                      <a:pt x="5085" y="8656"/>
                      <a:pt x="4939" y="8677"/>
                    </a:cubicBezTo>
                    <a:cubicBezTo>
                      <a:pt x="4729" y="8698"/>
                      <a:pt x="4499" y="8845"/>
                      <a:pt x="4415" y="9054"/>
                    </a:cubicBezTo>
                    <a:cubicBezTo>
                      <a:pt x="4390" y="9105"/>
                      <a:pt x="4340" y="9128"/>
                      <a:pt x="4293" y="9128"/>
                    </a:cubicBezTo>
                    <a:cubicBezTo>
                      <a:pt x="4224" y="9128"/>
                      <a:pt x="4160" y="9078"/>
                      <a:pt x="4185" y="8991"/>
                    </a:cubicBezTo>
                    <a:cubicBezTo>
                      <a:pt x="4306" y="8690"/>
                      <a:pt x="4579" y="8467"/>
                      <a:pt x="4896" y="8467"/>
                    </a:cubicBezTo>
                    <a:close/>
                    <a:moveTo>
                      <a:pt x="12128" y="9544"/>
                    </a:moveTo>
                    <a:cubicBezTo>
                      <a:pt x="12218" y="9544"/>
                      <a:pt x="12301" y="9663"/>
                      <a:pt x="12220" y="9744"/>
                    </a:cubicBezTo>
                    <a:cubicBezTo>
                      <a:pt x="12094" y="9912"/>
                      <a:pt x="12136" y="10163"/>
                      <a:pt x="12304" y="10267"/>
                    </a:cubicBezTo>
                    <a:cubicBezTo>
                      <a:pt x="12350" y="10291"/>
                      <a:pt x="12399" y="10301"/>
                      <a:pt x="12446" y="10301"/>
                    </a:cubicBezTo>
                    <a:cubicBezTo>
                      <a:pt x="12570" y="10301"/>
                      <a:pt x="12689" y="10232"/>
                      <a:pt x="12764" y="10142"/>
                    </a:cubicBezTo>
                    <a:cubicBezTo>
                      <a:pt x="12795" y="10111"/>
                      <a:pt x="12830" y="10098"/>
                      <a:pt x="12864" y="10098"/>
                    </a:cubicBezTo>
                    <a:cubicBezTo>
                      <a:pt x="12967" y="10098"/>
                      <a:pt x="13062" y="10220"/>
                      <a:pt x="13015" y="10330"/>
                    </a:cubicBezTo>
                    <a:cubicBezTo>
                      <a:pt x="12912" y="10536"/>
                      <a:pt x="12690" y="10639"/>
                      <a:pt x="12471" y="10639"/>
                    </a:cubicBezTo>
                    <a:cubicBezTo>
                      <a:pt x="12335" y="10639"/>
                      <a:pt x="12199" y="10599"/>
                      <a:pt x="12094" y="10519"/>
                    </a:cubicBezTo>
                    <a:cubicBezTo>
                      <a:pt x="11801" y="10288"/>
                      <a:pt x="11801" y="9828"/>
                      <a:pt x="12053" y="9577"/>
                    </a:cubicBezTo>
                    <a:cubicBezTo>
                      <a:pt x="12076" y="9554"/>
                      <a:pt x="12102" y="9544"/>
                      <a:pt x="12128" y="9544"/>
                    </a:cubicBezTo>
                    <a:close/>
                    <a:moveTo>
                      <a:pt x="10778" y="9185"/>
                    </a:moveTo>
                    <a:cubicBezTo>
                      <a:pt x="10830" y="9185"/>
                      <a:pt x="10886" y="9202"/>
                      <a:pt x="10944" y="9242"/>
                    </a:cubicBezTo>
                    <a:cubicBezTo>
                      <a:pt x="11018" y="9298"/>
                      <a:pt x="10993" y="9437"/>
                      <a:pt x="10898" y="9437"/>
                    </a:cubicBezTo>
                    <a:cubicBezTo>
                      <a:pt x="10886" y="9437"/>
                      <a:pt x="10874" y="9435"/>
                      <a:pt x="10860" y="9430"/>
                    </a:cubicBezTo>
                    <a:cubicBezTo>
                      <a:pt x="10818" y="9430"/>
                      <a:pt x="11006" y="9723"/>
                      <a:pt x="11027" y="9765"/>
                    </a:cubicBezTo>
                    <a:cubicBezTo>
                      <a:pt x="11069" y="9828"/>
                      <a:pt x="11111" y="9891"/>
                      <a:pt x="11132" y="9954"/>
                    </a:cubicBezTo>
                    <a:cubicBezTo>
                      <a:pt x="11195" y="10100"/>
                      <a:pt x="11216" y="10267"/>
                      <a:pt x="11216" y="10414"/>
                    </a:cubicBezTo>
                    <a:cubicBezTo>
                      <a:pt x="11216" y="10728"/>
                      <a:pt x="11069" y="11021"/>
                      <a:pt x="10818" y="11209"/>
                    </a:cubicBezTo>
                    <a:cubicBezTo>
                      <a:pt x="10796" y="11223"/>
                      <a:pt x="10773" y="11230"/>
                      <a:pt x="10749" y="11230"/>
                    </a:cubicBezTo>
                    <a:cubicBezTo>
                      <a:pt x="10636" y="11230"/>
                      <a:pt x="10519" y="11083"/>
                      <a:pt x="10588" y="10979"/>
                    </a:cubicBezTo>
                    <a:cubicBezTo>
                      <a:pt x="10776" y="10749"/>
                      <a:pt x="10902" y="10498"/>
                      <a:pt x="10839" y="10184"/>
                    </a:cubicBezTo>
                    <a:cubicBezTo>
                      <a:pt x="10776" y="9954"/>
                      <a:pt x="10588" y="9849"/>
                      <a:pt x="10525" y="9619"/>
                    </a:cubicBezTo>
                    <a:cubicBezTo>
                      <a:pt x="10459" y="9421"/>
                      <a:pt x="10588" y="9185"/>
                      <a:pt x="10778" y="9185"/>
                    </a:cubicBezTo>
                    <a:close/>
                    <a:moveTo>
                      <a:pt x="12144" y="12936"/>
                    </a:moveTo>
                    <a:cubicBezTo>
                      <a:pt x="12374" y="12936"/>
                      <a:pt x="12599" y="12996"/>
                      <a:pt x="12806" y="13092"/>
                    </a:cubicBezTo>
                    <a:cubicBezTo>
                      <a:pt x="12869" y="13113"/>
                      <a:pt x="12890" y="13197"/>
                      <a:pt x="12869" y="13260"/>
                    </a:cubicBezTo>
                    <a:cubicBezTo>
                      <a:pt x="12827" y="13511"/>
                      <a:pt x="12764" y="13783"/>
                      <a:pt x="12701" y="14055"/>
                    </a:cubicBezTo>
                    <a:cubicBezTo>
                      <a:pt x="12693" y="14113"/>
                      <a:pt x="12652" y="14138"/>
                      <a:pt x="12606" y="14138"/>
                    </a:cubicBezTo>
                    <a:cubicBezTo>
                      <a:pt x="12537" y="14138"/>
                      <a:pt x="12458" y="14080"/>
                      <a:pt x="12471" y="13992"/>
                    </a:cubicBezTo>
                    <a:cubicBezTo>
                      <a:pt x="12513" y="13762"/>
                      <a:pt x="12534" y="13532"/>
                      <a:pt x="12576" y="13301"/>
                    </a:cubicBezTo>
                    <a:cubicBezTo>
                      <a:pt x="12397" y="13220"/>
                      <a:pt x="12194" y="13189"/>
                      <a:pt x="11984" y="13189"/>
                    </a:cubicBezTo>
                    <a:cubicBezTo>
                      <a:pt x="11924" y="13189"/>
                      <a:pt x="11863" y="13192"/>
                      <a:pt x="11801" y="13197"/>
                    </a:cubicBezTo>
                    <a:cubicBezTo>
                      <a:pt x="11796" y="13198"/>
                      <a:pt x="11790" y="13198"/>
                      <a:pt x="11784" y="13198"/>
                    </a:cubicBezTo>
                    <a:cubicBezTo>
                      <a:pt x="11674" y="13198"/>
                      <a:pt x="11661" y="13007"/>
                      <a:pt x="11781" y="12987"/>
                    </a:cubicBezTo>
                    <a:cubicBezTo>
                      <a:pt x="11902" y="12952"/>
                      <a:pt x="12024" y="12936"/>
                      <a:pt x="12144" y="12936"/>
                    </a:cubicBezTo>
                    <a:close/>
                    <a:moveTo>
                      <a:pt x="16123" y="21345"/>
                    </a:moveTo>
                    <a:cubicBezTo>
                      <a:pt x="16207" y="21345"/>
                      <a:pt x="16276" y="21460"/>
                      <a:pt x="16195" y="21524"/>
                    </a:cubicBezTo>
                    <a:cubicBezTo>
                      <a:pt x="16028" y="21754"/>
                      <a:pt x="16028" y="22152"/>
                      <a:pt x="16258" y="22340"/>
                    </a:cubicBezTo>
                    <a:cubicBezTo>
                      <a:pt x="16357" y="22414"/>
                      <a:pt x="16459" y="22443"/>
                      <a:pt x="16562" y="22443"/>
                    </a:cubicBezTo>
                    <a:cubicBezTo>
                      <a:pt x="16720" y="22443"/>
                      <a:pt x="16880" y="22375"/>
                      <a:pt x="17032" y="22299"/>
                    </a:cubicBezTo>
                    <a:cubicBezTo>
                      <a:pt x="17048" y="22292"/>
                      <a:pt x="17065" y="22289"/>
                      <a:pt x="17082" y="22289"/>
                    </a:cubicBezTo>
                    <a:cubicBezTo>
                      <a:pt x="17177" y="22289"/>
                      <a:pt x="17274" y="22380"/>
                      <a:pt x="17221" y="22487"/>
                    </a:cubicBezTo>
                    <a:cubicBezTo>
                      <a:pt x="17095" y="22675"/>
                      <a:pt x="16875" y="22759"/>
                      <a:pt x="16651" y="22759"/>
                    </a:cubicBezTo>
                    <a:cubicBezTo>
                      <a:pt x="16426" y="22759"/>
                      <a:pt x="16195" y="22675"/>
                      <a:pt x="16049" y="22529"/>
                    </a:cubicBezTo>
                    <a:cubicBezTo>
                      <a:pt x="15735" y="22215"/>
                      <a:pt x="15756" y="21692"/>
                      <a:pt x="16049" y="21378"/>
                    </a:cubicBezTo>
                    <a:cubicBezTo>
                      <a:pt x="16073" y="21354"/>
                      <a:pt x="16098" y="21345"/>
                      <a:pt x="16123" y="21345"/>
                    </a:cubicBezTo>
                    <a:close/>
                    <a:moveTo>
                      <a:pt x="16823" y="24135"/>
                    </a:moveTo>
                    <a:cubicBezTo>
                      <a:pt x="17005" y="24135"/>
                      <a:pt x="17185" y="24197"/>
                      <a:pt x="17325" y="24328"/>
                    </a:cubicBezTo>
                    <a:cubicBezTo>
                      <a:pt x="17660" y="24684"/>
                      <a:pt x="17576" y="25270"/>
                      <a:pt x="17179" y="25500"/>
                    </a:cubicBezTo>
                    <a:cubicBezTo>
                      <a:pt x="17158" y="25510"/>
                      <a:pt x="17137" y="25515"/>
                      <a:pt x="17117" y="25515"/>
                    </a:cubicBezTo>
                    <a:cubicBezTo>
                      <a:pt x="17018" y="25515"/>
                      <a:pt x="16945" y="25402"/>
                      <a:pt x="17032" y="25332"/>
                    </a:cubicBezTo>
                    <a:cubicBezTo>
                      <a:pt x="17242" y="25144"/>
                      <a:pt x="17346" y="24767"/>
                      <a:pt x="17137" y="24537"/>
                    </a:cubicBezTo>
                    <a:cubicBezTo>
                      <a:pt x="17039" y="24430"/>
                      <a:pt x="16914" y="24384"/>
                      <a:pt x="16789" y="24384"/>
                    </a:cubicBezTo>
                    <a:cubicBezTo>
                      <a:pt x="16620" y="24384"/>
                      <a:pt x="16450" y="24468"/>
                      <a:pt x="16342" y="24600"/>
                    </a:cubicBezTo>
                    <a:cubicBezTo>
                      <a:pt x="16320" y="24628"/>
                      <a:pt x="16292" y="24639"/>
                      <a:pt x="16263" y="24639"/>
                    </a:cubicBezTo>
                    <a:cubicBezTo>
                      <a:pt x="16185" y="24639"/>
                      <a:pt x="16108" y="24551"/>
                      <a:pt x="16154" y="24475"/>
                    </a:cubicBezTo>
                    <a:cubicBezTo>
                      <a:pt x="16312" y="24255"/>
                      <a:pt x="16570" y="24135"/>
                      <a:pt x="16823" y="24135"/>
                    </a:cubicBezTo>
                    <a:close/>
                    <a:moveTo>
                      <a:pt x="9593" y="31511"/>
                    </a:moveTo>
                    <a:cubicBezTo>
                      <a:pt x="9664" y="31511"/>
                      <a:pt x="9734" y="31573"/>
                      <a:pt x="9709" y="31672"/>
                    </a:cubicBezTo>
                    <a:cubicBezTo>
                      <a:pt x="9622" y="32039"/>
                      <a:pt x="9971" y="32289"/>
                      <a:pt x="10308" y="32289"/>
                    </a:cubicBezTo>
                    <a:cubicBezTo>
                      <a:pt x="10375" y="32289"/>
                      <a:pt x="10442" y="32279"/>
                      <a:pt x="10504" y="32258"/>
                    </a:cubicBezTo>
                    <a:cubicBezTo>
                      <a:pt x="10522" y="32251"/>
                      <a:pt x="10538" y="32247"/>
                      <a:pt x="10552" y="32247"/>
                    </a:cubicBezTo>
                    <a:cubicBezTo>
                      <a:pt x="10663" y="32247"/>
                      <a:pt x="10701" y="32433"/>
                      <a:pt x="10609" y="32488"/>
                    </a:cubicBezTo>
                    <a:cubicBezTo>
                      <a:pt x="10495" y="32564"/>
                      <a:pt x="10374" y="32598"/>
                      <a:pt x="10255" y="32598"/>
                    </a:cubicBezTo>
                    <a:cubicBezTo>
                      <a:pt x="9785" y="32598"/>
                      <a:pt x="9345" y="32077"/>
                      <a:pt x="9479" y="31610"/>
                    </a:cubicBezTo>
                    <a:cubicBezTo>
                      <a:pt x="9496" y="31541"/>
                      <a:pt x="9545" y="31511"/>
                      <a:pt x="9593" y="31511"/>
                    </a:cubicBezTo>
                    <a:close/>
                    <a:moveTo>
                      <a:pt x="18920" y="31784"/>
                    </a:moveTo>
                    <a:cubicBezTo>
                      <a:pt x="19007" y="31784"/>
                      <a:pt x="19087" y="31852"/>
                      <a:pt x="19062" y="31965"/>
                    </a:cubicBezTo>
                    <a:cubicBezTo>
                      <a:pt x="18978" y="32195"/>
                      <a:pt x="19041" y="32467"/>
                      <a:pt x="19250" y="32614"/>
                    </a:cubicBezTo>
                    <a:cubicBezTo>
                      <a:pt x="19333" y="32672"/>
                      <a:pt x="19430" y="32697"/>
                      <a:pt x="19528" y="32697"/>
                    </a:cubicBezTo>
                    <a:cubicBezTo>
                      <a:pt x="19676" y="32697"/>
                      <a:pt x="19827" y="32639"/>
                      <a:pt x="19941" y="32551"/>
                    </a:cubicBezTo>
                    <a:cubicBezTo>
                      <a:pt x="19967" y="32533"/>
                      <a:pt x="19993" y="32525"/>
                      <a:pt x="20019" y="32525"/>
                    </a:cubicBezTo>
                    <a:cubicBezTo>
                      <a:pt x="20137" y="32525"/>
                      <a:pt x="20232" y="32699"/>
                      <a:pt x="20129" y="32802"/>
                    </a:cubicBezTo>
                    <a:cubicBezTo>
                      <a:pt x="19963" y="32974"/>
                      <a:pt x="19767" y="33047"/>
                      <a:pt x="19575" y="33047"/>
                    </a:cubicBezTo>
                    <a:cubicBezTo>
                      <a:pt x="19043" y="33047"/>
                      <a:pt x="18538" y="32481"/>
                      <a:pt x="18769" y="31882"/>
                    </a:cubicBezTo>
                    <a:cubicBezTo>
                      <a:pt x="18803" y="31815"/>
                      <a:pt x="18863" y="31784"/>
                      <a:pt x="18920" y="31784"/>
                    </a:cubicBezTo>
                    <a:close/>
                    <a:moveTo>
                      <a:pt x="7925" y="32494"/>
                    </a:moveTo>
                    <a:cubicBezTo>
                      <a:pt x="8001" y="32494"/>
                      <a:pt x="8056" y="32593"/>
                      <a:pt x="7993" y="32656"/>
                    </a:cubicBezTo>
                    <a:cubicBezTo>
                      <a:pt x="7805" y="32865"/>
                      <a:pt x="7805" y="33221"/>
                      <a:pt x="8035" y="33388"/>
                    </a:cubicBezTo>
                    <a:cubicBezTo>
                      <a:pt x="8116" y="33440"/>
                      <a:pt x="8208" y="33463"/>
                      <a:pt x="8299" y="33463"/>
                    </a:cubicBezTo>
                    <a:cubicBezTo>
                      <a:pt x="8468" y="33463"/>
                      <a:pt x="8638" y="33385"/>
                      <a:pt x="8747" y="33262"/>
                    </a:cubicBezTo>
                    <a:cubicBezTo>
                      <a:pt x="8767" y="33247"/>
                      <a:pt x="8788" y="33241"/>
                      <a:pt x="8808" y="33241"/>
                    </a:cubicBezTo>
                    <a:cubicBezTo>
                      <a:pt x="8872" y="33241"/>
                      <a:pt x="8925" y="33308"/>
                      <a:pt x="8893" y="33388"/>
                    </a:cubicBezTo>
                    <a:cubicBezTo>
                      <a:pt x="8792" y="33615"/>
                      <a:pt x="8554" y="33736"/>
                      <a:pt x="8312" y="33736"/>
                    </a:cubicBezTo>
                    <a:cubicBezTo>
                      <a:pt x="8153" y="33736"/>
                      <a:pt x="7992" y="33684"/>
                      <a:pt x="7868" y="33576"/>
                    </a:cubicBezTo>
                    <a:cubicBezTo>
                      <a:pt x="7554" y="33304"/>
                      <a:pt x="7554" y="32802"/>
                      <a:pt x="7847" y="32530"/>
                    </a:cubicBezTo>
                    <a:cubicBezTo>
                      <a:pt x="7873" y="32504"/>
                      <a:pt x="7900" y="32494"/>
                      <a:pt x="7925" y="32494"/>
                    </a:cubicBezTo>
                    <a:close/>
                    <a:moveTo>
                      <a:pt x="10558" y="34167"/>
                    </a:moveTo>
                    <a:cubicBezTo>
                      <a:pt x="10609" y="34167"/>
                      <a:pt x="10662" y="34172"/>
                      <a:pt x="10713" y="34183"/>
                    </a:cubicBezTo>
                    <a:cubicBezTo>
                      <a:pt x="11132" y="34267"/>
                      <a:pt x="11446" y="34643"/>
                      <a:pt x="11404" y="35083"/>
                    </a:cubicBezTo>
                    <a:cubicBezTo>
                      <a:pt x="11404" y="35142"/>
                      <a:pt x="11344" y="35181"/>
                      <a:pt x="11287" y="35181"/>
                    </a:cubicBezTo>
                    <a:cubicBezTo>
                      <a:pt x="11244" y="35181"/>
                      <a:pt x="11204" y="35158"/>
                      <a:pt x="11195" y="35104"/>
                    </a:cubicBezTo>
                    <a:cubicBezTo>
                      <a:pt x="11153" y="34811"/>
                      <a:pt x="11006" y="34518"/>
                      <a:pt x="10693" y="34434"/>
                    </a:cubicBezTo>
                    <a:cubicBezTo>
                      <a:pt x="10633" y="34416"/>
                      <a:pt x="10574" y="34407"/>
                      <a:pt x="10518" y="34407"/>
                    </a:cubicBezTo>
                    <a:cubicBezTo>
                      <a:pt x="10258" y="34407"/>
                      <a:pt x="10039" y="34591"/>
                      <a:pt x="9918" y="34832"/>
                    </a:cubicBezTo>
                    <a:cubicBezTo>
                      <a:pt x="9898" y="34872"/>
                      <a:pt x="9866" y="34888"/>
                      <a:pt x="9832" y="34888"/>
                    </a:cubicBezTo>
                    <a:cubicBezTo>
                      <a:pt x="9761" y="34888"/>
                      <a:pt x="9687" y="34813"/>
                      <a:pt x="9730" y="34727"/>
                    </a:cubicBezTo>
                    <a:cubicBezTo>
                      <a:pt x="9876" y="34400"/>
                      <a:pt x="10211" y="34167"/>
                      <a:pt x="10558" y="34167"/>
                    </a:cubicBezTo>
                    <a:close/>
                    <a:moveTo>
                      <a:pt x="21492" y="0"/>
                    </a:moveTo>
                    <a:cubicBezTo>
                      <a:pt x="20138" y="0"/>
                      <a:pt x="18744" y="232"/>
                      <a:pt x="17765" y="391"/>
                    </a:cubicBezTo>
                    <a:cubicBezTo>
                      <a:pt x="15484" y="768"/>
                      <a:pt x="13245" y="1417"/>
                      <a:pt x="10985" y="1898"/>
                    </a:cubicBezTo>
                    <a:cubicBezTo>
                      <a:pt x="9189" y="2297"/>
                      <a:pt x="7281" y="2607"/>
                      <a:pt x="5398" y="2607"/>
                    </a:cubicBezTo>
                    <a:cubicBezTo>
                      <a:pt x="3531" y="2607"/>
                      <a:pt x="1688" y="2302"/>
                      <a:pt x="1" y="1480"/>
                    </a:cubicBezTo>
                    <a:lnTo>
                      <a:pt x="1" y="1480"/>
                    </a:lnTo>
                    <a:cubicBezTo>
                      <a:pt x="147" y="2505"/>
                      <a:pt x="377" y="3509"/>
                      <a:pt x="691" y="4513"/>
                    </a:cubicBezTo>
                    <a:cubicBezTo>
                      <a:pt x="1716" y="7778"/>
                      <a:pt x="3307" y="10811"/>
                      <a:pt x="4625" y="13950"/>
                    </a:cubicBezTo>
                    <a:cubicBezTo>
                      <a:pt x="5734" y="16545"/>
                      <a:pt x="6675" y="19202"/>
                      <a:pt x="7052" y="22026"/>
                    </a:cubicBezTo>
                    <a:cubicBezTo>
                      <a:pt x="7491" y="25207"/>
                      <a:pt x="7177" y="28325"/>
                      <a:pt x="6403" y="31442"/>
                    </a:cubicBezTo>
                    <a:cubicBezTo>
                      <a:pt x="6131" y="32593"/>
                      <a:pt x="5755" y="34016"/>
                      <a:pt x="6654" y="35020"/>
                    </a:cubicBezTo>
                    <a:cubicBezTo>
                      <a:pt x="7240" y="35648"/>
                      <a:pt x="8140" y="35878"/>
                      <a:pt x="8956" y="36045"/>
                    </a:cubicBezTo>
                    <a:cubicBezTo>
                      <a:pt x="10483" y="36395"/>
                      <a:pt x="12059" y="36534"/>
                      <a:pt x="13627" y="36534"/>
                    </a:cubicBezTo>
                    <a:cubicBezTo>
                      <a:pt x="13842" y="36534"/>
                      <a:pt x="14056" y="36532"/>
                      <a:pt x="14270" y="36527"/>
                    </a:cubicBezTo>
                    <a:cubicBezTo>
                      <a:pt x="16070" y="36464"/>
                      <a:pt x="17974" y="36255"/>
                      <a:pt x="19669" y="35627"/>
                    </a:cubicBezTo>
                    <a:cubicBezTo>
                      <a:pt x="20506" y="35334"/>
                      <a:pt x="21364" y="34874"/>
                      <a:pt x="21782" y="34078"/>
                    </a:cubicBezTo>
                    <a:cubicBezTo>
                      <a:pt x="22326" y="33116"/>
                      <a:pt x="22033" y="31986"/>
                      <a:pt x="21719" y="31024"/>
                    </a:cubicBezTo>
                    <a:cubicBezTo>
                      <a:pt x="20673" y="27927"/>
                      <a:pt x="19501" y="24956"/>
                      <a:pt x="19313" y="21650"/>
                    </a:cubicBezTo>
                    <a:cubicBezTo>
                      <a:pt x="19146" y="18490"/>
                      <a:pt x="19941" y="15477"/>
                      <a:pt x="21071" y="12569"/>
                    </a:cubicBezTo>
                    <a:cubicBezTo>
                      <a:pt x="22493" y="8970"/>
                      <a:pt x="24460" y="5162"/>
                      <a:pt x="25255" y="1291"/>
                    </a:cubicBezTo>
                    <a:cubicBezTo>
                      <a:pt x="25234" y="1270"/>
                      <a:pt x="25214" y="1249"/>
                      <a:pt x="25193" y="1228"/>
                    </a:cubicBezTo>
                    <a:cubicBezTo>
                      <a:pt x="24405" y="277"/>
                      <a:pt x="22973" y="0"/>
                      <a:pt x="214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5" name="Google Shape;15205;p49"/>
              <p:cNvSpPr/>
              <p:nvPr/>
            </p:nvSpPr>
            <p:spPr>
              <a:xfrm>
                <a:off x="5057475" y="653950"/>
                <a:ext cx="630875" cy="1148825"/>
              </a:xfrm>
              <a:custGeom>
                <a:rect b="b" l="l" r="r" t="t"/>
                <a:pathLst>
                  <a:path extrusionOk="0" h="45953" w="25235">
                    <a:moveTo>
                      <a:pt x="733" y="1"/>
                    </a:moveTo>
                    <a:lnTo>
                      <a:pt x="733" y="1"/>
                    </a:lnTo>
                    <a:cubicBezTo>
                      <a:pt x="503" y="4165"/>
                      <a:pt x="1" y="8349"/>
                      <a:pt x="942" y="12471"/>
                    </a:cubicBezTo>
                    <a:cubicBezTo>
                      <a:pt x="1779" y="16049"/>
                      <a:pt x="3683" y="19230"/>
                      <a:pt x="5232" y="22515"/>
                    </a:cubicBezTo>
                    <a:cubicBezTo>
                      <a:pt x="6529" y="25256"/>
                      <a:pt x="7533" y="28143"/>
                      <a:pt x="7449" y="31219"/>
                    </a:cubicBezTo>
                    <a:cubicBezTo>
                      <a:pt x="7408" y="33060"/>
                      <a:pt x="7052" y="34902"/>
                      <a:pt x="6675" y="36701"/>
                    </a:cubicBezTo>
                    <a:cubicBezTo>
                      <a:pt x="6299" y="38459"/>
                      <a:pt x="5692" y="40342"/>
                      <a:pt x="5817" y="42162"/>
                    </a:cubicBezTo>
                    <a:cubicBezTo>
                      <a:pt x="5985" y="44485"/>
                      <a:pt x="7847" y="45280"/>
                      <a:pt x="9856" y="45594"/>
                    </a:cubicBezTo>
                    <a:cubicBezTo>
                      <a:pt x="11597" y="45858"/>
                      <a:pt x="13355" y="45952"/>
                      <a:pt x="15100" y="45952"/>
                    </a:cubicBezTo>
                    <a:cubicBezTo>
                      <a:pt x="15284" y="45952"/>
                      <a:pt x="15468" y="45951"/>
                      <a:pt x="15652" y="45949"/>
                    </a:cubicBezTo>
                    <a:cubicBezTo>
                      <a:pt x="17786" y="45907"/>
                      <a:pt x="19941" y="45740"/>
                      <a:pt x="22033" y="45322"/>
                    </a:cubicBezTo>
                    <a:cubicBezTo>
                      <a:pt x="24272" y="44882"/>
                      <a:pt x="25235" y="43376"/>
                      <a:pt x="25046" y="41137"/>
                    </a:cubicBezTo>
                    <a:cubicBezTo>
                      <a:pt x="24983" y="40467"/>
                      <a:pt x="24858" y="39798"/>
                      <a:pt x="24691" y="39149"/>
                    </a:cubicBezTo>
                    <a:lnTo>
                      <a:pt x="24356" y="39212"/>
                    </a:lnTo>
                    <a:cubicBezTo>
                      <a:pt x="24711" y="40697"/>
                      <a:pt x="24607" y="42120"/>
                      <a:pt x="23142" y="43145"/>
                    </a:cubicBezTo>
                    <a:cubicBezTo>
                      <a:pt x="21887" y="44003"/>
                      <a:pt x="20234" y="44275"/>
                      <a:pt x="18748" y="44485"/>
                    </a:cubicBezTo>
                    <a:cubicBezTo>
                      <a:pt x="17689" y="44646"/>
                      <a:pt x="16620" y="44721"/>
                      <a:pt x="15554" y="44721"/>
                    </a:cubicBezTo>
                    <a:cubicBezTo>
                      <a:pt x="14958" y="44721"/>
                      <a:pt x="14362" y="44697"/>
                      <a:pt x="13768" y="44652"/>
                    </a:cubicBezTo>
                    <a:cubicBezTo>
                      <a:pt x="11404" y="44485"/>
                      <a:pt x="7575" y="44213"/>
                      <a:pt x="7512" y="41095"/>
                    </a:cubicBezTo>
                    <a:cubicBezTo>
                      <a:pt x="7491" y="39484"/>
                      <a:pt x="8203" y="37852"/>
                      <a:pt x="8454" y="36262"/>
                    </a:cubicBezTo>
                    <a:cubicBezTo>
                      <a:pt x="8747" y="34253"/>
                      <a:pt x="8789" y="32202"/>
                      <a:pt x="8558" y="30173"/>
                    </a:cubicBezTo>
                    <a:cubicBezTo>
                      <a:pt x="8140" y="26553"/>
                      <a:pt x="6717" y="23205"/>
                      <a:pt x="5253" y="19920"/>
                    </a:cubicBezTo>
                    <a:cubicBezTo>
                      <a:pt x="3913" y="16928"/>
                      <a:pt x="2512" y="13915"/>
                      <a:pt x="1737" y="10714"/>
                    </a:cubicBezTo>
                    <a:cubicBezTo>
                      <a:pt x="900" y="7261"/>
                      <a:pt x="1151" y="3872"/>
                      <a:pt x="1842" y="419"/>
                    </a:cubicBezTo>
                    <a:cubicBezTo>
                      <a:pt x="1444" y="336"/>
                      <a:pt x="1068" y="189"/>
                      <a:pt x="7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6" name="Google Shape;15206;p49"/>
              <p:cNvSpPr/>
              <p:nvPr/>
            </p:nvSpPr>
            <p:spPr>
              <a:xfrm>
                <a:off x="5591550" y="649250"/>
                <a:ext cx="225475" cy="985000"/>
              </a:xfrm>
              <a:custGeom>
                <a:rect b="b" l="l" r="r" t="t"/>
                <a:pathLst>
                  <a:path extrusionOk="0" h="39400" w="9019">
                    <a:moveTo>
                      <a:pt x="7763" y="1"/>
                    </a:moveTo>
                    <a:lnTo>
                      <a:pt x="7763" y="1"/>
                    </a:lnTo>
                    <a:cubicBezTo>
                      <a:pt x="7617" y="189"/>
                      <a:pt x="7429" y="356"/>
                      <a:pt x="7219" y="503"/>
                    </a:cubicBezTo>
                    <a:cubicBezTo>
                      <a:pt x="6801" y="796"/>
                      <a:pt x="6341" y="984"/>
                      <a:pt x="5838" y="1110"/>
                    </a:cubicBezTo>
                    <a:cubicBezTo>
                      <a:pt x="9019" y="8956"/>
                      <a:pt x="3202" y="16342"/>
                      <a:pt x="1151" y="23623"/>
                    </a:cubicBezTo>
                    <a:cubicBezTo>
                      <a:pt x="1" y="27683"/>
                      <a:pt x="377" y="31658"/>
                      <a:pt x="1675" y="35634"/>
                    </a:cubicBezTo>
                    <a:cubicBezTo>
                      <a:pt x="2051" y="36763"/>
                      <a:pt x="2700" y="38103"/>
                      <a:pt x="2993" y="39400"/>
                    </a:cubicBezTo>
                    <a:lnTo>
                      <a:pt x="3328" y="39337"/>
                    </a:lnTo>
                    <a:cubicBezTo>
                      <a:pt x="3035" y="38040"/>
                      <a:pt x="2658" y="36763"/>
                      <a:pt x="2428" y="35487"/>
                    </a:cubicBezTo>
                    <a:cubicBezTo>
                      <a:pt x="2135" y="33918"/>
                      <a:pt x="1947" y="32307"/>
                      <a:pt x="1905" y="30696"/>
                    </a:cubicBezTo>
                    <a:cubicBezTo>
                      <a:pt x="1800" y="27432"/>
                      <a:pt x="2449" y="24356"/>
                      <a:pt x="3767" y="21385"/>
                    </a:cubicBezTo>
                    <a:cubicBezTo>
                      <a:pt x="5336" y="17890"/>
                      <a:pt x="6738" y="14459"/>
                      <a:pt x="7429" y="10672"/>
                    </a:cubicBezTo>
                    <a:cubicBezTo>
                      <a:pt x="8056" y="7157"/>
                      <a:pt x="8161" y="3558"/>
                      <a:pt x="7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7" name="Google Shape;15207;p49"/>
              <p:cNvSpPr/>
              <p:nvPr/>
            </p:nvSpPr>
            <p:spPr>
              <a:xfrm>
                <a:off x="5039700" y="511275"/>
                <a:ext cx="761650" cy="155525"/>
              </a:xfrm>
              <a:custGeom>
                <a:rect b="b" l="l" r="r" t="t"/>
                <a:pathLst>
                  <a:path extrusionOk="0" h="6221" w="30466">
                    <a:moveTo>
                      <a:pt x="2235" y="1"/>
                    </a:moveTo>
                    <a:cubicBezTo>
                      <a:pt x="2083" y="1"/>
                      <a:pt x="1931" y="6"/>
                      <a:pt x="1779" y="17"/>
                    </a:cubicBezTo>
                    <a:cubicBezTo>
                      <a:pt x="210" y="582"/>
                      <a:pt x="21" y="1356"/>
                      <a:pt x="1235" y="2318"/>
                    </a:cubicBezTo>
                    <a:cubicBezTo>
                      <a:pt x="1381" y="2381"/>
                      <a:pt x="1360" y="2590"/>
                      <a:pt x="1235" y="2674"/>
                    </a:cubicBezTo>
                    <a:cubicBezTo>
                      <a:pt x="0" y="3490"/>
                      <a:pt x="858" y="4892"/>
                      <a:pt x="1758" y="5373"/>
                    </a:cubicBezTo>
                    <a:cubicBezTo>
                      <a:pt x="2365" y="5708"/>
                      <a:pt x="3160" y="5771"/>
                      <a:pt x="3829" y="5792"/>
                    </a:cubicBezTo>
                    <a:cubicBezTo>
                      <a:pt x="3942" y="5796"/>
                      <a:pt x="4054" y="5797"/>
                      <a:pt x="4167" y="5797"/>
                    </a:cubicBezTo>
                    <a:cubicBezTo>
                      <a:pt x="5250" y="5797"/>
                      <a:pt x="6344" y="5622"/>
                      <a:pt x="7386" y="5394"/>
                    </a:cubicBezTo>
                    <a:cubicBezTo>
                      <a:pt x="9437" y="4976"/>
                      <a:pt x="11466" y="4327"/>
                      <a:pt x="13559" y="4160"/>
                    </a:cubicBezTo>
                    <a:cubicBezTo>
                      <a:pt x="13867" y="4136"/>
                      <a:pt x="14173" y="4125"/>
                      <a:pt x="14478" y="4125"/>
                    </a:cubicBezTo>
                    <a:cubicBezTo>
                      <a:pt x="18167" y="4125"/>
                      <a:pt x="21623" y="5761"/>
                      <a:pt x="25276" y="6147"/>
                    </a:cubicBezTo>
                    <a:cubicBezTo>
                      <a:pt x="25665" y="6190"/>
                      <a:pt x="26068" y="6220"/>
                      <a:pt x="26470" y="6220"/>
                    </a:cubicBezTo>
                    <a:cubicBezTo>
                      <a:pt x="27260" y="6220"/>
                      <a:pt x="28049" y="6103"/>
                      <a:pt x="28728" y="5729"/>
                    </a:cubicBezTo>
                    <a:cubicBezTo>
                      <a:pt x="29795" y="5122"/>
                      <a:pt x="30465" y="3804"/>
                      <a:pt x="29816" y="2632"/>
                    </a:cubicBezTo>
                    <a:cubicBezTo>
                      <a:pt x="28896" y="1000"/>
                      <a:pt x="26615" y="644"/>
                      <a:pt x="24941" y="561"/>
                    </a:cubicBezTo>
                    <a:cubicBezTo>
                      <a:pt x="24638" y="546"/>
                      <a:pt x="24335" y="540"/>
                      <a:pt x="24032" y="540"/>
                    </a:cubicBezTo>
                    <a:cubicBezTo>
                      <a:pt x="20371" y="540"/>
                      <a:pt x="16772" y="1520"/>
                      <a:pt x="13119" y="1732"/>
                    </a:cubicBezTo>
                    <a:cubicBezTo>
                      <a:pt x="12655" y="1764"/>
                      <a:pt x="12190" y="1781"/>
                      <a:pt x="11726" y="1781"/>
                    </a:cubicBezTo>
                    <a:cubicBezTo>
                      <a:pt x="10352" y="1781"/>
                      <a:pt x="8988" y="1632"/>
                      <a:pt x="7658" y="1272"/>
                    </a:cubicBezTo>
                    <a:cubicBezTo>
                      <a:pt x="5859" y="788"/>
                      <a:pt x="4095" y="1"/>
                      <a:pt x="22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8" name="Google Shape;15208;p49"/>
              <p:cNvSpPr/>
              <p:nvPr/>
            </p:nvSpPr>
            <p:spPr>
              <a:xfrm>
                <a:off x="5095150" y="627100"/>
                <a:ext cx="655450" cy="269425"/>
              </a:xfrm>
              <a:custGeom>
                <a:rect b="b" l="l" r="r" t="t"/>
                <a:pathLst>
                  <a:path extrusionOk="0" h="10777" w="26218">
                    <a:moveTo>
                      <a:pt x="12284" y="0"/>
                    </a:moveTo>
                    <a:cubicBezTo>
                      <a:pt x="9593" y="0"/>
                      <a:pt x="7041" y="931"/>
                      <a:pt x="4394" y="1389"/>
                    </a:cubicBezTo>
                    <a:cubicBezTo>
                      <a:pt x="3617" y="1506"/>
                      <a:pt x="2686" y="1644"/>
                      <a:pt x="1759" y="1644"/>
                    </a:cubicBezTo>
                    <a:cubicBezTo>
                      <a:pt x="1363" y="1644"/>
                      <a:pt x="968" y="1619"/>
                      <a:pt x="586" y="1556"/>
                    </a:cubicBezTo>
                    <a:cubicBezTo>
                      <a:pt x="168" y="4360"/>
                      <a:pt x="0" y="7101"/>
                      <a:pt x="377" y="9842"/>
                    </a:cubicBezTo>
                    <a:cubicBezTo>
                      <a:pt x="2112" y="10517"/>
                      <a:pt x="3849" y="10776"/>
                      <a:pt x="5589" y="10776"/>
                    </a:cubicBezTo>
                    <a:cubicBezTo>
                      <a:pt x="8591" y="10776"/>
                      <a:pt x="11598" y="10006"/>
                      <a:pt x="14605" y="9277"/>
                    </a:cubicBezTo>
                    <a:cubicBezTo>
                      <a:pt x="16880" y="8733"/>
                      <a:pt x="19194" y="8228"/>
                      <a:pt x="21547" y="8228"/>
                    </a:cubicBezTo>
                    <a:cubicBezTo>
                      <a:pt x="21639" y="8228"/>
                      <a:pt x="21731" y="8229"/>
                      <a:pt x="21824" y="8231"/>
                    </a:cubicBezTo>
                    <a:cubicBezTo>
                      <a:pt x="23058" y="8252"/>
                      <a:pt x="24962" y="8231"/>
                      <a:pt x="25820" y="9319"/>
                    </a:cubicBezTo>
                    <a:cubicBezTo>
                      <a:pt x="26217" y="6934"/>
                      <a:pt x="26134" y="4548"/>
                      <a:pt x="25150" y="2142"/>
                    </a:cubicBezTo>
                    <a:cubicBezTo>
                      <a:pt x="25150" y="2121"/>
                      <a:pt x="25150" y="2121"/>
                      <a:pt x="25150" y="2100"/>
                    </a:cubicBezTo>
                    <a:cubicBezTo>
                      <a:pt x="24840" y="2142"/>
                      <a:pt x="24525" y="2160"/>
                      <a:pt x="24208" y="2160"/>
                    </a:cubicBezTo>
                    <a:cubicBezTo>
                      <a:pt x="23092" y="2160"/>
                      <a:pt x="21955" y="1935"/>
                      <a:pt x="20945" y="1724"/>
                    </a:cubicBezTo>
                    <a:cubicBezTo>
                      <a:pt x="18204" y="1138"/>
                      <a:pt x="15546" y="112"/>
                      <a:pt x="12701" y="8"/>
                    </a:cubicBezTo>
                    <a:cubicBezTo>
                      <a:pt x="12562" y="3"/>
                      <a:pt x="12423" y="0"/>
                      <a:pt x="122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9" name="Google Shape;15209;p49"/>
              <p:cNvSpPr/>
              <p:nvPr/>
            </p:nvSpPr>
            <p:spPr>
              <a:xfrm>
                <a:off x="5643775" y="927475"/>
                <a:ext cx="33075" cy="29100"/>
              </a:xfrm>
              <a:custGeom>
                <a:rect b="b" l="l" r="r" t="t"/>
                <a:pathLst>
                  <a:path extrusionOk="0" h="1164" w="1323">
                    <a:moveTo>
                      <a:pt x="633" y="1"/>
                    </a:moveTo>
                    <a:cubicBezTo>
                      <a:pt x="367" y="1"/>
                      <a:pt x="96" y="174"/>
                      <a:pt x="25" y="442"/>
                    </a:cubicBezTo>
                    <a:cubicBezTo>
                      <a:pt x="0" y="541"/>
                      <a:pt x="70" y="604"/>
                      <a:pt x="145" y="604"/>
                    </a:cubicBezTo>
                    <a:cubicBezTo>
                      <a:pt x="197" y="604"/>
                      <a:pt x="250" y="574"/>
                      <a:pt x="276" y="505"/>
                    </a:cubicBezTo>
                    <a:cubicBezTo>
                      <a:pt x="318" y="394"/>
                      <a:pt x="462" y="310"/>
                      <a:pt x="597" y="310"/>
                    </a:cubicBezTo>
                    <a:cubicBezTo>
                      <a:pt x="664" y="310"/>
                      <a:pt x="729" y="331"/>
                      <a:pt x="778" y="380"/>
                    </a:cubicBezTo>
                    <a:cubicBezTo>
                      <a:pt x="925" y="505"/>
                      <a:pt x="862" y="777"/>
                      <a:pt x="715" y="882"/>
                    </a:cubicBezTo>
                    <a:cubicBezTo>
                      <a:pt x="604" y="956"/>
                      <a:pt x="641" y="1164"/>
                      <a:pt x="769" y="1164"/>
                    </a:cubicBezTo>
                    <a:cubicBezTo>
                      <a:pt x="785" y="1164"/>
                      <a:pt x="802" y="1161"/>
                      <a:pt x="820" y="1154"/>
                    </a:cubicBezTo>
                    <a:cubicBezTo>
                      <a:pt x="1239" y="986"/>
                      <a:pt x="1322" y="421"/>
                      <a:pt x="987" y="129"/>
                    </a:cubicBezTo>
                    <a:cubicBezTo>
                      <a:pt x="886" y="40"/>
                      <a:pt x="760" y="1"/>
                      <a:pt x="6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0" name="Google Shape;15210;p49"/>
              <p:cNvSpPr/>
              <p:nvPr/>
            </p:nvSpPr>
            <p:spPr>
              <a:xfrm>
                <a:off x="5638625" y="880825"/>
                <a:ext cx="27525" cy="23375"/>
              </a:xfrm>
              <a:custGeom>
                <a:rect b="b" l="l" r="r" t="t"/>
                <a:pathLst>
                  <a:path extrusionOk="0" h="935" w="1101">
                    <a:moveTo>
                      <a:pt x="275" y="0"/>
                    </a:moveTo>
                    <a:cubicBezTo>
                      <a:pt x="252" y="0"/>
                      <a:pt x="229" y="8"/>
                      <a:pt x="210" y="28"/>
                    </a:cubicBezTo>
                    <a:cubicBezTo>
                      <a:pt x="1" y="258"/>
                      <a:pt x="22" y="635"/>
                      <a:pt x="273" y="823"/>
                    </a:cubicBezTo>
                    <a:cubicBezTo>
                      <a:pt x="362" y="896"/>
                      <a:pt x="486" y="934"/>
                      <a:pt x="611" y="934"/>
                    </a:cubicBezTo>
                    <a:cubicBezTo>
                      <a:pt x="807" y="934"/>
                      <a:pt x="1004" y="839"/>
                      <a:pt x="1068" y="635"/>
                    </a:cubicBezTo>
                    <a:cubicBezTo>
                      <a:pt x="1100" y="554"/>
                      <a:pt x="1020" y="461"/>
                      <a:pt x="934" y="461"/>
                    </a:cubicBezTo>
                    <a:cubicBezTo>
                      <a:pt x="909" y="461"/>
                      <a:pt x="883" y="469"/>
                      <a:pt x="859" y="488"/>
                    </a:cubicBezTo>
                    <a:cubicBezTo>
                      <a:pt x="763" y="536"/>
                      <a:pt x="667" y="621"/>
                      <a:pt x="552" y="621"/>
                    </a:cubicBezTo>
                    <a:cubicBezTo>
                      <a:pt x="517" y="621"/>
                      <a:pt x="480" y="612"/>
                      <a:pt x="440" y="593"/>
                    </a:cubicBezTo>
                    <a:cubicBezTo>
                      <a:pt x="294" y="509"/>
                      <a:pt x="294" y="279"/>
                      <a:pt x="377" y="153"/>
                    </a:cubicBezTo>
                    <a:cubicBezTo>
                      <a:pt x="426" y="89"/>
                      <a:pt x="351" y="0"/>
                      <a:pt x="2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1" name="Google Shape;15211;p49"/>
              <p:cNvSpPr/>
              <p:nvPr/>
            </p:nvSpPr>
            <p:spPr>
              <a:xfrm>
                <a:off x="5575850" y="912225"/>
                <a:ext cx="25925" cy="27625"/>
              </a:xfrm>
              <a:custGeom>
                <a:rect b="b" l="l" r="r" t="t"/>
                <a:pathLst>
                  <a:path extrusionOk="0" h="1105" w="1037">
                    <a:moveTo>
                      <a:pt x="336" y="0"/>
                    </a:moveTo>
                    <a:cubicBezTo>
                      <a:pt x="305" y="0"/>
                      <a:pt x="275" y="14"/>
                      <a:pt x="252" y="48"/>
                    </a:cubicBezTo>
                    <a:cubicBezTo>
                      <a:pt x="147" y="174"/>
                      <a:pt x="64" y="320"/>
                      <a:pt x="43" y="487"/>
                    </a:cubicBezTo>
                    <a:cubicBezTo>
                      <a:pt x="22" y="634"/>
                      <a:pt x="1" y="843"/>
                      <a:pt x="85" y="990"/>
                    </a:cubicBezTo>
                    <a:cubicBezTo>
                      <a:pt x="129" y="1079"/>
                      <a:pt x="269" y="1105"/>
                      <a:pt x="391" y="1105"/>
                    </a:cubicBezTo>
                    <a:cubicBezTo>
                      <a:pt x="441" y="1105"/>
                      <a:pt x="488" y="1100"/>
                      <a:pt x="524" y="1094"/>
                    </a:cubicBezTo>
                    <a:cubicBezTo>
                      <a:pt x="671" y="1073"/>
                      <a:pt x="817" y="990"/>
                      <a:pt x="922" y="864"/>
                    </a:cubicBezTo>
                    <a:cubicBezTo>
                      <a:pt x="1037" y="749"/>
                      <a:pt x="932" y="595"/>
                      <a:pt x="801" y="595"/>
                    </a:cubicBezTo>
                    <a:cubicBezTo>
                      <a:pt x="765" y="595"/>
                      <a:pt x="727" y="607"/>
                      <a:pt x="691" y="634"/>
                    </a:cubicBezTo>
                    <a:cubicBezTo>
                      <a:pt x="587" y="718"/>
                      <a:pt x="482" y="759"/>
                      <a:pt x="357" y="759"/>
                    </a:cubicBezTo>
                    <a:cubicBezTo>
                      <a:pt x="315" y="571"/>
                      <a:pt x="336" y="383"/>
                      <a:pt x="461" y="195"/>
                    </a:cubicBezTo>
                    <a:cubicBezTo>
                      <a:pt x="507" y="103"/>
                      <a:pt x="419" y="0"/>
                      <a:pt x="3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2" name="Google Shape;15212;p49"/>
              <p:cNvSpPr/>
              <p:nvPr/>
            </p:nvSpPr>
            <p:spPr>
              <a:xfrm>
                <a:off x="5569575" y="1640700"/>
                <a:ext cx="42375" cy="31600"/>
              </a:xfrm>
              <a:custGeom>
                <a:rect b="b" l="l" r="r" t="t"/>
                <a:pathLst>
                  <a:path extrusionOk="0" h="1264" w="1695">
                    <a:moveTo>
                      <a:pt x="382" y="0"/>
                    </a:moveTo>
                    <a:cubicBezTo>
                      <a:pt x="325" y="0"/>
                      <a:pt x="265" y="31"/>
                      <a:pt x="231" y="98"/>
                    </a:cubicBezTo>
                    <a:cubicBezTo>
                      <a:pt x="0" y="697"/>
                      <a:pt x="505" y="1263"/>
                      <a:pt x="1037" y="1263"/>
                    </a:cubicBezTo>
                    <a:cubicBezTo>
                      <a:pt x="1229" y="1263"/>
                      <a:pt x="1425" y="1190"/>
                      <a:pt x="1591" y="1018"/>
                    </a:cubicBezTo>
                    <a:cubicBezTo>
                      <a:pt x="1694" y="915"/>
                      <a:pt x="1599" y="741"/>
                      <a:pt x="1481" y="741"/>
                    </a:cubicBezTo>
                    <a:cubicBezTo>
                      <a:pt x="1455" y="741"/>
                      <a:pt x="1429" y="749"/>
                      <a:pt x="1403" y="767"/>
                    </a:cubicBezTo>
                    <a:cubicBezTo>
                      <a:pt x="1289" y="855"/>
                      <a:pt x="1138" y="913"/>
                      <a:pt x="990" y="913"/>
                    </a:cubicBezTo>
                    <a:cubicBezTo>
                      <a:pt x="892" y="913"/>
                      <a:pt x="795" y="888"/>
                      <a:pt x="712" y="830"/>
                    </a:cubicBezTo>
                    <a:cubicBezTo>
                      <a:pt x="503" y="683"/>
                      <a:pt x="440" y="411"/>
                      <a:pt x="524" y="181"/>
                    </a:cubicBezTo>
                    <a:cubicBezTo>
                      <a:pt x="549" y="68"/>
                      <a:pt x="469" y="0"/>
                      <a:pt x="3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3" name="Google Shape;15213;p49"/>
              <p:cNvSpPr/>
              <p:nvPr/>
            </p:nvSpPr>
            <p:spPr>
              <a:xfrm>
                <a:off x="5508800" y="1449475"/>
                <a:ext cx="38850" cy="34525"/>
              </a:xfrm>
              <a:custGeom>
                <a:rect b="b" l="l" r="r" t="t"/>
                <a:pathLst>
                  <a:path extrusionOk="0" h="1381" w="1554">
                    <a:moveTo>
                      <a:pt x="716" y="0"/>
                    </a:moveTo>
                    <a:cubicBezTo>
                      <a:pt x="463" y="0"/>
                      <a:pt x="205" y="120"/>
                      <a:pt x="47" y="340"/>
                    </a:cubicBezTo>
                    <a:cubicBezTo>
                      <a:pt x="1" y="416"/>
                      <a:pt x="78" y="504"/>
                      <a:pt x="156" y="504"/>
                    </a:cubicBezTo>
                    <a:cubicBezTo>
                      <a:pt x="185" y="504"/>
                      <a:pt x="213" y="493"/>
                      <a:pt x="235" y="465"/>
                    </a:cubicBezTo>
                    <a:cubicBezTo>
                      <a:pt x="343" y="333"/>
                      <a:pt x="513" y="249"/>
                      <a:pt x="682" y="249"/>
                    </a:cubicBezTo>
                    <a:cubicBezTo>
                      <a:pt x="807" y="249"/>
                      <a:pt x="932" y="295"/>
                      <a:pt x="1030" y="402"/>
                    </a:cubicBezTo>
                    <a:cubicBezTo>
                      <a:pt x="1239" y="632"/>
                      <a:pt x="1135" y="1009"/>
                      <a:pt x="925" y="1197"/>
                    </a:cubicBezTo>
                    <a:cubicBezTo>
                      <a:pt x="838" y="1267"/>
                      <a:pt x="911" y="1380"/>
                      <a:pt x="1010" y="1380"/>
                    </a:cubicBezTo>
                    <a:cubicBezTo>
                      <a:pt x="1030" y="1380"/>
                      <a:pt x="1051" y="1375"/>
                      <a:pt x="1072" y="1365"/>
                    </a:cubicBezTo>
                    <a:cubicBezTo>
                      <a:pt x="1469" y="1135"/>
                      <a:pt x="1553" y="549"/>
                      <a:pt x="1218" y="193"/>
                    </a:cubicBezTo>
                    <a:cubicBezTo>
                      <a:pt x="1078" y="62"/>
                      <a:pt x="898" y="0"/>
                      <a:pt x="7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4" name="Google Shape;15214;p49"/>
              <p:cNvSpPr/>
              <p:nvPr/>
            </p:nvSpPr>
            <p:spPr>
              <a:xfrm>
                <a:off x="5499500" y="1379700"/>
                <a:ext cx="38475" cy="35375"/>
              </a:xfrm>
              <a:custGeom>
                <a:rect b="b" l="l" r="r" t="t"/>
                <a:pathLst>
                  <a:path extrusionOk="0" h="1415" w="1539">
                    <a:moveTo>
                      <a:pt x="388" y="1"/>
                    </a:moveTo>
                    <a:cubicBezTo>
                      <a:pt x="363" y="1"/>
                      <a:pt x="338" y="10"/>
                      <a:pt x="314" y="34"/>
                    </a:cubicBezTo>
                    <a:cubicBezTo>
                      <a:pt x="21" y="348"/>
                      <a:pt x="0" y="871"/>
                      <a:pt x="314" y="1185"/>
                    </a:cubicBezTo>
                    <a:cubicBezTo>
                      <a:pt x="460" y="1331"/>
                      <a:pt x="691" y="1415"/>
                      <a:pt x="916" y="1415"/>
                    </a:cubicBezTo>
                    <a:cubicBezTo>
                      <a:pt x="1140" y="1415"/>
                      <a:pt x="1360" y="1331"/>
                      <a:pt x="1486" y="1143"/>
                    </a:cubicBezTo>
                    <a:cubicBezTo>
                      <a:pt x="1539" y="1036"/>
                      <a:pt x="1442" y="945"/>
                      <a:pt x="1347" y="945"/>
                    </a:cubicBezTo>
                    <a:cubicBezTo>
                      <a:pt x="1330" y="945"/>
                      <a:pt x="1313" y="948"/>
                      <a:pt x="1297" y="955"/>
                    </a:cubicBezTo>
                    <a:cubicBezTo>
                      <a:pt x="1145" y="1031"/>
                      <a:pt x="985" y="1099"/>
                      <a:pt x="827" y="1099"/>
                    </a:cubicBezTo>
                    <a:cubicBezTo>
                      <a:pt x="724" y="1099"/>
                      <a:pt x="622" y="1070"/>
                      <a:pt x="523" y="996"/>
                    </a:cubicBezTo>
                    <a:cubicBezTo>
                      <a:pt x="293" y="808"/>
                      <a:pt x="293" y="410"/>
                      <a:pt x="460" y="180"/>
                    </a:cubicBezTo>
                    <a:cubicBezTo>
                      <a:pt x="541" y="116"/>
                      <a:pt x="472" y="1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5" name="Google Shape;15215;p49"/>
              <p:cNvSpPr/>
              <p:nvPr/>
            </p:nvSpPr>
            <p:spPr>
              <a:xfrm>
                <a:off x="5401150" y="1084675"/>
                <a:ext cx="31550" cy="27425"/>
              </a:xfrm>
              <a:custGeom>
                <a:rect b="b" l="l" r="r" t="t"/>
                <a:pathLst>
                  <a:path extrusionOk="0" h="1097" w="1262">
                    <a:moveTo>
                      <a:pt x="327" y="1"/>
                    </a:moveTo>
                    <a:cubicBezTo>
                      <a:pt x="301" y="1"/>
                      <a:pt x="275" y="11"/>
                      <a:pt x="252" y="34"/>
                    </a:cubicBezTo>
                    <a:cubicBezTo>
                      <a:pt x="0" y="285"/>
                      <a:pt x="0" y="745"/>
                      <a:pt x="293" y="976"/>
                    </a:cubicBezTo>
                    <a:cubicBezTo>
                      <a:pt x="398" y="1056"/>
                      <a:pt x="534" y="1096"/>
                      <a:pt x="670" y="1096"/>
                    </a:cubicBezTo>
                    <a:cubicBezTo>
                      <a:pt x="889" y="1096"/>
                      <a:pt x="1111" y="993"/>
                      <a:pt x="1214" y="787"/>
                    </a:cubicBezTo>
                    <a:cubicBezTo>
                      <a:pt x="1261" y="677"/>
                      <a:pt x="1166" y="555"/>
                      <a:pt x="1063" y="555"/>
                    </a:cubicBezTo>
                    <a:cubicBezTo>
                      <a:pt x="1029" y="555"/>
                      <a:pt x="994" y="568"/>
                      <a:pt x="963" y="599"/>
                    </a:cubicBezTo>
                    <a:cubicBezTo>
                      <a:pt x="888" y="689"/>
                      <a:pt x="769" y="758"/>
                      <a:pt x="645" y="758"/>
                    </a:cubicBezTo>
                    <a:cubicBezTo>
                      <a:pt x="598" y="758"/>
                      <a:pt x="549" y="748"/>
                      <a:pt x="503" y="724"/>
                    </a:cubicBezTo>
                    <a:cubicBezTo>
                      <a:pt x="335" y="620"/>
                      <a:pt x="293" y="369"/>
                      <a:pt x="419" y="201"/>
                    </a:cubicBezTo>
                    <a:cubicBezTo>
                      <a:pt x="500" y="120"/>
                      <a:pt x="417" y="1"/>
                      <a:pt x="3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6" name="Google Shape;15216;p49"/>
              <p:cNvSpPr/>
              <p:nvPr/>
            </p:nvSpPr>
            <p:spPr>
              <a:xfrm>
                <a:off x="5397625" y="1169475"/>
                <a:ext cx="30750" cy="30075"/>
              </a:xfrm>
              <a:custGeom>
                <a:rect b="b" l="l" r="r" t="t"/>
                <a:pathLst>
                  <a:path extrusionOk="0" h="1203" w="1230">
                    <a:moveTo>
                      <a:pt x="484" y="1"/>
                    </a:moveTo>
                    <a:cubicBezTo>
                      <a:pt x="364" y="1"/>
                      <a:pt x="242" y="17"/>
                      <a:pt x="121" y="52"/>
                    </a:cubicBezTo>
                    <a:cubicBezTo>
                      <a:pt x="1" y="72"/>
                      <a:pt x="14" y="263"/>
                      <a:pt x="124" y="263"/>
                    </a:cubicBezTo>
                    <a:cubicBezTo>
                      <a:pt x="130" y="263"/>
                      <a:pt x="136" y="263"/>
                      <a:pt x="141" y="262"/>
                    </a:cubicBezTo>
                    <a:cubicBezTo>
                      <a:pt x="203" y="257"/>
                      <a:pt x="264" y="254"/>
                      <a:pt x="324" y="254"/>
                    </a:cubicBezTo>
                    <a:cubicBezTo>
                      <a:pt x="534" y="254"/>
                      <a:pt x="737" y="285"/>
                      <a:pt x="916" y="366"/>
                    </a:cubicBezTo>
                    <a:cubicBezTo>
                      <a:pt x="874" y="597"/>
                      <a:pt x="853" y="827"/>
                      <a:pt x="811" y="1057"/>
                    </a:cubicBezTo>
                    <a:cubicBezTo>
                      <a:pt x="798" y="1145"/>
                      <a:pt x="877" y="1203"/>
                      <a:pt x="946" y="1203"/>
                    </a:cubicBezTo>
                    <a:cubicBezTo>
                      <a:pt x="992" y="1203"/>
                      <a:pt x="1033" y="1178"/>
                      <a:pt x="1041" y="1120"/>
                    </a:cubicBezTo>
                    <a:cubicBezTo>
                      <a:pt x="1104" y="848"/>
                      <a:pt x="1167" y="576"/>
                      <a:pt x="1209" y="325"/>
                    </a:cubicBezTo>
                    <a:cubicBezTo>
                      <a:pt x="1230" y="262"/>
                      <a:pt x="1209" y="178"/>
                      <a:pt x="1146" y="157"/>
                    </a:cubicBezTo>
                    <a:cubicBezTo>
                      <a:pt x="939" y="61"/>
                      <a:pt x="714" y="1"/>
                      <a:pt x="4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7" name="Google Shape;15217;p49"/>
              <p:cNvSpPr/>
              <p:nvPr/>
            </p:nvSpPr>
            <p:spPr>
              <a:xfrm>
                <a:off x="5367600" y="1075700"/>
                <a:ext cx="18925" cy="51150"/>
              </a:xfrm>
              <a:custGeom>
                <a:rect b="b" l="l" r="r" t="t"/>
                <a:pathLst>
                  <a:path extrusionOk="0" h="2046" w="757">
                    <a:moveTo>
                      <a:pt x="319" y="1"/>
                    </a:moveTo>
                    <a:cubicBezTo>
                      <a:pt x="129" y="1"/>
                      <a:pt x="0" y="237"/>
                      <a:pt x="66" y="435"/>
                    </a:cubicBezTo>
                    <a:cubicBezTo>
                      <a:pt x="129" y="665"/>
                      <a:pt x="317" y="770"/>
                      <a:pt x="380" y="1000"/>
                    </a:cubicBezTo>
                    <a:cubicBezTo>
                      <a:pt x="443" y="1314"/>
                      <a:pt x="317" y="1565"/>
                      <a:pt x="129" y="1795"/>
                    </a:cubicBezTo>
                    <a:cubicBezTo>
                      <a:pt x="60" y="1899"/>
                      <a:pt x="177" y="2046"/>
                      <a:pt x="290" y="2046"/>
                    </a:cubicBezTo>
                    <a:cubicBezTo>
                      <a:pt x="314" y="2046"/>
                      <a:pt x="337" y="2039"/>
                      <a:pt x="359" y="2025"/>
                    </a:cubicBezTo>
                    <a:cubicBezTo>
                      <a:pt x="610" y="1837"/>
                      <a:pt x="757" y="1544"/>
                      <a:pt x="757" y="1230"/>
                    </a:cubicBezTo>
                    <a:cubicBezTo>
                      <a:pt x="757" y="1083"/>
                      <a:pt x="736" y="916"/>
                      <a:pt x="673" y="770"/>
                    </a:cubicBezTo>
                    <a:cubicBezTo>
                      <a:pt x="652" y="707"/>
                      <a:pt x="610" y="644"/>
                      <a:pt x="568" y="581"/>
                    </a:cubicBezTo>
                    <a:cubicBezTo>
                      <a:pt x="547" y="539"/>
                      <a:pt x="359" y="246"/>
                      <a:pt x="401" y="246"/>
                    </a:cubicBezTo>
                    <a:cubicBezTo>
                      <a:pt x="415" y="251"/>
                      <a:pt x="427" y="253"/>
                      <a:pt x="439" y="253"/>
                    </a:cubicBezTo>
                    <a:cubicBezTo>
                      <a:pt x="534" y="253"/>
                      <a:pt x="559" y="114"/>
                      <a:pt x="485" y="58"/>
                    </a:cubicBezTo>
                    <a:cubicBezTo>
                      <a:pt x="427" y="18"/>
                      <a:pt x="371" y="1"/>
                      <a:pt x="3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8" name="Google Shape;15218;p49"/>
              <p:cNvSpPr/>
              <p:nvPr/>
            </p:nvSpPr>
            <p:spPr>
              <a:xfrm>
                <a:off x="5348300" y="1700250"/>
                <a:ext cx="43975" cy="25400"/>
              </a:xfrm>
              <a:custGeom>
                <a:rect b="b" l="l" r="r" t="t"/>
                <a:pathLst>
                  <a:path extrusionOk="0" h="1016" w="1759">
                    <a:moveTo>
                      <a:pt x="871" y="1"/>
                    </a:moveTo>
                    <a:cubicBezTo>
                      <a:pt x="524" y="1"/>
                      <a:pt x="189" y="234"/>
                      <a:pt x="43" y="561"/>
                    </a:cubicBezTo>
                    <a:cubicBezTo>
                      <a:pt x="0" y="647"/>
                      <a:pt x="74" y="722"/>
                      <a:pt x="145" y="722"/>
                    </a:cubicBezTo>
                    <a:cubicBezTo>
                      <a:pt x="179" y="722"/>
                      <a:pt x="211" y="706"/>
                      <a:pt x="231" y="666"/>
                    </a:cubicBezTo>
                    <a:cubicBezTo>
                      <a:pt x="352" y="425"/>
                      <a:pt x="571" y="241"/>
                      <a:pt x="831" y="241"/>
                    </a:cubicBezTo>
                    <a:cubicBezTo>
                      <a:pt x="887" y="241"/>
                      <a:pt x="946" y="250"/>
                      <a:pt x="1006" y="268"/>
                    </a:cubicBezTo>
                    <a:cubicBezTo>
                      <a:pt x="1319" y="352"/>
                      <a:pt x="1466" y="645"/>
                      <a:pt x="1508" y="938"/>
                    </a:cubicBezTo>
                    <a:cubicBezTo>
                      <a:pt x="1517" y="992"/>
                      <a:pt x="1557" y="1015"/>
                      <a:pt x="1600" y="1015"/>
                    </a:cubicBezTo>
                    <a:cubicBezTo>
                      <a:pt x="1657" y="1015"/>
                      <a:pt x="1717" y="976"/>
                      <a:pt x="1717" y="917"/>
                    </a:cubicBezTo>
                    <a:cubicBezTo>
                      <a:pt x="1759" y="477"/>
                      <a:pt x="1445" y="101"/>
                      <a:pt x="1026" y="17"/>
                    </a:cubicBezTo>
                    <a:cubicBezTo>
                      <a:pt x="975" y="6"/>
                      <a:pt x="922" y="1"/>
                      <a:pt x="8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9" name="Google Shape;15219;p49"/>
              <p:cNvSpPr/>
              <p:nvPr/>
            </p:nvSpPr>
            <p:spPr>
              <a:xfrm>
                <a:off x="5339750" y="1633875"/>
                <a:ext cx="33925" cy="27175"/>
              </a:xfrm>
              <a:custGeom>
                <a:rect b="b" l="l" r="r" t="t"/>
                <a:pathLst>
                  <a:path extrusionOk="0" h="1087" w="1357">
                    <a:moveTo>
                      <a:pt x="248" y="0"/>
                    </a:moveTo>
                    <a:cubicBezTo>
                      <a:pt x="200" y="0"/>
                      <a:pt x="151" y="30"/>
                      <a:pt x="134" y="99"/>
                    </a:cubicBezTo>
                    <a:cubicBezTo>
                      <a:pt x="0" y="566"/>
                      <a:pt x="440" y="1087"/>
                      <a:pt x="910" y="1087"/>
                    </a:cubicBezTo>
                    <a:cubicBezTo>
                      <a:pt x="1029" y="1087"/>
                      <a:pt x="1150" y="1053"/>
                      <a:pt x="1264" y="977"/>
                    </a:cubicBezTo>
                    <a:cubicBezTo>
                      <a:pt x="1356" y="922"/>
                      <a:pt x="1318" y="736"/>
                      <a:pt x="1207" y="736"/>
                    </a:cubicBezTo>
                    <a:cubicBezTo>
                      <a:pt x="1193" y="736"/>
                      <a:pt x="1177" y="740"/>
                      <a:pt x="1159" y="747"/>
                    </a:cubicBezTo>
                    <a:cubicBezTo>
                      <a:pt x="1097" y="768"/>
                      <a:pt x="1030" y="778"/>
                      <a:pt x="963" y="778"/>
                    </a:cubicBezTo>
                    <a:cubicBezTo>
                      <a:pt x="626" y="778"/>
                      <a:pt x="277" y="528"/>
                      <a:pt x="364" y="161"/>
                    </a:cubicBezTo>
                    <a:cubicBezTo>
                      <a:pt x="389" y="62"/>
                      <a:pt x="319" y="0"/>
                      <a:pt x="2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0" name="Google Shape;15220;p49"/>
              <p:cNvSpPr/>
              <p:nvPr/>
            </p:nvSpPr>
            <p:spPr>
              <a:xfrm>
                <a:off x="5294950" y="1658425"/>
                <a:ext cx="34300" cy="31100"/>
              </a:xfrm>
              <a:custGeom>
                <a:rect b="b" l="l" r="r" t="t"/>
                <a:pathLst>
                  <a:path extrusionOk="0" h="1244" w="1372">
                    <a:moveTo>
                      <a:pt x="372" y="1"/>
                    </a:moveTo>
                    <a:cubicBezTo>
                      <a:pt x="347" y="1"/>
                      <a:pt x="320" y="11"/>
                      <a:pt x="294" y="37"/>
                    </a:cubicBezTo>
                    <a:cubicBezTo>
                      <a:pt x="1" y="309"/>
                      <a:pt x="1" y="811"/>
                      <a:pt x="315" y="1083"/>
                    </a:cubicBezTo>
                    <a:cubicBezTo>
                      <a:pt x="439" y="1191"/>
                      <a:pt x="600" y="1243"/>
                      <a:pt x="759" y="1243"/>
                    </a:cubicBezTo>
                    <a:cubicBezTo>
                      <a:pt x="1001" y="1243"/>
                      <a:pt x="1239" y="1122"/>
                      <a:pt x="1340" y="895"/>
                    </a:cubicBezTo>
                    <a:cubicBezTo>
                      <a:pt x="1372" y="815"/>
                      <a:pt x="1319" y="748"/>
                      <a:pt x="1255" y="748"/>
                    </a:cubicBezTo>
                    <a:cubicBezTo>
                      <a:pt x="1235" y="748"/>
                      <a:pt x="1214" y="754"/>
                      <a:pt x="1194" y="769"/>
                    </a:cubicBezTo>
                    <a:cubicBezTo>
                      <a:pt x="1085" y="892"/>
                      <a:pt x="915" y="970"/>
                      <a:pt x="746" y="970"/>
                    </a:cubicBezTo>
                    <a:cubicBezTo>
                      <a:pt x="655" y="970"/>
                      <a:pt x="563" y="947"/>
                      <a:pt x="482" y="895"/>
                    </a:cubicBezTo>
                    <a:cubicBezTo>
                      <a:pt x="252" y="728"/>
                      <a:pt x="252" y="372"/>
                      <a:pt x="440" y="163"/>
                    </a:cubicBezTo>
                    <a:cubicBezTo>
                      <a:pt x="503" y="100"/>
                      <a:pt x="448" y="1"/>
                      <a:pt x="37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1" name="Google Shape;15221;p49"/>
              <p:cNvSpPr/>
              <p:nvPr/>
            </p:nvSpPr>
            <p:spPr>
              <a:xfrm>
                <a:off x="5210125" y="1057750"/>
                <a:ext cx="23150" cy="16575"/>
              </a:xfrm>
              <a:custGeom>
                <a:rect b="b" l="l" r="r" t="t"/>
                <a:pathLst>
                  <a:path extrusionOk="0" h="663" w="926">
                    <a:moveTo>
                      <a:pt x="736" y="1"/>
                    </a:moveTo>
                    <a:cubicBezTo>
                      <a:pt x="419" y="1"/>
                      <a:pt x="146" y="224"/>
                      <a:pt x="25" y="525"/>
                    </a:cubicBezTo>
                    <a:cubicBezTo>
                      <a:pt x="0" y="612"/>
                      <a:pt x="64" y="662"/>
                      <a:pt x="133" y="662"/>
                    </a:cubicBezTo>
                    <a:cubicBezTo>
                      <a:pt x="180" y="662"/>
                      <a:pt x="230" y="639"/>
                      <a:pt x="255" y="588"/>
                    </a:cubicBezTo>
                    <a:cubicBezTo>
                      <a:pt x="339" y="379"/>
                      <a:pt x="569" y="232"/>
                      <a:pt x="779" y="211"/>
                    </a:cubicBezTo>
                    <a:cubicBezTo>
                      <a:pt x="925" y="190"/>
                      <a:pt x="925" y="2"/>
                      <a:pt x="779" y="2"/>
                    </a:cubicBezTo>
                    <a:cubicBezTo>
                      <a:pt x="764" y="1"/>
                      <a:pt x="750" y="1"/>
                      <a:pt x="7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2" name="Google Shape;15222;p49"/>
              <p:cNvSpPr/>
              <p:nvPr/>
            </p:nvSpPr>
            <p:spPr>
              <a:xfrm>
                <a:off x="5170875" y="1013700"/>
                <a:ext cx="38575" cy="14750"/>
              </a:xfrm>
              <a:custGeom>
                <a:rect b="b" l="l" r="r" t="t"/>
                <a:pathLst>
                  <a:path extrusionOk="0" h="590" w="1543">
                    <a:moveTo>
                      <a:pt x="1400" y="0"/>
                    </a:moveTo>
                    <a:cubicBezTo>
                      <a:pt x="1373" y="0"/>
                      <a:pt x="1346" y="14"/>
                      <a:pt x="1323" y="48"/>
                    </a:cubicBezTo>
                    <a:cubicBezTo>
                      <a:pt x="1162" y="233"/>
                      <a:pt x="930" y="341"/>
                      <a:pt x="701" y="341"/>
                    </a:cubicBezTo>
                    <a:cubicBezTo>
                      <a:pt x="516" y="341"/>
                      <a:pt x="334" y="270"/>
                      <a:pt x="193" y="111"/>
                    </a:cubicBezTo>
                    <a:cubicBezTo>
                      <a:pt x="177" y="89"/>
                      <a:pt x="155" y="80"/>
                      <a:pt x="133" y="80"/>
                    </a:cubicBezTo>
                    <a:cubicBezTo>
                      <a:pt x="69" y="80"/>
                      <a:pt x="0" y="154"/>
                      <a:pt x="47" y="216"/>
                    </a:cubicBezTo>
                    <a:cubicBezTo>
                      <a:pt x="216" y="459"/>
                      <a:pt x="513" y="590"/>
                      <a:pt x="804" y="590"/>
                    </a:cubicBezTo>
                    <a:cubicBezTo>
                      <a:pt x="1088" y="590"/>
                      <a:pt x="1367" y="464"/>
                      <a:pt x="1512" y="195"/>
                    </a:cubicBezTo>
                    <a:cubicBezTo>
                      <a:pt x="1542" y="103"/>
                      <a:pt x="1472" y="0"/>
                      <a:pt x="14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3" name="Google Shape;15223;p49"/>
              <p:cNvSpPr/>
              <p:nvPr/>
            </p:nvSpPr>
            <p:spPr>
              <a:xfrm>
                <a:off x="5035500" y="498125"/>
                <a:ext cx="781525" cy="1320000"/>
              </a:xfrm>
              <a:custGeom>
                <a:rect b="b" l="l" r="r" t="t"/>
                <a:pathLst>
                  <a:path extrusionOk="0" h="52800" w="31261">
                    <a:moveTo>
                      <a:pt x="2403" y="527"/>
                    </a:moveTo>
                    <a:cubicBezTo>
                      <a:pt x="4263" y="527"/>
                      <a:pt x="6027" y="1314"/>
                      <a:pt x="7826" y="1798"/>
                    </a:cubicBezTo>
                    <a:cubicBezTo>
                      <a:pt x="9156" y="2158"/>
                      <a:pt x="10520" y="2307"/>
                      <a:pt x="11894" y="2307"/>
                    </a:cubicBezTo>
                    <a:cubicBezTo>
                      <a:pt x="12358" y="2307"/>
                      <a:pt x="12823" y="2290"/>
                      <a:pt x="13287" y="2258"/>
                    </a:cubicBezTo>
                    <a:cubicBezTo>
                      <a:pt x="16940" y="2046"/>
                      <a:pt x="20539" y="1066"/>
                      <a:pt x="24200" y="1066"/>
                    </a:cubicBezTo>
                    <a:cubicBezTo>
                      <a:pt x="24503" y="1066"/>
                      <a:pt x="24806" y="1072"/>
                      <a:pt x="25109" y="1087"/>
                    </a:cubicBezTo>
                    <a:cubicBezTo>
                      <a:pt x="26783" y="1170"/>
                      <a:pt x="29064" y="1526"/>
                      <a:pt x="29984" y="3158"/>
                    </a:cubicBezTo>
                    <a:cubicBezTo>
                      <a:pt x="30633" y="4330"/>
                      <a:pt x="29963" y="5648"/>
                      <a:pt x="28896" y="6255"/>
                    </a:cubicBezTo>
                    <a:cubicBezTo>
                      <a:pt x="28217" y="6629"/>
                      <a:pt x="27428" y="6746"/>
                      <a:pt x="26638" y="6746"/>
                    </a:cubicBezTo>
                    <a:cubicBezTo>
                      <a:pt x="26236" y="6746"/>
                      <a:pt x="25833" y="6716"/>
                      <a:pt x="25444" y="6673"/>
                    </a:cubicBezTo>
                    <a:cubicBezTo>
                      <a:pt x="21791" y="6287"/>
                      <a:pt x="18335" y="4651"/>
                      <a:pt x="14646" y="4651"/>
                    </a:cubicBezTo>
                    <a:cubicBezTo>
                      <a:pt x="14341" y="4651"/>
                      <a:pt x="14035" y="4662"/>
                      <a:pt x="13727" y="4686"/>
                    </a:cubicBezTo>
                    <a:cubicBezTo>
                      <a:pt x="11634" y="4853"/>
                      <a:pt x="9605" y="5502"/>
                      <a:pt x="7554" y="5920"/>
                    </a:cubicBezTo>
                    <a:cubicBezTo>
                      <a:pt x="6512" y="6148"/>
                      <a:pt x="5418" y="6323"/>
                      <a:pt x="4335" y="6323"/>
                    </a:cubicBezTo>
                    <a:cubicBezTo>
                      <a:pt x="4222" y="6323"/>
                      <a:pt x="4110" y="6322"/>
                      <a:pt x="3997" y="6318"/>
                    </a:cubicBezTo>
                    <a:cubicBezTo>
                      <a:pt x="3328" y="6297"/>
                      <a:pt x="2533" y="6234"/>
                      <a:pt x="1926" y="5899"/>
                    </a:cubicBezTo>
                    <a:cubicBezTo>
                      <a:pt x="1026" y="5418"/>
                      <a:pt x="168" y="4016"/>
                      <a:pt x="1403" y="3200"/>
                    </a:cubicBezTo>
                    <a:cubicBezTo>
                      <a:pt x="1528" y="3116"/>
                      <a:pt x="1549" y="2907"/>
                      <a:pt x="1403" y="2844"/>
                    </a:cubicBezTo>
                    <a:cubicBezTo>
                      <a:pt x="189" y="1882"/>
                      <a:pt x="378" y="1108"/>
                      <a:pt x="1947" y="543"/>
                    </a:cubicBezTo>
                    <a:cubicBezTo>
                      <a:pt x="2099" y="532"/>
                      <a:pt x="2251" y="527"/>
                      <a:pt x="2403" y="527"/>
                    </a:cubicBezTo>
                    <a:close/>
                    <a:moveTo>
                      <a:pt x="14670" y="5159"/>
                    </a:moveTo>
                    <a:cubicBezTo>
                      <a:pt x="14809" y="5159"/>
                      <a:pt x="14948" y="5162"/>
                      <a:pt x="15087" y="5167"/>
                    </a:cubicBezTo>
                    <a:cubicBezTo>
                      <a:pt x="17932" y="5271"/>
                      <a:pt x="20590" y="6297"/>
                      <a:pt x="23331" y="6883"/>
                    </a:cubicBezTo>
                    <a:cubicBezTo>
                      <a:pt x="24341" y="7094"/>
                      <a:pt x="25478" y="7319"/>
                      <a:pt x="26594" y="7319"/>
                    </a:cubicBezTo>
                    <a:cubicBezTo>
                      <a:pt x="26911" y="7319"/>
                      <a:pt x="27226" y="7301"/>
                      <a:pt x="27536" y="7259"/>
                    </a:cubicBezTo>
                    <a:cubicBezTo>
                      <a:pt x="27536" y="7280"/>
                      <a:pt x="27536" y="7280"/>
                      <a:pt x="27536" y="7301"/>
                    </a:cubicBezTo>
                    <a:cubicBezTo>
                      <a:pt x="28520" y="9707"/>
                      <a:pt x="28603" y="12093"/>
                      <a:pt x="28206" y="14478"/>
                    </a:cubicBezTo>
                    <a:cubicBezTo>
                      <a:pt x="27348" y="13390"/>
                      <a:pt x="25444" y="13411"/>
                      <a:pt x="24210" y="13390"/>
                    </a:cubicBezTo>
                    <a:cubicBezTo>
                      <a:pt x="24117" y="13388"/>
                      <a:pt x="24025" y="13387"/>
                      <a:pt x="23933" y="13387"/>
                    </a:cubicBezTo>
                    <a:cubicBezTo>
                      <a:pt x="21580" y="13387"/>
                      <a:pt x="19266" y="13892"/>
                      <a:pt x="16991" y="14436"/>
                    </a:cubicBezTo>
                    <a:cubicBezTo>
                      <a:pt x="13984" y="15165"/>
                      <a:pt x="10977" y="15935"/>
                      <a:pt x="7975" y="15935"/>
                    </a:cubicBezTo>
                    <a:cubicBezTo>
                      <a:pt x="6235" y="15935"/>
                      <a:pt x="4498" y="15676"/>
                      <a:pt x="2763" y="15001"/>
                    </a:cubicBezTo>
                    <a:cubicBezTo>
                      <a:pt x="2386" y="12260"/>
                      <a:pt x="2554" y="9519"/>
                      <a:pt x="2972" y="6715"/>
                    </a:cubicBezTo>
                    <a:cubicBezTo>
                      <a:pt x="3354" y="6778"/>
                      <a:pt x="3749" y="6803"/>
                      <a:pt x="4145" y="6803"/>
                    </a:cubicBezTo>
                    <a:cubicBezTo>
                      <a:pt x="5072" y="6803"/>
                      <a:pt x="6003" y="6665"/>
                      <a:pt x="6780" y="6548"/>
                    </a:cubicBezTo>
                    <a:cubicBezTo>
                      <a:pt x="9427" y="6090"/>
                      <a:pt x="11979" y="5159"/>
                      <a:pt x="14670" y="5159"/>
                    </a:cubicBezTo>
                    <a:close/>
                    <a:moveTo>
                      <a:pt x="24317" y="13919"/>
                    </a:moveTo>
                    <a:cubicBezTo>
                      <a:pt x="25798" y="13919"/>
                      <a:pt x="27230" y="14196"/>
                      <a:pt x="28018" y="15147"/>
                    </a:cubicBezTo>
                    <a:cubicBezTo>
                      <a:pt x="28039" y="15168"/>
                      <a:pt x="28059" y="15189"/>
                      <a:pt x="28080" y="15210"/>
                    </a:cubicBezTo>
                    <a:cubicBezTo>
                      <a:pt x="27285" y="19081"/>
                      <a:pt x="25318" y="22889"/>
                      <a:pt x="23896" y="26488"/>
                    </a:cubicBezTo>
                    <a:cubicBezTo>
                      <a:pt x="22766" y="29396"/>
                      <a:pt x="21971" y="32409"/>
                      <a:pt x="22138" y="35569"/>
                    </a:cubicBezTo>
                    <a:cubicBezTo>
                      <a:pt x="22326" y="38875"/>
                      <a:pt x="23498" y="41846"/>
                      <a:pt x="24544" y="44943"/>
                    </a:cubicBezTo>
                    <a:cubicBezTo>
                      <a:pt x="24858" y="45905"/>
                      <a:pt x="25151" y="47035"/>
                      <a:pt x="24607" y="47997"/>
                    </a:cubicBezTo>
                    <a:cubicBezTo>
                      <a:pt x="24189" y="48793"/>
                      <a:pt x="23331" y="49253"/>
                      <a:pt x="22494" y="49546"/>
                    </a:cubicBezTo>
                    <a:cubicBezTo>
                      <a:pt x="20799" y="50174"/>
                      <a:pt x="18895" y="50383"/>
                      <a:pt x="17095" y="50446"/>
                    </a:cubicBezTo>
                    <a:cubicBezTo>
                      <a:pt x="16881" y="50451"/>
                      <a:pt x="16667" y="50453"/>
                      <a:pt x="16452" y="50453"/>
                    </a:cubicBezTo>
                    <a:cubicBezTo>
                      <a:pt x="14884" y="50453"/>
                      <a:pt x="13308" y="50314"/>
                      <a:pt x="11781" y="49964"/>
                    </a:cubicBezTo>
                    <a:cubicBezTo>
                      <a:pt x="10965" y="49797"/>
                      <a:pt x="10065" y="49567"/>
                      <a:pt x="9479" y="48939"/>
                    </a:cubicBezTo>
                    <a:cubicBezTo>
                      <a:pt x="8580" y="47935"/>
                      <a:pt x="8956" y="46512"/>
                      <a:pt x="9228" y="45361"/>
                    </a:cubicBezTo>
                    <a:cubicBezTo>
                      <a:pt x="10002" y="42244"/>
                      <a:pt x="10316" y="39126"/>
                      <a:pt x="9877" y="35945"/>
                    </a:cubicBezTo>
                    <a:cubicBezTo>
                      <a:pt x="9500" y="33121"/>
                      <a:pt x="8559" y="30464"/>
                      <a:pt x="7450" y="27869"/>
                    </a:cubicBezTo>
                    <a:cubicBezTo>
                      <a:pt x="6132" y="24730"/>
                      <a:pt x="4541" y="21697"/>
                      <a:pt x="3516" y="18432"/>
                    </a:cubicBezTo>
                    <a:cubicBezTo>
                      <a:pt x="3202" y="17428"/>
                      <a:pt x="2972" y="16424"/>
                      <a:pt x="2826" y="15399"/>
                    </a:cubicBezTo>
                    <a:lnTo>
                      <a:pt x="2826" y="15399"/>
                    </a:lnTo>
                    <a:cubicBezTo>
                      <a:pt x="4513" y="16221"/>
                      <a:pt x="6356" y="16526"/>
                      <a:pt x="8223" y="16526"/>
                    </a:cubicBezTo>
                    <a:cubicBezTo>
                      <a:pt x="10106" y="16526"/>
                      <a:pt x="12014" y="16216"/>
                      <a:pt x="13810" y="15817"/>
                    </a:cubicBezTo>
                    <a:cubicBezTo>
                      <a:pt x="16070" y="15336"/>
                      <a:pt x="18309" y="14687"/>
                      <a:pt x="20590" y="14310"/>
                    </a:cubicBezTo>
                    <a:cubicBezTo>
                      <a:pt x="21569" y="14151"/>
                      <a:pt x="22963" y="13919"/>
                      <a:pt x="24317" y="13919"/>
                    </a:cubicBezTo>
                    <a:close/>
                    <a:moveTo>
                      <a:pt x="30005" y="6046"/>
                    </a:moveTo>
                    <a:cubicBezTo>
                      <a:pt x="30403" y="9603"/>
                      <a:pt x="30298" y="13202"/>
                      <a:pt x="29671" y="16717"/>
                    </a:cubicBezTo>
                    <a:cubicBezTo>
                      <a:pt x="28980" y="20504"/>
                      <a:pt x="27578" y="23935"/>
                      <a:pt x="26009" y="27430"/>
                    </a:cubicBezTo>
                    <a:cubicBezTo>
                      <a:pt x="24691" y="30401"/>
                      <a:pt x="24042" y="33477"/>
                      <a:pt x="24147" y="36741"/>
                    </a:cubicBezTo>
                    <a:cubicBezTo>
                      <a:pt x="24189" y="38352"/>
                      <a:pt x="24377" y="39963"/>
                      <a:pt x="24670" y="41532"/>
                    </a:cubicBezTo>
                    <a:cubicBezTo>
                      <a:pt x="24900" y="42808"/>
                      <a:pt x="25277" y="44085"/>
                      <a:pt x="25570" y="45382"/>
                    </a:cubicBezTo>
                    <a:cubicBezTo>
                      <a:pt x="25737" y="46031"/>
                      <a:pt x="25862" y="46700"/>
                      <a:pt x="25925" y="47370"/>
                    </a:cubicBezTo>
                    <a:cubicBezTo>
                      <a:pt x="26114" y="49609"/>
                      <a:pt x="25151" y="51115"/>
                      <a:pt x="22912" y="51555"/>
                    </a:cubicBezTo>
                    <a:cubicBezTo>
                      <a:pt x="20820" y="51973"/>
                      <a:pt x="18665" y="52140"/>
                      <a:pt x="16531" y="52182"/>
                    </a:cubicBezTo>
                    <a:cubicBezTo>
                      <a:pt x="16347" y="52184"/>
                      <a:pt x="16163" y="52185"/>
                      <a:pt x="15979" y="52185"/>
                    </a:cubicBezTo>
                    <a:cubicBezTo>
                      <a:pt x="14234" y="52185"/>
                      <a:pt x="12476" y="52091"/>
                      <a:pt x="10735" y="51827"/>
                    </a:cubicBezTo>
                    <a:cubicBezTo>
                      <a:pt x="8726" y="51513"/>
                      <a:pt x="6864" y="50718"/>
                      <a:pt x="6696" y="48395"/>
                    </a:cubicBezTo>
                    <a:cubicBezTo>
                      <a:pt x="6571" y="46575"/>
                      <a:pt x="7178" y="44692"/>
                      <a:pt x="7554" y="42934"/>
                    </a:cubicBezTo>
                    <a:cubicBezTo>
                      <a:pt x="7931" y="41135"/>
                      <a:pt x="8287" y="39293"/>
                      <a:pt x="8328" y="37452"/>
                    </a:cubicBezTo>
                    <a:cubicBezTo>
                      <a:pt x="8412" y="34376"/>
                      <a:pt x="7408" y="31489"/>
                      <a:pt x="6111" y="28748"/>
                    </a:cubicBezTo>
                    <a:cubicBezTo>
                      <a:pt x="4562" y="25463"/>
                      <a:pt x="2658" y="22282"/>
                      <a:pt x="1821" y="18704"/>
                    </a:cubicBezTo>
                    <a:cubicBezTo>
                      <a:pt x="880" y="14582"/>
                      <a:pt x="1382" y="10398"/>
                      <a:pt x="1612" y="6234"/>
                    </a:cubicBezTo>
                    <a:lnTo>
                      <a:pt x="1612" y="6234"/>
                    </a:lnTo>
                    <a:cubicBezTo>
                      <a:pt x="1947" y="6422"/>
                      <a:pt x="2323" y="6569"/>
                      <a:pt x="2721" y="6652"/>
                    </a:cubicBezTo>
                    <a:cubicBezTo>
                      <a:pt x="2030" y="10105"/>
                      <a:pt x="1779" y="13494"/>
                      <a:pt x="2616" y="16947"/>
                    </a:cubicBezTo>
                    <a:cubicBezTo>
                      <a:pt x="3391" y="20148"/>
                      <a:pt x="4792" y="23161"/>
                      <a:pt x="6132" y="26153"/>
                    </a:cubicBezTo>
                    <a:cubicBezTo>
                      <a:pt x="7596" y="29438"/>
                      <a:pt x="9019" y="32786"/>
                      <a:pt x="9437" y="36406"/>
                    </a:cubicBezTo>
                    <a:cubicBezTo>
                      <a:pt x="9668" y="38435"/>
                      <a:pt x="9626" y="40486"/>
                      <a:pt x="9333" y="42495"/>
                    </a:cubicBezTo>
                    <a:cubicBezTo>
                      <a:pt x="9082" y="44085"/>
                      <a:pt x="8370" y="45717"/>
                      <a:pt x="8391" y="47328"/>
                    </a:cubicBezTo>
                    <a:cubicBezTo>
                      <a:pt x="8454" y="50446"/>
                      <a:pt x="12283" y="50718"/>
                      <a:pt x="14647" y="50885"/>
                    </a:cubicBezTo>
                    <a:cubicBezTo>
                      <a:pt x="15241" y="50930"/>
                      <a:pt x="15837" y="50954"/>
                      <a:pt x="16433" y="50954"/>
                    </a:cubicBezTo>
                    <a:cubicBezTo>
                      <a:pt x="17499" y="50954"/>
                      <a:pt x="18568" y="50879"/>
                      <a:pt x="19627" y="50718"/>
                    </a:cubicBezTo>
                    <a:cubicBezTo>
                      <a:pt x="21113" y="50508"/>
                      <a:pt x="22766" y="50236"/>
                      <a:pt x="24021" y="49378"/>
                    </a:cubicBezTo>
                    <a:cubicBezTo>
                      <a:pt x="25486" y="48353"/>
                      <a:pt x="25590" y="46930"/>
                      <a:pt x="25235" y="45445"/>
                    </a:cubicBezTo>
                    <a:cubicBezTo>
                      <a:pt x="24942" y="44148"/>
                      <a:pt x="24293" y="42808"/>
                      <a:pt x="23917" y="41679"/>
                    </a:cubicBezTo>
                    <a:cubicBezTo>
                      <a:pt x="22619" y="37703"/>
                      <a:pt x="22243" y="33728"/>
                      <a:pt x="23393" y="29668"/>
                    </a:cubicBezTo>
                    <a:cubicBezTo>
                      <a:pt x="25444" y="22387"/>
                      <a:pt x="31261" y="15001"/>
                      <a:pt x="28080" y="7155"/>
                    </a:cubicBezTo>
                    <a:cubicBezTo>
                      <a:pt x="28583" y="7029"/>
                      <a:pt x="29043" y="6841"/>
                      <a:pt x="29461" y="6548"/>
                    </a:cubicBezTo>
                    <a:cubicBezTo>
                      <a:pt x="29671" y="6401"/>
                      <a:pt x="29859" y="6234"/>
                      <a:pt x="30005" y="6046"/>
                    </a:cubicBezTo>
                    <a:close/>
                    <a:moveTo>
                      <a:pt x="2423" y="1"/>
                    </a:moveTo>
                    <a:cubicBezTo>
                      <a:pt x="1998" y="1"/>
                      <a:pt x="1568" y="38"/>
                      <a:pt x="1131" y="124"/>
                    </a:cubicBezTo>
                    <a:cubicBezTo>
                      <a:pt x="942" y="145"/>
                      <a:pt x="922" y="313"/>
                      <a:pt x="963" y="438"/>
                    </a:cubicBezTo>
                    <a:cubicBezTo>
                      <a:pt x="106" y="982"/>
                      <a:pt x="1" y="2300"/>
                      <a:pt x="963" y="3033"/>
                    </a:cubicBezTo>
                    <a:cubicBezTo>
                      <a:pt x="126" y="3786"/>
                      <a:pt x="252" y="5104"/>
                      <a:pt x="1110" y="5878"/>
                    </a:cubicBezTo>
                    <a:cubicBezTo>
                      <a:pt x="1173" y="5941"/>
                      <a:pt x="1235" y="5983"/>
                      <a:pt x="1319" y="6046"/>
                    </a:cubicBezTo>
                    <a:cubicBezTo>
                      <a:pt x="775" y="9645"/>
                      <a:pt x="461" y="13348"/>
                      <a:pt x="942" y="16968"/>
                    </a:cubicBezTo>
                    <a:cubicBezTo>
                      <a:pt x="1445" y="20567"/>
                      <a:pt x="2972" y="23747"/>
                      <a:pt x="4583" y="26969"/>
                    </a:cubicBezTo>
                    <a:cubicBezTo>
                      <a:pt x="6278" y="30359"/>
                      <a:pt x="7868" y="33832"/>
                      <a:pt x="7701" y="37703"/>
                    </a:cubicBezTo>
                    <a:cubicBezTo>
                      <a:pt x="7617" y="39921"/>
                      <a:pt x="7094" y="42076"/>
                      <a:pt x="6634" y="44231"/>
                    </a:cubicBezTo>
                    <a:cubicBezTo>
                      <a:pt x="6299" y="45780"/>
                      <a:pt x="5839" y="47516"/>
                      <a:pt x="6152" y="49106"/>
                    </a:cubicBezTo>
                    <a:cubicBezTo>
                      <a:pt x="6801" y="52329"/>
                      <a:pt x="10630" y="52538"/>
                      <a:pt x="13287" y="52705"/>
                    </a:cubicBezTo>
                    <a:cubicBezTo>
                      <a:pt x="14206" y="52768"/>
                      <a:pt x="15128" y="52800"/>
                      <a:pt x="16051" y="52800"/>
                    </a:cubicBezTo>
                    <a:cubicBezTo>
                      <a:pt x="17293" y="52800"/>
                      <a:pt x="18537" y="52742"/>
                      <a:pt x="19774" y="52622"/>
                    </a:cubicBezTo>
                    <a:cubicBezTo>
                      <a:pt x="21364" y="52475"/>
                      <a:pt x="23373" y="52433"/>
                      <a:pt x="24754" y="51638"/>
                    </a:cubicBezTo>
                    <a:cubicBezTo>
                      <a:pt x="27599" y="49985"/>
                      <a:pt x="26323" y="46156"/>
                      <a:pt x="25758" y="43687"/>
                    </a:cubicBezTo>
                    <a:cubicBezTo>
                      <a:pt x="24795" y="39649"/>
                      <a:pt x="24293" y="35339"/>
                      <a:pt x="25298" y="31259"/>
                    </a:cubicBezTo>
                    <a:cubicBezTo>
                      <a:pt x="25883" y="28915"/>
                      <a:pt x="27034" y="26823"/>
                      <a:pt x="27955" y="24626"/>
                    </a:cubicBezTo>
                    <a:cubicBezTo>
                      <a:pt x="28792" y="22659"/>
                      <a:pt x="29461" y="20608"/>
                      <a:pt x="29943" y="18516"/>
                    </a:cubicBezTo>
                    <a:cubicBezTo>
                      <a:pt x="30905" y="14248"/>
                      <a:pt x="31114" y="9833"/>
                      <a:pt x="30570" y="5481"/>
                    </a:cubicBezTo>
                    <a:cubicBezTo>
                      <a:pt x="30570" y="5418"/>
                      <a:pt x="30549" y="5376"/>
                      <a:pt x="30508" y="5334"/>
                    </a:cubicBezTo>
                    <a:cubicBezTo>
                      <a:pt x="30905" y="4518"/>
                      <a:pt x="30926" y="3577"/>
                      <a:pt x="30382" y="2740"/>
                    </a:cubicBezTo>
                    <a:cubicBezTo>
                      <a:pt x="29214" y="909"/>
                      <a:pt x="26918" y="405"/>
                      <a:pt x="24544" y="405"/>
                    </a:cubicBezTo>
                    <a:cubicBezTo>
                      <a:pt x="22495" y="405"/>
                      <a:pt x="20387" y="780"/>
                      <a:pt x="18895" y="1003"/>
                    </a:cubicBezTo>
                    <a:cubicBezTo>
                      <a:pt x="16606" y="1337"/>
                      <a:pt x="14273" y="1758"/>
                      <a:pt x="11952" y="1758"/>
                    </a:cubicBezTo>
                    <a:cubicBezTo>
                      <a:pt x="11069" y="1758"/>
                      <a:pt x="10188" y="1697"/>
                      <a:pt x="9312" y="1547"/>
                    </a:cubicBezTo>
                    <a:cubicBezTo>
                      <a:pt x="6971" y="1157"/>
                      <a:pt x="4781" y="1"/>
                      <a:pt x="24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24" name="Google Shape;15224;p49"/>
            <p:cNvGrpSpPr/>
            <p:nvPr/>
          </p:nvGrpSpPr>
          <p:grpSpPr>
            <a:xfrm rot="-832926">
              <a:off x="4011775" y="568506"/>
              <a:ext cx="493167" cy="832962"/>
              <a:chOff x="5035500" y="498125"/>
              <a:chExt cx="781525" cy="1320000"/>
            </a:xfrm>
          </p:grpSpPr>
          <p:sp>
            <p:nvSpPr>
              <p:cNvPr id="15225" name="Google Shape;15225;p49"/>
              <p:cNvSpPr/>
              <p:nvPr/>
            </p:nvSpPr>
            <p:spPr>
              <a:xfrm>
                <a:off x="5106125" y="846100"/>
                <a:ext cx="631400" cy="913375"/>
              </a:xfrm>
              <a:custGeom>
                <a:rect b="b" l="l" r="r" t="t"/>
                <a:pathLst>
                  <a:path extrusionOk="0" h="36535" w="25256">
                    <a:moveTo>
                      <a:pt x="21575" y="1389"/>
                    </a:moveTo>
                    <a:cubicBezTo>
                      <a:pt x="21651" y="1389"/>
                      <a:pt x="21726" y="1478"/>
                      <a:pt x="21677" y="1542"/>
                    </a:cubicBezTo>
                    <a:cubicBezTo>
                      <a:pt x="21594" y="1668"/>
                      <a:pt x="21594" y="1898"/>
                      <a:pt x="21740" y="1982"/>
                    </a:cubicBezTo>
                    <a:cubicBezTo>
                      <a:pt x="21780" y="2001"/>
                      <a:pt x="21817" y="2010"/>
                      <a:pt x="21852" y="2010"/>
                    </a:cubicBezTo>
                    <a:cubicBezTo>
                      <a:pt x="21967" y="2010"/>
                      <a:pt x="22063" y="1925"/>
                      <a:pt x="22159" y="1877"/>
                    </a:cubicBezTo>
                    <a:cubicBezTo>
                      <a:pt x="22183" y="1858"/>
                      <a:pt x="22209" y="1850"/>
                      <a:pt x="22234" y="1850"/>
                    </a:cubicBezTo>
                    <a:cubicBezTo>
                      <a:pt x="22320" y="1850"/>
                      <a:pt x="22400" y="1943"/>
                      <a:pt x="22368" y="2024"/>
                    </a:cubicBezTo>
                    <a:cubicBezTo>
                      <a:pt x="22304" y="2228"/>
                      <a:pt x="22107" y="2323"/>
                      <a:pt x="21911" y="2323"/>
                    </a:cubicBezTo>
                    <a:cubicBezTo>
                      <a:pt x="21786" y="2323"/>
                      <a:pt x="21662" y="2285"/>
                      <a:pt x="21573" y="2212"/>
                    </a:cubicBezTo>
                    <a:cubicBezTo>
                      <a:pt x="21322" y="2024"/>
                      <a:pt x="21301" y="1647"/>
                      <a:pt x="21510" y="1417"/>
                    </a:cubicBezTo>
                    <a:cubicBezTo>
                      <a:pt x="21529" y="1397"/>
                      <a:pt x="21552" y="1389"/>
                      <a:pt x="21575" y="1389"/>
                    </a:cubicBezTo>
                    <a:close/>
                    <a:moveTo>
                      <a:pt x="19125" y="2645"/>
                    </a:moveTo>
                    <a:cubicBezTo>
                      <a:pt x="19208" y="2645"/>
                      <a:pt x="19296" y="2748"/>
                      <a:pt x="19250" y="2840"/>
                    </a:cubicBezTo>
                    <a:cubicBezTo>
                      <a:pt x="19125" y="3028"/>
                      <a:pt x="19104" y="3216"/>
                      <a:pt x="19146" y="3404"/>
                    </a:cubicBezTo>
                    <a:cubicBezTo>
                      <a:pt x="19271" y="3404"/>
                      <a:pt x="19376" y="3363"/>
                      <a:pt x="19480" y="3279"/>
                    </a:cubicBezTo>
                    <a:cubicBezTo>
                      <a:pt x="19516" y="3252"/>
                      <a:pt x="19554" y="3240"/>
                      <a:pt x="19590" y="3240"/>
                    </a:cubicBezTo>
                    <a:cubicBezTo>
                      <a:pt x="19721" y="3240"/>
                      <a:pt x="19826" y="3394"/>
                      <a:pt x="19711" y="3509"/>
                    </a:cubicBezTo>
                    <a:cubicBezTo>
                      <a:pt x="19606" y="3635"/>
                      <a:pt x="19460" y="3718"/>
                      <a:pt x="19313" y="3739"/>
                    </a:cubicBezTo>
                    <a:cubicBezTo>
                      <a:pt x="19277" y="3745"/>
                      <a:pt x="19230" y="3750"/>
                      <a:pt x="19180" y="3750"/>
                    </a:cubicBezTo>
                    <a:cubicBezTo>
                      <a:pt x="19058" y="3750"/>
                      <a:pt x="18918" y="3724"/>
                      <a:pt x="18874" y="3635"/>
                    </a:cubicBezTo>
                    <a:cubicBezTo>
                      <a:pt x="18790" y="3488"/>
                      <a:pt x="18811" y="3279"/>
                      <a:pt x="18832" y="3132"/>
                    </a:cubicBezTo>
                    <a:cubicBezTo>
                      <a:pt x="18853" y="2965"/>
                      <a:pt x="18936" y="2819"/>
                      <a:pt x="19041" y="2693"/>
                    </a:cubicBezTo>
                    <a:cubicBezTo>
                      <a:pt x="19064" y="2659"/>
                      <a:pt x="19094" y="2645"/>
                      <a:pt x="19125" y="2645"/>
                    </a:cubicBezTo>
                    <a:close/>
                    <a:moveTo>
                      <a:pt x="22139" y="3256"/>
                    </a:moveTo>
                    <a:cubicBezTo>
                      <a:pt x="22266" y="3256"/>
                      <a:pt x="22392" y="3295"/>
                      <a:pt x="22493" y="3384"/>
                    </a:cubicBezTo>
                    <a:cubicBezTo>
                      <a:pt x="22828" y="3676"/>
                      <a:pt x="22745" y="4241"/>
                      <a:pt x="22326" y="4409"/>
                    </a:cubicBezTo>
                    <a:cubicBezTo>
                      <a:pt x="22308" y="4416"/>
                      <a:pt x="22291" y="4419"/>
                      <a:pt x="22275" y="4419"/>
                    </a:cubicBezTo>
                    <a:cubicBezTo>
                      <a:pt x="22147" y="4419"/>
                      <a:pt x="22110" y="4211"/>
                      <a:pt x="22221" y="4137"/>
                    </a:cubicBezTo>
                    <a:cubicBezTo>
                      <a:pt x="22368" y="4032"/>
                      <a:pt x="22431" y="3760"/>
                      <a:pt x="22284" y="3635"/>
                    </a:cubicBezTo>
                    <a:cubicBezTo>
                      <a:pt x="22235" y="3586"/>
                      <a:pt x="22170" y="3565"/>
                      <a:pt x="22103" y="3565"/>
                    </a:cubicBezTo>
                    <a:cubicBezTo>
                      <a:pt x="21968" y="3565"/>
                      <a:pt x="21824" y="3649"/>
                      <a:pt x="21782" y="3760"/>
                    </a:cubicBezTo>
                    <a:cubicBezTo>
                      <a:pt x="21756" y="3829"/>
                      <a:pt x="21703" y="3859"/>
                      <a:pt x="21651" y="3859"/>
                    </a:cubicBezTo>
                    <a:cubicBezTo>
                      <a:pt x="21576" y="3859"/>
                      <a:pt x="21506" y="3796"/>
                      <a:pt x="21531" y="3697"/>
                    </a:cubicBezTo>
                    <a:cubicBezTo>
                      <a:pt x="21602" y="3429"/>
                      <a:pt x="21873" y="3256"/>
                      <a:pt x="22139" y="3256"/>
                    </a:cubicBezTo>
                    <a:close/>
                    <a:moveTo>
                      <a:pt x="3990" y="6704"/>
                    </a:moveTo>
                    <a:cubicBezTo>
                      <a:pt x="4062" y="6704"/>
                      <a:pt x="4132" y="6807"/>
                      <a:pt x="4102" y="6899"/>
                    </a:cubicBezTo>
                    <a:cubicBezTo>
                      <a:pt x="3957" y="7168"/>
                      <a:pt x="3678" y="7294"/>
                      <a:pt x="3394" y="7294"/>
                    </a:cubicBezTo>
                    <a:cubicBezTo>
                      <a:pt x="3103" y="7294"/>
                      <a:pt x="2806" y="7163"/>
                      <a:pt x="2637" y="6920"/>
                    </a:cubicBezTo>
                    <a:cubicBezTo>
                      <a:pt x="2590" y="6858"/>
                      <a:pt x="2659" y="6784"/>
                      <a:pt x="2723" y="6784"/>
                    </a:cubicBezTo>
                    <a:cubicBezTo>
                      <a:pt x="2745" y="6784"/>
                      <a:pt x="2767" y="6793"/>
                      <a:pt x="2783" y="6815"/>
                    </a:cubicBezTo>
                    <a:cubicBezTo>
                      <a:pt x="2924" y="6974"/>
                      <a:pt x="3106" y="7045"/>
                      <a:pt x="3291" y="7045"/>
                    </a:cubicBezTo>
                    <a:cubicBezTo>
                      <a:pt x="3520" y="7045"/>
                      <a:pt x="3752" y="6937"/>
                      <a:pt x="3913" y="6752"/>
                    </a:cubicBezTo>
                    <a:cubicBezTo>
                      <a:pt x="3936" y="6718"/>
                      <a:pt x="3963" y="6704"/>
                      <a:pt x="3990" y="6704"/>
                    </a:cubicBezTo>
                    <a:close/>
                    <a:moveTo>
                      <a:pt x="4896" y="8467"/>
                    </a:moveTo>
                    <a:cubicBezTo>
                      <a:pt x="4910" y="8467"/>
                      <a:pt x="4924" y="8467"/>
                      <a:pt x="4939" y="8468"/>
                    </a:cubicBezTo>
                    <a:cubicBezTo>
                      <a:pt x="5085" y="8468"/>
                      <a:pt x="5085" y="8656"/>
                      <a:pt x="4939" y="8677"/>
                    </a:cubicBezTo>
                    <a:cubicBezTo>
                      <a:pt x="4729" y="8698"/>
                      <a:pt x="4499" y="8845"/>
                      <a:pt x="4415" y="9054"/>
                    </a:cubicBezTo>
                    <a:cubicBezTo>
                      <a:pt x="4390" y="9105"/>
                      <a:pt x="4340" y="9128"/>
                      <a:pt x="4293" y="9128"/>
                    </a:cubicBezTo>
                    <a:cubicBezTo>
                      <a:pt x="4224" y="9128"/>
                      <a:pt x="4160" y="9078"/>
                      <a:pt x="4185" y="8991"/>
                    </a:cubicBezTo>
                    <a:cubicBezTo>
                      <a:pt x="4306" y="8690"/>
                      <a:pt x="4579" y="8467"/>
                      <a:pt x="4896" y="8467"/>
                    </a:cubicBezTo>
                    <a:close/>
                    <a:moveTo>
                      <a:pt x="12128" y="9544"/>
                    </a:moveTo>
                    <a:cubicBezTo>
                      <a:pt x="12218" y="9544"/>
                      <a:pt x="12301" y="9663"/>
                      <a:pt x="12220" y="9744"/>
                    </a:cubicBezTo>
                    <a:cubicBezTo>
                      <a:pt x="12094" y="9912"/>
                      <a:pt x="12136" y="10163"/>
                      <a:pt x="12304" y="10267"/>
                    </a:cubicBezTo>
                    <a:cubicBezTo>
                      <a:pt x="12350" y="10291"/>
                      <a:pt x="12399" y="10301"/>
                      <a:pt x="12446" y="10301"/>
                    </a:cubicBezTo>
                    <a:cubicBezTo>
                      <a:pt x="12570" y="10301"/>
                      <a:pt x="12689" y="10232"/>
                      <a:pt x="12764" y="10142"/>
                    </a:cubicBezTo>
                    <a:cubicBezTo>
                      <a:pt x="12795" y="10111"/>
                      <a:pt x="12830" y="10098"/>
                      <a:pt x="12864" y="10098"/>
                    </a:cubicBezTo>
                    <a:cubicBezTo>
                      <a:pt x="12967" y="10098"/>
                      <a:pt x="13062" y="10220"/>
                      <a:pt x="13015" y="10330"/>
                    </a:cubicBezTo>
                    <a:cubicBezTo>
                      <a:pt x="12912" y="10536"/>
                      <a:pt x="12690" y="10639"/>
                      <a:pt x="12471" y="10639"/>
                    </a:cubicBezTo>
                    <a:cubicBezTo>
                      <a:pt x="12335" y="10639"/>
                      <a:pt x="12199" y="10599"/>
                      <a:pt x="12094" y="10519"/>
                    </a:cubicBezTo>
                    <a:cubicBezTo>
                      <a:pt x="11801" y="10288"/>
                      <a:pt x="11801" y="9828"/>
                      <a:pt x="12053" y="9577"/>
                    </a:cubicBezTo>
                    <a:cubicBezTo>
                      <a:pt x="12076" y="9554"/>
                      <a:pt x="12102" y="9544"/>
                      <a:pt x="12128" y="9544"/>
                    </a:cubicBezTo>
                    <a:close/>
                    <a:moveTo>
                      <a:pt x="10778" y="9185"/>
                    </a:moveTo>
                    <a:cubicBezTo>
                      <a:pt x="10830" y="9185"/>
                      <a:pt x="10886" y="9202"/>
                      <a:pt x="10944" y="9242"/>
                    </a:cubicBezTo>
                    <a:cubicBezTo>
                      <a:pt x="11018" y="9298"/>
                      <a:pt x="10993" y="9437"/>
                      <a:pt x="10898" y="9437"/>
                    </a:cubicBezTo>
                    <a:cubicBezTo>
                      <a:pt x="10886" y="9437"/>
                      <a:pt x="10874" y="9435"/>
                      <a:pt x="10860" y="9430"/>
                    </a:cubicBezTo>
                    <a:cubicBezTo>
                      <a:pt x="10818" y="9430"/>
                      <a:pt x="11006" y="9723"/>
                      <a:pt x="11027" y="9765"/>
                    </a:cubicBezTo>
                    <a:cubicBezTo>
                      <a:pt x="11069" y="9828"/>
                      <a:pt x="11111" y="9891"/>
                      <a:pt x="11132" y="9954"/>
                    </a:cubicBezTo>
                    <a:cubicBezTo>
                      <a:pt x="11195" y="10100"/>
                      <a:pt x="11216" y="10267"/>
                      <a:pt x="11216" y="10414"/>
                    </a:cubicBezTo>
                    <a:cubicBezTo>
                      <a:pt x="11216" y="10728"/>
                      <a:pt x="11069" y="11021"/>
                      <a:pt x="10818" y="11209"/>
                    </a:cubicBezTo>
                    <a:cubicBezTo>
                      <a:pt x="10796" y="11223"/>
                      <a:pt x="10773" y="11230"/>
                      <a:pt x="10749" y="11230"/>
                    </a:cubicBezTo>
                    <a:cubicBezTo>
                      <a:pt x="10636" y="11230"/>
                      <a:pt x="10519" y="11083"/>
                      <a:pt x="10588" y="10979"/>
                    </a:cubicBezTo>
                    <a:cubicBezTo>
                      <a:pt x="10776" y="10749"/>
                      <a:pt x="10902" y="10498"/>
                      <a:pt x="10839" y="10184"/>
                    </a:cubicBezTo>
                    <a:cubicBezTo>
                      <a:pt x="10776" y="9954"/>
                      <a:pt x="10588" y="9849"/>
                      <a:pt x="10525" y="9619"/>
                    </a:cubicBezTo>
                    <a:cubicBezTo>
                      <a:pt x="10459" y="9421"/>
                      <a:pt x="10588" y="9185"/>
                      <a:pt x="10778" y="9185"/>
                    </a:cubicBezTo>
                    <a:close/>
                    <a:moveTo>
                      <a:pt x="12144" y="12936"/>
                    </a:moveTo>
                    <a:cubicBezTo>
                      <a:pt x="12374" y="12936"/>
                      <a:pt x="12599" y="12996"/>
                      <a:pt x="12806" y="13092"/>
                    </a:cubicBezTo>
                    <a:cubicBezTo>
                      <a:pt x="12869" y="13113"/>
                      <a:pt x="12890" y="13197"/>
                      <a:pt x="12869" y="13260"/>
                    </a:cubicBezTo>
                    <a:cubicBezTo>
                      <a:pt x="12827" y="13511"/>
                      <a:pt x="12764" y="13783"/>
                      <a:pt x="12701" y="14055"/>
                    </a:cubicBezTo>
                    <a:cubicBezTo>
                      <a:pt x="12693" y="14113"/>
                      <a:pt x="12652" y="14138"/>
                      <a:pt x="12606" y="14138"/>
                    </a:cubicBezTo>
                    <a:cubicBezTo>
                      <a:pt x="12537" y="14138"/>
                      <a:pt x="12458" y="14080"/>
                      <a:pt x="12471" y="13992"/>
                    </a:cubicBezTo>
                    <a:cubicBezTo>
                      <a:pt x="12513" y="13762"/>
                      <a:pt x="12534" y="13532"/>
                      <a:pt x="12576" y="13301"/>
                    </a:cubicBezTo>
                    <a:cubicBezTo>
                      <a:pt x="12397" y="13220"/>
                      <a:pt x="12194" y="13189"/>
                      <a:pt x="11984" y="13189"/>
                    </a:cubicBezTo>
                    <a:cubicBezTo>
                      <a:pt x="11924" y="13189"/>
                      <a:pt x="11863" y="13192"/>
                      <a:pt x="11801" y="13197"/>
                    </a:cubicBezTo>
                    <a:cubicBezTo>
                      <a:pt x="11796" y="13198"/>
                      <a:pt x="11790" y="13198"/>
                      <a:pt x="11784" y="13198"/>
                    </a:cubicBezTo>
                    <a:cubicBezTo>
                      <a:pt x="11674" y="13198"/>
                      <a:pt x="11661" y="13007"/>
                      <a:pt x="11781" y="12987"/>
                    </a:cubicBezTo>
                    <a:cubicBezTo>
                      <a:pt x="11902" y="12952"/>
                      <a:pt x="12024" y="12936"/>
                      <a:pt x="12144" y="12936"/>
                    </a:cubicBezTo>
                    <a:close/>
                    <a:moveTo>
                      <a:pt x="16123" y="21345"/>
                    </a:moveTo>
                    <a:cubicBezTo>
                      <a:pt x="16207" y="21345"/>
                      <a:pt x="16276" y="21460"/>
                      <a:pt x="16195" y="21524"/>
                    </a:cubicBezTo>
                    <a:cubicBezTo>
                      <a:pt x="16028" y="21754"/>
                      <a:pt x="16028" y="22152"/>
                      <a:pt x="16258" y="22340"/>
                    </a:cubicBezTo>
                    <a:cubicBezTo>
                      <a:pt x="16357" y="22414"/>
                      <a:pt x="16459" y="22443"/>
                      <a:pt x="16562" y="22443"/>
                    </a:cubicBezTo>
                    <a:cubicBezTo>
                      <a:pt x="16720" y="22443"/>
                      <a:pt x="16880" y="22375"/>
                      <a:pt x="17032" y="22299"/>
                    </a:cubicBezTo>
                    <a:cubicBezTo>
                      <a:pt x="17048" y="22292"/>
                      <a:pt x="17065" y="22289"/>
                      <a:pt x="17082" y="22289"/>
                    </a:cubicBezTo>
                    <a:cubicBezTo>
                      <a:pt x="17177" y="22289"/>
                      <a:pt x="17274" y="22380"/>
                      <a:pt x="17221" y="22487"/>
                    </a:cubicBezTo>
                    <a:cubicBezTo>
                      <a:pt x="17095" y="22675"/>
                      <a:pt x="16875" y="22759"/>
                      <a:pt x="16651" y="22759"/>
                    </a:cubicBezTo>
                    <a:cubicBezTo>
                      <a:pt x="16426" y="22759"/>
                      <a:pt x="16195" y="22675"/>
                      <a:pt x="16049" y="22529"/>
                    </a:cubicBezTo>
                    <a:cubicBezTo>
                      <a:pt x="15735" y="22215"/>
                      <a:pt x="15756" y="21692"/>
                      <a:pt x="16049" y="21378"/>
                    </a:cubicBezTo>
                    <a:cubicBezTo>
                      <a:pt x="16073" y="21354"/>
                      <a:pt x="16098" y="21345"/>
                      <a:pt x="16123" y="21345"/>
                    </a:cubicBezTo>
                    <a:close/>
                    <a:moveTo>
                      <a:pt x="16823" y="24135"/>
                    </a:moveTo>
                    <a:cubicBezTo>
                      <a:pt x="17005" y="24135"/>
                      <a:pt x="17185" y="24197"/>
                      <a:pt x="17325" y="24328"/>
                    </a:cubicBezTo>
                    <a:cubicBezTo>
                      <a:pt x="17660" y="24684"/>
                      <a:pt x="17576" y="25270"/>
                      <a:pt x="17179" y="25500"/>
                    </a:cubicBezTo>
                    <a:cubicBezTo>
                      <a:pt x="17158" y="25510"/>
                      <a:pt x="17137" y="25515"/>
                      <a:pt x="17117" y="25515"/>
                    </a:cubicBezTo>
                    <a:cubicBezTo>
                      <a:pt x="17018" y="25515"/>
                      <a:pt x="16945" y="25402"/>
                      <a:pt x="17032" y="25332"/>
                    </a:cubicBezTo>
                    <a:cubicBezTo>
                      <a:pt x="17242" y="25144"/>
                      <a:pt x="17346" y="24767"/>
                      <a:pt x="17137" y="24537"/>
                    </a:cubicBezTo>
                    <a:cubicBezTo>
                      <a:pt x="17039" y="24430"/>
                      <a:pt x="16914" y="24384"/>
                      <a:pt x="16789" y="24384"/>
                    </a:cubicBezTo>
                    <a:cubicBezTo>
                      <a:pt x="16620" y="24384"/>
                      <a:pt x="16450" y="24468"/>
                      <a:pt x="16342" y="24600"/>
                    </a:cubicBezTo>
                    <a:cubicBezTo>
                      <a:pt x="16320" y="24628"/>
                      <a:pt x="16292" y="24639"/>
                      <a:pt x="16263" y="24639"/>
                    </a:cubicBezTo>
                    <a:cubicBezTo>
                      <a:pt x="16185" y="24639"/>
                      <a:pt x="16108" y="24551"/>
                      <a:pt x="16154" y="24475"/>
                    </a:cubicBezTo>
                    <a:cubicBezTo>
                      <a:pt x="16312" y="24255"/>
                      <a:pt x="16570" y="24135"/>
                      <a:pt x="16823" y="24135"/>
                    </a:cubicBezTo>
                    <a:close/>
                    <a:moveTo>
                      <a:pt x="9593" y="31511"/>
                    </a:moveTo>
                    <a:cubicBezTo>
                      <a:pt x="9664" y="31511"/>
                      <a:pt x="9734" y="31573"/>
                      <a:pt x="9709" y="31672"/>
                    </a:cubicBezTo>
                    <a:cubicBezTo>
                      <a:pt x="9622" y="32039"/>
                      <a:pt x="9971" y="32289"/>
                      <a:pt x="10308" y="32289"/>
                    </a:cubicBezTo>
                    <a:cubicBezTo>
                      <a:pt x="10375" y="32289"/>
                      <a:pt x="10442" y="32279"/>
                      <a:pt x="10504" y="32258"/>
                    </a:cubicBezTo>
                    <a:cubicBezTo>
                      <a:pt x="10522" y="32251"/>
                      <a:pt x="10538" y="32247"/>
                      <a:pt x="10552" y="32247"/>
                    </a:cubicBezTo>
                    <a:cubicBezTo>
                      <a:pt x="10663" y="32247"/>
                      <a:pt x="10701" y="32433"/>
                      <a:pt x="10609" y="32488"/>
                    </a:cubicBezTo>
                    <a:cubicBezTo>
                      <a:pt x="10495" y="32564"/>
                      <a:pt x="10374" y="32598"/>
                      <a:pt x="10255" y="32598"/>
                    </a:cubicBezTo>
                    <a:cubicBezTo>
                      <a:pt x="9785" y="32598"/>
                      <a:pt x="9345" y="32077"/>
                      <a:pt x="9479" y="31610"/>
                    </a:cubicBezTo>
                    <a:cubicBezTo>
                      <a:pt x="9496" y="31541"/>
                      <a:pt x="9545" y="31511"/>
                      <a:pt x="9593" y="31511"/>
                    </a:cubicBezTo>
                    <a:close/>
                    <a:moveTo>
                      <a:pt x="18920" y="31784"/>
                    </a:moveTo>
                    <a:cubicBezTo>
                      <a:pt x="19007" y="31784"/>
                      <a:pt x="19087" y="31852"/>
                      <a:pt x="19062" y="31965"/>
                    </a:cubicBezTo>
                    <a:cubicBezTo>
                      <a:pt x="18978" y="32195"/>
                      <a:pt x="19041" y="32467"/>
                      <a:pt x="19250" y="32614"/>
                    </a:cubicBezTo>
                    <a:cubicBezTo>
                      <a:pt x="19333" y="32672"/>
                      <a:pt x="19430" y="32697"/>
                      <a:pt x="19528" y="32697"/>
                    </a:cubicBezTo>
                    <a:cubicBezTo>
                      <a:pt x="19676" y="32697"/>
                      <a:pt x="19827" y="32639"/>
                      <a:pt x="19941" y="32551"/>
                    </a:cubicBezTo>
                    <a:cubicBezTo>
                      <a:pt x="19967" y="32533"/>
                      <a:pt x="19993" y="32525"/>
                      <a:pt x="20019" y="32525"/>
                    </a:cubicBezTo>
                    <a:cubicBezTo>
                      <a:pt x="20137" y="32525"/>
                      <a:pt x="20232" y="32699"/>
                      <a:pt x="20129" y="32802"/>
                    </a:cubicBezTo>
                    <a:cubicBezTo>
                      <a:pt x="19963" y="32974"/>
                      <a:pt x="19767" y="33047"/>
                      <a:pt x="19575" y="33047"/>
                    </a:cubicBezTo>
                    <a:cubicBezTo>
                      <a:pt x="19043" y="33047"/>
                      <a:pt x="18538" y="32481"/>
                      <a:pt x="18769" y="31882"/>
                    </a:cubicBezTo>
                    <a:cubicBezTo>
                      <a:pt x="18803" y="31815"/>
                      <a:pt x="18863" y="31784"/>
                      <a:pt x="18920" y="31784"/>
                    </a:cubicBezTo>
                    <a:close/>
                    <a:moveTo>
                      <a:pt x="7925" y="32494"/>
                    </a:moveTo>
                    <a:cubicBezTo>
                      <a:pt x="8001" y="32494"/>
                      <a:pt x="8056" y="32593"/>
                      <a:pt x="7993" y="32656"/>
                    </a:cubicBezTo>
                    <a:cubicBezTo>
                      <a:pt x="7805" y="32865"/>
                      <a:pt x="7805" y="33221"/>
                      <a:pt x="8035" y="33388"/>
                    </a:cubicBezTo>
                    <a:cubicBezTo>
                      <a:pt x="8116" y="33440"/>
                      <a:pt x="8208" y="33463"/>
                      <a:pt x="8299" y="33463"/>
                    </a:cubicBezTo>
                    <a:cubicBezTo>
                      <a:pt x="8468" y="33463"/>
                      <a:pt x="8638" y="33385"/>
                      <a:pt x="8747" y="33262"/>
                    </a:cubicBezTo>
                    <a:cubicBezTo>
                      <a:pt x="8767" y="33247"/>
                      <a:pt x="8788" y="33241"/>
                      <a:pt x="8808" y="33241"/>
                    </a:cubicBezTo>
                    <a:cubicBezTo>
                      <a:pt x="8872" y="33241"/>
                      <a:pt x="8925" y="33308"/>
                      <a:pt x="8893" y="33388"/>
                    </a:cubicBezTo>
                    <a:cubicBezTo>
                      <a:pt x="8792" y="33615"/>
                      <a:pt x="8554" y="33736"/>
                      <a:pt x="8312" y="33736"/>
                    </a:cubicBezTo>
                    <a:cubicBezTo>
                      <a:pt x="8153" y="33736"/>
                      <a:pt x="7992" y="33684"/>
                      <a:pt x="7868" y="33576"/>
                    </a:cubicBezTo>
                    <a:cubicBezTo>
                      <a:pt x="7554" y="33304"/>
                      <a:pt x="7554" y="32802"/>
                      <a:pt x="7847" y="32530"/>
                    </a:cubicBezTo>
                    <a:cubicBezTo>
                      <a:pt x="7873" y="32504"/>
                      <a:pt x="7900" y="32494"/>
                      <a:pt x="7925" y="32494"/>
                    </a:cubicBezTo>
                    <a:close/>
                    <a:moveTo>
                      <a:pt x="10558" y="34167"/>
                    </a:moveTo>
                    <a:cubicBezTo>
                      <a:pt x="10609" y="34167"/>
                      <a:pt x="10662" y="34172"/>
                      <a:pt x="10713" y="34183"/>
                    </a:cubicBezTo>
                    <a:cubicBezTo>
                      <a:pt x="11132" y="34267"/>
                      <a:pt x="11446" y="34643"/>
                      <a:pt x="11404" y="35083"/>
                    </a:cubicBezTo>
                    <a:cubicBezTo>
                      <a:pt x="11404" y="35142"/>
                      <a:pt x="11344" y="35181"/>
                      <a:pt x="11287" y="35181"/>
                    </a:cubicBezTo>
                    <a:cubicBezTo>
                      <a:pt x="11244" y="35181"/>
                      <a:pt x="11204" y="35158"/>
                      <a:pt x="11195" y="35104"/>
                    </a:cubicBezTo>
                    <a:cubicBezTo>
                      <a:pt x="11153" y="34811"/>
                      <a:pt x="11006" y="34518"/>
                      <a:pt x="10693" y="34434"/>
                    </a:cubicBezTo>
                    <a:cubicBezTo>
                      <a:pt x="10633" y="34416"/>
                      <a:pt x="10574" y="34407"/>
                      <a:pt x="10518" y="34407"/>
                    </a:cubicBezTo>
                    <a:cubicBezTo>
                      <a:pt x="10258" y="34407"/>
                      <a:pt x="10039" y="34591"/>
                      <a:pt x="9918" y="34832"/>
                    </a:cubicBezTo>
                    <a:cubicBezTo>
                      <a:pt x="9898" y="34872"/>
                      <a:pt x="9866" y="34888"/>
                      <a:pt x="9832" y="34888"/>
                    </a:cubicBezTo>
                    <a:cubicBezTo>
                      <a:pt x="9761" y="34888"/>
                      <a:pt x="9687" y="34813"/>
                      <a:pt x="9730" y="34727"/>
                    </a:cubicBezTo>
                    <a:cubicBezTo>
                      <a:pt x="9876" y="34400"/>
                      <a:pt x="10211" y="34167"/>
                      <a:pt x="10558" y="34167"/>
                    </a:cubicBezTo>
                    <a:close/>
                    <a:moveTo>
                      <a:pt x="21492" y="0"/>
                    </a:moveTo>
                    <a:cubicBezTo>
                      <a:pt x="20138" y="0"/>
                      <a:pt x="18744" y="232"/>
                      <a:pt x="17765" y="391"/>
                    </a:cubicBezTo>
                    <a:cubicBezTo>
                      <a:pt x="15484" y="768"/>
                      <a:pt x="13245" y="1417"/>
                      <a:pt x="10985" y="1898"/>
                    </a:cubicBezTo>
                    <a:cubicBezTo>
                      <a:pt x="9189" y="2297"/>
                      <a:pt x="7281" y="2607"/>
                      <a:pt x="5398" y="2607"/>
                    </a:cubicBezTo>
                    <a:cubicBezTo>
                      <a:pt x="3531" y="2607"/>
                      <a:pt x="1688" y="2302"/>
                      <a:pt x="1" y="1480"/>
                    </a:cubicBezTo>
                    <a:lnTo>
                      <a:pt x="1" y="1480"/>
                    </a:lnTo>
                    <a:cubicBezTo>
                      <a:pt x="147" y="2505"/>
                      <a:pt x="377" y="3509"/>
                      <a:pt x="691" y="4513"/>
                    </a:cubicBezTo>
                    <a:cubicBezTo>
                      <a:pt x="1716" y="7778"/>
                      <a:pt x="3307" y="10811"/>
                      <a:pt x="4625" y="13950"/>
                    </a:cubicBezTo>
                    <a:cubicBezTo>
                      <a:pt x="5734" y="16545"/>
                      <a:pt x="6675" y="19202"/>
                      <a:pt x="7052" y="22026"/>
                    </a:cubicBezTo>
                    <a:cubicBezTo>
                      <a:pt x="7491" y="25207"/>
                      <a:pt x="7177" y="28325"/>
                      <a:pt x="6403" y="31442"/>
                    </a:cubicBezTo>
                    <a:cubicBezTo>
                      <a:pt x="6131" y="32593"/>
                      <a:pt x="5755" y="34016"/>
                      <a:pt x="6654" y="35020"/>
                    </a:cubicBezTo>
                    <a:cubicBezTo>
                      <a:pt x="7240" y="35648"/>
                      <a:pt x="8140" y="35878"/>
                      <a:pt x="8956" y="36045"/>
                    </a:cubicBezTo>
                    <a:cubicBezTo>
                      <a:pt x="10483" y="36395"/>
                      <a:pt x="12059" y="36534"/>
                      <a:pt x="13627" y="36534"/>
                    </a:cubicBezTo>
                    <a:cubicBezTo>
                      <a:pt x="13842" y="36534"/>
                      <a:pt x="14056" y="36532"/>
                      <a:pt x="14270" y="36527"/>
                    </a:cubicBezTo>
                    <a:cubicBezTo>
                      <a:pt x="16070" y="36464"/>
                      <a:pt x="17974" y="36255"/>
                      <a:pt x="19669" y="35627"/>
                    </a:cubicBezTo>
                    <a:cubicBezTo>
                      <a:pt x="20506" y="35334"/>
                      <a:pt x="21364" y="34874"/>
                      <a:pt x="21782" y="34078"/>
                    </a:cubicBezTo>
                    <a:cubicBezTo>
                      <a:pt x="22326" y="33116"/>
                      <a:pt x="22033" y="31986"/>
                      <a:pt x="21719" y="31024"/>
                    </a:cubicBezTo>
                    <a:cubicBezTo>
                      <a:pt x="20673" y="27927"/>
                      <a:pt x="19501" y="24956"/>
                      <a:pt x="19313" y="21650"/>
                    </a:cubicBezTo>
                    <a:cubicBezTo>
                      <a:pt x="19146" y="18490"/>
                      <a:pt x="19941" y="15477"/>
                      <a:pt x="21071" y="12569"/>
                    </a:cubicBezTo>
                    <a:cubicBezTo>
                      <a:pt x="22493" y="8970"/>
                      <a:pt x="24460" y="5162"/>
                      <a:pt x="25255" y="1291"/>
                    </a:cubicBezTo>
                    <a:cubicBezTo>
                      <a:pt x="25234" y="1270"/>
                      <a:pt x="25214" y="1249"/>
                      <a:pt x="25193" y="1228"/>
                    </a:cubicBezTo>
                    <a:cubicBezTo>
                      <a:pt x="24405" y="277"/>
                      <a:pt x="22973" y="0"/>
                      <a:pt x="214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6" name="Google Shape;15226;p49"/>
              <p:cNvSpPr/>
              <p:nvPr/>
            </p:nvSpPr>
            <p:spPr>
              <a:xfrm>
                <a:off x="5057475" y="653950"/>
                <a:ext cx="630875" cy="1148825"/>
              </a:xfrm>
              <a:custGeom>
                <a:rect b="b" l="l" r="r" t="t"/>
                <a:pathLst>
                  <a:path extrusionOk="0" h="45953" w="25235">
                    <a:moveTo>
                      <a:pt x="733" y="1"/>
                    </a:moveTo>
                    <a:lnTo>
                      <a:pt x="733" y="1"/>
                    </a:lnTo>
                    <a:cubicBezTo>
                      <a:pt x="503" y="4165"/>
                      <a:pt x="1" y="8349"/>
                      <a:pt x="942" y="12471"/>
                    </a:cubicBezTo>
                    <a:cubicBezTo>
                      <a:pt x="1779" y="16049"/>
                      <a:pt x="3683" y="19230"/>
                      <a:pt x="5232" y="22515"/>
                    </a:cubicBezTo>
                    <a:cubicBezTo>
                      <a:pt x="6529" y="25256"/>
                      <a:pt x="7533" y="28143"/>
                      <a:pt x="7449" y="31219"/>
                    </a:cubicBezTo>
                    <a:cubicBezTo>
                      <a:pt x="7408" y="33060"/>
                      <a:pt x="7052" y="34902"/>
                      <a:pt x="6675" y="36701"/>
                    </a:cubicBezTo>
                    <a:cubicBezTo>
                      <a:pt x="6299" y="38459"/>
                      <a:pt x="5692" y="40342"/>
                      <a:pt x="5817" y="42162"/>
                    </a:cubicBezTo>
                    <a:cubicBezTo>
                      <a:pt x="5985" y="44485"/>
                      <a:pt x="7847" y="45280"/>
                      <a:pt x="9856" y="45594"/>
                    </a:cubicBezTo>
                    <a:cubicBezTo>
                      <a:pt x="11597" y="45858"/>
                      <a:pt x="13355" y="45952"/>
                      <a:pt x="15100" y="45952"/>
                    </a:cubicBezTo>
                    <a:cubicBezTo>
                      <a:pt x="15284" y="45952"/>
                      <a:pt x="15468" y="45951"/>
                      <a:pt x="15652" y="45949"/>
                    </a:cubicBezTo>
                    <a:cubicBezTo>
                      <a:pt x="17786" y="45907"/>
                      <a:pt x="19941" y="45740"/>
                      <a:pt x="22033" y="45322"/>
                    </a:cubicBezTo>
                    <a:cubicBezTo>
                      <a:pt x="24272" y="44882"/>
                      <a:pt x="25235" y="43376"/>
                      <a:pt x="25046" y="41137"/>
                    </a:cubicBezTo>
                    <a:cubicBezTo>
                      <a:pt x="24983" y="40467"/>
                      <a:pt x="24858" y="39798"/>
                      <a:pt x="24691" y="39149"/>
                    </a:cubicBezTo>
                    <a:lnTo>
                      <a:pt x="24356" y="39212"/>
                    </a:lnTo>
                    <a:cubicBezTo>
                      <a:pt x="24711" y="40697"/>
                      <a:pt x="24607" y="42120"/>
                      <a:pt x="23142" y="43145"/>
                    </a:cubicBezTo>
                    <a:cubicBezTo>
                      <a:pt x="21887" y="44003"/>
                      <a:pt x="20234" y="44275"/>
                      <a:pt x="18748" y="44485"/>
                    </a:cubicBezTo>
                    <a:cubicBezTo>
                      <a:pt x="17689" y="44646"/>
                      <a:pt x="16620" y="44721"/>
                      <a:pt x="15554" y="44721"/>
                    </a:cubicBezTo>
                    <a:cubicBezTo>
                      <a:pt x="14958" y="44721"/>
                      <a:pt x="14362" y="44697"/>
                      <a:pt x="13768" y="44652"/>
                    </a:cubicBezTo>
                    <a:cubicBezTo>
                      <a:pt x="11404" y="44485"/>
                      <a:pt x="7575" y="44213"/>
                      <a:pt x="7512" y="41095"/>
                    </a:cubicBezTo>
                    <a:cubicBezTo>
                      <a:pt x="7491" y="39484"/>
                      <a:pt x="8203" y="37852"/>
                      <a:pt x="8454" y="36262"/>
                    </a:cubicBezTo>
                    <a:cubicBezTo>
                      <a:pt x="8747" y="34253"/>
                      <a:pt x="8789" y="32202"/>
                      <a:pt x="8558" y="30173"/>
                    </a:cubicBezTo>
                    <a:cubicBezTo>
                      <a:pt x="8140" y="26553"/>
                      <a:pt x="6717" y="23205"/>
                      <a:pt x="5253" y="19920"/>
                    </a:cubicBezTo>
                    <a:cubicBezTo>
                      <a:pt x="3913" y="16928"/>
                      <a:pt x="2512" y="13915"/>
                      <a:pt x="1737" y="10714"/>
                    </a:cubicBezTo>
                    <a:cubicBezTo>
                      <a:pt x="900" y="7261"/>
                      <a:pt x="1151" y="3872"/>
                      <a:pt x="1842" y="419"/>
                    </a:cubicBezTo>
                    <a:cubicBezTo>
                      <a:pt x="1444" y="336"/>
                      <a:pt x="1068" y="189"/>
                      <a:pt x="733" y="1"/>
                    </a:cubicBezTo>
                    <a:close/>
                  </a:path>
                </a:pathLst>
              </a:custGeom>
              <a:solidFill>
                <a:srgbClr val="CCE3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7" name="Google Shape;15227;p49"/>
              <p:cNvSpPr/>
              <p:nvPr/>
            </p:nvSpPr>
            <p:spPr>
              <a:xfrm>
                <a:off x="5591550" y="649250"/>
                <a:ext cx="225475" cy="985000"/>
              </a:xfrm>
              <a:custGeom>
                <a:rect b="b" l="l" r="r" t="t"/>
                <a:pathLst>
                  <a:path extrusionOk="0" h="39400" w="9019">
                    <a:moveTo>
                      <a:pt x="7763" y="1"/>
                    </a:moveTo>
                    <a:lnTo>
                      <a:pt x="7763" y="1"/>
                    </a:lnTo>
                    <a:cubicBezTo>
                      <a:pt x="7617" y="189"/>
                      <a:pt x="7429" y="356"/>
                      <a:pt x="7219" y="503"/>
                    </a:cubicBezTo>
                    <a:cubicBezTo>
                      <a:pt x="6801" y="796"/>
                      <a:pt x="6341" y="984"/>
                      <a:pt x="5838" y="1110"/>
                    </a:cubicBezTo>
                    <a:cubicBezTo>
                      <a:pt x="9019" y="8956"/>
                      <a:pt x="3202" y="16342"/>
                      <a:pt x="1151" y="23623"/>
                    </a:cubicBezTo>
                    <a:cubicBezTo>
                      <a:pt x="1" y="27683"/>
                      <a:pt x="377" y="31658"/>
                      <a:pt x="1675" y="35634"/>
                    </a:cubicBezTo>
                    <a:cubicBezTo>
                      <a:pt x="2051" y="36763"/>
                      <a:pt x="2700" y="38103"/>
                      <a:pt x="2993" y="39400"/>
                    </a:cubicBezTo>
                    <a:lnTo>
                      <a:pt x="3328" y="39337"/>
                    </a:lnTo>
                    <a:cubicBezTo>
                      <a:pt x="3035" y="38040"/>
                      <a:pt x="2658" y="36763"/>
                      <a:pt x="2428" y="35487"/>
                    </a:cubicBezTo>
                    <a:cubicBezTo>
                      <a:pt x="2135" y="33918"/>
                      <a:pt x="1947" y="32307"/>
                      <a:pt x="1905" y="30696"/>
                    </a:cubicBezTo>
                    <a:cubicBezTo>
                      <a:pt x="1800" y="27432"/>
                      <a:pt x="2449" y="24356"/>
                      <a:pt x="3767" y="21385"/>
                    </a:cubicBezTo>
                    <a:cubicBezTo>
                      <a:pt x="5336" y="17890"/>
                      <a:pt x="6738" y="14459"/>
                      <a:pt x="7429" y="10672"/>
                    </a:cubicBezTo>
                    <a:cubicBezTo>
                      <a:pt x="8056" y="7157"/>
                      <a:pt x="8161" y="3558"/>
                      <a:pt x="7763" y="1"/>
                    </a:cubicBezTo>
                    <a:close/>
                  </a:path>
                </a:pathLst>
              </a:custGeom>
              <a:solidFill>
                <a:srgbClr val="CCE3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8" name="Google Shape;15228;p49"/>
              <p:cNvSpPr/>
              <p:nvPr/>
            </p:nvSpPr>
            <p:spPr>
              <a:xfrm>
                <a:off x="5039700" y="511275"/>
                <a:ext cx="761650" cy="155525"/>
              </a:xfrm>
              <a:custGeom>
                <a:rect b="b" l="l" r="r" t="t"/>
                <a:pathLst>
                  <a:path extrusionOk="0" h="6221" w="30466">
                    <a:moveTo>
                      <a:pt x="2235" y="1"/>
                    </a:moveTo>
                    <a:cubicBezTo>
                      <a:pt x="2083" y="1"/>
                      <a:pt x="1931" y="6"/>
                      <a:pt x="1779" y="17"/>
                    </a:cubicBezTo>
                    <a:cubicBezTo>
                      <a:pt x="210" y="582"/>
                      <a:pt x="21" y="1356"/>
                      <a:pt x="1235" y="2318"/>
                    </a:cubicBezTo>
                    <a:cubicBezTo>
                      <a:pt x="1381" y="2381"/>
                      <a:pt x="1360" y="2590"/>
                      <a:pt x="1235" y="2674"/>
                    </a:cubicBezTo>
                    <a:cubicBezTo>
                      <a:pt x="0" y="3490"/>
                      <a:pt x="858" y="4892"/>
                      <a:pt x="1758" y="5373"/>
                    </a:cubicBezTo>
                    <a:cubicBezTo>
                      <a:pt x="2365" y="5708"/>
                      <a:pt x="3160" y="5771"/>
                      <a:pt x="3829" y="5792"/>
                    </a:cubicBezTo>
                    <a:cubicBezTo>
                      <a:pt x="3942" y="5796"/>
                      <a:pt x="4054" y="5797"/>
                      <a:pt x="4167" y="5797"/>
                    </a:cubicBezTo>
                    <a:cubicBezTo>
                      <a:pt x="5250" y="5797"/>
                      <a:pt x="6344" y="5622"/>
                      <a:pt x="7386" y="5394"/>
                    </a:cubicBezTo>
                    <a:cubicBezTo>
                      <a:pt x="9437" y="4976"/>
                      <a:pt x="11466" y="4327"/>
                      <a:pt x="13559" y="4160"/>
                    </a:cubicBezTo>
                    <a:cubicBezTo>
                      <a:pt x="13867" y="4136"/>
                      <a:pt x="14173" y="4125"/>
                      <a:pt x="14478" y="4125"/>
                    </a:cubicBezTo>
                    <a:cubicBezTo>
                      <a:pt x="18167" y="4125"/>
                      <a:pt x="21623" y="5761"/>
                      <a:pt x="25276" y="6147"/>
                    </a:cubicBezTo>
                    <a:cubicBezTo>
                      <a:pt x="25665" y="6190"/>
                      <a:pt x="26068" y="6220"/>
                      <a:pt x="26470" y="6220"/>
                    </a:cubicBezTo>
                    <a:cubicBezTo>
                      <a:pt x="27260" y="6220"/>
                      <a:pt x="28049" y="6103"/>
                      <a:pt x="28728" y="5729"/>
                    </a:cubicBezTo>
                    <a:cubicBezTo>
                      <a:pt x="29795" y="5122"/>
                      <a:pt x="30465" y="3804"/>
                      <a:pt x="29816" y="2632"/>
                    </a:cubicBezTo>
                    <a:cubicBezTo>
                      <a:pt x="28896" y="1000"/>
                      <a:pt x="26615" y="644"/>
                      <a:pt x="24941" y="561"/>
                    </a:cubicBezTo>
                    <a:cubicBezTo>
                      <a:pt x="24638" y="546"/>
                      <a:pt x="24335" y="540"/>
                      <a:pt x="24032" y="540"/>
                    </a:cubicBezTo>
                    <a:cubicBezTo>
                      <a:pt x="20371" y="540"/>
                      <a:pt x="16772" y="1520"/>
                      <a:pt x="13119" y="1732"/>
                    </a:cubicBezTo>
                    <a:cubicBezTo>
                      <a:pt x="12655" y="1764"/>
                      <a:pt x="12190" y="1781"/>
                      <a:pt x="11726" y="1781"/>
                    </a:cubicBezTo>
                    <a:cubicBezTo>
                      <a:pt x="10352" y="1781"/>
                      <a:pt x="8988" y="1632"/>
                      <a:pt x="7658" y="1272"/>
                    </a:cubicBezTo>
                    <a:cubicBezTo>
                      <a:pt x="5859" y="788"/>
                      <a:pt x="4095" y="1"/>
                      <a:pt x="22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9" name="Google Shape;15229;p49"/>
              <p:cNvSpPr/>
              <p:nvPr/>
            </p:nvSpPr>
            <p:spPr>
              <a:xfrm>
                <a:off x="5095150" y="627100"/>
                <a:ext cx="655450" cy="269425"/>
              </a:xfrm>
              <a:custGeom>
                <a:rect b="b" l="l" r="r" t="t"/>
                <a:pathLst>
                  <a:path extrusionOk="0" h="10777" w="26218">
                    <a:moveTo>
                      <a:pt x="12284" y="0"/>
                    </a:moveTo>
                    <a:cubicBezTo>
                      <a:pt x="9593" y="0"/>
                      <a:pt x="7041" y="931"/>
                      <a:pt x="4394" y="1389"/>
                    </a:cubicBezTo>
                    <a:cubicBezTo>
                      <a:pt x="3617" y="1506"/>
                      <a:pt x="2686" y="1644"/>
                      <a:pt x="1759" y="1644"/>
                    </a:cubicBezTo>
                    <a:cubicBezTo>
                      <a:pt x="1363" y="1644"/>
                      <a:pt x="968" y="1619"/>
                      <a:pt x="586" y="1556"/>
                    </a:cubicBezTo>
                    <a:cubicBezTo>
                      <a:pt x="168" y="4360"/>
                      <a:pt x="0" y="7101"/>
                      <a:pt x="377" y="9842"/>
                    </a:cubicBezTo>
                    <a:cubicBezTo>
                      <a:pt x="2112" y="10517"/>
                      <a:pt x="3849" y="10776"/>
                      <a:pt x="5589" y="10776"/>
                    </a:cubicBezTo>
                    <a:cubicBezTo>
                      <a:pt x="8591" y="10776"/>
                      <a:pt x="11598" y="10006"/>
                      <a:pt x="14605" y="9277"/>
                    </a:cubicBezTo>
                    <a:cubicBezTo>
                      <a:pt x="16880" y="8733"/>
                      <a:pt x="19194" y="8228"/>
                      <a:pt x="21547" y="8228"/>
                    </a:cubicBezTo>
                    <a:cubicBezTo>
                      <a:pt x="21639" y="8228"/>
                      <a:pt x="21731" y="8229"/>
                      <a:pt x="21824" y="8231"/>
                    </a:cubicBezTo>
                    <a:cubicBezTo>
                      <a:pt x="23058" y="8252"/>
                      <a:pt x="24962" y="8231"/>
                      <a:pt x="25820" y="9319"/>
                    </a:cubicBezTo>
                    <a:cubicBezTo>
                      <a:pt x="26217" y="6934"/>
                      <a:pt x="26134" y="4548"/>
                      <a:pt x="25150" y="2142"/>
                    </a:cubicBezTo>
                    <a:cubicBezTo>
                      <a:pt x="25150" y="2121"/>
                      <a:pt x="25150" y="2121"/>
                      <a:pt x="25150" y="2100"/>
                    </a:cubicBezTo>
                    <a:cubicBezTo>
                      <a:pt x="24840" y="2142"/>
                      <a:pt x="24525" y="2160"/>
                      <a:pt x="24208" y="2160"/>
                    </a:cubicBezTo>
                    <a:cubicBezTo>
                      <a:pt x="23092" y="2160"/>
                      <a:pt x="21955" y="1935"/>
                      <a:pt x="20945" y="1724"/>
                    </a:cubicBezTo>
                    <a:cubicBezTo>
                      <a:pt x="18204" y="1138"/>
                      <a:pt x="15546" y="112"/>
                      <a:pt x="12701" y="8"/>
                    </a:cubicBezTo>
                    <a:cubicBezTo>
                      <a:pt x="12562" y="3"/>
                      <a:pt x="12423" y="0"/>
                      <a:pt x="122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0" name="Google Shape;15230;p49"/>
              <p:cNvSpPr/>
              <p:nvPr/>
            </p:nvSpPr>
            <p:spPr>
              <a:xfrm>
                <a:off x="5643775" y="927475"/>
                <a:ext cx="33075" cy="29100"/>
              </a:xfrm>
              <a:custGeom>
                <a:rect b="b" l="l" r="r" t="t"/>
                <a:pathLst>
                  <a:path extrusionOk="0" h="1164" w="1323">
                    <a:moveTo>
                      <a:pt x="633" y="1"/>
                    </a:moveTo>
                    <a:cubicBezTo>
                      <a:pt x="367" y="1"/>
                      <a:pt x="96" y="174"/>
                      <a:pt x="25" y="442"/>
                    </a:cubicBezTo>
                    <a:cubicBezTo>
                      <a:pt x="0" y="541"/>
                      <a:pt x="70" y="604"/>
                      <a:pt x="145" y="604"/>
                    </a:cubicBezTo>
                    <a:cubicBezTo>
                      <a:pt x="197" y="604"/>
                      <a:pt x="250" y="574"/>
                      <a:pt x="276" y="505"/>
                    </a:cubicBezTo>
                    <a:cubicBezTo>
                      <a:pt x="318" y="394"/>
                      <a:pt x="462" y="310"/>
                      <a:pt x="597" y="310"/>
                    </a:cubicBezTo>
                    <a:cubicBezTo>
                      <a:pt x="664" y="310"/>
                      <a:pt x="729" y="331"/>
                      <a:pt x="778" y="380"/>
                    </a:cubicBezTo>
                    <a:cubicBezTo>
                      <a:pt x="925" y="505"/>
                      <a:pt x="862" y="777"/>
                      <a:pt x="715" y="882"/>
                    </a:cubicBezTo>
                    <a:cubicBezTo>
                      <a:pt x="604" y="956"/>
                      <a:pt x="641" y="1164"/>
                      <a:pt x="769" y="1164"/>
                    </a:cubicBezTo>
                    <a:cubicBezTo>
                      <a:pt x="785" y="1164"/>
                      <a:pt x="802" y="1161"/>
                      <a:pt x="820" y="1154"/>
                    </a:cubicBezTo>
                    <a:cubicBezTo>
                      <a:pt x="1239" y="986"/>
                      <a:pt x="1322" y="421"/>
                      <a:pt x="987" y="129"/>
                    </a:cubicBezTo>
                    <a:cubicBezTo>
                      <a:pt x="886" y="40"/>
                      <a:pt x="760" y="1"/>
                      <a:pt x="63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1" name="Google Shape;15231;p49"/>
              <p:cNvSpPr/>
              <p:nvPr/>
            </p:nvSpPr>
            <p:spPr>
              <a:xfrm>
                <a:off x="5638625" y="880825"/>
                <a:ext cx="27525" cy="23375"/>
              </a:xfrm>
              <a:custGeom>
                <a:rect b="b" l="l" r="r" t="t"/>
                <a:pathLst>
                  <a:path extrusionOk="0" h="935" w="1101">
                    <a:moveTo>
                      <a:pt x="275" y="0"/>
                    </a:moveTo>
                    <a:cubicBezTo>
                      <a:pt x="252" y="0"/>
                      <a:pt x="229" y="8"/>
                      <a:pt x="210" y="28"/>
                    </a:cubicBezTo>
                    <a:cubicBezTo>
                      <a:pt x="1" y="258"/>
                      <a:pt x="22" y="635"/>
                      <a:pt x="273" y="823"/>
                    </a:cubicBezTo>
                    <a:cubicBezTo>
                      <a:pt x="362" y="896"/>
                      <a:pt x="486" y="934"/>
                      <a:pt x="611" y="934"/>
                    </a:cubicBezTo>
                    <a:cubicBezTo>
                      <a:pt x="807" y="934"/>
                      <a:pt x="1004" y="839"/>
                      <a:pt x="1068" y="635"/>
                    </a:cubicBezTo>
                    <a:cubicBezTo>
                      <a:pt x="1100" y="554"/>
                      <a:pt x="1020" y="461"/>
                      <a:pt x="934" y="461"/>
                    </a:cubicBezTo>
                    <a:cubicBezTo>
                      <a:pt x="909" y="461"/>
                      <a:pt x="883" y="469"/>
                      <a:pt x="859" y="488"/>
                    </a:cubicBezTo>
                    <a:cubicBezTo>
                      <a:pt x="763" y="536"/>
                      <a:pt x="667" y="621"/>
                      <a:pt x="552" y="621"/>
                    </a:cubicBezTo>
                    <a:cubicBezTo>
                      <a:pt x="517" y="621"/>
                      <a:pt x="480" y="612"/>
                      <a:pt x="440" y="593"/>
                    </a:cubicBezTo>
                    <a:cubicBezTo>
                      <a:pt x="294" y="509"/>
                      <a:pt x="294" y="279"/>
                      <a:pt x="377" y="153"/>
                    </a:cubicBezTo>
                    <a:cubicBezTo>
                      <a:pt x="426" y="89"/>
                      <a:pt x="351" y="0"/>
                      <a:pt x="2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2" name="Google Shape;15232;p49"/>
              <p:cNvSpPr/>
              <p:nvPr/>
            </p:nvSpPr>
            <p:spPr>
              <a:xfrm>
                <a:off x="5575850" y="912225"/>
                <a:ext cx="25925" cy="27625"/>
              </a:xfrm>
              <a:custGeom>
                <a:rect b="b" l="l" r="r" t="t"/>
                <a:pathLst>
                  <a:path extrusionOk="0" h="1105" w="1037">
                    <a:moveTo>
                      <a:pt x="336" y="0"/>
                    </a:moveTo>
                    <a:cubicBezTo>
                      <a:pt x="305" y="0"/>
                      <a:pt x="275" y="14"/>
                      <a:pt x="252" y="48"/>
                    </a:cubicBezTo>
                    <a:cubicBezTo>
                      <a:pt x="147" y="174"/>
                      <a:pt x="64" y="320"/>
                      <a:pt x="43" y="487"/>
                    </a:cubicBezTo>
                    <a:cubicBezTo>
                      <a:pt x="22" y="634"/>
                      <a:pt x="1" y="843"/>
                      <a:pt x="85" y="990"/>
                    </a:cubicBezTo>
                    <a:cubicBezTo>
                      <a:pt x="129" y="1079"/>
                      <a:pt x="269" y="1105"/>
                      <a:pt x="391" y="1105"/>
                    </a:cubicBezTo>
                    <a:cubicBezTo>
                      <a:pt x="441" y="1105"/>
                      <a:pt x="488" y="1100"/>
                      <a:pt x="524" y="1094"/>
                    </a:cubicBezTo>
                    <a:cubicBezTo>
                      <a:pt x="671" y="1073"/>
                      <a:pt x="817" y="990"/>
                      <a:pt x="922" y="864"/>
                    </a:cubicBezTo>
                    <a:cubicBezTo>
                      <a:pt x="1037" y="749"/>
                      <a:pt x="932" y="595"/>
                      <a:pt x="801" y="595"/>
                    </a:cubicBezTo>
                    <a:cubicBezTo>
                      <a:pt x="765" y="595"/>
                      <a:pt x="727" y="607"/>
                      <a:pt x="691" y="634"/>
                    </a:cubicBezTo>
                    <a:cubicBezTo>
                      <a:pt x="587" y="718"/>
                      <a:pt x="482" y="759"/>
                      <a:pt x="357" y="759"/>
                    </a:cubicBezTo>
                    <a:cubicBezTo>
                      <a:pt x="315" y="571"/>
                      <a:pt x="336" y="383"/>
                      <a:pt x="461" y="195"/>
                    </a:cubicBezTo>
                    <a:cubicBezTo>
                      <a:pt x="507" y="103"/>
                      <a:pt x="419" y="0"/>
                      <a:pt x="33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3" name="Google Shape;15233;p49"/>
              <p:cNvSpPr/>
              <p:nvPr/>
            </p:nvSpPr>
            <p:spPr>
              <a:xfrm>
                <a:off x="5569575" y="1640700"/>
                <a:ext cx="42375" cy="31600"/>
              </a:xfrm>
              <a:custGeom>
                <a:rect b="b" l="l" r="r" t="t"/>
                <a:pathLst>
                  <a:path extrusionOk="0" h="1264" w="1695">
                    <a:moveTo>
                      <a:pt x="382" y="0"/>
                    </a:moveTo>
                    <a:cubicBezTo>
                      <a:pt x="325" y="0"/>
                      <a:pt x="265" y="31"/>
                      <a:pt x="231" y="98"/>
                    </a:cubicBezTo>
                    <a:cubicBezTo>
                      <a:pt x="0" y="697"/>
                      <a:pt x="505" y="1263"/>
                      <a:pt x="1037" y="1263"/>
                    </a:cubicBezTo>
                    <a:cubicBezTo>
                      <a:pt x="1229" y="1263"/>
                      <a:pt x="1425" y="1190"/>
                      <a:pt x="1591" y="1018"/>
                    </a:cubicBezTo>
                    <a:cubicBezTo>
                      <a:pt x="1694" y="915"/>
                      <a:pt x="1599" y="741"/>
                      <a:pt x="1481" y="741"/>
                    </a:cubicBezTo>
                    <a:cubicBezTo>
                      <a:pt x="1455" y="741"/>
                      <a:pt x="1429" y="749"/>
                      <a:pt x="1403" y="767"/>
                    </a:cubicBezTo>
                    <a:cubicBezTo>
                      <a:pt x="1289" y="855"/>
                      <a:pt x="1138" y="913"/>
                      <a:pt x="990" y="913"/>
                    </a:cubicBezTo>
                    <a:cubicBezTo>
                      <a:pt x="892" y="913"/>
                      <a:pt x="795" y="888"/>
                      <a:pt x="712" y="830"/>
                    </a:cubicBezTo>
                    <a:cubicBezTo>
                      <a:pt x="503" y="683"/>
                      <a:pt x="440" y="411"/>
                      <a:pt x="524" y="181"/>
                    </a:cubicBezTo>
                    <a:cubicBezTo>
                      <a:pt x="549" y="68"/>
                      <a:pt x="469" y="0"/>
                      <a:pt x="38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4" name="Google Shape;15234;p49"/>
              <p:cNvSpPr/>
              <p:nvPr/>
            </p:nvSpPr>
            <p:spPr>
              <a:xfrm>
                <a:off x="5508800" y="1449475"/>
                <a:ext cx="38850" cy="34525"/>
              </a:xfrm>
              <a:custGeom>
                <a:rect b="b" l="l" r="r" t="t"/>
                <a:pathLst>
                  <a:path extrusionOk="0" h="1381" w="1554">
                    <a:moveTo>
                      <a:pt x="716" y="0"/>
                    </a:moveTo>
                    <a:cubicBezTo>
                      <a:pt x="463" y="0"/>
                      <a:pt x="205" y="120"/>
                      <a:pt x="47" y="340"/>
                    </a:cubicBezTo>
                    <a:cubicBezTo>
                      <a:pt x="1" y="416"/>
                      <a:pt x="78" y="504"/>
                      <a:pt x="156" y="504"/>
                    </a:cubicBezTo>
                    <a:cubicBezTo>
                      <a:pt x="185" y="504"/>
                      <a:pt x="213" y="493"/>
                      <a:pt x="235" y="465"/>
                    </a:cubicBezTo>
                    <a:cubicBezTo>
                      <a:pt x="343" y="333"/>
                      <a:pt x="513" y="249"/>
                      <a:pt x="682" y="249"/>
                    </a:cubicBezTo>
                    <a:cubicBezTo>
                      <a:pt x="807" y="249"/>
                      <a:pt x="932" y="295"/>
                      <a:pt x="1030" y="402"/>
                    </a:cubicBezTo>
                    <a:cubicBezTo>
                      <a:pt x="1239" y="632"/>
                      <a:pt x="1135" y="1009"/>
                      <a:pt x="925" y="1197"/>
                    </a:cubicBezTo>
                    <a:cubicBezTo>
                      <a:pt x="838" y="1267"/>
                      <a:pt x="911" y="1380"/>
                      <a:pt x="1010" y="1380"/>
                    </a:cubicBezTo>
                    <a:cubicBezTo>
                      <a:pt x="1030" y="1380"/>
                      <a:pt x="1051" y="1375"/>
                      <a:pt x="1072" y="1365"/>
                    </a:cubicBezTo>
                    <a:cubicBezTo>
                      <a:pt x="1469" y="1135"/>
                      <a:pt x="1553" y="549"/>
                      <a:pt x="1218" y="193"/>
                    </a:cubicBezTo>
                    <a:cubicBezTo>
                      <a:pt x="1078" y="62"/>
                      <a:pt x="898" y="0"/>
                      <a:pt x="71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5" name="Google Shape;15235;p49"/>
              <p:cNvSpPr/>
              <p:nvPr/>
            </p:nvSpPr>
            <p:spPr>
              <a:xfrm>
                <a:off x="5499500" y="1379700"/>
                <a:ext cx="38475" cy="35375"/>
              </a:xfrm>
              <a:custGeom>
                <a:rect b="b" l="l" r="r" t="t"/>
                <a:pathLst>
                  <a:path extrusionOk="0" h="1415" w="1539">
                    <a:moveTo>
                      <a:pt x="388" y="1"/>
                    </a:moveTo>
                    <a:cubicBezTo>
                      <a:pt x="363" y="1"/>
                      <a:pt x="338" y="10"/>
                      <a:pt x="314" y="34"/>
                    </a:cubicBezTo>
                    <a:cubicBezTo>
                      <a:pt x="21" y="348"/>
                      <a:pt x="0" y="871"/>
                      <a:pt x="314" y="1185"/>
                    </a:cubicBezTo>
                    <a:cubicBezTo>
                      <a:pt x="460" y="1331"/>
                      <a:pt x="691" y="1415"/>
                      <a:pt x="916" y="1415"/>
                    </a:cubicBezTo>
                    <a:cubicBezTo>
                      <a:pt x="1140" y="1415"/>
                      <a:pt x="1360" y="1331"/>
                      <a:pt x="1486" y="1143"/>
                    </a:cubicBezTo>
                    <a:cubicBezTo>
                      <a:pt x="1539" y="1036"/>
                      <a:pt x="1442" y="945"/>
                      <a:pt x="1347" y="945"/>
                    </a:cubicBezTo>
                    <a:cubicBezTo>
                      <a:pt x="1330" y="945"/>
                      <a:pt x="1313" y="948"/>
                      <a:pt x="1297" y="955"/>
                    </a:cubicBezTo>
                    <a:cubicBezTo>
                      <a:pt x="1145" y="1031"/>
                      <a:pt x="985" y="1099"/>
                      <a:pt x="827" y="1099"/>
                    </a:cubicBezTo>
                    <a:cubicBezTo>
                      <a:pt x="724" y="1099"/>
                      <a:pt x="622" y="1070"/>
                      <a:pt x="523" y="996"/>
                    </a:cubicBezTo>
                    <a:cubicBezTo>
                      <a:pt x="293" y="808"/>
                      <a:pt x="293" y="410"/>
                      <a:pt x="460" y="180"/>
                    </a:cubicBezTo>
                    <a:cubicBezTo>
                      <a:pt x="541" y="116"/>
                      <a:pt x="472" y="1"/>
                      <a:pt x="38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6" name="Google Shape;15236;p49"/>
              <p:cNvSpPr/>
              <p:nvPr/>
            </p:nvSpPr>
            <p:spPr>
              <a:xfrm>
                <a:off x="5401150" y="1084675"/>
                <a:ext cx="31550" cy="27425"/>
              </a:xfrm>
              <a:custGeom>
                <a:rect b="b" l="l" r="r" t="t"/>
                <a:pathLst>
                  <a:path extrusionOk="0" h="1097" w="1262">
                    <a:moveTo>
                      <a:pt x="327" y="1"/>
                    </a:moveTo>
                    <a:cubicBezTo>
                      <a:pt x="301" y="1"/>
                      <a:pt x="275" y="11"/>
                      <a:pt x="252" y="34"/>
                    </a:cubicBezTo>
                    <a:cubicBezTo>
                      <a:pt x="0" y="285"/>
                      <a:pt x="0" y="745"/>
                      <a:pt x="293" y="976"/>
                    </a:cubicBezTo>
                    <a:cubicBezTo>
                      <a:pt x="398" y="1056"/>
                      <a:pt x="534" y="1096"/>
                      <a:pt x="670" y="1096"/>
                    </a:cubicBezTo>
                    <a:cubicBezTo>
                      <a:pt x="889" y="1096"/>
                      <a:pt x="1111" y="993"/>
                      <a:pt x="1214" y="787"/>
                    </a:cubicBezTo>
                    <a:cubicBezTo>
                      <a:pt x="1261" y="677"/>
                      <a:pt x="1166" y="555"/>
                      <a:pt x="1063" y="555"/>
                    </a:cubicBezTo>
                    <a:cubicBezTo>
                      <a:pt x="1029" y="555"/>
                      <a:pt x="994" y="568"/>
                      <a:pt x="963" y="599"/>
                    </a:cubicBezTo>
                    <a:cubicBezTo>
                      <a:pt x="888" y="689"/>
                      <a:pt x="769" y="758"/>
                      <a:pt x="645" y="758"/>
                    </a:cubicBezTo>
                    <a:cubicBezTo>
                      <a:pt x="598" y="758"/>
                      <a:pt x="549" y="748"/>
                      <a:pt x="503" y="724"/>
                    </a:cubicBezTo>
                    <a:cubicBezTo>
                      <a:pt x="335" y="620"/>
                      <a:pt x="293" y="369"/>
                      <a:pt x="419" y="201"/>
                    </a:cubicBezTo>
                    <a:cubicBezTo>
                      <a:pt x="500" y="120"/>
                      <a:pt x="417" y="1"/>
                      <a:pt x="3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7" name="Google Shape;15237;p49"/>
              <p:cNvSpPr/>
              <p:nvPr/>
            </p:nvSpPr>
            <p:spPr>
              <a:xfrm>
                <a:off x="5397625" y="1169475"/>
                <a:ext cx="30750" cy="30075"/>
              </a:xfrm>
              <a:custGeom>
                <a:rect b="b" l="l" r="r" t="t"/>
                <a:pathLst>
                  <a:path extrusionOk="0" h="1203" w="1230">
                    <a:moveTo>
                      <a:pt x="484" y="1"/>
                    </a:moveTo>
                    <a:cubicBezTo>
                      <a:pt x="364" y="1"/>
                      <a:pt x="242" y="17"/>
                      <a:pt x="121" y="52"/>
                    </a:cubicBezTo>
                    <a:cubicBezTo>
                      <a:pt x="1" y="72"/>
                      <a:pt x="14" y="263"/>
                      <a:pt x="124" y="263"/>
                    </a:cubicBezTo>
                    <a:cubicBezTo>
                      <a:pt x="130" y="263"/>
                      <a:pt x="136" y="263"/>
                      <a:pt x="141" y="262"/>
                    </a:cubicBezTo>
                    <a:cubicBezTo>
                      <a:pt x="203" y="257"/>
                      <a:pt x="264" y="254"/>
                      <a:pt x="324" y="254"/>
                    </a:cubicBezTo>
                    <a:cubicBezTo>
                      <a:pt x="534" y="254"/>
                      <a:pt x="737" y="285"/>
                      <a:pt x="916" y="366"/>
                    </a:cubicBezTo>
                    <a:cubicBezTo>
                      <a:pt x="874" y="597"/>
                      <a:pt x="853" y="827"/>
                      <a:pt x="811" y="1057"/>
                    </a:cubicBezTo>
                    <a:cubicBezTo>
                      <a:pt x="798" y="1145"/>
                      <a:pt x="877" y="1203"/>
                      <a:pt x="946" y="1203"/>
                    </a:cubicBezTo>
                    <a:cubicBezTo>
                      <a:pt x="992" y="1203"/>
                      <a:pt x="1033" y="1178"/>
                      <a:pt x="1041" y="1120"/>
                    </a:cubicBezTo>
                    <a:cubicBezTo>
                      <a:pt x="1104" y="848"/>
                      <a:pt x="1167" y="576"/>
                      <a:pt x="1209" y="325"/>
                    </a:cubicBezTo>
                    <a:cubicBezTo>
                      <a:pt x="1230" y="262"/>
                      <a:pt x="1209" y="178"/>
                      <a:pt x="1146" y="157"/>
                    </a:cubicBezTo>
                    <a:cubicBezTo>
                      <a:pt x="939" y="61"/>
                      <a:pt x="714" y="1"/>
                      <a:pt x="48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8" name="Google Shape;15238;p49"/>
              <p:cNvSpPr/>
              <p:nvPr/>
            </p:nvSpPr>
            <p:spPr>
              <a:xfrm>
                <a:off x="5367600" y="1075700"/>
                <a:ext cx="18925" cy="51150"/>
              </a:xfrm>
              <a:custGeom>
                <a:rect b="b" l="l" r="r" t="t"/>
                <a:pathLst>
                  <a:path extrusionOk="0" h="2046" w="757">
                    <a:moveTo>
                      <a:pt x="319" y="1"/>
                    </a:moveTo>
                    <a:cubicBezTo>
                      <a:pt x="129" y="1"/>
                      <a:pt x="0" y="237"/>
                      <a:pt x="66" y="435"/>
                    </a:cubicBezTo>
                    <a:cubicBezTo>
                      <a:pt x="129" y="665"/>
                      <a:pt x="317" y="770"/>
                      <a:pt x="380" y="1000"/>
                    </a:cubicBezTo>
                    <a:cubicBezTo>
                      <a:pt x="443" y="1314"/>
                      <a:pt x="317" y="1565"/>
                      <a:pt x="129" y="1795"/>
                    </a:cubicBezTo>
                    <a:cubicBezTo>
                      <a:pt x="60" y="1899"/>
                      <a:pt x="177" y="2046"/>
                      <a:pt x="290" y="2046"/>
                    </a:cubicBezTo>
                    <a:cubicBezTo>
                      <a:pt x="314" y="2046"/>
                      <a:pt x="337" y="2039"/>
                      <a:pt x="359" y="2025"/>
                    </a:cubicBezTo>
                    <a:cubicBezTo>
                      <a:pt x="610" y="1837"/>
                      <a:pt x="757" y="1544"/>
                      <a:pt x="757" y="1230"/>
                    </a:cubicBezTo>
                    <a:cubicBezTo>
                      <a:pt x="757" y="1083"/>
                      <a:pt x="736" y="916"/>
                      <a:pt x="673" y="770"/>
                    </a:cubicBezTo>
                    <a:cubicBezTo>
                      <a:pt x="652" y="707"/>
                      <a:pt x="610" y="644"/>
                      <a:pt x="568" y="581"/>
                    </a:cubicBezTo>
                    <a:cubicBezTo>
                      <a:pt x="547" y="539"/>
                      <a:pt x="359" y="246"/>
                      <a:pt x="401" y="246"/>
                    </a:cubicBezTo>
                    <a:cubicBezTo>
                      <a:pt x="415" y="251"/>
                      <a:pt x="427" y="253"/>
                      <a:pt x="439" y="253"/>
                    </a:cubicBezTo>
                    <a:cubicBezTo>
                      <a:pt x="534" y="253"/>
                      <a:pt x="559" y="114"/>
                      <a:pt x="485" y="58"/>
                    </a:cubicBezTo>
                    <a:cubicBezTo>
                      <a:pt x="427" y="18"/>
                      <a:pt x="371" y="1"/>
                      <a:pt x="31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9" name="Google Shape;15239;p49"/>
              <p:cNvSpPr/>
              <p:nvPr/>
            </p:nvSpPr>
            <p:spPr>
              <a:xfrm>
                <a:off x="5348300" y="1700250"/>
                <a:ext cx="43975" cy="25400"/>
              </a:xfrm>
              <a:custGeom>
                <a:rect b="b" l="l" r="r" t="t"/>
                <a:pathLst>
                  <a:path extrusionOk="0" h="1016" w="1759">
                    <a:moveTo>
                      <a:pt x="871" y="1"/>
                    </a:moveTo>
                    <a:cubicBezTo>
                      <a:pt x="524" y="1"/>
                      <a:pt x="189" y="234"/>
                      <a:pt x="43" y="561"/>
                    </a:cubicBezTo>
                    <a:cubicBezTo>
                      <a:pt x="0" y="647"/>
                      <a:pt x="74" y="722"/>
                      <a:pt x="145" y="722"/>
                    </a:cubicBezTo>
                    <a:cubicBezTo>
                      <a:pt x="179" y="722"/>
                      <a:pt x="211" y="706"/>
                      <a:pt x="231" y="666"/>
                    </a:cubicBezTo>
                    <a:cubicBezTo>
                      <a:pt x="352" y="425"/>
                      <a:pt x="571" y="241"/>
                      <a:pt x="831" y="241"/>
                    </a:cubicBezTo>
                    <a:cubicBezTo>
                      <a:pt x="887" y="241"/>
                      <a:pt x="946" y="250"/>
                      <a:pt x="1006" y="268"/>
                    </a:cubicBezTo>
                    <a:cubicBezTo>
                      <a:pt x="1319" y="352"/>
                      <a:pt x="1466" y="645"/>
                      <a:pt x="1508" y="938"/>
                    </a:cubicBezTo>
                    <a:cubicBezTo>
                      <a:pt x="1517" y="992"/>
                      <a:pt x="1557" y="1015"/>
                      <a:pt x="1600" y="1015"/>
                    </a:cubicBezTo>
                    <a:cubicBezTo>
                      <a:pt x="1657" y="1015"/>
                      <a:pt x="1717" y="976"/>
                      <a:pt x="1717" y="917"/>
                    </a:cubicBezTo>
                    <a:cubicBezTo>
                      <a:pt x="1759" y="477"/>
                      <a:pt x="1445" y="101"/>
                      <a:pt x="1026" y="17"/>
                    </a:cubicBezTo>
                    <a:cubicBezTo>
                      <a:pt x="975" y="6"/>
                      <a:pt x="922" y="1"/>
                      <a:pt x="87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0" name="Google Shape;15240;p49"/>
              <p:cNvSpPr/>
              <p:nvPr/>
            </p:nvSpPr>
            <p:spPr>
              <a:xfrm>
                <a:off x="5339750" y="1633875"/>
                <a:ext cx="33925" cy="27175"/>
              </a:xfrm>
              <a:custGeom>
                <a:rect b="b" l="l" r="r" t="t"/>
                <a:pathLst>
                  <a:path extrusionOk="0" h="1087" w="1357">
                    <a:moveTo>
                      <a:pt x="248" y="0"/>
                    </a:moveTo>
                    <a:cubicBezTo>
                      <a:pt x="200" y="0"/>
                      <a:pt x="151" y="30"/>
                      <a:pt x="134" y="99"/>
                    </a:cubicBezTo>
                    <a:cubicBezTo>
                      <a:pt x="0" y="566"/>
                      <a:pt x="440" y="1087"/>
                      <a:pt x="910" y="1087"/>
                    </a:cubicBezTo>
                    <a:cubicBezTo>
                      <a:pt x="1029" y="1087"/>
                      <a:pt x="1150" y="1053"/>
                      <a:pt x="1264" y="977"/>
                    </a:cubicBezTo>
                    <a:cubicBezTo>
                      <a:pt x="1356" y="922"/>
                      <a:pt x="1318" y="736"/>
                      <a:pt x="1207" y="736"/>
                    </a:cubicBezTo>
                    <a:cubicBezTo>
                      <a:pt x="1193" y="736"/>
                      <a:pt x="1177" y="740"/>
                      <a:pt x="1159" y="747"/>
                    </a:cubicBezTo>
                    <a:cubicBezTo>
                      <a:pt x="1097" y="768"/>
                      <a:pt x="1030" y="778"/>
                      <a:pt x="963" y="778"/>
                    </a:cubicBezTo>
                    <a:cubicBezTo>
                      <a:pt x="626" y="778"/>
                      <a:pt x="277" y="528"/>
                      <a:pt x="364" y="161"/>
                    </a:cubicBezTo>
                    <a:cubicBezTo>
                      <a:pt x="389" y="62"/>
                      <a:pt x="319" y="0"/>
                      <a:pt x="24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1" name="Google Shape;15241;p49"/>
              <p:cNvSpPr/>
              <p:nvPr/>
            </p:nvSpPr>
            <p:spPr>
              <a:xfrm>
                <a:off x="5294950" y="1658425"/>
                <a:ext cx="34300" cy="31100"/>
              </a:xfrm>
              <a:custGeom>
                <a:rect b="b" l="l" r="r" t="t"/>
                <a:pathLst>
                  <a:path extrusionOk="0" h="1244" w="1372">
                    <a:moveTo>
                      <a:pt x="372" y="1"/>
                    </a:moveTo>
                    <a:cubicBezTo>
                      <a:pt x="347" y="1"/>
                      <a:pt x="320" y="11"/>
                      <a:pt x="294" y="37"/>
                    </a:cubicBezTo>
                    <a:cubicBezTo>
                      <a:pt x="1" y="309"/>
                      <a:pt x="1" y="811"/>
                      <a:pt x="315" y="1083"/>
                    </a:cubicBezTo>
                    <a:cubicBezTo>
                      <a:pt x="439" y="1191"/>
                      <a:pt x="600" y="1243"/>
                      <a:pt x="759" y="1243"/>
                    </a:cubicBezTo>
                    <a:cubicBezTo>
                      <a:pt x="1001" y="1243"/>
                      <a:pt x="1239" y="1122"/>
                      <a:pt x="1340" y="895"/>
                    </a:cubicBezTo>
                    <a:cubicBezTo>
                      <a:pt x="1372" y="815"/>
                      <a:pt x="1319" y="748"/>
                      <a:pt x="1255" y="748"/>
                    </a:cubicBezTo>
                    <a:cubicBezTo>
                      <a:pt x="1235" y="748"/>
                      <a:pt x="1214" y="754"/>
                      <a:pt x="1194" y="769"/>
                    </a:cubicBezTo>
                    <a:cubicBezTo>
                      <a:pt x="1085" y="892"/>
                      <a:pt x="915" y="970"/>
                      <a:pt x="746" y="970"/>
                    </a:cubicBezTo>
                    <a:cubicBezTo>
                      <a:pt x="655" y="970"/>
                      <a:pt x="563" y="947"/>
                      <a:pt x="482" y="895"/>
                    </a:cubicBezTo>
                    <a:cubicBezTo>
                      <a:pt x="252" y="728"/>
                      <a:pt x="252" y="372"/>
                      <a:pt x="440" y="163"/>
                    </a:cubicBezTo>
                    <a:cubicBezTo>
                      <a:pt x="503" y="100"/>
                      <a:pt x="448" y="1"/>
                      <a:pt x="37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2" name="Google Shape;15242;p49"/>
              <p:cNvSpPr/>
              <p:nvPr/>
            </p:nvSpPr>
            <p:spPr>
              <a:xfrm>
                <a:off x="5210125" y="1057750"/>
                <a:ext cx="23150" cy="16575"/>
              </a:xfrm>
              <a:custGeom>
                <a:rect b="b" l="l" r="r" t="t"/>
                <a:pathLst>
                  <a:path extrusionOk="0" h="663" w="926">
                    <a:moveTo>
                      <a:pt x="736" y="1"/>
                    </a:moveTo>
                    <a:cubicBezTo>
                      <a:pt x="419" y="1"/>
                      <a:pt x="146" y="224"/>
                      <a:pt x="25" y="525"/>
                    </a:cubicBezTo>
                    <a:cubicBezTo>
                      <a:pt x="0" y="612"/>
                      <a:pt x="64" y="662"/>
                      <a:pt x="133" y="662"/>
                    </a:cubicBezTo>
                    <a:cubicBezTo>
                      <a:pt x="180" y="662"/>
                      <a:pt x="230" y="639"/>
                      <a:pt x="255" y="588"/>
                    </a:cubicBezTo>
                    <a:cubicBezTo>
                      <a:pt x="339" y="379"/>
                      <a:pt x="569" y="232"/>
                      <a:pt x="779" y="211"/>
                    </a:cubicBezTo>
                    <a:cubicBezTo>
                      <a:pt x="925" y="190"/>
                      <a:pt x="925" y="2"/>
                      <a:pt x="779" y="2"/>
                    </a:cubicBezTo>
                    <a:cubicBezTo>
                      <a:pt x="764" y="1"/>
                      <a:pt x="750" y="1"/>
                      <a:pt x="7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3" name="Google Shape;15243;p49"/>
              <p:cNvSpPr/>
              <p:nvPr/>
            </p:nvSpPr>
            <p:spPr>
              <a:xfrm>
                <a:off x="5170875" y="1013700"/>
                <a:ext cx="38575" cy="14750"/>
              </a:xfrm>
              <a:custGeom>
                <a:rect b="b" l="l" r="r" t="t"/>
                <a:pathLst>
                  <a:path extrusionOk="0" h="590" w="1543">
                    <a:moveTo>
                      <a:pt x="1400" y="0"/>
                    </a:moveTo>
                    <a:cubicBezTo>
                      <a:pt x="1373" y="0"/>
                      <a:pt x="1346" y="14"/>
                      <a:pt x="1323" y="48"/>
                    </a:cubicBezTo>
                    <a:cubicBezTo>
                      <a:pt x="1162" y="233"/>
                      <a:pt x="930" y="341"/>
                      <a:pt x="701" y="341"/>
                    </a:cubicBezTo>
                    <a:cubicBezTo>
                      <a:pt x="516" y="341"/>
                      <a:pt x="334" y="270"/>
                      <a:pt x="193" y="111"/>
                    </a:cubicBezTo>
                    <a:cubicBezTo>
                      <a:pt x="177" y="89"/>
                      <a:pt x="155" y="80"/>
                      <a:pt x="133" y="80"/>
                    </a:cubicBezTo>
                    <a:cubicBezTo>
                      <a:pt x="69" y="80"/>
                      <a:pt x="0" y="154"/>
                      <a:pt x="47" y="216"/>
                    </a:cubicBezTo>
                    <a:cubicBezTo>
                      <a:pt x="216" y="459"/>
                      <a:pt x="513" y="590"/>
                      <a:pt x="804" y="590"/>
                    </a:cubicBezTo>
                    <a:cubicBezTo>
                      <a:pt x="1088" y="590"/>
                      <a:pt x="1367" y="464"/>
                      <a:pt x="1512" y="195"/>
                    </a:cubicBezTo>
                    <a:cubicBezTo>
                      <a:pt x="1542" y="103"/>
                      <a:pt x="1472" y="0"/>
                      <a:pt x="14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4" name="Google Shape;15244;p49"/>
              <p:cNvSpPr/>
              <p:nvPr/>
            </p:nvSpPr>
            <p:spPr>
              <a:xfrm>
                <a:off x="5035500" y="498125"/>
                <a:ext cx="781525" cy="1320000"/>
              </a:xfrm>
              <a:custGeom>
                <a:rect b="b" l="l" r="r" t="t"/>
                <a:pathLst>
                  <a:path extrusionOk="0" h="52800" w="31261">
                    <a:moveTo>
                      <a:pt x="2403" y="527"/>
                    </a:moveTo>
                    <a:cubicBezTo>
                      <a:pt x="4263" y="527"/>
                      <a:pt x="6027" y="1314"/>
                      <a:pt x="7826" y="1798"/>
                    </a:cubicBezTo>
                    <a:cubicBezTo>
                      <a:pt x="9156" y="2158"/>
                      <a:pt x="10520" y="2307"/>
                      <a:pt x="11894" y="2307"/>
                    </a:cubicBezTo>
                    <a:cubicBezTo>
                      <a:pt x="12358" y="2307"/>
                      <a:pt x="12823" y="2290"/>
                      <a:pt x="13287" y="2258"/>
                    </a:cubicBezTo>
                    <a:cubicBezTo>
                      <a:pt x="16940" y="2046"/>
                      <a:pt x="20539" y="1066"/>
                      <a:pt x="24200" y="1066"/>
                    </a:cubicBezTo>
                    <a:cubicBezTo>
                      <a:pt x="24503" y="1066"/>
                      <a:pt x="24806" y="1072"/>
                      <a:pt x="25109" y="1087"/>
                    </a:cubicBezTo>
                    <a:cubicBezTo>
                      <a:pt x="26783" y="1170"/>
                      <a:pt x="29064" y="1526"/>
                      <a:pt x="29984" y="3158"/>
                    </a:cubicBezTo>
                    <a:cubicBezTo>
                      <a:pt x="30633" y="4330"/>
                      <a:pt x="29963" y="5648"/>
                      <a:pt x="28896" y="6255"/>
                    </a:cubicBezTo>
                    <a:cubicBezTo>
                      <a:pt x="28217" y="6629"/>
                      <a:pt x="27428" y="6746"/>
                      <a:pt x="26638" y="6746"/>
                    </a:cubicBezTo>
                    <a:cubicBezTo>
                      <a:pt x="26236" y="6746"/>
                      <a:pt x="25833" y="6716"/>
                      <a:pt x="25444" y="6673"/>
                    </a:cubicBezTo>
                    <a:cubicBezTo>
                      <a:pt x="21791" y="6287"/>
                      <a:pt x="18335" y="4651"/>
                      <a:pt x="14646" y="4651"/>
                    </a:cubicBezTo>
                    <a:cubicBezTo>
                      <a:pt x="14341" y="4651"/>
                      <a:pt x="14035" y="4662"/>
                      <a:pt x="13727" y="4686"/>
                    </a:cubicBezTo>
                    <a:cubicBezTo>
                      <a:pt x="11634" y="4853"/>
                      <a:pt x="9605" y="5502"/>
                      <a:pt x="7554" y="5920"/>
                    </a:cubicBezTo>
                    <a:cubicBezTo>
                      <a:pt x="6512" y="6148"/>
                      <a:pt x="5418" y="6323"/>
                      <a:pt x="4335" y="6323"/>
                    </a:cubicBezTo>
                    <a:cubicBezTo>
                      <a:pt x="4222" y="6323"/>
                      <a:pt x="4110" y="6322"/>
                      <a:pt x="3997" y="6318"/>
                    </a:cubicBezTo>
                    <a:cubicBezTo>
                      <a:pt x="3328" y="6297"/>
                      <a:pt x="2533" y="6234"/>
                      <a:pt x="1926" y="5899"/>
                    </a:cubicBezTo>
                    <a:cubicBezTo>
                      <a:pt x="1026" y="5418"/>
                      <a:pt x="168" y="4016"/>
                      <a:pt x="1403" y="3200"/>
                    </a:cubicBezTo>
                    <a:cubicBezTo>
                      <a:pt x="1528" y="3116"/>
                      <a:pt x="1549" y="2907"/>
                      <a:pt x="1403" y="2844"/>
                    </a:cubicBezTo>
                    <a:cubicBezTo>
                      <a:pt x="189" y="1882"/>
                      <a:pt x="378" y="1108"/>
                      <a:pt x="1947" y="543"/>
                    </a:cubicBezTo>
                    <a:cubicBezTo>
                      <a:pt x="2099" y="532"/>
                      <a:pt x="2251" y="527"/>
                      <a:pt x="2403" y="527"/>
                    </a:cubicBezTo>
                    <a:close/>
                    <a:moveTo>
                      <a:pt x="14670" y="5159"/>
                    </a:moveTo>
                    <a:cubicBezTo>
                      <a:pt x="14809" y="5159"/>
                      <a:pt x="14948" y="5162"/>
                      <a:pt x="15087" y="5167"/>
                    </a:cubicBezTo>
                    <a:cubicBezTo>
                      <a:pt x="17932" y="5271"/>
                      <a:pt x="20590" y="6297"/>
                      <a:pt x="23331" y="6883"/>
                    </a:cubicBezTo>
                    <a:cubicBezTo>
                      <a:pt x="24341" y="7094"/>
                      <a:pt x="25478" y="7319"/>
                      <a:pt x="26594" y="7319"/>
                    </a:cubicBezTo>
                    <a:cubicBezTo>
                      <a:pt x="26911" y="7319"/>
                      <a:pt x="27226" y="7301"/>
                      <a:pt x="27536" y="7259"/>
                    </a:cubicBezTo>
                    <a:cubicBezTo>
                      <a:pt x="27536" y="7280"/>
                      <a:pt x="27536" y="7280"/>
                      <a:pt x="27536" y="7301"/>
                    </a:cubicBezTo>
                    <a:cubicBezTo>
                      <a:pt x="28520" y="9707"/>
                      <a:pt x="28603" y="12093"/>
                      <a:pt x="28206" y="14478"/>
                    </a:cubicBezTo>
                    <a:cubicBezTo>
                      <a:pt x="27348" y="13390"/>
                      <a:pt x="25444" y="13411"/>
                      <a:pt x="24210" y="13390"/>
                    </a:cubicBezTo>
                    <a:cubicBezTo>
                      <a:pt x="24117" y="13388"/>
                      <a:pt x="24025" y="13387"/>
                      <a:pt x="23933" y="13387"/>
                    </a:cubicBezTo>
                    <a:cubicBezTo>
                      <a:pt x="21580" y="13387"/>
                      <a:pt x="19266" y="13892"/>
                      <a:pt x="16991" y="14436"/>
                    </a:cubicBezTo>
                    <a:cubicBezTo>
                      <a:pt x="13984" y="15165"/>
                      <a:pt x="10977" y="15935"/>
                      <a:pt x="7975" y="15935"/>
                    </a:cubicBezTo>
                    <a:cubicBezTo>
                      <a:pt x="6235" y="15935"/>
                      <a:pt x="4498" y="15676"/>
                      <a:pt x="2763" y="15001"/>
                    </a:cubicBezTo>
                    <a:cubicBezTo>
                      <a:pt x="2386" y="12260"/>
                      <a:pt x="2554" y="9519"/>
                      <a:pt x="2972" y="6715"/>
                    </a:cubicBezTo>
                    <a:cubicBezTo>
                      <a:pt x="3354" y="6778"/>
                      <a:pt x="3749" y="6803"/>
                      <a:pt x="4145" y="6803"/>
                    </a:cubicBezTo>
                    <a:cubicBezTo>
                      <a:pt x="5072" y="6803"/>
                      <a:pt x="6003" y="6665"/>
                      <a:pt x="6780" y="6548"/>
                    </a:cubicBezTo>
                    <a:cubicBezTo>
                      <a:pt x="9427" y="6090"/>
                      <a:pt x="11979" y="5159"/>
                      <a:pt x="14670" y="5159"/>
                    </a:cubicBezTo>
                    <a:close/>
                    <a:moveTo>
                      <a:pt x="24317" y="13919"/>
                    </a:moveTo>
                    <a:cubicBezTo>
                      <a:pt x="25798" y="13919"/>
                      <a:pt x="27230" y="14196"/>
                      <a:pt x="28018" y="15147"/>
                    </a:cubicBezTo>
                    <a:cubicBezTo>
                      <a:pt x="28039" y="15168"/>
                      <a:pt x="28059" y="15189"/>
                      <a:pt x="28080" y="15210"/>
                    </a:cubicBezTo>
                    <a:cubicBezTo>
                      <a:pt x="27285" y="19081"/>
                      <a:pt x="25318" y="22889"/>
                      <a:pt x="23896" y="26488"/>
                    </a:cubicBezTo>
                    <a:cubicBezTo>
                      <a:pt x="22766" y="29396"/>
                      <a:pt x="21971" y="32409"/>
                      <a:pt x="22138" y="35569"/>
                    </a:cubicBezTo>
                    <a:cubicBezTo>
                      <a:pt x="22326" y="38875"/>
                      <a:pt x="23498" y="41846"/>
                      <a:pt x="24544" y="44943"/>
                    </a:cubicBezTo>
                    <a:cubicBezTo>
                      <a:pt x="24858" y="45905"/>
                      <a:pt x="25151" y="47035"/>
                      <a:pt x="24607" y="47997"/>
                    </a:cubicBezTo>
                    <a:cubicBezTo>
                      <a:pt x="24189" y="48793"/>
                      <a:pt x="23331" y="49253"/>
                      <a:pt x="22494" y="49546"/>
                    </a:cubicBezTo>
                    <a:cubicBezTo>
                      <a:pt x="20799" y="50174"/>
                      <a:pt x="18895" y="50383"/>
                      <a:pt x="17095" y="50446"/>
                    </a:cubicBezTo>
                    <a:cubicBezTo>
                      <a:pt x="16881" y="50451"/>
                      <a:pt x="16667" y="50453"/>
                      <a:pt x="16452" y="50453"/>
                    </a:cubicBezTo>
                    <a:cubicBezTo>
                      <a:pt x="14884" y="50453"/>
                      <a:pt x="13308" y="50314"/>
                      <a:pt x="11781" y="49964"/>
                    </a:cubicBezTo>
                    <a:cubicBezTo>
                      <a:pt x="10965" y="49797"/>
                      <a:pt x="10065" y="49567"/>
                      <a:pt x="9479" y="48939"/>
                    </a:cubicBezTo>
                    <a:cubicBezTo>
                      <a:pt x="8580" y="47935"/>
                      <a:pt x="8956" y="46512"/>
                      <a:pt x="9228" y="45361"/>
                    </a:cubicBezTo>
                    <a:cubicBezTo>
                      <a:pt x="10002" y="42244"/>
                      <a:pt x="10316" y="39126"/>
                      <a:pt x="9877" y="35945"/>
                    </a:cubicBezTo>
                    <a:cubicBezTo>
                      <a:pt x="9500" y="33121"/>
                      <a:pt x="8559" y="30464"/>
                      <a:pt x="7450" y="27869"/>
                    </a:cubicBezTo>
                    <a:cubicBezTo>
                      <a:pt x="6132" y="24730"/>
                      <a:pt x="4541" y="21697"/>
                      <a:pt x="3516" y="18432"/>
                    </a:cubicBezTo>
                    <a:cubicBezTo>
                      <a:pt x="3202" y="17428"/>
                      <a:pt x="2972" y="16424"/>
                      <a:pt x="2826" y="15399"/>
                    </a:cubicBezTo>
                    <a:lnTo>
                      <a:pt x="2826" y="15399"/>
                    </a:lnTo>
                    <a:cubicBezTo>
                      <a:pt x="4513" y="16221"/>
                      <a:pt x="6356" y="16526"/>
                      <a:pt x="8223" y="16526"/>
                    </a:cubicBezTo>
                    <a:cubicBezTo>
                      <a:pt x="10106" y="16526"/>
                      <a:pt x="12014" y="16216"/>
                      <a:pt x="13810" y="15817"/>
                    </a:cubicBezTo>
                    <a:cubicBezTo>
                      <a:pt x="16070" y="15336"/>
                      <a:pt x="18309" y="14687"/>
                      <a:pt x="20590" y="14310"/>
                    </a:cubicBezTo>
                    <a:cubicBezTo>
                      <a:pt x="21569" y="14151"/>
                      <a:pt x="22963" y="13919"/>
                      <a:pt x="24317" y="13919"/>
                    </a:cubicBezTo>
                    <a:close/>
                    <a:moveTo>
                      <a:pt x="30005" y="6046"/>
                    </a:moveTo>
                    <a:cubicBezTo>
                      <a:pt x="30403" y="9603"/>
                      <a:pt x="30298" y="13202"/>
                      <a:pt x="29671" y="16717"/>
                    </a:cubicBezTo>
                    <a:cubicBezTo>
                      <a:pt x="28980" y="20504"/>
                      <a:pt x="27578" y="23935"/>
                      <a:pt x="26009" y="27430"/>
                    </a:cubicBezTo>
                    <a:cubicBezTo>
                      <a:pt x="24691" y="30401"/>
                      <a:pt x="24042" y="33477"/>
                      <a:pt x="24147" y="36741"/>
                    </a:cubicBezTo>
                    <a:cubicBezTo>
                      <a:pt x="24189" y="38352"/>
                      <a:pt x="24377" y="39963"/>
                      <a:pt x="24670" y="41532"/>
                    </a:cubicBezTo>
                    <a:cubicBezTo>
                      <a:pt x="24900" y="42808"/>
                      <a:pt x="25277" y="44085"/>
                      <a:pt x="25570" y="45382"/>
                    </a:cubicBezTo>
                    <a:cubicBezTo>
                      <a:pt x="25737" y="46031"/>
                      <a:pt x="25862" y="46700"/>
                      <a:pt x="25925" y="47370"/>
                    </a:cubicBezTo>
                    <a:cubicBezTo>
                      <a:pt x="26114" y="49609"/>
                      <a:pt x="25151" y="51115"/>
                      <a:pt x="22912" y="51555"/>
                    </a:cubicBezTo>
                    <a:cubicBezTo>
                      <a:pt x="20820" y="51973"/>
                      <a:pt x="18665" y="52140"/>
                      <a:pt x="16531" y="52182"/>
                    </a:cubicBezTo>
                    <a:cubicBezTo>
                      <a:pt x="16347" y="52184"/>
                      <a:pt x="16163" y="52185"/>
                      <a:pt x="15979" y="52185"/>
                    </a:cubicBezTo>
                    <a:cubicBezTo>
                      <a:pt x="14234" y="52185"/>
                      <a:pt x="12476" y="52091"/>
                      <a:pt x="10735" y="51827"/>
                    </a:cubicBezTo>
                    <a:cubicBezTo>
                      <a:pt x="8726" y="51513"/>
                      <a:pt x="6864" y="50718"/>
                      <a:pt x="6696" y="48395"/>
                    </a:cubicBezTo>
                    <a:cubicBezTo>
                      <a:pt x="6571" y="46575"/>
                      <a:pt x="7178" y="44692"/>
                      <a:pt x="7554" y="42934"/>
                    </a:cubicBezTo>
                    <a:cubicBezTo>
                      <a:pt x="7931" y="41135"/>
                      <a:pt x="8287" y="39293"/>
                      <a:pt x="8328" y="37452"/>
                    </a:cubicBezTo>
                    <a:cubicBezTo>
                      <a:pt x="8412" y="34376"/>
                      <a:pt x="7408" y="31489"/>
                      <a:pt x="6111" y="28748"/>
                    </a:cubicBezTo>
                    <a:cubicBezTo>
                      <a:pt x="4562" y="25463"/>
                      <a:pt x="2658" y="22282"/>
                      <a:pt x="1821" y="18704"/>
                    </a:cubicBezTo>
                    <a:cubicBezTo>
                      <a:pt x="880" y="14582"/>
                      <a:pt x="1382" y="10398"/>
                      <a:pt x="1612" y="6234"/>
                    </a:cubicBezTo>
                    <a:lnTo>
                      <a:pt x="1612" y="6234"/>
                    </a:lnTo>
                    <a:cubicBezTo>
                      <a:pt x="1947" y="6422"/>
                      <a:pt x="2323" y="6569"/>
                      <a:pt x="2721" y="6652"/>
                    </a:cubicBezTo>
                    <a:cubicBezTo>
                      <a:pt x="2030" y="10105"/>
                      <a:pt x="1779" y="13494"/>
                      <a:pt x="2616" y="16947"/>
                    </a:cubicBezTo>
                    <a:cubicBezTo>
                      <a:pt x="3391" y="20148"/>
                      <a:pt x="4792" y="23161"/>
                      <a:pt x="6132" y="26153"/>
                    </a:cubicBezTo>
                    <a:cubicBezTo>
                      <a:pt x="7596" y="29438"/>
                      <a:pt x="9019" y="32786"/>
                      <a:pt x="9437" y="36406"/>
                    </a:cubicBezTo>
                    <a:cubicBezTo>
                      <a:pt x="9668" y="38435"/>
                      <a:pt x="9626" y="40486"/>
                      <a:pt x="9333" y="42495"/>
                    </a:cubicBezTo>
                    <a:cubicBezTo>
                      <a:pt x="9082" y="44085"/>
                      <a:pt x="8370" y="45717"/>
                      <a:pt x="8391" y="47328"/>
                    </a:cubicBezTo>
                    <a:cubicBezTo>
                      <a:pt x="8454" y="50446"/>
                      <a:pt x="12283" y="50718"/>
                      <a:pt x="14647" y="50885"/>
                    </a:cubicBezTo>
                    <a:cubicBezTo>
                      <a:pt x="15241" y="50930"/>
                      <a:pt x="15837" y="50954"/>
                      <a:pt x="16433" y="50954"/>
                    </a:cubicBezTo>
                    <a:cubicBezTo>
                      <a:pt x="17499" y="50954"/>
                      <a:pt x="18568" y="50879"/>
                      <a:pt x="19627" y="50718"/>
                    </a:cubicBezTo>
                    <a:cubicBezTo>
                      <a:pt x="21113" y="50508"/>
                      <a:pt x="22766" y="50236"/>
                      <a:pt x="24021" y="49378"/>
                    </a:cubicBezTo>
                    <a:cubicBezTo>
                      <a:pt x="25486" y="48353"/>
                      <a:pt x="25590" y="46930"/>
                      <a:pt x="25235" y="45445"/>
                    </a:cubicBezTo>
                    <a:cubicBezTo>
                      <a:pt x="24942" y="44148"/>
                      <a:pt x="24293" y="42808"/>
                      <a:pt x="23917" y="41679"/>
                    </a:cubicBezTo>
                    <a:cubicBezTo>
                      <a:pt x="22619" y="37703"/>
                      <a:pt x="22243" y="33728"/>
                      <a:pt x="23393" y="29668"/>
                    </a:cubicBezTo>
                    <a:cubicBezTo>
                      <a:pt x="25444" y="22387"/>
                      <a:pt x="31261" y="15001"/>
                      <a:pt x="28080" y="7155"/>
                    </a:cubicBezTo>
                    <a:cubicBezTo>
                      <a:pt x="28583" y="7029"/>
                      <a:pt x="29043" y="6841"/>
                      <a:pt x="29461" y="6548"/>
                    </a:cubicBezTo>
                    <a:cubicBezTo>
                      <a:pt x="29671" y="6401"/>
                      <a:pt x="29859" y="6234"/>
                      <a:pt x="30005" y="6046"/>
                    </a:cubicBezTo>
                    <a:close/>
                    <a:moveTo>
                      <a:pt x="2423" y="1"/>
                    </a:moveTo>
                    <a:cubicBezTo>
                      <a:pt x="1998" y="1"/>
                      <a:pt x="1568" y="38"/>
                      <a:pt x="1131" y="124"/>
                    </a:cubicBezTo>
                    <a:cubicBezTo>
                      <a:pt x="942" y="145"/>
                      <a:pt x="922" y="313"/>
                      <a:pt x="963" y="438"/>
                    </a:cubicBezTo>
                    <a:cubicBezTo>
                      <a:pt x="106" y="982"/>
                      <a:pt x="1" y="2300"/>
                      <a:pt x="963" y="3033"/>
                    </a:cubicBezTo>
                    <a:cubicBezTo>
                      <a:pt x="126" y="3786"/>
                      <a:pt x="252" y="5104"/>
                      <a:pt x="1110" y="5878"/>
                    </a:cubicBezTo>
                    <a:cubicBezTo>
                      <a:pt x="1173" y="5941"/>
                      <a:pt x="1235" y="5983"/>
                      <a:pt x="1319" y="6046"/>
                    </a:cubicBezTo>
                    <a:cubicBezTo>
                      <a:pt x="775" y="9645"/>
                      <a:pt x="461" y="13348"/>
                      <a:pt x="942" y="16968"/>
                    </a:cubicBezTo>
                    <a:cubicBezTo>
                      <a:pt x="1445" y="20567"/>
                      <a:pt x="2972" y="23747"/>
                      <a:pt x="4583" y="26969"/>
                    </a:cubicBezTo>
                    <a:cubicBezTo>
                      <a:pt x="6278" y="30359"/>
                      <a:pt x="7868" y="33832"/>
                      <a:pt x="7701" y="37703"/>
                    </a:cubicBezTo>
                    <a:cubicBezTo>
                      <a:pt x="7617" y="39921"/>
                      <a:pt x="7094" y="42076"/>
                      <a:pt x="6634" y="44231"/>
                    </a:cubicBezTo>
                    <a:cubicBezTo>
                      <a:pt x="6299" y="45780"/>
                      <a:pt x="5839" y="47516"/>
                      <a:pt x="6152" y="49106"/>
                    </a:cubicBezTo>
                    <a:cubicBezTo>
                      <a:pt x="6801" y="52329"/>
                      <a:pt x="10630" y="52538"/>
                      <a:pt x="13287" y="52705"/>
                    </a:cubicBezTo>
                    <a:cubicBezTo>
                      <a:pt x="14206" y="52768"/>
                      <a:pt x="15128" y="52800"/>
                      <a:pt x="16051" y="52800"/>
                    </a:cubicBezTo>
                    <a:cubicBezTo>
                      <a:pt x="17293" y="52800"/>
                      <a:pt x="18537" y="52742"/>
                      <a:pt x="19774" y="52622"/>
                    </a:cubicBezTo>
                    <a:cubicBezTo>
                      <a:pt x="21364" y="52475"/>
                      <a:pt x="23373" y="52433"/>
                      <a:pt x="24754" y="51638"/>
                    </a:cubicBezTo>
                    <a:cubicBezTo>
                      <a:pt x="27599" y="49985"/>
                      <a:pt x="26323" y="46156"/>
                      <a:pt x="25758" y="43687"/>
                    </a:cubicBezTo>
                    <a:cubicBezTo>
                      <a:pt x="24795" y="39649"/>
                      <a:pt x="24293" y="35339"/>
                      <a:pt x="25298" y="31259"/>
                    </a:cubicBezTo>
                    <a:cubicBezTo>
                      <a:pt x="25883" y="28915"/>
                      <a:pt x="27034" y="26823"/>
                      <a:pt x="27955" y="24626"/>
                    </a:cubicBezTo>
                    <a:cubicBezTo>
                      <a:pt x="28792" y="22659"/>
                      <a:pt x="29461" y="20608"/>
                      <a:pt x="29943" y="18516"/>
                    </a:cubicBezTo>
                    <a:cubicBezTo>
                      <a:pt x="30905" y="14248"/>
                      <a:pt x="31114" y="9833"/>
                      <a:pt x="30570" y="5481"/>
                    </a:cubicBezTo>
                    <a:cubicBezTo>
                      <a:pt x="30570" y="5418"/>
                      <a:pt x="30549" y="5376"/>
                      <a:pt x="30508" y="5334"/>
                    </a:cubicBezTo>
                    <a:cubicBezTo>
                      <a:pt x="30905" y="4518"/>
                      <a:pt x="30926" y="3577"/>
                      <a:pt x="30382" y="2740"/>
                    </a:cubicBezTo>
                    <a:cubicBezTo>
                      <a:pt x="29214" y="909"/>
                      <a:pt x="26918" y="405"/>
                      <a:pt x="24544" y="405"/>
                    </a:cubicBezTo>
                    <a:cubicBezTo>
                      <a:pt x="22495" y="405"/>
                      <a:pt x="20387" y="780"/>
                      <a:pt x="18895" y="1003"/>
                    </a:cubicBezTo>
                    <a:cubicBezTo>
                      <a:pt x="16606" y="1337"/>
                      <a:pt x="14273" y="1758"/>
                      <a:pt x="11952" y="1758"/>
                    </a:cubicBezTo>
                    <a:cubicBezTo>
                      <a:pt x="11069" y="1758"/>
                      <a:pt x="10188" y="1697"/>
                      <a:pt x="9312" y="1547"/>
                    </a:cubicBezTo>
                    <a:cubicBezTo>
                      <a:pt x="6971" y="1157"/>
                      <a:pt x="4781" y="1"/>
                      <a:pt x="24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48" name="Shape 15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49" name="Google Shape;15249;p50"/>
          <p:cNvSpPr txBox="1"/>
          <p:nvPr>
            <p:ph type="title"/>
          </p:nvPr>
        </p:nvSpPr>
        <p:spPr>
          <a:xfrm>
            <a:off x="2743799" y="1524190"/>
            <a:ext cx="3656400" cy="11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hanks!</a:t>
            </a:r>
            <a:endParaRPr/>
          </a:p>
        </p:txBody>
      </p:sp>
      <p:sp>
        <p:nvSpPr>
          <p:cNvPr id="15250" name="Google Shape;15250;p50"/>
          <p:cNvSpPr txBox="1"/>
          <p:nvPr>
            <p:ph idx="1" type="subTitle"/>
          </p:nvPr>
        </p:nvSpPr>
        <p:spPr>
          <a:xfrm>
            <a:off x="2743801" y="2741818"/>
            <a:ext cx="3656400" cy="87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</p:txBody>
      </p:sp>
      <p:sp>
        <p:nvSpPr>
          <p:cNvPr id="15251" name="Google Shape;15251;p50"/>
          <p:cNvSpPr txBox="1"/>
          <p:nvPr>
            <p:ph idx="4294967295" type="subTitle"/>
          </p:nvPr>
        </p:nvSpPr>
        <p:spPr>
          <a:xfrm>
            <a:off x="2743800" y="4299878"/>
            <a:ext cx="3656400" cy="12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Please keep this slide for attribution</a:t>
            </a:r>
            <a:endParaRPr sz="1000"/>
          </a:p>
        </p:txBody>
      </p:sp>
      <p:grpSp>
        <p:nvGrpSpPr>
          <p:cNvPr id="15252" name="Google Shape;15252;p50"/>
          <p:cNvGrpSpPr/>
          <p:nvPr/>
        </p:nvGrpSpPr>
        <p:grpSpPr>
          <a:xfrm rot="-666433">
            <a:off x="1741825" y="1294990"/>
            <a:ext cx="622870" cy="812229"/>
            <a:chOff x="6257138" y="1745138"/>
            <a:chExt cx="2006575" cy="2616595"/>
          </a:xfrm>
        </p:grpSpPr>
        <p:grpSp>
          <p:nvGrpSpPr>
            <p:cNvPr id="15253" name="Google Shape;15253;p50"/>
            <p:cNvGrpSpPr/>
            <p:nvPr/>
          </p:nvGrpSpPr>
          <p:grpSpPr>
            <a:xfrm>
              <a:off x="6257138" y="1745138"/>
              <a:ext cx="2006575" cy="2616595"/>
              <a:chOff x="6619525" y="2108675"/>
              <a:chExt cx="2006575" cy="2616595"/>
            </a:xfrm>
          </p:grpSpPr>
          <p:sp>
            <p:nvSpPr>
              <p:cNvPr id="15254" name="Google Shape;15254;p50"/>
              <p:cNvSpPr/>
              <p:nvPr/>
            </p:nvSpPr>
            <p:spPr>
              <a:xfrm>
                <a:off x="8033971" y="2879012"/>
                <a:ext cx="559220" cy="1411251"/>
              </a:xfrm>
              <a:custGeom>
                <a:rect b="b" l="l" r="r" t="t"/>
                <a:pathLst>
                  <a:path extrusionOk="0" h="44365" w="17580">
                    <a:moveTo>
                      <a:pt x="8375" y="0"/>
                    </a:moveTo>
                    <a:cubicBezTo>
                      <a:pt x="5688" y="0"/>
                      <a:pt x="3648" y="1357"/>
                      <a:pt x="1868" y="3170"/>
                    </a:cubicBezTo>
                    <a:cubicBezTo>
                      <a:pt x="1768" y="3971"/>
                      <a:pt x="1668" y="4771"/>
                      <a:pt x="1601" y="5538"/>
                    </a:cubicBezTo>
                    <a:cubicBezTo>
                      <a:pt x="1435" y="6939"/>
                      <a:pt x="1335" y="8307"/>
                      <a:pt x="1201" y="9708"/>
                    </a:cubicBezTo>
                    <a:cubicBezTo>
                      <a:pt x="2596" y="7187"/>
                      <a:pt x="4810" y="4817"/>
                      <a:pt x="7531" y="4817"/>
                    </a:cubicBezTo>
                    <a:cubicBezTo>
                      <a:pt x="8195" y="4817"/>
                      <a:pt x="8888" y="4958"/>
                      <a:pt x="9607" y="5272"/>
                    </a:cubicBezTo>
                    <a:cubicBezTo>
                      <a:pt x="14077" y="7273"/>
                      <a:pt x="13743" y="14712"/>
                      <a:pt x="13510" y="18648"/>
                    </a:cubicBezTo>
                    <a:cubicBezTo>
                      <a:pt x="13343" y="21683"/>
                      <a:pt x="12809" y="24685"/>
                      <a:pt x="12042" y="27621"/>
                    </a:cubicBezTo>
                    <a:cubicBezTo>
                      <a:pt x="11308" y="30456"/>
                      <a:pt x="10474" y="33658"/>
                      <a:pt x="8640" y="36027"/>
                    </a:cubicBezTo>
                    <a:cubicBezTo>
                      <a:pt x="7393" y="37627"/>
                      <a:pt x="5136" y="38774"/>
                      <a:pt x="3119" y="38774"/>
                    </a:cubicBezTo>
                    <a:cubicBezTo>
                      <a:pt x="1899" y="38774"/>
                      <a:pt x="767" y="38354"/>
                      <a:pt x="0" y="37361"/>
                    </a:cubicBezTo>
                    <a:lnTo>
                      <a:pt x="0" y="37361"/>
                    </a:lnTo>
                    <a:cubicBezTo>
                      <a:pt x="0" y="39129"/>
                      <a:pt x="0" y="40864"/>
                      <a:pt x="34" y="42632"/>
                    </a:cubicBezTo>
                    <a:cubicBezTo>
                      <a:pt x="1436" y="43852"/>
                      <a:pt x="2944" y="44364"/>
                      <a:pt x="4444" y="44364"/>
                    </a:cubicBezTo>
                    <a:cubicBezTo>
                      <a:pt x="8188" y="44364"/>
                      <a:pt x="11876" y="41172"/>
                      <a:pt x="13710" y="37861"/>
                    </a:cubicBezTo>
                    <a:cubicBezTo>
                      <a:pt x="16412" y="32958"/>
                      <a:pt x="17279" y="27187"/>
                      <a:pt x="17479" y="21650"/>
                    </a:cubicBezTo>
                    <a:cubicBezTo>
                      <a:pt x="17580" y="18848"/>
                      <a:pt x="17546" y="16013"/>
                      <a:pt x="17446" y="13177"/>
                    </a:cubicBezTo>
                    <a:cubicBezTo>
                      <a:pt x="17313" y="10208"/>
                      <a:pt x="17079" y="7140"/>
                      <a:pt x="15611" y="4504"/>
                    </a:cubicBezTo>
                    <a:cubicBezTo>
                      <a:pt x="14177" y="1836"/>
                      <a:pt x="11542" y="34"/>
                      <a:pt x="8473" y="1"/>
                    </a:cubicBezTo>
                    <a:cubicBezTo>
                      <a:pt x="8440" y="1"/>
                      <a:pt x="8408" y="0"/>
                      <a:pt x="83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5" name="Google Shape;15255;p50"/>
              <p:cNvSpPr/>
              <p:nvPr/>
            </p:nvSpPr>
            <p:spPr>
              <a:xfrm>
                <a:off x="6804180" y="2573447"/>
                <a:ext cx="1318970" cy="2119309"/>
              </a:xfrm>
              <a:custGeom>
                <a:rect b="b" l="l" r="r" t="t"/>
                <a:pathLst>
                  <a:path extrusionOk="0" h="66624" w="41464">
                    <a:moveTo>
                      <a:pt x="14856" y="4414"/>
                    </a:moveTo>
                    <a:cubicBezTo>
                      <a:pt x="14990" y="4414"/>
                      <a:pt x="15103" y="4543"/>
                      <a:pt x="15011" y="4704"/>
                    </a:cubicBezTo>
                    <a:cubicBezTo>
                      <a:pt x="14911" y="5004"/>
                      <a:pt x="15078" y="5437"/>
                      <a:pt x="15411" y="5437"/>
                    </a:cubicBezTo>
                    <a:cubicBezTo>
                      <a:pt x="15432" y="5441"/>
                      <a:pt x="15452" y="5443"/>
                      <a:pt x="15472" y="5443"/>
                    </a:cubicBezTo>
                    <a:cubicBezTo>
                      <a:pt x="15639" y="5443"/>
                      <a:pt x="15755" y="5320"/>
                      <a:pt x="15845" y="5171"/>
                    </a:cubicBezTo>
                    <a:cubicBezTo>
                      <a:pt x="15912" y="5037"/>
                      <a:pt x="15845" y="4870"/>
                      <a:pt x="15912" y="4704"/>
                    </a:cubicBezTo>
                    <a:cubicBezTo>
                      <a:pt x="15960" y="4608"/>
                      <a:pt x="16042" y="4529"/>
                      <a:pt x="16133" y="4529"/>
                    </a:cubicBezTo>
                    <a:cubicBezTo>
                      <a:pt x="16170" y="4529"/>
                      <a:pt x="16207" y="4542"/>
                      <a:pt x="16245" y="4570"/>
                    </a:cubicBezTo>
                    <a:cubicBezTo>
                      <a:pt x="16546" y="4770"/>
                      <a:pt x="16445" y="5237"/>
                      <a:pt x="16279" y="5504"/>
                    </a:cubicBezTo>
                    <a:cubicBezTo>
                      <a:pt x="16093" y="5782"/>
                      <a:pt x="15793" y="5975"/>
                      <a:pt x="15458" y="5975"/>
                    </a:cubicBezTo>
                    <a:cubicBezTo>
                      <a:pt x="15431" y="5975"/>
                      <a:pt x="15405" y="5974"/>
                      <a:pt x="15378" y="5971"/>
                    </a:cubicBezTo>
                    <a:cubicBezTo>
                      <a:pt x="14711" y="5904"/>
                      <a:pt x="14311" y="5070"/>
                      <a:pt x="14678" y="4503"/>
                    </a:cubicBezTo>
                    <a:cubicBezTo>
                      <a:pt x="14730" y="4441"/>
                      <a:pt x="14795" y="4414"/>
                      <a:pt x="14856" y="4414"/>
                    </a:cubicBezTo>
                    <a:close/>
                    <a:moveTo>
                      <a:pt x="3839" y="2235"/>
                    </a:moveTo>
                    <a:cubicBezTo>
                      <a:pt x="4071" y="2235"/>
                      <a:pt x="4313" y="2314"/>
                      <a:pt x="4504" y="2469"/>
                    </a:cubicBezTo>
                    <a:cubicBezTo>
                      <a:pt x="5638" y="3403"/>
                      <a:pt x="5438" y="5938"/>
                      <a:pt x="5371" y="7205"/>
                    </a:cubicBezTo>
                    <a:cubicBezTo>
                      <a:pt x="5345" y="7717"/>
                      <a:pt x="5124" y="8680"/>
                      <a:pt x="4585" y="8680"/>
                    </a:cubicBezTo>
                    <a:cubicBezTo>
                      <a:pt x="4422" y="8680"/>
                      <a:pt x="4229" y="8591"/>
                      <a:pt x="4003" y="8373"/>
                    </a:cubicBezTo>
                    <a:cubicBezTo>
                      <a:pt x="3536" y="7973"/>
                      <a:pt x="3403" y="7072"/>
                      <a:pt x="3303" y="6538"/>
                    </a:cubicBezTo>
                    <a:cubicBezTo>
                      <a:pt x="3069" y="5604"/>
                      <a:pt x="3036" y="4670"/>
                      <a:pt x="3069" y="3703"/>
                    </a:cubicBezTo>
                    <a:cubicBezTo>
                      <a:pt x="3069" y="3619"/>
                      <a:pt x="3128" y="3578"/>
                      <a:pt x="3186" y="3578"/>
                    </a:cubicBezTo>
                    <a:cubicBezTo>
                      <a:pt x="3244" y="3578"/>
                      <a:pt x="3303" y="3619"/>
                      <a:pt x="3303" y="3703"/>
                    </a:cubicBezTo>
                    <a:cubicBezTo>
                      <a:pt x="3403" y="4570"/>
                      <a:pt x="3570" y="5371"/>
                      <a:pt x="3770" y="6205"/>
                    </a:cubicBezTo>
                    <a:cubicBezTo>
                      <a:pt x="3836" y="6505"/>
                      <a:pt x="3870" y="6905"/>
                      <a:pt x="4003" y="7172"/>
                    </a:cubicBezTo>
                    <a:cubicBezTo>
                      <a:pt x="4107" y="7328"/>
                      <a:pt x="4313" y="7709"/>
                      <a:pt x="4558" y="7709"/>
                    </a:cubicBezTo>
                    <a:cubicBezTo>
                      <a:pt x="4626" y="7709"/>
                      <a:pt x="4697" y="7679"/>
                      <a:pt x="4770" y="7606"/>
                    </a:cubicBezTo>
                    <a:cubicBezTo>
                      <a:pt x="5004" y="7439"/>
                      <a:pt x="4837" y="5738"/>
                      <a:pt x="4837" y="5504"/>
                    </a:cubicBezTo>
                    <a:cubicBezTo>
                      <a:pt x="4804" y="5004"/>
                      <a:pt x="4770" y="4570"/>
                      <a:pt x="4637" y="4103"/>
                    </a:cubicBezTo>
                    <a:cubicBezTo>
                      <a:pt x="4637" y="4025"/>
                      <a:pt x="4191" y="2690"/>
                      <a:pt x="3805" y="2690"/>
                    </a:cubicBezTo>
                    <a:cubicBezTo>
                      <a:pt x="3696" y="2690"/>
                      <a:pt x="3591" y="2797"/>
                      <a:pt x="3503" y="3069"/>
                    </a:cubicBezTo>
                    <a:cubicBezTo>
                      <a:pt x="3473" y="3174"/>
                      <a:pt x="3382" y="3225"/>
                      <a:pt x="3288" y="3225"/>
                    </a:cubicBezTo>
                    <a:cubicBezTo>
                      <a:pt x="3173" y="3225"/>
                      <a:pt x="3054" y="3149"/>
                      <a:pt x="3036" y="3002"/>
                    </a:cubicBezTo>
                    <a:cubicBezTo>
                      <a:pt x="3036" y="2488"/>
                      <a:pt x="3421" y="2235"/>
                      <a:pt x="3839" y="2235"/>
                    </a:cubicBezTo>
                    <a:close/>
                    <a:moveTo>
                      <a:pt x="3463" y="58502"/>
                    </a:moveTo>
                    <a:cubicBezTo>
                      <a:pt x="3520" y="58502"/>
                      <a:pt x="3570" y="58585"/>
                      <a:pt x="3570" y="58642"/>
                    </a:cubicBezTo>
                    <a:cubicBezTo>
                      <a:pt x="3570" y="58809"/>
                      <a:pt x="3470" y="58976"/>
                      <a:pt x="3503" y="59143"/>
                    </a:cubicBezTo>
                    <a:cubicBezTo>
                      <a:pt x="3536" y="59309"/>
                      <a:pt x="3603" y="59476"/>
                      <a:pt x="3770" y="59543"/>
                    </a:cubicBezTo>
                    <a:cubicBezTo>
                      <a:pt x="3814" y="59557"/>
                      <a:pt x="3857" y="59564"/>
                      <a:pt x="3901" y="59564"/>
                    </a:cubicBezTo>
                    <a:cubicBezTo>
                      <a:pt x="4054" y="59564"/>
                      <a:pt x="4199" y="59480"/>
                      <a:pt x="4303" y="59376"/>
                    </a:cubicBezTo>
                    <a:cubicBezTo>
                      <a:pt x="4370" y="59276"/>
                      <a:pt x="4437" y="59176"/>
                      <a:pt x="4437" y="59076"/>
                    </a:cubicBezTo>
                    <a:cubicBezTo>
                      <a:pt x="4437" y="58942"/>
                      <a:pt x="4337" y="58809"/>
                      <a:pt x="4303" y="58709"/>
                    </a:cubicBezTo>
                    <a:cubicBezTo>
                      <a:pt x="4281" y="58620"/>
                      <a:pt x="4333" y="58575"/>
                      <a:pt x="4390" y="58575"/>
                    </a:cubicBezTo>
                    <a:cubicBezTo>
                      <a:pt x="4418" y="58575"/>
                      <a:pt x="4448" y="58587"/>
                      <a:pt x="4470" y="58609"/>
                    </a:cubicBezTo>
                    <a:cubicBezTo>
                      <a:pt x="4637" y="58742"/>
                      <a:pt x="4737" y="58876"/>
                      <a:pt x="4770" y="59076"/>
                    </a:cubicBezTo>
                    <a:cubicBezTo>
                      <a:pt x="4804" y="59276"/>
                      <a:pt x="4737" y="59443"/>
                      <a:pt x="4637" y="59610"/>
                    </a:cubicBezTo>
                    <a:cubicBezTo>
                      <a:pt x="4472" y="59857"/>
                      <a:pt x="4172" y="60036"/>
                      <a:pt x="3866" y="60036"/>
                    </a:cubicBezTo>
                    <a:cubicBezTo>
                      <a:pt x="3801" y="60036"/>
                      <a:pt x="3735" y="60028"/>
                      <a:pt x="3670" y="60010"/>
                    </a:cubicBezTo>
                    <a:cubicBezTo>
                      <a:pt x="3336" y="59910"/>
                      <a:pt x="3103" y="59610"/>
                      <a:pt x="3069" y="59276"/>
                    </a:cubicBezTo>
                    <a:cubicBezTo>
                      <a:pt x="3003" y="58976"/>
                      <a:pt x="3069" y="58542"/>
                      <a:pt x="3436" y="58509"/>
                    </a:cubicBezTo>
                    <a:cubicBezTo>
                      <a:pt x="3445" y="58504"/>
                      <a:pt x="3454" y="58502"/>
                      <a:pt x="3463" y="58502"/>
                    </a:cubicBezTo>
                    <a:close/>
                    <a:moveTo>
                      <a:pt x="3770" y="9874"/>
                    </a:moveTo>
                    <a:cubicBezTo>
                      <a:pt x="9374" y="10074"/>
                      <a:pt x="14944" y="10674"/>
                      <a:pt x="20548" y="10808"/>
                    </a:cubicBezTo>
                    <a:cubicBezTo>
                      <a:pt x="21510" y="10836"/>
                      <a:pt x="22467" y="10850"/>
                      <a:pt x="23422" y="10850"/>
                    </a:cubicBezTo>
                    <a:cubicBezTo>
                      <a:pt x="28066" y="10850"/>
                      <a:pt x="32645" y="10522"/>
                      <a:pt x="37294" y="9941"/>
                    </a:cubicBezTo>
                    <a:cubicBezTo>
                      <a:pt x="37305" y="9940"/>
                      <a:pt x="37316" y="9939"/>
                      <a:pt x="37326" y="9939"/>
                    </a:cubicBezTo>
                    <a:cubicBezTo>
                      <a:pt x="37734" y="9939"/>
                      <a:pt x="37853" y="10547"/>
                      <a:pt x="37561" y="10775"/>
                    </a:cubicBezTo>
                    <a:cubicBezTo>
                      <a:pt x="37761" y="14577"/>
                      <a:pt x="37227" y="18480"/>
                      <a:pt x="36993" y="22283"/>
                    </a:cubicBezTo>
                    <a:cubicBezTo>
                      <a:pt x="36793" y="25919"/>
                      <a:pt x="36660" y="29555"/>
                      <a:pt x="36526" y="33191"/>
                    </a:cubicBezTo>
                    <a:cubicBezTo>
                      <a:pt x="36260" y="40729"/>
                      <a:pt x="36160" y="48301"/>
                      <a:pt x="36226" y="55840"/>
                    </a:cubicBezTo>
                    <a:cubicBezTo>
                      <a:pt x="36226" y="56074"/>
                      <a:pt x="36059" y="56240"/>
                      <a:pt x="35859" y="56274"/>
                    </a:cubicBezTo>
                    <a:cubicBezTo>
                      <a:pt x="33155" y="59832"/>
                      <a:pt x="27049" y="60305"/>
                      <a:pt x="22435" y="60305"/>
                    </a:cubicBezTo>
                    <a:cubicBezTo>
                      <a:pt x="21643" y="60305"/>
                      <a:pt x="20894" y="60291"/>
                      <a:pt x="20215" y="60277"/>
                    </a:cubicBezTo>
                    <a:cubicBezTo>
                      <a:pt x="16879" y="60243"/>
                      <a:pt x="13543" y="59843"/>
                      <a:pt x="10308" y="59109"/>
                    </a:cubicBezTo>
                    <a:cubicBezTo>
                      <a:pt x="8473" y="58709"/>
                      <a:pt x="5905" y="58209"/>
                      <a:pt x="4837" y="56474"/>
                    </a:cubicBezTo>
                    <a:cubicBezTo>
                      <a:pt x="4670" y="56474"/>
                      <a:pt x="4470" y="56374"/>
                      <a:pt x="4470" y="56107"/>
                    </a:cubicBezTo>
                    <a:cubicBezTo>
                      <a:pt x="4170" y="48468"/>
                      <a:pt x="4504" y="40763"/>
                      <a:pt x="4337" y="33124"/>
                    </a:cubicBezTo>
                    <a:cubicBezTo>
                      <a:pt x="4270" y="29355"/>
                      <a:pt x="4137" y="25585"/>
                      <a:pt x="3970" y="21816"/>
                    </a:cubicBezTo>
                    <a:cubicBezTo>
                      <a:pt x="3803" y="17913"/>
                      <a:pt x="3403" y="14010"/>
                      <a:pt x="3503" y="10107"/>
                    </a:cubicBezTo>
                    <a:cubicBezTo>
                      <a:pt x="3503" y="10007"/>
                      <a:pt x="3603" y="9907"/>
                      <a:pt x="3703" y="9907"/>
                    </a:cubicBezTo>
                    <a:cubicBezTo>
                      <a:pt x="3736" y="9874"/>
                      <a:pt x="3736" y="9874"/>
                      <a:pt x="3770" y="9874"/>
                    </a:cubicBezTo>
                    <a:close/>
                    <a:moveTo>
                      <a:pt x="5404" y="60644"/>
                    </a:moveTo>
                    <a:cubicBezTo>
                      <a:pt x="6572" y="60644"/>
                      <a:pt x="7806" y="61211"/>
                      <a:pt x="8873" y="61611"/>
                    </a:cubicBezTo>
                    <a:cubicBezTo>
                      <a:pt x="9774" y="61945"/>
                      <a:pt x="10942" y="62245"/>
                      <a:pt x="11675" y="62879"/>
                    </a:cubicBezTo>
                    <a:cubicBezTo>
                      <a:pt x="11775" y="62912"/>
                      <a:pt x="11775" y="63045"/>
                      <a:pt x="11742" y="63112"/>
                    </a:cubicBezTo>
                    <a:cubicBezTo>
                      <a:pt x="11668" y="63597"/>
                      <a:pt x="11156" y="63717"/>
                      <a:pt x="10619" y="63717"/>
                    </a:cubicBezTo>
                    <a:cubicBezTo>
                      <a:pt x="10196" y="63717"/>
                      <a:pt x="9757" y="63642"/>
                      <a:pt x="9507" y="63612"/>
                    </a:cubicBezTo>
                    <a:cubicBezTo>
                      <a:pt x="8173" y="63479"/>
                      <a:pt x="6805" y="63045"/>
                      <a:pt x="5704" y="62245"/>
                    </a:cubicBezTo>
                    <a:cubicBezTo>
                      <a:pt x="5503" y="62101"/>
                      <a:pt x="5624" y="61858"/>
                      <a:pt x="5811" y="61858"/>
                    </a:cubicBezTo>
                    <a:cubicBezTo>
                      <a:pt x="5841" y="61858"/>
                      <a:pt x="5872" y="61864"/>
                      <a:pt x="5905" y="61878"/>
                    </a:cubicBezTo>
                    <a:cubicBezTo>
                      <a:pt x="6872" y="62345"/>
                      <a:pt x="7773" y="62745"/>
                      <a:pt x="8807" y="62945"/>
                    </a:cubicBezTo>
                    <a:cubicBezTo>
                      <a:pt x="9211" y="63032"/>
                      <a:pt x="9691" y="63119"/>
                      <a:pt x="10115" y="63119"/>
                    </a:cubicBezTo>
                    <a:cubicBezTo>
                      <a:pt x="10181" y="63119"/>
                      <a:pt x="10245" y="63116"/>
                      <a:pt x="10308" y="63112"/>
                    </a:cubicBezTo>
                    <a:cubicBezTo>
                      <a:pt x="10908" y="63079"/>
                      <a:pt x="10942" y="63112"/>
                      <a:pt x="10408" y="62812"/>
                    </a:cubicBezTo>
                    <a:cubicBezTo>
                      <a:pt x="8840" y="61945"/>
                      <a:pt x="6839" y="61844"/>
                      <a:pt x="5338" y="60844"/>
                    </a:cubicBezTo>
                    <a:cubicBezTo>
                      <a:pt x="5237" y="60810"/>
                      <a:pt x="5271" y="60644"/>
                      <a:pt x="5404" y="60644"/>
                    </a:cubicBezTo>
                    <a:close/>
                    <a:moveTo>
                      <a:pt x="8273" y="0"/>
                    </a:moveTo>
                    <a:cubicBezTo>
                      <a:pt x="7586" y="601"/>
                      <a:pt x="6787" y="796"/>
                      <a:pt x="5943" y="796"/>
                    </a:cubicBezTo>
                    <a:cubicBezTo>
                      <a:pt x="4491" y="796"/>
                      <a:pt x="2906" y="218"/>
                      <a:pt x="1535" y="134"/>
                    </a:cubicBezTo>
                    <a:cubicBezTo>
                      <a:pt x="1001" y="100"/>
                      <a:pt x="501" y="67"/>
                      <a:pt x="0" y="67"/>
                    </a:cubicBezTo>
                    <a:cubicBezTo>
                      <a:pt x="4303" y="19714"/>
                      <a:pt x="3169" y="39895"/>
                      <a:pt x="1368" y="59776"/>
                    </a:cubicBezTo>
                    <a:cubicBezTo>
                      <a:pt x="1368" y="59776"/>
                      <a:pt x="1368" y="59810"/>
                      <a:pt x="1368" y="59810"/>
                    </a:cubicBezTo>
                    <a:cubicBezTo>
                      <a:pt x="4607" y="65722"/>
                      <a:pt x="11967" y="66624"/>
                      <a:pt x="18222" y="66624"/>
                    </a:cubicBezTo>
                    <a:cubicBezTo>
                      <a:pt x="18601" y="66624"/>
                      <a:pt x="18977" y="66620"/>
                      <a:pt x="19348" y="66615"/>
                    </a:cubicBezTo>
                    <a:cubicBezTo>
                      <a:pt x="22650" y="66581"/>
                      <a:pt x="25952" y="66314"/>
                      <a:pt x="29221" y="65947"/>
                    </a:cubicBezTo>
                    <a:cubicBezTo>
                      <a:pt x="32824" y="65547"/>
                      <a:pt x="37894" y="64580"/>
                      <a:pt x="37794" y="59910"/>
                    </a:cubicBezTo>
                    <a:cubicBezTo>
                      <a:pt x="37794" y="59743"/>
                      <a:pt x="37861" y="59610"/>
                      <a:pt x="37994" y="59509"/>
                    </a:cubicBezTo>
                    <a:cubicBezTo>
                      <a:pt x="37894" y="57275"/>
                      <a:pt x="37827" y="55006"/>
                      <a:pt x="37794" y="52738"/>
                    </a:cubicBezTo>
                    <a:cubicBezTo>
                      <a:pt x="37694" y="52605"/>
                      <a:pt x="37727" y="52471"/>
                      <a:pt x="37761" y="52338"/>
                    </a:cubicBezTo>
                    <a:cubicBezTo>
                      <a:pt x="37627" y="44699"/>
                      <a:pt x="37761" y="37027"/>
                      <a:pt x="38228" y="29388"/>
                    </a:cubicBezTo>
                    <a:cubicBezTo>
                      <a:pt x="38361" y="26953"/>
                      <a:pt x="38528" y="24484"/>
                      <a:pt x="38761" y="22049"/>
                    </a:cubicBezTo>
                    <a:cubicBezTo>
                      <a:pt x="38728" y="22016"/>
                      <a:pt x="38728" y="21949"/>
                      <a:pt x="38728" y="21883"/>
                    </a:cubicBezTo>
                    <a:cubicBezTo>
                      <a:pt x="38761" y="21849"/>
                      <a:pt x="38761" y="21816"/>
                      <a:pt x="38761" y="21782"/>
                    </a:cubicBezTo>
                    <a:cubicBezTo>
                      <a:pt x="38995" y="19314"/>
                      <a:pt x="39228" y="16846"/>
                      <a:pt x="39495" y="14377"/>
                    </a:cubicBezTo>
                    <a:cubicBezTo>
                      <a:pt x="39996" y="9807"/>
                      <a:pt x="40429" y="5070"/>
                      <a:pt x="41463" y="567"/>
                    </a:cubicBezTo>
                    <a:lnTo>
                      <a:pt x="41463" y="567"/>
                    </a:lnTo>
                    <a:cubicBezTo>
                      <a:pt x="40596" y="849"/>
                      <a:pt x="39658" y="990"/>
                      <a:pt x="38723" y="990"/>
                    </a:cubicBezTo>
                    <a:cubicBezTo>
                      <a:pt x="38220" y="990"/>
                      <a:pt x="37717" y="949"/>
                      <a:pt x="37227" y="867"/>
                    </a:cubicBezTo>
                    <a:cubicBezTo>
                      <a:pt x="36627" y="2035"/>
                      <a:pt x="35693" y="2969"/>
                      <a:pt x="34592" y="2969"/>
                    </a:cubicBezTo>
                    <a:cubicBezTo>
                      <a:pt x="34123" y="5444"/>
                      <a:pt x="32331" y="7675"/>
                      <a:pt x="29932" y="7675"/>
                    </a:cubicBezTo>
                    <a:cubicBezTo>
                      <a:pt x="29259" y="7675"/>
                      <a:pt x="28539" y="7500"/>
                      <a:pt x="27787" y="7105"/>
                    </a:cubicBezTo>
                    <a:cubicBezTo>
                      <a:pt x="26886" y="6605"/>
                      <a:pt x="26119" y="5804"/>
                      <a:pt x="25619" y="4904"/>
                    </a:cubicBezTo>
                    <a:cubicBezTo>
                      <a:pt x="25118" y="3936"/>
                      <a:pt x="25118" y="2902"/>
                      <a:pt x="24785" y="1902"/>
                    </a:cubicBezTo>
                    <a:cubicBezTo>
                      <a:pt x="24618" y="1501"/>
                      <a:pt x="24418" y="1168"/>
                      <a:pt x="24184" y="901"/>
                    </a:cubicBezTo>
                    <a:cubicBezTo>
                      <a:pt x="24118" y="901"/>
                      <a:pt x="24084" y="934"/>
                      <a:pt x="24018" y="934"/>
                    </a:cubicBezTo>
                    <a:cubicBezTo>
                      <a:pt x="23859" y="955"/>
                      <a:pt x="23698" y="966"/>
                      <a:pt x="23537" y="966"/>
                    </a:cubicBezTo>
                    <a:cubicBezTo>
                      <a:pt x="22682" y="966"/>
                      <a:pt x="21806" y="677"/>
                      <a:pt x="21049" y="200"/>
                    </a:cubicBezTo>
                    <a:cubicBezTo>
                      <a:pt x="19403" y="1125"/>
                      <a:pt x="17322" y="1557"/>
                      <a:pt x="15184" y="1557"/>
                    </a:cubicBezTo>
                    <a:cubicBezTo>
                      <a:pt x="12773" y="1557"/>
                      <a:pt x="10289" y="1008"/>
                      <a:pt x="82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6" name="Google Shape;15256;p50"/>
              <p:cNvSpPr/>
              <p:nvPr/>
            </p:nvSpPr>
            <p:spPr>
              <a:xfrm>
                <a:off x="6911346" y="2659016"/>
                <a:ext cx="52009" cy="159654"/>
              </a:xfrm>
              <a:custGeom>
                <a:rect b="b" l="l" r="r" t="t"/>
                <a:pathLst>
                  <a:path extrusionOk="0" h="5019" w="1635">
                    <a:moveTo>
                      <a:pt x="436" y="0"/>
                    </a:moveTo>
                    <a:cubicBezTo>
                      <a:pt x="327" y="0"/>
                      <a:pt x="222" y="107"/>
                      <a:pt x="134" y="379"/>
                    </a:cubicBezTo>
                    <a:cubicBezTo>
                      <a:pt x="101" y="446"/>
                      <a:pt x="67" y="479"/>
                      <a:pt x="34" y="479"/>
                    </a:cubicBezTo>
                    <a:cubicBezTo>
                      <a:pt x="0" y="913"/>
                      <a:pt x="34" y="1346"/>
                      <a:pt x="34" y="1747"/>
                    </a:cubicBezTo>
                    <a:cubicBezTo>
                      <a:pt x="134" y="2347"/>
                      <a:pt x="234" y="2914"/>
                      <a:pt x="401" y="3515"/>
                    </a:cubicBezTo>
                    <a:cubicBezTo>
                      <a:pt x="467" y="3815"/>
                      <a:pt x="501" y="4215"/>
                      <a:pt x="634" y="4482"/>
                    </a:cubicBezTo>
                    <a:cubicBezTo>
                      <a:pt x="738" y="4638"/>
                      <a:pt x="944" y="5019"/>
                      <a:pt x="1189" y="5019"/>
                    </a:cubicBezTo>
                    <a:cubicBezTo>
                      <a:pt x="1257" y="5019"/>
                      <a:pt x="1328" y="4989"/>
                      <a:pt x="1401" y="4916"/>
                    </a:cubicBezTo>
                    <a:cubicBezTo>
                      <a:pt x="1635" y="4749"/>
                      <a:pt x="1468" y="3048"/>
                      <a:pt x="1468" y="2781"/>
                    </a:cubicBezTo>
                    <a:cubicBezTo>
                      <a:pt x="1435" y="2314"/>
                      <a:pt x="1368" y="1880"/>
                      <a:pt x="1268" y="1413"/>
                    </a:cubicBezTo>
                    <a:cubicBezTo>
                      <a:pt x="1268" y="1335"/>
                      <a:pt x="822" y="0"/>
                      <a:pt x="4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7" name="Google Shape;15257;p50"/>
              <p:cNvSpPr/>
              <p:nvPr/>
            </p:nvSpPr>
            <p:spPr>
              <a:xfrm>
                <a:off x="6847695" y="2835751"/>
                <a:ext cx="1234069" cy="1857004"/>
              </a:xfrm>
              <a:custGeom>
                <a:rect b="b" l="l" r="r" t="t"/>
                <a:pathLst>
                  <a:path extrusionOk="0" h="58378" w="38795">
                    <a:moveTo>
                      <a:pt x="2095" y="50256"/>
                    </a:moveTo>
                    <a:cubicBezTo>
                      <a:pt x="2152" y="50256"/>
                      <a:pt x="2202" y="50339"/>
                      <a:pt x="2202" y="50396"/>
                    </a:cubicBezTo>
                    <a:cubicBezTo>
                      <a:pt x="2202" y="50563"/>
                      <a:pt x="2102" y="50730"/>
                      <a:pt x="2135" y="50897"/>
                    </a:cubicBezTo>
                    <a:cubicBezTo>
                      <a:pt x="2168" y="51063"/>
                      <a:pt x="2235" y="51230"/>
                      <a:pt x="2402" y="51297"/>
                    </a:cubicBezTo>
                    <a:cubicBezTo>
                      <a:pt x="2446" y="51311"/>
                      <a:pt x="2489" y="51318"/>
                      <a:pt x="2533" y="51318"/>
                    </a:cubicBezTo>
                    <a:cubicBezTo>
                      <a:pt x="2686" y="51318"/>
                      <a:pt x="2831" y="51234"/>
                      <a:pt x="2935" y="51130"/>
                    </a:cubicBezTo>
                    <a:cubicBezTo>
                      <a:pt x="3002" y="51030"/>
                      <a:pt x="3069" y="50930"/>
                      <a:pt x="3069" y="50830"/>
                    </a:cubicBezTo>
                    <a:cubicBezTo>
                      <a:pt x="3069" y="50696"/>
                      <a:pt x="2969" y="50563"/>
                      <a:pt x="2935" y="50463"/>
                    </a:cubicBezTo>
                    <a:cubicBezTo>
                      <a:pt x="2913" y="50374"/>
                      <a:pt x="2965" y="50329"/>
                      <a:pt x="3022" y="50329"/>
                    </a:cubicBezTo>
                    <a:cubicBezTo>
                      <a:pt x="3050" y="50329"/>
                      <a:pt x="3080" y="50341"/>
                      <a:pt x="3102" y="50363"/>
                    </a:cubicBezTo>
                    <a:cubicBezTo>
                      <a:pt x="3269" y="50496"/>
                      <a:pt x="3369" y="50630"/>
                      <a:pt x="3402" y="50830"/>
                    </a:cubicBezTo>
                    <a:cubicBezTo>
                      <a:pt x="3436" y="51030"/>
                      <a:pt x="3369" y="51197"/>
                      <a:pt x="3269" y="51364"/>
                    </a:cubicBezTo>
                    <a:cubicBezTo>
                      <a:pt x="3104" y="51611"/>
                      <a:pt x="2804" y="51790"/>
                      <a:pt x="2498" y="51790"/>
                    </a:cubicBezTo>
                    <a:cubicBezTo>
                      <a:pt x="2433" y="51790"/>
                      <a:pt x="2367" y="51782"/>
                      <a:pt x="2302" y="51764"/>
                    </a:cubicBezTo>
                    <a:cubicBezTo>
                      <a:pt x="1968" y="51664"/>
                      <a:pt x="1735" y="51364"/>
                      <a:pt x="1701" y="51030"/>
                    </a:cubicBezTo>
                    <a:cubicBezTo>
                      <a:pt x="1635" y="50730"/>
                      <a:pt x="1701" y="50296"/>
                      <a:pt x="2068" y="50263"/>
                    </a:cubicBezTo>
                    <a:cubicBezTo>
                      <a:pt x="2077" y="50258"/>
                      <a:pt x="2086" y="50256"/>
                      <a:pt x="2095" y="50256"/>
                    </a:cubicBezTo>
                    <a:close/>
                    <a:moveTo>
                      <a:pt x="2402" y="1628"/>
                    </a:moveTo>
                    <a:cubicBezTo>
                      <a:pt x="8006" y="1828"/>
                      <a:pt x="13576" y="2428"/>
                      <a:pt x="19180" y="2562"/>
                    </a:cubicBezTo>
                    <a:cubicBezTo>
                      <a:pt x="20142" y="2590"/>
                      <a:pt x="21099" y="2604"/>
                      <a:pt x="22054" y="2604"/>
                    </a:cubicBezTo>
                    <a:cubicBezTo>
                      <a:pt x="26698" y="2604"/>
                      <a:pt x="31277" y="2276"/>
                      <a:pt x="35926" y="1695"/>
                    </a:cubicBezTo>
                    <a:cubicBezTo>
                      <a:pt x="35937" y="1694"/>
                      <a:pt x="35948" y="1693"/>
                      <a:pt x="35958" y="1693"/>
                    </a:cubicBezTo>
                    <a:cubicBezTo>
                      <a:pt x="36366" y="1693"/>
                      <a:pt x="36485" y="2301"/>
                      <a:pt x="36193" y="2529"/>
                    </a:cubicBezTo>
                    <a:cubicBezTo>
                      <a:pt x="36393" y="6331"/>
                      <a:pt x="35859" y="10234"/>
                      <a:pt x="35625" y="14037"/>
                    </a:cubicBezTo>
                    <a:cubicBezTo>
                      <a:pt x="35425" y="17673"/>
                      <a:pt x="35292" y="21309"/>
                      <a:pt x="35158" y="24945"/>
                    </a:cubicBezTo>
                    <a:cubicBezTo>
                      <a:pt x="34892" y="32483"/>
                      <a:pt x="34792" y="40055"/>
                      <a:pt x="34858" y="47594"/>
                    </a:cubicBezTo>
                    <a:cubicBezTo>
                      <a:pt x="34858" y="47828"/>
                      <a:pt x="34691" y="47994"/>
                      <a:pt x="34491" y="48028"/>
                    </a:cubicBezTo>
                    <a:cubicBezTo>
                      <a:pt x="31787" y="51586"/>
                      <a:pt x="25681" y="52059"/>
                      <a:pt x="21067" y="52059"/>
                    </a:cubicBezTo>
                    <a:cubicBezTo>
                      <a:pt x="20275" y="52059"/>
                      <a:pt x="19526" y="52045"/>
                      <a:pt x="18847" y="52031"/>
                    </a:cubicBezTo>
                    <a:cubicBezTo>
                      <a:pt x="15511" y="51997"/>
                      <a:pt x="12175" y="51597"/>
                      <a:pt x="8940" y="50863"/>
                    </a:cubicBezTo>
                    <a:cubicBezTo>
                      <a:pt x="7105" y="50463"/>
                      <a:pt x="4537" y="49963"/>
                      <a:pt x="3469" y="48228"/>
                    </a:cubicBezTo>
                    <a:cubicBezTo>
                      <a:pt x="3302" y="48228"/>
                      <a:pt x="3102" y="48128"/>
                      <a:pt x="3102" y="47861"/>
                    </a:cubicBezTo>
                    <a:cubicBezTo>
                      <a:pt x="2802" y="40222"/>
                      <a:pt x="3136" y="32517"/>
                      <a:pt x="2969" y="24878"/>
                    </a:cubicBezTo>
                    <a:cubicBezTo>
                      <a:pt x="2902" y="21109"/>
                      <a:pt x="2769" y="17339"/>
                      <a:pt x="2602" y="13570"/>
                    </a:cubicBezTo>
                    <a:cubicBezTo>
                      <a:pt x="2435" y="9667"/>
                      <a:pt x="2035" y="5764"/>
                      <a:pt x="2135" y="1861"/>
                    </a:cubicBezTo>
                    <a:cubicBezTo>
                      <a:pt x="2135" y="1761"/>
                      <a:pt x="2235" y="1661"/>
                      <a:pt x="2335" y="1661"/>
                    </a:cubicBezTo>
                    <a:cubicBezTo>
                      <a:pt x="2368" y="1628"/>
                      <a:pt x="2368" y="1628"/>
                      <a:pt x="2402" y="1628"/>
                    </a:cubicBezTo>
                    <a:close/>
                    <a:moveTo>
                      <a:pt x="4036" y="52398"/>
                    </a:moveTo>
                    <a:cubicBezTo>
                      <a:pt x="5204" y="52398"/>
                      <a:pt x="6438" y="52965"/>
                      <a:pt x="7505" y="53365"/>
                    </a:cubicBezTo>
                    <a:cubicBezTo>
                      <a:pt x="8406" y="53699"/>
                      <a:pt x="9574" y="53999"/>
                      <a:pt x="10307" y="54633"/>
                    </a:cubicBezTo>
                    <a:cubicBezTo>
                      <a:pt x="10407" y="54666"/>
                      <a:pt x="10407" y="54799"/>
                      <a:pt x="10374" y="54866"/>
                    </a:cubicBezTo>
                    <a:cubicBezTo>
                      <a:pt x="10300" y="55351"/>
                      <a:pt x="9788" y="55471"/>
                      <a:pt x="9251" y="55471"/>
                    </a:cubicBezTo>
                    <a:cubicBezTo>
                      <a:pt x="8828" y="55471"/>
                      <a:pt x="8389" y="55396"/>
                      <a:pt x="8139" y="55366"/>
                    </a:cubicBezTo>
                    <a:cubicBezTo>
                      <a:pt x="6805" y="55233"/>
                      <a:pt x="5437" y="54799"/>
                      <a:pt x="4336" y="53999"/>
                    </a:cubicBezTo>
                    <a:cubicBezTo>
                      <a:pt x="4135" y="53855"/>
                      <a:pt x="4256" y="53612"/>
                      <a:pt x="4443" y="53612"/>
                    </a:cubicBezTo>
                    <a:cubicBezTo>
                      <a:pt x="4473" y="53612"/>
                      <a:pt x="4504" y="53618"/>
                      <a:pt x="4537" y="53632"/>
                    </a:cubicBezTo>
                    <a:cubicBezTo>
                      <a:pt x="5504" y="54099"/>
                      <a:pt x="6405" y="54499"/>
                      <a:pt x="7439" y="54699"/>
                    </a:cubicBezTo>
                    <a:cubicBezTo>
                      <a:pt x="7843" y="54786"/>
                      <a:pt x="8323" y="54873"/>
                      <a:pt x="8747" y="54873"/>
                    </a:cubicBezTo>
                    <a:cubicBezTo>
                      <a:pt x="8813" y="54873"/>
                      <a:pt x="8877" y="54870"/>
                      <a:pt x="8940" y="54866"/>
                    </a:cubicBezTo>
                    <a:cubicBezTo>
                      <a:pt x="9540" y="54833"/>
                      <a:pt x="9574" y="54866"/>
                      <a:pt x="9040" y="54566"/>
                    </a:cubicBezTo>
                    <a:cubicBezTo>
                      <a:pt x="7472" y="53699"/>
                      <a:pt x="5471" y="53598"/>
                      <a:pt x="3970" y="52598"/>
                    </a:cubicBezTo>
                    <a:cubicBezTo>
                      <a:pt x="3869" y="52564"/>
                      <a:pt x="3903" y="52398"/>
                      <a:pt x="4036" y="52398"/>
                    </a:cubicBezTo>
                    <a:close/>
                    <a:moveTo>
                      <a:pt x="9612" y="0"/>
                    </a:moveTo>
                    <a:cubicBezTo>
                      <a:pt x="9442" y="0"/>
                      <a:pt x="9274" y="18"/>
                      <a:pt x="9107" y="60"/>
                    </a:cubicBezTo>
                    <a:cubicBezTo>
                      <a:pt x="8373" y="260"/>
                      <a:pt x="7672" y="627"/>
                      <a:pt x="6905" y="694"/>
                    </a:cubicBezTo>
                    <a:cubicBezTo>
                      <a:pt x="6760" y="711"/>
                      <a:pt x="6619" y="718"/>
                      <a:pt x="6479" y="718"/>
                    </a:cubicBezTo>
                    <a:cubicBezTo>
                      <a:pt x="5780" y="718"/>
                      <a:pt x="5131" y="533"/>
                      <a:pt x="4437" y="394"/>
                    </a:cubicBezTo>
                    <a:cubicBezTo>
                      <a:pt x="4201" y="370"/>
                      <a:pt x="3965" y="347"/>
                      <a:pt x="3741" y="347"/>
                    </a:cubicBezTo>
                    <a:cubicBezTo>
                      <a:pt x="3648" y="347"/>
                      <a:pt x="3557" y="351"/>
                      <a:pt x="3469" y="360"/>
                    </a:cubicBezTo>
                    <a:cubicBezTo>
                      <a:pt x="3396" y="397"/>
                      <a:pt x="3313" y="424"/>
                      <a:pt x="3219" y="424"/>
                    </a:cubicBezTo>
                    <a:cubicBezTo>
                      <a:pt x="3143" y="424"/>
                      <a:pt x="3059" y="406"/>
                      <a:pt x="2969" y="360"/>
                    </a:cubicBezTo>
                    <a:cubicBezTo>
                      <a:pt x="2435" y="427"/>
                      <a:pt x="1868" y="527"/>
                      <a:pt x="1301" y="527"/>
                    </a:cubicBezTo>
                    <a:cubicBezTo>
                      <a:pt x="767" y="527"/>
                      <a:pt x="400" y="327"/>
                      <a:pt x="133" y="60"/>
                    </a:cubicBezTo>
                    <a:lnTo>
                      <a:pt x="133" y="60"/>
                    </a:lnTo>
                    <a:cubicBezTo>
                      <a:pt x="2602" y="17072"/>
                      <a:pt x="1534" y="34418"/>
                      <a:pt x="0" y="51530"/>
                    </a:cubicBezTo>
                    <a:cubicBezTo>
                      <a:pt x="0" y="51530"/>
                      <a:pt x="0" y="51564"/>
                      <a:pt x="0" y="51564"/>
                    </a:cubicBezTo>
                    <a:cubicBezTo>
                      <a:pt x="3239" y="57476"/>
                      <a:pt x="10599" y="58378"/>
                      <a:pt x="16854" y="58378"/>
                    </a:cubicBezTo>
                    <a:cubicBezTo>
                      <a:pt x="17233" y="58378"/>
                      <a:pt x="17609" y="58374"/>
                      <a:pt x="17980" y="58369"/>
                    </a:cubicBezTo>
                    <a:cubicBezTo>
                      <a:pt x="21282" y="58335"/>
                      <a:pt x="24584" y="58068"/>
                      <a:pt x="27853" y="57701"/>
                    </a:cubicBezTo>
                    <a:cubicBezTo>
                      <a:pt x="31456" y="57301"/>
                      <a:pt x="36526" y="56334"/>
                      <a:pt x="36426" y="51664"/>
                    </a:cubicBezTo>
                    <a:cubicBezTo>
                      <a:pt x="36426" y="51497"/>
                      <a:pt x="36493" y="51364"/>
                      <a:pt x="36626" y="51263"/>
                    </a:cubicBezTo>
                    <a:cubicBezTo>
                      <a:pt x="36526" y="49029"/>
                      <a:pt x="36459" y="46760"/>
                      <a:pt x="36426" y="44492"/>
                    </a:cubicBezTo>
                    <a:cubicBezTo>
                      <a:pt x="36326" y="44359"/>
                      <a:pt x="36359" y="44225"/>
                      <a:pt x="36393" y="44092"/>
                    </a:cubicBezTo>
                    <a:cubicBezTo>
                      <a:pt x="36259" y="36453"/>
                      <a:pt x="36393" y="28781"/>
                      <a:pt x="36860" y="21142"/>
                    </a:cubicBezTo>
                    <a:cubicBezTo>
                      <a:pt x="36993" y="18707"/>
                      <a:pt x="37160" y="16238"/>
                      <a:pt x="37393" y="13803"/>
                    </a:cubicBezTo>
                    <a:cubicBezTo>
                      <a:pt x="37360" y="13770"/>
                      <a:pt x="37360" y="13703"/>
                      <a:pt x="37360" y="13637"/>
                    </a:cubicBezTo>
                    <a:cubicBezTo>
                      <a:pt x="37393" y="13603"/>
                      <a:pt x="37393" y="13570"/>
                      <a:pt x="37393" y="13536"/>
                    </a:cubicBezTo>
                    <a:cubicBezTo>
                      <a:pt x="37627" y="11068"/>
                      <a:pt x="37860" y="8600"/>
                      <a:pt x="38127" y="6131"/>
                    </a:cubicBezTo>
                    <a:cubicBezTo>
                      <a:pt x="38361" y="4196"/>
                      <a:pt x="38561" y="2228"/>
                      <a:pt x="38794" y="260"/>
                    </a:cubicBezTo>
                    <a:lnTo>
                      <a:pt x="38794" y="260"/>
                    </a:lnTo>
                    <a:cubicBezTo>
                      <a:pt x="37971" y="870"/>
                      <a:pt x="37120" y="1340"/>
                      <a:pt x="36012" y="1340"/>
                    </a:cubicBezTo>
                    <a:cubicBezTo>
                      <a:pt x="35908" y="1340"/>
                      <a:pt x="35801" y="1336"/>
                      <a:pt x="35692" y="1328"/>
                    </a:cubicBezTo>
                    <a:cubicBezTo>
                      <a:pt x="34750" y="1245"/>
                      <a:pt x="33899" y="954"/>
                      <a:pt x="32968" y="954"/>
                    </a:cubicBezTo>
                    <a:cubicBezTo>
                      <a:pt x="32779" y="954"/>
                      <a:pt x="32587" y="966"/>
                      <a:pt x="32390" y="994"/>
                    </a:cubicBezTo>
                    <a:cubicBezTo>
                      <a:pt x="31456" y="1128"/>
                      <a:pt x="30522" y="1094"/>
                      <a:pt x="29621" y="1194"/>
                    </a:cubicBezTo>
                    <a:cubicBezTo>
                      <a:pt x="29226" y="1237"/>
                      <a:pt x="28848" y="1273"/>
                      <a:pt x="28476" y="1273"/>
                    </a:cubicBezTo>
                    <a:cubicBezTo>
                      <a:pt x="27969" y="1273"/>
                      <a:pt x="27472" y="1206"/>
                      <a:pt x="26953" y="994"/>
                    </a:cubicBezTo>
                    <a:cubicBezTo>
                      <a:pt x="26586" y="861"/>
                      <a:pt x="26252" y="627"/>
                      <a:pt x="25852" y="560"/>
                    </a:cubicBezTo>
                    <a:cubicBezTo>
                      <a:pt x="25684" y="525"/>
                      <a:pt x="25518" y="511"/>
                      <a:pt x="25353" y="511"/>
                    </a:cubicBezTo>
                    <a:cubicBezTo>
                      <a:pt x="24895" y="511"/>
                      <a:pt x="24441" y="620"/>
                      <a:pt x="23950" y="694"/>
                    </a:cubicBezTo>
                    <a:cubicBezTo>
                      <a:pt x="23083" y="827"/>
                      <a:pt x="22183" y="794"/>
                      <a:pt x="21282" y="827"/>
                    </a:cubicBezTo>
                    <a:cubicBezTo>
                      <a:pt x="20494" y="827"/>
                      <a:pt x="19655" y="1006"/>
                      <a:pt x="18854" y="1006"/>
                    </a:cubicBezTo>
                    <a:cubicBezTo>
                      <a:pt x="18739" y="1006"/>
                      <a:pt x="18626" y="1002"/>
                      <a:pt x="18513" y="994"/>
                    </a:cubicBezTo>
                    <a:cubicBezTo>
                      <a:pt x="17412" y="961"/>
                      <a:pt x="16312" y="594"/>
                      <a:pt x="15211" y="594"/>
                    </a:cubicBezTo>
                    <a:cubicBezTo>
                      <a:pt x="14510" y="594"/>
                      <a:pt x="13772" y="763"/>
                      <a:pt x="13053" y="763"/>
                    </a:cubicBezTo>
                    <a:cubicBezTo>
                      <a:pt x="12813" y="763"/>
                      <a:pt x="12576" y="744"/>
                      <a:pt x="12342" y="694"/>
                    </a:cubicBezTo>
                    <a:cubicBezTo>
                      <a:pt x="11470" y="525"/>
                      <a:pt x="10527" y="0"/>
                      <a:pt x="9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8" name="Google Shape;15258;p50"/>
              <p:cNvSpPr/>
              <p:nvPr/>
            </p:nvSpPr>
            <p:spPr>
              <a:xfrm>
                <a:off x="7802111" y="3222812"/>
                <a:ext cx="15428" cy="15142"/>
              </a:xfrm>
              <a:custGeom>
                <a:rect b="b" l="l" r="r" t="t"/>
                <a:pathLst>
                  <a:path extrusionOk="0" h="476" w="485">
                    <a:moveTo>
                      <a:pt x="184" y="1"/>
                    </a:moveTo>
                    <a:cubicBezTo>
                      <a:pt x="184" y="1"/>
                      <a:pt x="184" y="34"/>
                      <a:pt x="184" y="34"/>
                    </a:cubicBezTo>
                    <a:cubicBezTo>
                      <a:pt x="1" y="157"/>
                      <a:pt x="42" y="476"/>
                      <a:pt x="256" y="476"/>
                    </a:cubicBezTo>
                    <a:cubicBezTo>
                      <a:pt x="275" y="476"/>
                      <a:pt x="296" y="473"/>
                      <a:pt x="318" y="468"/>
                    </a:cubicBezTo>
                    <a:cubicBezTo>
                      <a:pt x="451" y="434"/>
                      <a:pt x="484" y="301"/>
                      <a:pt x="451" y="201"/>
                    </a:cubicBezTo>
                    <a:cubicBezTo>
                      <a:pt x="384" y="101"/>
                      <a:pt x="284" y="68"/>
                      <a:pt x="1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9" name="Google Shape;15259;p50"/>
              <p:cNvSpPr/>
              <p:nvPr/>
            </p:nvSpPr>
            <p:spPr>
              <a:xfrm>
                <a:off x="6931514" y="2900261"/>
                <a:ext cx="1049444" cy="1557100"/>
              </a:xfrm>
              <a:custGeom>
                <a:rect b="b" l="l" r="r" t="t"/>
                <a:pathLst>
                  <a:path extrusionOk="0" h="48950" w="32991">
                    <a:moveTo>
                      <a:pt x="7139" y="4470"/>
                    </a:moveTo>
                    <a:cubicBezTo>
                      <a:pt x="7539" y="4470"/>
                      <a:pt x="7539" y="4904"/>
                      <a:pt x="7139" y="4904"/>
                    </a:cubicBezTo>
                    <a:lnTo>
                      <a:pt x="7139" y="4470"/>
                    </a:lnTo>
                    <a:close/>
                    <a:moveTo>
                      <a:pt x="10910" y="5475"/>
                    </a:moveTo>
                    <a:cubicBezTo>
                      <a:pt x="11031" y="5475"/>
                      <a:pt x="11133" y="5615"/>
                      <a:pt x="11108" y="5738"/>
                    </a:cubicBezTo>
                    <a:cubicBezTo>
                      <a:pt x="11076" y="6028"/>
                      <a:pt x="11230" y="6473"/>
                      <a:pt x="11602" y="6473"/>
                    </a:cubicBezTo>
                    <a:cubicBezTo>
                      <a:pt x="11615" y="6473"/>
                      <a:pt x="11628" y="6473"/>
                      <a:pt x="11642" y="6472"/>
                    </a:cubicBezTo>
                    <a:cubicBezTo>
                      <a:pt x="12042" y="6405"/>
                      <a:pt x="12009" y="5971"/>
                      <a:pt x="12109" y="5671"/>
                    </a:cubicBezTo>
                    <a:cubicBezTo>
                      <a:pt x="12135" y="5593"/>
                      <a:pt x="12241" y="5516"/>
                      <a:pt x="12334" y="5516"/>
                    </a:cubicBezTo>
                    <a:cubicBezTo>
                      <a:pt x="12361" y="5516"/>
                      <a:pt x="12387" y="5522"/>
                      <a:pt x="12409" y="5538"/>
                    </a:cubicBezTo>
                    <a:cubicBezTo>
                      <a:pt x="12743" y="5771"/>
                      <a:pt x="12676" y="6238"/>
                      <a:pt x="12509" y="6538"/>
                    </a:cubicBezTo>
                    <a:cubicBezTo>
                      <a:pt x="12309" y="6872"/>
                      <a:pt x="11975" y="7072"/>
                      <a:pt x="11609" y="7072"/>
                    </a:cubicBezTo>
                    <a:cubicBezTo>
                      <a:pt x="10875" y="7072"/>
                      <a:pt x="10274" y="6138"/>
                      <a:pt x="10775" y="5538"/>
                    </a:cubicBezTo>
                    <a:cubicBezTo>
                      <a:pt x="10819" y="5493"/>
                      <a:pt x="10866" y="5475"/>
                      <a:pt x="10910" y="5475"/>
                    </a:cubicBezTo>
                    <a:close/>
                    <a:moveTo>
                      <a:pt x="21357" y="5586"/>
                    </a:moveTo>
                    <a:cubicBezTo>
                      <a:pt x="21384" y="5586"/>
                      <a:pt x="21415" y="5591"/>
                      <a:pt x="21449" y="5604"/>
                    </a:cubicBezTo>
                    <a:cubicBezTo>
                      <a:pt x="21816" y="5704"/>
                      <a:pt x="22049" y="6105"/>
                      <a:pt x="22016" y="6505"/>
                    </a:cubicBezTo>
                    <a:cubicBezTo>
                      <a:pt x="21983" y="6905"/>
                      <a:pt x="21682" y="7205"/>
                      <a:pt x="21282" y="7272"/>
                    </a:cubicBezTo>
                    <a:cubicBezTo>
                      <a:pt x="21229" y="7282"/>
                      <a:pt x="21175" y="7286"/>
                      <a:pt x="21122" y="7286"/>
                    </a:cubicBezTo>
                    <a:cubicBezTo>
                      <a:pt x="20804" y="7286"/>
                      <a:pt x="20486" y="7119"/>
                      <a:pt x="20315" y="6805"/>
                    </a:cubicBezTo>
                    <a:cubicBezTo>
                      <a:pt x="20148" y="6472"/>
                      <a:pt x="20215" y="6038"/>
                      <a:pt x="20515" y="5771"/>
                    </a:cubicBezTo>
                    <a:cubicBezTo>
                      <a:pt x="20552" y="5741"/>
                      <a:pt x="20595" y="5728"/>
                      <a:pt x="20637" y="5728"/>
                    </a:cubicBezTo>
                    <a:cubicBezTo>
                      <a:pt x="20782" y="5728"/>
                      <a:pt x="20918" y="5883"/>
                      <a:pt x="20815" y="6038"/>
                    </a:cubicBezTo>
                    <a:cubicBezTo>
                      <a:pt x="20627" y="6289"/>
                      <a:pt x="20704" y="6777"/>
                      <a:pt x="21077" y="6777"/>
                    </a:cubicBezTo>
                    <a:cubicBezTo>
                      <a:pt x="21100" y="6777"/>
                      <a:pt x="21124" y="6776"/>
                      <a:pt x="21149" y="6772"/>
                    </a:cubicBezTo>
                    <a:cubicBezTo>
                      <a:pt x="21616" y="6705"/>
                      <a:pt x="21582" y="6205"/>
                      <a:pt x="21282" y="5971"/>
                    </a:cubicBezTo>
                    <a:cubicBezTo>
                      <a:pt x="21137" y="5855"/>
                      <a:pt x="21169" y="5586"/>
                      <a:pt x="21357" y="5586"/>
                    </a:cubicBezTo>
                    <a:close/>
                    <a:moveTo>
                      <a:pt x="7420" y="8467"/>
                    </a:moveTo>
                    <a:cubicBezTo>
                      <a:pt x="7552" y="8467"/>
                      <a:pt x="7625" y="8641"/>
                      <a:pt x="7572" y="8773"/>
                    </a:cubicBezTo>
                    <a:cubicBezTo>
                      <a:pt x="7478" y="8993"/>
                      <a:pt x="7384" y="9479"/>
                      <a:pt x="7736" y="9479"/>
                    </a:cubicBezTo>
                    <a:cubicBezTo>
                      <a:pt x="7757" y="9479"/>
                      <a:pt x="7781" y="9478"/>
                      <a:pt x="7806" y="9474"/>
                    </a:cubicBezTo>
                    <a:cubicBezTo>
                      <a:pt x="7906" y="9474"/>
                      <a:pt x="7939" y="9407"/>
                      <a:pt x="7939" y="9307"/>
                    </a:cubicBezTo>
                    <a:cubicBezTo>
                      <a:pt x="7939" y="9240"/>
                      <a:pt x="7939" y="9207"/>
                      <a:pt x="7906" y="9173"/>
                    </a:cubicBezTo>
                    <a:cubicBezTo>
                      <a:pt x="7873" y="9140"/>
                      <a:pt x="7873" y="9107"/>
                      <a:pt x="7839" y="9107"/>
                    </a:cubicBezTo>
                    <a:cubicBezTo>
                      <a:pt x="7839" y="9073"/>
                      <a:pt x="7839" y="9073"/>
                      <a:pt x="7806" y="9040"/>
                    </a:cubicBezTo>
                    <a:cubicBezTo>
                      <a:pt x="7706" y="8940"/>
                      <a:pt x="7806" y="8773"/>
                      <a:pt x="7939" y="8773"/>
                    </a:cubicBezTo>
                    <a:cubicBezTo>
                      <a:pt x="7839" y="8773"/>
                      <a:pt x="8006" y="8740"/>
                      <a:pt x="8006" y="8740"/>
                    </a:cubicBezTo>
                    <a:cubicBezTo>
                      <a:pt x="8073" y="8740"/>
                      <a:pt x="8106" y="8773"/>
                      <a:pt x="8139" y="8773"/>
                    </a:cubicBezTo>
                    <a:cubicBezTo>
                      <a:pt x="8206" y="8807"/>
                      <a:pt x="8273" y="8840"/>
                      <a:pt x="8340" y="8873"/>
                    </a:cubicBezTo>
                    <a:cubicBezTo>
                      <a:pt x="8440" y="9007"/>
                      <a:pt x="8506" y="9173"/>
                      <a:pt x="8506" y="9340"/>
                    </a:cubicBezTo>
                    <a:cubicBezTo>
                      <a:pt x="8506" y="9707"/>
                      <a:pt x="8239" y="10007"/>
                      <a:pt x="7873" y="10074"/>
                    </a:cubicBezTo>
                    <a:cubicBezTo>
                      <a:pt x="7848" y="10077"/>
                      <a:pt x="7824" y="10078"/>
                      <a:pt x="7799" y="10078"/>
                    </a:cubicBezTo>
                    <a:cubicBezTo>
                      <a:pt x="7487" y="10078"/>
                      <a:pt x="7160" y="9883"/>
                      <a:pt x="7005" y="9574"/>
                    </a:cubicBezTo>
                    <a:cubicBezTo>
                      <a:pt x="6872" y="9207"/>
                      <a:pt x="6972" y="8740"/>
                      <a:pt x="7305" y="8506"/>
                    </a:cubicBezTo>
                    <a:cubicBezTo>
                      <a:pt x="7347" y="8479"/>
                      <a:pt x="7386" y="8467"/>
                      <a:pt x="7420" y="8467"/>
                    </a:cubicBezTo>
                    <a:close/>
                    <a:moveTo>
                      <a:pt x="27718" y="9691"/>
                    </a:moveTo>
                    <a:cubicBezTo>
                      <a:pt x="28004" y="9691"/>
                      <a:pt x="28302" y="10013"/>
                      <a:pt x="28354" y="10274"/>
                    </a:cubicBezTo>
                    <a:cubicBezTo>
                      <a:pt x="28454" y="10641"/>
                      <a:pt x="28187" y="11041"/>
                      <a:pt x="27820" y="11108"/>
                    </a:cubicBezTo>
                    <a:cubicBezTo>
                      <a:pt x="27757" y="11125"/>
                      <a:pt x="27693" y="11134"/>
                      <a:pt x="27630" y="11134"/>
                    </a:cubicBezTo>
                    <a:cubicBezTo>
                      <a:pt x="27325" y="11134"/>
                      <a:pt x="27036" y="10939"/>
                      <a:pt x="26953" y="10608"/>
                    </a:cubicBezTo>
                    <a:cubicBezTo>
                      <a:pt x="26853" y="10274"/>
                      <a:pt x="27053" y="9907"/>
                      <a:pt x="27386" y="9774"/>
                    </a:cubicBezTo>
                    <a:cubicBezTo>
                      <a:pt x="27403" y="9757"/>
                      <a:pt x="27420" y="9749"/>
                      <a:pt x="27436" y="9749"/>
                    </a:cubicBezTo>
                    <a:cubicBezTo>
                      <a:pt x="27453" y="9749"/>
                      <a:pt x="27470" y="9757"/>
                      <a:pt x="27487" y="9774"/>
                    </a:cubicBezTo>
                    <a:cubicBezTo>
                      <a:pt x="27559" y="9716"/>
                      <a:pt x="27638" y="9691"/>
                      <a:pt x="27718" y="9691"/>
                    </a:cubicBezTo>
                    <a:close/>
                    <a:moveTo>
                      <a:pt x="13783" y="11234"/>
                    </a:moveTo>
                    <a:cubicBezTo>
                      <a:pt x="14077" y="11234"/>
                      <a:pt x="14277" y="11598"/>
                      <a:pt x="14277" y="11875"/>
                    </a:cubicBezTo>
                    <a:cubicBezTo>
                      <a:pt x="14310" y="12209"/>
                      <a:pt x="14077" y="12476"/>
                      <a:pt x="13777" y="12576"/>
                    </a:cubicBezTo>
                    <a:cubicBezTo>
                      <a:pt x="13711" y="12589"/>
                      <a:pt x="13646" y="12596"/>
                      <a:pt x="13582" y="12596"/>
                    </a:cubicBezTo>
                    <a:cubicBezTo>
                      <a:pt x="13319" y="12596"/>
                      <a:pt x="13077" y="12484"/>
                      <a:pt x="12943" y="12242"/>
                    </a:cubicBezTo>
                    <a:cubicBezTo>
                      <a:pt x="12809" y="11942"/>
                      <a:pt x="12843" y="11609"/>
                      <a:pt x="13076" y="11375"/>
                    </a:cubicBezTo>
                    <a:cubicBezTo>
                      <a:pt x="13108" y="11351"/>
                      <a:pt x="13144" y="11341"/>
                      <a:pt x="13178" y="11341"/>
                    </a:cubicBezTo>
                    <a:cubicBezTo>
                      <a:pt x="13288" y="11341"/>
                      <a:pt x="13386" y="11448"/>
                      <a:pt x="13310" y="11575"/>
                    </a:cubicBezTo>
                    <a:cubicBezTo>
                      <a:pt x="13160" y="11815"/>
                      <a:pt x="13253" y="12190"/>
                      <a:pt x="13540" y="12190"/>
                    </a:cubicBezTo>
                    <a:cubicBezTo>
                      <a:pt x="13572" y="12190"/>
                      <a:pt x="13606" y="12186"/>
                      <a:pt x="13643" y="12176"/>
                    </a:cubicBezTo>
                    <a:cubicBezTo>
                      <a:pt x="13810" y="12109"/>
                      <a:pt x="13910" y="11975"/>
                      <a:pt x="13877" y="11809"/>
                    </a:cubicBezTo>
                    <a:cubicBezTo>
                      <a:pt x="13843" y="11642"/>
                      <a:pt x="13710" y="11609"/>
                      <a:pt x="13643" y="11475"/>
                    </a:cubicBezTo>
                    <a:cubicBezTo>
                      <a:pt x="13577" y="11375"/>
                      <a:pt x="13610" y="11242"/>
                      <a:pt x="13710" y="11242"/>
                    </a:cubicBezTo>
                    <a:cubicBezTo>
                      <a:pt x="13735" y="11237"/>
                      <a:pt x="13759" y="11234"/>
                      <a:pt x="13783" y="11234"/>
                    </a:cubicBezTo>
                    <a:close/>
                    <a:moveTo>
                      <a:pt x="24284" y="17680"/>
                    </a:moveTo>
                    <a:cubicBezTo>
                      <a:pt x="24618" y="17713"/>
                      <a:pt x="24751" y="18080"/>
                      <a:pt x="24751" y="18380"/>
                    </a:cubicBezTo>
                    <a:cubicBezTo>
                      <a:pt x="24751" y="18647"/>
                      <a:pt x="24584" y="18947"/>
                      <a:pt x="24318" y="19114"/>
                    </a:cubicBezTo>
                    <a:cubicBezTo>
                      <a:pt x="24198" y="19184"/>
                      <a:pt x="24069" y="19216"/>
                      <a:pt x="23942" y="19216"/>
                    </a:cubicBezTo>
                    <a:cubicBezTo>
                      <a:pt x="23465" y="19216"/>
                      <a:pt x="23004" y="18773"/>
                      <a:pt x="23083" y="18247"/>
                    </a:cubicBezTo>
                    <a:cubicBezTo>
                      <a:pt x="23100" y="18147"/>
                      <a:pt x="23192" y="18096"/>
                      <a:pt x="23284" y="18096"/>
                    </a:cubicBezTo>
                    <a:cubicBezTo>
                      <a:pt x="23375" y="18096"/>
                      <a:pt x="23467" y="18147"/>
                      <a:pt x="23484" y="18247"/>
                    </a:cubicBezTo>
                    <a:cubicBezTo>
                      <a:pt x="23509" y="18424"/>
                      <a:pt x="23689" y="18660"/>
                      <a:pt x="23876" y="18660"/>
                    </a:cubicBezTo>
                    <a:cubicBezTo>
                      <a:pt x="23935" y="18660"/>
                      <a:pt x="23995" y="18636"/>
                      <a:pt x="24051" y="18580"/>
                    </a:cubicBezTo>
                    <a:cubicBezTo>
                      <a:pt x="24151" y="18513"/>
                      <a:pt x="24184" y="18380"/>
                      <a:pt x="24184" y="18280"/>
                    </a:cubicBezTo>
                    <a:cubicBezTo>
                      <a:pt x="24151" y="18147"/>
                      <a:pt x="24084" y="18046"/>
                      <a:pt x="24084" y="17880"/>
                    </a:cubicBezTo>
                    <a:cubicBezTo>
                      <a:pt x="24051" y="17780"/>
                      <a:pt x="24184" y="17680"/>
                      <a:pt x="24284" y="17680"/>
                    </a:cubicBezTo>
                    <a:close/>
                    <a:moveTo>
                      <a:pt x="9902" y="18678"/>
                    </a:moveTo>
                    <a:cubicBezTo>
                      <a:pt x="9914" y="18678"/>
                      <a:pt x="9927" y="18679"/>
                      <a:pt x="9941" y="18680"/>
                    </a:cubicBezTo>
                    <a:cubicBezTo>
                      <a:pt x="10174" y="18680"/>
                      <a:pt x="10274" y="18947"/>
                      <a:pt x="10274" y="19147"/>
                    </a:cubicBezTo>
                    <a:cubicBezTo>
                      <a:pt x="10274" y="19549"/>
                      <a:pt x="9988" y="19922"/>
                      <a:pt x="9602" y="19922"/>
                    </a:cubicBezTo>
                    <a:cubicBezTo>
                      <a:pt x="9571" y="19922"/>
                      <a:pt x="9539" y="19919"/>
                      <a:pt x="9507" y="19914"/>
                    </a:cubicBezTo>
                    <a:cubicBezTo>
                      <a:pt x="9007" y="19881"/>
                      <a:pt x="8706" y="19347"/>
                      <a:pt x="8907" y="18914"/>
                    </a:cubicBezTo>
                    <a:cubicBezTo>
                      <a:pt x="8941" y="18833"/>
                      <a:pt x="9000" y="18800"/>
                      <a:pt x="9061" y="18800"/>
                    </a:cubicBezTo>
                    <a:cubicBezTo>
                      <a:pt x="9175" y="18800"/>
                      <a:pt x="9295" y="18916"/>
                      <a:pt x="9274" y="19047"/>
                    </a:cubicBezTo>
                    <a:cubicBezTo>
                      <a:pt x="9242" y="19203"/>
                      <a:pt x="9386" y="19417"/>
                      <a:pt x="9541" y="19417"/>
                    </a:cubicBezTo>
                    <a:cubicBezTo>
                      <a:pt x="9552" y="19417"/>
                      <a:pt x="9563" y="19416"/>
                      <a:pt x="9574" y="19414"/>
                    </a:cubicBezTo>
                    <a:cubicBezTo>
                      <a:pt x="9707" y="19414"/>
                      <a:pt x="9774" y="19214"/>
                      <a:pt x="9741" y="19114"/>
                    </a:cubicBezTo>
                    <a:cubicBezTo>
                      <a:pt x="9741" y="18956"/>
                      <a:pt x="9681" y="18678"/>
                      <a:pt x="9902" y="18678"/>
                    </a:cubicBezTo>
                    <a:close/>
                    <a:moveTo>
                      <a:pt x="14577" y="18906"/>
                    </a:moveTo>
                    <a:cubicBezTo>
                      <a:pt x="14956" y="18906"/>
                      <a:pt x="15289" y="19226"/>
                      <a:pt x="15345" y="19614"/>
                    </a:cubicBezTo>
                    <a:cubicBezTo>
                      <a:pt x="15378" y="20048"/>
                      <a:pt x="15011" y="20415"/>
                      <a:pt x="14577" y="20448"/>
                    </a:cubicBezTo>
                    <a:cubicBezTo>
                      <a:pt x="14537" y="20454"/>
                      <a:pt x="14498" y="20457"/>
                      <a:pt x="14459" y="20457"/>
                    </a:cubicBezTo>
                    <a:cubicBezTo>
                      <a:pt x="14050" y="20457"/>
                      <a:pt x="13741" y="20141"/>
                      <a:pt x="13710" y="19714"/>
                    </a:cubicBezTo>
                    <a:cubicBezTo>
                      <a:pt x="13677" y="19514"/>
                      <a:pt x="13743" y="19314"/>
                      <a:pt x="13877" y="19147"/>
                    </a:cubicBezTo>
                    <a:cubicBezTo>
                      <a:pt x="13877" y="19114"/>
                      <a:pt x="13977" y="19081"/>
                      <a:pt x="14010" y="19047"/>
                    </a:cubicBezTo>
                    <a:cubicBezTo>
                      <a:pt x="14044" y="19047"/>
                      <a:pt x="14077" y="19014"/>
                      <a:pt x="14110" y="18980"/>
                    </a:cubicBezTo>
                    <a:cubicBezTo>
                      <a:pt x="14157" y="18957"/>
                      <a:pt x="14205" y="18933"/>
                      <a:pt x="14264" y="18933"/>
                    </a:cubicBezTo>
                    <a:cubicBezTo>
                      <a:pt x="14288" y="18933"/>
                      <a:pt x="14314" y="18937"/>
                      <a:pt x="14344" y="18947"/>
                    </a:cubicBezTo>
                    <a:cubicBezTo>
                      <a:pt x="14422" y="18919"/>
                      <a:pt x="14500" y="18906"/>
                      <a:pt x="14577" y="18906"/>
                    </a:cubicBezTo>
                    <a:close/>
                    <a:moveTo>
                      <a:pt x="23199" y="22784"/>
                    </a:moveTo>
                    <a:cubicBezTo>
                      <a:pt x="23290" y="22784"/>
                      <a:pt x="23384" y="22836"/>
                      <a:pt x="23384" y="22950"/>
                    </a:cubicBezTo>
                    <a:cubicBezTo>
                      <a:pt x="23384" y="23317"/>
                      <a:pt x="23183" y="23917"/>
                      <a:pt x="23684" y="24051"/>
                    </a:cubicBezTo>
                    <a:cubicBezTo>
                      <a:pt x="23817" y="24051"/>
                      <a:pt x="23951" y="24017"/>
                      <a:pt x="23951" y="23851"/>
                    </a:cubicBezTo>
                    <a:cubicBezTo>
                      <a:pt x="23951" y="23717"/>
                      <a:pt x="23817" y="23650"/>
                      <a:pt x="23784" y="23550"/>
                    </a:cubicBezTo>
                    <a:cubicBezTo>
                      <a:pt x="23717" y="23450"/>
                      <a:pt x="23751" y="23317"/>
                      <a:pt x="23851" y="23250"/>
                    </a:cubicBezTo>
                    <a:cubicBezTo>
                      <a:pt x="23915" y="23215"/>
                      <a:pt x="23977" y="23200"/>
                      <a:pt x="24036" y="23200"/>
                    </a:cubicBezTo>
                    <a:cubicBezTo>
                      <a:pt x="24313" y="23200"/>
                      <a:pt x="24518" y="23548"/>
                      <a:pt x="24518" y="23851"/>
                    </a:cubicBezTo>
                    <a:cubicBezTo>
                      <a:pt x="24518" y="24218"/>
                      <a:pt x="24284" y="24551"/>
                      <a:pt x="23884" y="24618"/>
                    </a:cubicBezTo>
                    <a:cubicBezTo>
                      <a:pt x="23841" y="24624"/>
                      <a:pt x="23798" y="24627"/>
                      <a:pt x="23756" y="24627"/>
                    </a:cubicBezTo>
                    <a:cubicBezTo>
                      <a:pt x="22928" y="24627"/>
                      <a:pt x="22417" y="23420"/>
                      <a:pt x="23083" y="22817"/>
                    </a:cubicBezTo>
                    <a:cubicBezTo>
                      <a:pt x="23115" y="22795"/>
                      <a:pt x="23157" y="22784"/>
                      <a:pt x="23199" y="22784"/>
                    </a:cubicBezTo>
                    <a:close/>
                    <a:moveTo>
                      <a:pt x="4120" y="26836"/>
                    </a:moveTo>
                    <a:cubicBezTo>
                      <a:pt x="4195" y="26836"/>
                      <a:pt x="4270" y="26886"/>
                      <a:pt x="4270" y="26986"/>
                    </a:cubicBezTo>
                    <a:cubicBezTo>
                      <a:pt x="4303" y="27120"/>
                      <a:pt x="4303" y="27220"/>
                      <a:pt x="4270" y="27320"/>
                    </a:cubicBezTo>
                    <a:cubicBezTo>
                      <a:pt x="4253" y="27403"/>
                      <a:pt x="4187" y="27445"/>
                      <a:pt x="4120" y="27445"/>
                    </a:cubicBezTo>
                    <a:cubicBezTo>
                      <a:pt x="4053" y="27445"/>
                      <a:pt x="3986" y="27403"/>
                      <a:pt x="3970" y="27320"/>
                    </a:cubicBezTo>
                    <a:cubicBezTo>
                      <a:pt x="3936" y="27220"/>
                      <a:pt x="3936" y="27120"/>
                      <a:pt x="3970" y="26986"/>
                    </a:cubicBezTo>
                    <a:cubicBezTo>
                      <a:pt x="3970" y="26886"/>
                      <a:pt x="4045" y="26836"/>
                      <a:pt x="4120" y="26836"/>
                    </a:cubicBezTo>
                    <a:close/>
                    <a:moveTo>
                      <a:pt x="20026" y="32754"/>
                    </a:moveTo>
                    <a:cubicBezTo>
                      <a:pt x="20240" y="32754"/>
                      <a:pt x="20419" y="32970"/>
                      <a:pt x="20482" y="33157"/>
                    </a:cubicBezTo>
                    <a:cubicBezTo>
                      <a:pt x="20515" y="33424"/>
                      <a:pt x="20448" y="33658"/>
                      <a:pt x="20248" y="33824"/>
                    </a:cubicBezTo>
                    <a:cubicBezTo>
                      <a:pt x="20148" y="33908"/>
                      <a:pt x="20023" y="33950"/>
                      <a:pt x="19894" y="33950"/>
                    </a:cubicBezTo>
                    <a:cubicBezTo>
                      <a:pt x="19764" y="33950"/>
                      <a:pt x="19631" y="33908"/>
                      <a:pt x="19514" y="33824"/>
                    </a:cubicBezTo>
                    <a:cubicBezTo>
                      <a:pt x="19414" y="33758"/>
                      <a:pt x="19314" y="33624"/>
                      <a:pt x="19281" y="33524"/>
                    </a:cubicBezTo>
                    <a:cubicBezTo>
                      <a:pt x="19247" y="33391"/>
                      <a:pt x="19281" y="33291"/>
                      <a:pt x="19314" y="33157"/>
                    </a:cubicBezTo>
                    <a:cubicBezTo>
                      <a:pt x="19344" y="33082"/>
                      <a:pt x="19415" y="33048"/>
                      <a:pt x="19483" y="33048"/>
                    </a:cubicBezTo>
                    <a:cubicBezTo>
                      <a:pt x="19567" y="33048"/>
                      <a:pt x="19648" y="33099"/>
                      <a:pt x="19648" y="33191"/>
                    </a:cubicBezTo>
                    <a:cubicBezTo>
                      <a:pt x="19714" y="33257"/>
                      <a:pt x="19748" y="33291"/>
                      <a:pt x="19781" y="33324"/>
                    </a:cubicBezTo>
                    <a:cubicBezTo>
                      <a:pt x="19848" y="33357"/>
                      <a:pt x="19881" y="33357"/>
                      <a:pt x="19881" y="33357"/>
                    </a:cubicBezTo>
                    <a:cubicBezTo>
                      <a:pt x="19981" y="33257"/>
                      <a:pt x="19848" y="33057"/>
                      <a:pt x="19814" y="32957"/>
                    </a:cubicBezTo>
                    <a:cubicBezTo>
                      <a:pt x="19814" y="32890"/>
                      <a:pt x="19914" y="32790"/>
                      <a:pt x="19981" y="32757"/>
                    </a:cubicBezTo>
                    <a:cubicBezTo>
                      <a:pt x="19996" y="32755"/>
                      <a:pt x="20011" y="32754"/>
                      <a:pt x="20026" y="32754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1134" y="7339"/>
                      <a:pt x="1001" y="15044"/>
                      <a:pt x="1201" y="22450"/>
                    </a:cubicBezTo>
                    <a:cubicBezTo>
                      <a:pt x="1401" y="30122"/>
                      <a:pt x="1768" y="37927"/>
                      <a:pt x="1201" y="45600"/>
                    </a:cubicBezTo>
                    <a:cubicBezTo>
                      <a:pt x="5204" y="48602"/>
                      <a:pt x="11375" y="48869"/>
                      <a:pt x="16212" y="48935"/>
                    </a:cubicBezTo>
                    <a:cubicBezTo>
                      <a:pt x="16690" y="48944"/>
                      <a:pt x="17170" y="48950"/>
                      <a:pt x="17651" y="48950"/>
                    </a:cubicBezTo>
                    <a:cubicBezTo>
                      <a:pt x="22471" y="48950"/>
                      <a:pt x="27373" y="48396"/>
                      <a:pt x="31256" y="45333"/>
                    </a:cubicBezTo>
                    <a:cubicBezTo>
                      <a:pt x="31189" y="37727"/>
                      <a:pt x="31289" y="30122"/>
                      <a:pt x="31556" y="22550"/>
                    </a:cubicBezTo>
                    <a:cubicBezTo>
                      <a:pt x="31690" y="18780"/>
                      <a:pt x="31856" y="15011"/>
                      <a:pt x="32090" y="11242"/>
                    </a:cubicBezTo>
                    <a:cubicBezTo>
                      <a:pt x="32290" y="7739"/>
                      <a:pt x="32290" y="4070"/>
                      <a:pt x="32990" y="634"/>
                    </a:cubicBezTo>
                    <a:lnTo>
                      <a:pt x="32990" y="634"/>
                    </a:lnTo>
                    <a:cubicBezTo>
                      <a:pt x="28762" y="1380"/>
                      <a:pt x="24379" y="1690"/>
                      <a:pt x="19965" y="1690"/>
                    </a:cubicBezTo>
                    <a:cubicBezTo>
                      <a:pt x="14318" y="1690"/>
                      <a:pt x="8622" y="1183"/>
                      <a:pt x="3136" y="434"/>
                    </a:cubicBezTo>
                    <a:lnTo>
                      <a:pt x="3136" y="434"/>
                    </a:lnTo>
                    <a:cubicBezTo>
                      <a:pt x="4437" y="8406"/>
                      <a:pt x="4770" y="16879"/>
                      <a:pt x="4270" y="24918"/>
                    </a:cubicBezTo>
                    <a:cubicBezTo>
                      <a:pt x="4270" y="25035"/>
                      <a:pt x="4178" y="25093"/>
                      <a:pt x="4086" y="25093"/>
                    </a:cubicBezTo>
                    <a:cubicBezTo>
                      <a:pt x="3995" y="25093"/>
                      <a:pt x="3903" y="25035"/>
                      <a:pt x="3903" y="24918"/>
                    </a:cubicBezTo>
                    <a:cubicBezTo>
                      <a:pt x="3903" y="20815"/>
                      <a:pt x="4036" y="16679"/>
                      <a:pt x="3803" y="12543"/>
                    </a:cubicBezTo>
                    <a:cubicBezTo>
                      <a:pt x="3569" y="8506"/>
                      <a:pt x="3136" y="4437"/>
                      <a:pt x="2802" y="400"/>
                    </a:cubicBezTo>
                    <a:cubicBezTo>
                      <a:pt x="1868" y="267"/>
                      <a:pt x="934" y="134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0" name="Google Shape;15260;p50"/>
              <p:cNvSpPr/>
              <p:nvPr/>
            </p:nvSpPr>
            <p:spPr>
              <a:xfrm>
                <a:off x="8072174" y="2879044"/>
                <a:ext cx="222861" cy="308780"/>
              </a:xfrm>
              <a:custGeom>
                <a:rect b="b" l="l" r="r" t="t"/>
                <a:pathLst>
                  <a:path extrusionOk="0" h="9707" w="7006">
                    <a:moveTo>
                      <a:pt x="7005" y="0"/>
                    </a:moveTo>
                    <a:lnTo>
                      <a:pt x="7005" y="0"/>
                    </a:lnTo>
                    <a:cubicBezTo>
                      <a:pt x="4403" y="67"/>
                      <a:pt x="2402" y="1368"/>
                      <a:pt x="667" y="3169"/>
                    </a:cubicBezTo>
                    <a:cubicBezTo>
                      <a:pt x="567" y="3970"/>
                      <a:pt x="467" y="4770"/>
                      <a:pt x="400" y="5537"/>
                    </a:cubicBezTo>
                    <a:cubicBezTo>
                      <a:pt x="234" y="6938"/>
                      <a:pt x="134" y="8306"/>
                      <a:pt x="0" y="9707"/>
                    </a:cubicBezTo>
                    <a:cubicBezTo>
                      <a:pt x="1134" y="7606"/>
                      <a:pt x="2869" y="5637"/>
                      <a:pt x="4970" y="5004"/>
                    </a:cubicBezTo>
                    <a:cubicBezTo>
                      <a:pt x="5104" y="4136"/>
                      <a:pt x="5371" y="3302"/>
                      <a:pt x="5704" y="2569"/>
                    </a:cubicBezTo>
                    <a:cubicBezTo>
                      <a:pt x="6038" y="1735"/>
                      <a:pt x="6471" y="801"/>
                      <a:pt x="70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1" name="Google Shape;15261;p50"/>
              <p:cNvSpPr/>
              <p:nvPr/>
            </p:nvSpPr>
            <p:spPr>
              <a:xfrm>
                <a:off x="8033971" y="4062144"/>
                <a:ext cx="447821" cy="228110"/>
              </a:xfrm>
              <a:custGeom>
                <a:rect b="b" l="l" r="r" t="t"/>
                <a:pathLst>
                  <a:path extrusionOk="0" h="7171" w="14078">
                    <a:moveTo>
                      <a:pt x="14077" y="0"/>
                    </a:moveTo>
                    <a:lnTo>
                      <a:pt x="14077" y="0"/>
                    </a:lnTo>
                    <a:cubicBezTo>
                      <a:pt x="13477" y="734"/>
                      <a:pt x="12809" y="1401"/>
                      <a:pt x="12076" y="2002"/>
                    </a:cubicBezTo>
                    <a:cubicBezTo>
                      <a:pt x="10702" y="3116"/>
                      <a:pt x="8463" y="4432"/>
                      <a:pt x="6438" y="4432"/>
                    </a:cubicBezTo>
                    <a:cubicBezTo>
                      <a:pt x="5856" y="4432"/>
                      <a:pt x="5291" y="4323"/>
                      <a:pt x="4770" y="4070"/>
                    </a:cubicBezTo>
                    <a:cubicBezTo>
                      <a:pt x="3703" y="3570"/>
                      <a:pt x="3169" y="2636"/>
                      <a:pt x="2869" y="1568"/>
                    </a:cubicBezTo>
                    <a:cubicBezTo>
                      <a:pt x="1735" y="1535"/>
                      <a:pt x="701" y="1101"/>
                      <a:pt x="0" y="167"/>
                    </a:cubicBezTo>
                    <a:cubicBezTo>
                      <a:pt x="0" y="868"/>
                      <a:pt x="0" y="1601"/>
                      <a:pt x="0" y="2302"/>
                    </a:cubicBezTo>
                    <a:cubicBezTo>
                      <a:pt x="23" y="2296"/>
                      <a:pt x="46" y="2294"/>
                      <a:pt x="69" y="2294"/>
                    </a:cubicBezTo>
                    <a:cubicBezTo>
                      <a:pt x="185" y="2294"/>
                      <a:pt x="301" y="2363"/>
                      <a:pt x="301" y="2502"/>
                    </a:cubicBezTo>
                    <a:cubicBezTo>
                      <a:pt x="267" y="3336"/>
                      <a:pt x="167" y="4203"/>
                      <a:pt x="34" y="5004"/>
                    </a:cubicBezTo>
                    <a:cubicBezTo>
                      <a:pt x="34" y="5171"/>
                      <a:pt x="34" y="5304"/>
                      <a:pt x="34" y="5438"/>
                    </a:cubicBezTo>
                    <a:cubicBezTo>
                      <a:pt x="1436" y="6658"/>
                      <a:pt x="2944" y="7170"/>
                      <a:pt x="4444" y="7170"/>
                    </a:cubicBezTo>
                    <a:cubicBezTo>
                      <a:pt x="8188" y="7170"/>
                      <a:pt x="11876" y="3978"/>
                      <a:pt x="13710" y="667"/>
                    </a:cubicBezTo>
                    <a:cubicBezTo>
                      <a:pt x="13844" y="434"/>
                      <a:pt x="13944" y="200"/>
                      <a:pt x="14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2" name="Google Shape;15262;p50"/>
              <p:cNvSpPr/>
              <p:nvPr/>
            </p:nvSpPr>
            <p:spPr>
              <a:xfrm>
                <a:off x="6847695" y="3810656"/>
                <a:ext cx="1165105" cy="882091"/>
              </a:xfrm>
              <a:custGeom>
                <a:rect b="b" l="l" r="r" t="t"/>
                <a:pathLst>
                  <a:path extrusionOk="0" h="27730" w="36627">
                    <a:moveTo>
                      <a:pt x="2095" y="19608"/>
                    </a:moveTo>
                    <a:cubicBezTo>
                      <a:pt x="2152" y="19608"/>
                      <a:pt x="2202" y="19691"/>
                      <a:pt x="2202" y="19748"/>
                    </a:cubicBezTo>
                    <a:cubicBezTo>
                      <a:pt x="2202" y="19915"/>
                      <a:pt x="2102" y="20082"/>
                      <a:pt x="2135" y="20249"/>
                    </a:cubicBezTo>
                    <a:cubicBezTo>
                      <a:pt x="2168" y="20415"/>
                      <a:pt x="2235" y="20582"/>
                      <a:pt x="2402" y="20649"/>
                    </a:cubicBezTo>
                    <a:cubicBezTo>
                      <a:pt x="2446" y="20663"/>
                      <a:pt x="2489" y="20670"/>
                      <a:pt x="2533" y="20670"/>
                    </a:cubicBezTo>
                    <a:cubicBezTo>
                      <a:pt x="2686" y="20670"/>
                      <a:pt x="2831" y="20586"/>
                      <a:pt x="2935" y="20482"/>
                    </a:cubicBezTo>
                    <a:cubicBezTo>
                      <a:pt x="3002" y="20382"/>
                      <a:pt x="3069" y="20282"/>
                      <a:pt x="3069" y="20182"/>
                    </a:cubicBezTo>
                    <a:cubicBezTo>
                      <a:pt x="3069" y="20048"/>
                      <a:pt x="2969" y="19915"/>
                      <a:pt x="2935" y="19815"/>
                    </a:cubicBezTo>
                    <a:cubicBezTo>
                      <a:pt x="2913" y="19726"/>
                      <a:pt x="2965" y="19681"/>
                      <a:pt x="3022" y="19681"/>
                    </a:cubicBezTo>
                    <a:cubicBezTo>
                      <a:pt x="3050" y="19681"/>
                      <a:pt x="3080" y="19693"/>
                      <a:pt x="3102" y="19715"/>
                    </a:cubicBezTo>
                    <a:cubicBezTo>
                      <a:pt x="3269" y="19848"/>
                      <a:pt x="3369" y="19982"/>
                      <a:pt x="3402" y="20182"/>
                    </a:cubicBezTo>
                    <a:cubicBezTo>
                      <a:pt x="3436" y="20382"/>
                      <a:pt x="3369" y="20549"/>
                      <a:pt x="3269" y="20716"/>
                    </a:cubicBezTo>
                    <a:cubicBezTo>
                      <a:pt x="3104" y="20963"/>
                      <a:pt x="2804" y="21142"/>
                      <a:pt x="2498" y="21142"/>
                    </a:cubicBezTo>
                    <a:cubicBezTo>
                      <a:pt x="2433" y="21142"/>
                      <a:pt x="2367" y="21134"/>
                      <a:pt x="2302" y="21116"/>
                    </a:cubicBezTo>
                    <a:cubicBezTo>
                      <a:pt x="1968" y="21016"/>
                      <a:pt x="1735" y="20716"/>
                      <a:pt x="1701" y="20382"/>
                    </a:cubicBezTo>
                    <a:cubicBezTo>
                      <a:pt x="1635" y="20082"/>
                      <a:pt x="1701" y="19648"/>
                      <a:pt x="2068" y="19615"/>
                    </a:cubicBezTo>
                    <a:cubicBezTo>
                      <a:pt x="2077" y="19610"/>
                      <a:pt x="2086" y="19608"/>
                      <a:pt x="2095" y="19608"/>
                    </a:cubicBezTo>
                    <a:close/>
                    <a:moveTo>
                      <a:pt x="1434" y="1"/>
                    </a:moveTo>
                    <a:cubicBezTo>
                      <a:pt x="1168" y="6972"/>
                      <a:pt x="634" y="13944"/>
                      <a:pt x="0" y="20882"/>
                    </a:cubicBezTo>
                    <a:cubicBezTo>
                      <a:pt x="0" y="20882"/>
                      <a:pt x="0" y="20916"/>
                      <a:pt x="0" y="20916"/>
                    </a:cubicBezTo>
                    <a:cubicBezTo>
                      <a:pt x="3239" y="26828"/>
                      <a:pt x="10599" y="27730"/>
                      <a:pt x="16854" y="27730"/>
                    </a:cubicBezTo>
                    <a:cubicBezTo>
                      <a:pt x="17233" y="27730"/>
                      <a:pt x="17609" y="27726"/>
                      <a:pt x="17980" y="27721"/>
                    </a:cubicBezTo>
                    <a:cubicBezTo>
                      <a:pt x="21282" y="27687"/>
                      <a:pt x="24584" y="27420"/>
                      <a:pt x="27853" y="27053"/>
                    </a:cubicBezTo>
                    <a:cubicBezTo>
                      <a:pt x="31456" y="26653"/>
                      <a:pt x="36526" y="25686"/>
                      <a:pt x="36426" y="21016"/>
                    </a:cubicBezTo>
                    <a:cubicBezTo>
                      <a:pt x="36426" y="20849"/>
                      <a:pt x="36493" y="20716"/>
                      <a:pt x="36626" y="20615"/>
                    </a:cubicBezTo>
                    <a:cubicBezTo>
                      <a:pt x="36559" y="19148"/>
                      <a:pt x="36526" y="17647"/>
                      <a:pt x="36459" y="16146"/>
                    </a:cubicBezTo>
                    <a:cubicBezTo>
                      <a:pt x="35659" y="18314"/>
                      <a:pt x="34458" y="20482"/>
                      <a:pt x="32623" y="21916"/>
                    </a:cubicBezTo>
                    <a:cubicBezTo>
                      <a:pt x="30589" y="23518"/>
                      <a:pt x="28053" y="24418"/>
                      <a:pt x="25552" y="24919"/>
                    </a:cubicBezTo>
                    <a:cubicBezTo>
                      <a:pt x="23357" y="25341"/>
                      <a:pt x="21162" y="25502"/>
                      <a:pt x="18947" y="25502"/>
                    </a:cubicBezTo>
                    <a:cubicBezTo>
                      <a:pt x="18536" y="25502"/>
                      <a:pt x="18125" y="25496"/>
                      <a:pt x="17713" y="25486"/>
                    </a:cubicBezTo>
                    <a:cubicBezTo>
                      <a:pt x="15311" y="25452"/>
                      <a:pt x="12843" y="25452"/>
                      <a:pt x="10441" y="24885"/>
                    </a:cubicBezTo>
                    <a:cubicBezTo>
                      <a:pt x="10241" y="24852"/>
                      <a:pt x="10041" y="24785"/>
                      <a:pt x="9840" y="24752"/>
                    </a:cubicBezTo>
                    <a:cubicBezTo>
                      <a:pt x="9651" y="24811"/>
                      <a:pt x="9428" y="24832"/>
                      <a:pt x="9203" y="24832"/>
                    </a:cubicBezTo>
                    <a:cubicBezTo>
                      <a:pt x="8793" y="24832"/>
                      <a:pt x="8376" y="24761"/>
                      <a:pt x="8139" y="24718"/>
                    </a:cubicBezTo>
                    <a:cubicBezTo>
                      <a:pt x="6805" y="24585"/>
                      <a:pt x="5437" y="24151"/>
                      <a:pt x="4336" y="23351"/>
                    </a:cubicBezTo>
                    <a:cubicBezTo>
                      <a:pt x="4135" y="23207"/>
                      <a:pt x="4256" y="22964"/>
                      <a:pt x="4443" y="22964"/>
                    </a:cubicBezTo>
                    <a:cubicBezTo>
                      <a:pt x="4473" y="22964"/>
                      <a:pt x="4504" y="22970"/>
                      <a:pt x="4537" y="22984"/>
                    </a:cubicBezTo>
                    <a:cubicBezTo>
                      <a:pt x="5504" y="23451"/>
                      <a:pt x="6405" y="23851"/>
                      <a:pt x="7439" y="24051"/>
                    </a:cubicBezTo>
                    <a:cubicBezTo>
                      <a:pt x="7672" y="24118"/>
                      <a:pt x="7906" y="24151"/>
                      <a:pt x="8173" y="24185"/>
                    </a:cubicBezTo>
                    <a:cubicBezTo>
                      <a:pt x="7305" y="23818"/>
                      <a:pt x="6471" y="23351"/>
                      <a:pt x="5771" y="22750"/>
                    </a:cubicBezTo>
                    <a:cubicBezTo>
                      <a:pt x="5137" y="22550"/>
                      <a:pt x="4537" y="22317"/>
                      <a:pt x="3970" y="21950"/>
                    </a:cubicBezTo>
                    <a:cubicBezTo>
                      <a:pt x="3869" y="21916"/>
                      <a:pt x="3903" y="21750"/>
                      <a:pt x="4036" y="21750"/>
                    </a:cubicBezTo>
                    <a:cubicBezTo>
                      <a:pt x="4303" y="21750"/>
                      <a:pt x="4603" y="21783"/>
                      <a:pt x="4870" y="21850"/>
                    </a:cubicBezTo>
                    <a:cubicBezTo>
                      <a:pt x="4870" y="21783"/>
                      <a:pt x="4803" y="21750"/>
                      <a:pt x="4803" y="21716"/>
                    </a:cubicBezTo>
                    <a:cubicBezTo>
                      <a:pt x="3136" y="19515"/>
                      <a:pt x="2602" y="16779"/>
                      <a:pt x="2402" y="14077"/>
                    </a:cubicBezTo>
                    <a:cubicBezTo>
                      <a:pt x="2202" y="11476"/>
                      <a:pt x="2268" y="8874"/>
                      <a:pt x="2202" y="6272"/>
                    </a:cubicBezTo>
                    <a:cubicBezTo>
                      <a:pt x="2168" y="4204"/>
                      <a:pt x="2102" y="1969"/>
                      <a:pt x="14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3" name="Google Shape;15263;p50"/>
              <p:cNvSpPr/>
              <p:nvPr/>
            </p:nvSpPr>
            <p:spPr>
              <a:xfrm>
                <a:off x="7075802" y="4548101"/>
                <a:ext cx="72209" cy="30824"/>
              </a:xfrm>
              <a:custGeom>
                <a:rect b="b" l="l" r="r" t="t"/>
                <a:pathLst>
                  <a:path extrusionOk="0" h="969" w="2270">
                    <a:moveTo>
                      <a:pt x="1" y="1"/>
                    </a:moveTo>
                    <a:lnTo>
                      <a:pt x="1" y="1"/>
                    </a:lnTo>
                    <a:cubicBezTo>
                      <a:pt x="701" y="401"/>
                      <a:pt x="1435" y="735"/>
                      <a:pt x="2236" y="968"/>
                    </a:cubicBezTo>
                    <a:cubicBezTo>
                      <a:pt x="2269" y="935"/>
                      <a:pt x="2136" y="868"/>
                      <a:pt x="1869" y="735"/>
                    </a:cubicBezTo>
                    <a:cubicBezTo>
                      <a:pt x="1302" y="401"/>
                      <a:pt x="635" y="20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4" name="Google Shape;15264;p50"/>
              <p:cNvSpPr/>
              <p:nvPr/>
            </p:nvSpPr>
            <p:spPr>
              <a:xfrm>
                <a:off x="6931514" y="2900261"/>
                <a:ext cx="439328" cy="1554523"/>
              </a:xfrm>
              <a:custGeom>
                <a:rect b="b" l="l" r="r" t="t"/>
                <a:pathLst>
                  <a:path extrusionOk="0" h="48869" w="13811">
                    <a:moveTo>
                      <a:pt x="4120" y="26836"/>
                    </a:moveTo>
                    <a:cubicBezTo>
                      <a:pt x="4195" y="26836"/>
                      <a:pt x="4270" y="26886"/>
                      <a:pt x="4270" y="26986"/>
                    </a:cubicBezTo>
                    <a:cubicBezTo>
                      <a:pt x="4303" y="27120"/>
                      <a:pt x="4303" y="27220"/>
                      <a:pt x="4270" y="27320"/>
                    </a:cubicBezTo>
                    <a:cubicBezTo>
                      <a:pt x="4253" y="27403"/>
                      <a:pt x="4187" y="27445"/>
                      <a:pt x="4120" y="27445"/>
                    </a:cubicBezTo>
                    <a:cubicBezTo>
                      <a:pt x="4053" y="27445"/>
                      <a:pt x="3986" y="27403"/>
                      <a:pt x="3970" y="27320"/>
                    </a:cubicBezTo>
                    <a:cubicBezTo>
                      <a:pt x="3936" y="27220"/>
                      <a:pt x="3936" y="27120"/>
                      <a:pt x="3970" y="26986"/>
                    </a:cubicBezTo>
                    <a:cubicBezTo>
                      <a:pt x="3970" y="26886"/>
                      <a:pt x="4045" y="26836"/>
                      <a:pt x="4120" y="26836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1134" y="7339"/>
                      <a:pt x="1001" y="15044"/>
                      <a:pt x="1201" y="22450"/>
                    </a:cubicBezTo>
                    <a:cubicBezTo>
                      <a:pt x="1401" y="30122"/>
                      <a:pt x="1768" y="37927"/>
                      <a:pt x="1201" y="45600"/>
                    </a:cubicBezTo>
                    <a:cubicBezTo>
                      <a:pt x="4570" y="48101"/>
                      <a:pt x="9474" y="48702"/>
                      <a:pt x="13810" y="48869"/>
                    </a:cubicBezTo>
                    <a:cubicBezTo>
                      <a:pt x="11609" y="48301"/>
                      <a:pt x="9574" y="47201"/>
                      <a:pt x="7973" y="45566"/>
                    </a:cubicBezTo>
                    <a:cubicBezTo>
                      <a:pt x="5204" y="42664"/>
                      <a:pt x="4337" y="38795"/>
                      <a:pt x="4237" y="34892"/>
                    </a:cubicBezTo>
                    <a:cubicBezTo>
                      <a:pt x="4137" y="29888"/>
                      <a:pt x="4637" y="24885"/>
                      <a:pt x="4503" y="19881"/>
                    </a:cubicBezTo>
                    <a:cubicBezTo>
                      <a:pt x="4503" y="19581"/>
                      <a:pt x="4503" y="19281"/>
                      <a:pt x="4503" y="18980"/>
                    </a:cubicBezTo>
                    <a:cubicBezTo>
                      <a:pt x="4470" y="20982"/>
                      <a:pt x="4403" y="22950"/>
                      <a:pt x="4270" y="24918"/>
                    </a:cubicBezTo>
                    <a:cubicBezTo>
                      <a:pt x="4270" y="25035"/>
                      <a:pt x="4178" y="25093"/>
                      <a:pt x="4086" y="25093"/>
                    </a:cubicBezTo>
                    <a:cubicBezTo>
                      <a:pt x="3995" y="25093"/>
                      <a:pt x="3903" y="25035"/>
                      <a:pt x="3903" y="24918"/>
                    </a:cubicBezTo>
                    <a:cubicBezTo>
                      <a:pt x="3903" y="20815"/>
                      <a:pt x="4036" y="16679"/>
                      <a:pt x="3803" y="12543"/>
                    </a:cubicBezTo>
                    <a:cubicBezTo>
                      <a:pt x="3569" y="8506"/>
                      <a:pt x="3136" y="4437"/>
                      <a:pt x="2802" y="400"/>
                    </a:cubicBezTo>
                    <a:cubicBezTo>
                      <a:pt x="1868" y="267"/>
                      <a:pt x="934" y="134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5" name="Google Shape;15265;p50"/>
              <p:cNvSpPr/>
              <p:nvPr/>
            </p:nvSpPr>
            <p:spPr>
              <a:xfrm>
                <a:off x="7711390" y="2978163"/>
                <a:ext cx="187838" cy="1363949"/>
              </a:xfrm>
              <a:custGeom>
                <a:rect b="b" l="l" r="r" t="t"/>
                <a:pathLst>
                  <a:path extrusionOk="0" h="42878" w="5905">
                    <a:moveTo>
                      <a:pt x="3666" y="0"/>
                    </a:moveTo>
                    <a:cubicBezTo>
                      <a:pt x="3525" y="0"/>
                      <a:pt x="3408" y="91"/>
                      <a:pt x="3336" y="320"/>
                    </a:cubicBezTo>
                    <a:cubicBezTo>
                      <a:pt x="3103" y="1154"/>
                      <a:pt x="3170" y="2054"/>
                      <a:pt x="3203" y="2888"/>
                    </a:cubicBezTo>
                    <a:cubicBezTo>
                      <a:pt x="3203" y="3689"/>
                      <a:pt x="3203" y="4490"/>
                      <a:pt x="3203" y="5257"/>
                    </a:cubicBezTo>
                    <a:cubicBezTo>
                      <a:pt x="3270" y="5924"/>
                      <a:pt x="3336" y="6591"/>
                      <a:pt x="3370" y="7292"/>
                    </a:cubicBezTo>
                    <a:cubicBezTo>
                      <a:pt x="3603" y="7358"/>
                      <a:pt x="3803" y="7625"/>
                      <a:pt x="3837" y="7825"/>
                    </a:cubicBezTo>
                    <a:cubicBezTo>
                      <a:pt x="3937" y="8159"/>
                      <a:pt x="3737" y="8492"/>
                      <a:pt x="3437" y="8626"/>
                    </a:cubicBezTo>
                    <a:cubicBezTo>
                      <a:pt x="3437" y="8926"/>
                      <a:pt x="3437" y="9226"/>
                      <a:pt x="3437" y="9560"/>
                    </a:cubicBezTo>
                    <a:cubicBezTo>
                      <a:pt x="3336" y="12929"/>
                      <a:pt x="2869" y="16265"/>
                      <a:pt x="2469" y="19634"/>
                    </a:cubicBezTo>
                    <a:cubicBezTo>
                      <a:pt x="2069" y="23203"/>
                      <a:pt x="1935" y="26772"/>
                      <a:pt x="1602" y="30341"/>
                    </a:cubicBezTo>
                    <a:cubicBezTo>
                      <a:pt x="1468" y="31876"/>
                      <a:pt x="1335" y="33410"/>
                      <a:pt x="1001" y="34911"/>
                    </a:cubicBezTo>
                    <a:cubicBezTo>
                      <a:pt x="668" y="36346"/>
                      <a:pt x="268" y="37847"/>
                      <a:pt x="134" y="39348"/>
                    </a:cubicBezTo>
                    <a:cubicBezTo>
                      <a:pt x="67" y="40148"/>
                      <a:pt x="1" y="41016"/>
                      <a:pt x="301" y="41783"/>
                    </a:cubicBezTo>
                    <a:cubicBezTo>
                      <a:pt x="563" y="42416"/>
                      <a:pt x="1025" y="42878"/>
                      <a:pt x="1557" y="42878"/>
                    </a:cubicBezTo>
                    <a:cubicBezTo>
                      <a:pt x="1837" y="42878"/>
                      <a:pt x="2136" y="42749"/>
                      <a:pt x="2436" y="42450"/>
                    </a:cubicBezTo>
                    <a:cubicBezTo>
                      <a:pt x="3437" y="41449"/>
                      <a:pt x="3904" y="40115"/>
                      <a:pt x="4137" y="38747"/>
                    </a:cubicBezTo>
                    <a:cubicBezTo>
                      <a:pt x="4704" y="35578"/>
                      <a:pt x="4971" y="32309"/>
                      <a:pt x="5204" y="29107"/>
                    </a:cubicBezTo>
                    <a:cubicBezTo>
                      <a:pt x="5705" y="21869"/>
                      <a:pt x="5905" y="14697"/>
                      <a:pt x="5505" y="7458"/>
                    </a:cubicBezTo>
                    <a:cubicBezTo>
                      <a:pt x="5438" y="5991"/>
                      <a:pt x="5371" y="4523"/>
                      <a:pt x="5271" y="3089"/>
                    </a:cubicBezTo>
                    <a:cubicBezTo>
                      <a:pt x="5204" y="2455"/>
                      <a:pt x="5171" y="1788"/>
                      <a:pt x="4938" y="1221"/>
                    </a:cubicBezTo>
                    <a:cubicBezTo>
                      <a:pt x="4810" y="940"/>
                      <a:pt x="4120" y="0"/>
                      <a:pt x="36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6" name="Google Shape;15266;p50"/>
              <p:cNvSpPr/>
              <p:nvPr/>
            </p:nvSpPr>
            <p:spPr>
              <a:xfrm>
                <a:off x="6660941" y="2138131"/>
                <a:ext cx="1607582" cy="651023"/>
              </a:xfrm>
              <a:custGeom>
                <a:rect b="b" l="l" r="r" t="t"/>
                <a:pathLst>
                  <a:path extrusionOk="0" h="20466" w="50537">
                    <a:moveTo>
                      <a:pt x="29931" y="1210"/>
                    </a:moveTo>
                    <a:cubicBezTo>
                      <a:pt x="30087" y="1210"/>
                      <a:pt x="30243" y="1251"/>
                      <a:pt x="30389" y="1343"/>
                    </a:cubicBezTo>
                    <a:cubicBezTo>
                      <a:pt x="30522" y="1410"/>
                      <a:pt x="30489" y="1643"/>
                      <a:pt x="30322" y="1643"/>
                    </a:cubicBezTo>
                    <a:cubicBezTo>
                      <a:pt x="30259" y="1634"/>
                      <a:pt x="30197" y="1629"/>
                      <a:pt x="30135" y="1629"/>
                    </a:cubicBezTo>
                    <a:cubicBezTo>
                      <a:pt x="29769" y="1629"/>
                      <a:pt x="29430" y="1796"/>
                      <a:pt x="29288" y="2110"/>
                    </a:cubicBezTo>
                    <a:cubicBezTo>
                      <a:pt x="29483" y="2159"/>
                      <a:pt x="29678" y="2190"/>
                      <a:pt x="29861" y="2190"/>
                    </a:cubicBezTo>
                    <a:cubicBezTo>
                      <a:pt x="29927" y="2190"/>
                      <a:pt x="29992" y="2186"/>
                      <a:pt x="30055" y="2177"/>
                    </a:cubicBezTo>
                    <a:cubicBezTo>
                      <a:pt x="30322" y="2144"/>
                      <a:pt x="30555" y="1977"/>
                      <a:pt x="30789" y="1977"/>
                    </a:cubicBezTo>
                    <a:cubicBezTo>
                      <a:pt x="30922" y="1977"/>
                      <a:pt x="30956" y="2077"/>
                      <a:pt x="30922" y="2177"/>
                    </a:cubicBezTo>
                    <a:cubicBezTo>
                      <a:pt x="30755" y="2511"/>
                      <a:pt x="30322" y="2611"/>
                      <a:pt x="30022" y="2644"/>
                    </a:cubicBezTo>
                    <a:cubicBezTo>
                      <a:pt x="29955" y="2650"/>
                      <a:pt x="29889" y="2652"/>
                      <a:pt x="29824" y="2652"/>
                    </a:cubicBezTo>
                    <a:cubicBezTo>
                      <a:pt x="29500" y="2652"/>
                      <a:pt x="29199" y="2583"/>
                      <a:pt x="28921" y="2444"/>
                    </a:cubicBezTo>
                    <a:cubicBezTo>
                      <a:pt x="28821" y="2410"/>
                      <a:pt x="28787" y="2277"/>
                      <a:pt x="28787" y="2210"/>
                    </a:cubicBezTo>
                    <a:cubicBezTo>
                      <a:pt x="28890" y="1671"/>
                      <a:pt x="29409" y="1210"/>
                      <a:pt x="29931" y="1210"/>
                    </a:cubicBezTo>
                    <a:close/>
                    <a:moveTo>
                      <a:pt x="18617" y="1608"/>
                    </a:moveTo>
                    <a:cubicBezTo>
                      <a:pt x="18853" y="1608"/>
                      <a:pt x="18903" y="1913"/>
                      <a:pt x="18680" y="1977"/>
                    </a:cubicBezTo>
                    <a:cubicBezTo>
                      <a:pt x="18280" y="2144"/>
                      <a:pt x="17913" y="2377"/>
                      <a:pt x="17579" y="2644"/>
                    </a:cubicBezTo>
                    <a:cubicBezTo>
                      <a:pt x="17413" y="2777"/>
                      <a:pt x="17212" y="2978"/>
                      <a:pt x="17146" y="3144"/>
                    </a:cubicBezTo>
                    <a:cubicBezTo>
                      <a:pt x="17049" y="3376"/>
                      <a:pt x="17131" y="3440"/>
                      <a:pt x="17256" y="3440"/>
                    </a:cubicBezTo>
                    <a:cubicBezTo>
                      <a:pt x="17348" y="3440"/>
                      <a:pt x="17462" y="3406"/>
                      <a:pt x="17546" y="3378"/>
                    </a:cubicBezTo>
                    <a:cubicBezTo>
                      <a:pt x="17946" y="3278"/>
                      <a:pt x="18280" y="3078"/>
                      <a:pt x="18547" y="2811"/>
                    </a:cubicBezTo>
                    <a:cubicBezTo>
                      <a:pt x="18780" y="2577"/>
                      <a:pt x="18880" y="2277"/>
                      <a:pt x="19147" y="2077"/>
                    </a:cubicBezTo>
                    <a:cubicBezTo>
                      <a:pt x="19167" y="2057"/>
                      <a:pt x="19189" y="2049"/>
                      <a:pt x="19211" y="2049"/>
                    </a:cubicBezTo>
                    <a:cubicBezTo>
                      <a:pt x="19264" y="2049"/>
                      <a:pt x="19314" y="2096"/>
                      <a:pt x="19314" y="2144"/>
                    </a:cubicBezTo>
                    <a:cubicBezTo>
                      <a:pt x="19487" y="3006"/>
                      <a:pt x="18196" y="3919"/>
                      <a:pt x="17281" y="3919"/>
                    </a:cubicBezTo>
                    <a:cubicBezTo>
                      <a:pt x="17135" y="3919"/>
                      <a:pt x="16998" y="3895"/>
                      <a:pt x="16879" y="3845"/>
                    </a:cubicBezTo>
                    <a:cubicBezTo>
                      <a:pt x="16245" y="3578"/>
                      <a:pt x="16512" y="2944"/>
                      <a:pt x="16846" y="2577"/>
                    </a:cubicBezTo>
                    <a:cubicBezTo>
                      <a:pt x="17313" y="2044"/>
                      <a:pt x="17913" y="1743"/>
                      <a:pt x="18580" y="1610"/>
                    </a:cubicBezTo>
                    <a:cubicBezTo>
                      <a:pt x="18593" y="1608"/>
                      <a:pt x="18605" y="1608"/>
                      <a:pt x="18617" y="1608"/>
                    </a:cubicBezTo>
                    <a:close/>
                    <a:moveTo>
                      <a:pt x="10804" y="1765"/>
                    </a:moveTo>
                    <a:cubicBezTo>
                      <a:pt x="10958" y="1765"/>
                      <a:pt x="11117" y="1960"/>
                      <a:pt x="10941" y="2077"/>
                    </a:cubicBezTo>
                    <a:cubicBezTo>
                      <a:pt x="10641" y="2344"/>
                      <a:pt x="10341" y="2611"/>
                      <a:pt x="10074" y="2944"/>
                    </a:cubicBezTo>
                    <a:cubicBezTo>
                      <a:pt x="9841" y="3244"/>
                      <a:pt x="9674" y="3611"/>
                      <a:pt x="9440" y="3912"/>
                    </a:cubicBezTo>
                    <a:cubicBezTo>
                      <a:pt x="9397" y="3955"/>
                      <a:pt x="9344" y="3973"/>
                      <a:pt x="9291" y="3973"/>
                    </a:cubicBezTo>
                    <a:cubicBezTo>
                      <a:pt x="9180" y="3973"/>
                      <a:pt x="9073" y="3891"/>
                      <a:pt x="9073" y="3778"/>
                    </a:cubicBezTo>
                    <a:cubicBezTo>
                      <a:pt x="9107" y="2911"/>
                      <a:pt x="10007" y="2110"/>
                      <a:pt x="10741" y="1777"/>
                    </a:cubicBezTo>
                    <a:cubicBezTo>
                      <a:pt x="10761" y="1769"/>
                      <a:pt x="10782" y="1765"/>
                      <a:pt x="10804" y="1765"/>
                    </a:cubicBezTo>
                    <a:close/>
                    <a:moveTo>
                      <a:pt x="15469" y="4961"/>
                    </a:moveTo>
                    <a:cubicBezTo>
                      <a:pt x="16238" y="4961"/>
                      <a:pt x="16767" y="5868"/>
                      <a:pt x="16212" y="6547"/>
                    </a:cubicBezTo>
                    <a:cubicBezTo>
                      <a:pt x="16008" y="6773"/>
                      <a:pt x="15727" y="6908"/>
                      <a:pt x="15442" y="6908"/>
                    </a:cubicBezTo>
                    <a:cubicBezTo>
                      <a:pt x="15308" y="6908"/>
                      <a:pt x="15173" y="6878"/>
                      <a:pt x="15044" y="6814"/>
                    </a:cubicBezTo>
                    <a:cubicBezTo>
                      <a:pt x="14677" y="6647"/>
                      <a:pt x="14377" y="6213"/>
                      <a:pt x="14511" y="5780"/>
                    </a:cubicBezTo>
                    <a:cubicBezTo>
                      <a:pt x="14527" y="5713"/>
                      <a:pt x="14586" y="5679"/>
                      <a:pt x="14648" y="5679"/>
                    </a:cubicBezTo>
                    <a:cubicBezTo>
                      <a:pt x="14711" y="5679"/>
                      <a:pt x="14777" y="5713"/>
                      <a:pt x="14811" y="5780"/>
                    </a:cubicBezTo>
                    <a:cubicBezTo>
                      <a:pt x="14844" y="6046"/>
                      <a:pt x="14911" y="6280"/>
                      <a:pt x="15178" y="6447"/>
                    </a:cubicBezTo>
                    <a:cubicBezTo>
                      <a:pt x="15261" y="6489"/>
                      <a:pt x="15345" y="6507"/>
                      <a:pt x="15427" y="6507"/>
                    </a:cubicBezTo>
                    <a:cubicBezTo>
                      <a:pt x="15605" y="6507"/>
                      <a:pt x="15774" y="6417"/>
                      <a:pt x="15912" y="6280"/>
                    </a:cubicBezTo>
                    <a:cubicBezTo>
                      <a:pt x="16301" y="5825"/>
                      <a:pt x="15869" y="5244"/>
                      <a:pt x="15354" y="5244"/>
                    </a:cubicBezTo>
                    <a:cubicBezTo>
                      <a:pt x="15340" y="5244"/>
                      <a:pt x="15325" y="5245"/>
                      <a:pt x="15311" y="5246"/>
                    </a:cubicBezTo>
                    <a:cubicBezTo>
                      <a:pt x="15144" y="5246"/>
                      <a:pt x="15111" y="5012"/>
                      <a:pt x="15278" y="4979"/>
                    </a:cubicBezTo>
                    <a:cubicBezTo>
                      <a:pt x="15343" y="4966"/>
                      <a:pt x="15406" y="4961"/>
                      <a:pt x="15469" y="4961"/>
                    </a:cubicBezTo>
                    <a:close/>
                    <a:moveTo>
                      <a:pt x="3402" y="8285"/>
                    </a:moveTo>
                    <a:cubicBezTo>
                      <a:pt x="3558" y="8285"/>
                      <a:pt x="3730" y="8450"/>
                      <a:pt x="3636" y="8615"/>
                    </a:cubicBezTo>
                    <a:cubicBezTo>
                      <a:pt x="3469" y="8948"/>
                      <a:pt x="3336" y="9315"/>
                      <a:pt x="3136" y="9616"/>
                    </a:cubicBezTo>
                    <a:cubicBezTo>
                      <a:pt x="3090" y="9673"/>
                      <a:pt x="3025" y="9698"/>
                      <a:pt x="2962" y="9698"/>
                    </a:cubicBezTo>
                    <a:cubicBezTo>
                      <a:pt x="2840" y="9698"/>
                      <a:pt x="2725" y="9603"/>
                      <a:pt x="2769" y="9449"/>
                    </a:cubicBezTo>
                    <a:cubicBezTo>
                      <a:pt x="2869" y="9082"/>
                      <a:pt x="3069" y="8748"/>
                      <a:pt x="3236" y="8381"/>
                    </a:cubicBezTo>
                    <a:cubicBezTo>
                      <a:pt x="3275" y="8313"/>
                      <a:pt x="3337" y="8285"/>
                      <a:pt x="3402" y="8285"/>
                    </a:cubicBezTo>
                    <a:close/>
                    <a:moveTo>
                      <a:pt x="31772" y="14738"/>
                    </a:moveTo>
                    <a:cubicBezTo>
                      <a:pt x="31870" y="14738"/>
                      <a:pt x="31971" y="14808"/>
                      <a:pt x="31990" y="14919"/>
                    </a:cubicBezTo>
                    <a:cubicBezTo>
                      <a:pt x="32056" y="15386"/>
                      <a:pt x="32023" y="15887"/>
                      <a:pt x="32123" y="16354"/>
                    </a:cubicBezTo>
                    <a:cubicBezTo>
                      <a:pt x="32156" y="16554"/>
                      <a:pt x="32190" y="16821"/>
                      <a:pt x="32290" y="17021"/>
                    </a:cubicBezTo>
                    <a:cubicBezTo>
                      <a:pt x="32290" y="17072"/>
                      <a:pt x="32463" y="17410"/>
                      <a:pt x="32590" y="17410"/>
                    </a:cubicBezTo>
                    <a:cubicBezTo>
                      <a:pt x="32630" y="17410"/>
                      <a:pt x="32666" y="17376"/>
                      <a:pt x="32690" y="17288"/>
                    </a:cubicBezTo>
                    <a:cubicBezTo>
                      <a:pt x="32623" y="17121"/>
                      <a:pt x="32557" y="16921"/>
                      <a:pt x="32490" y="16721"/>
                    </a:cubicBezTo>
                    <a:cubicBezTo>
                      <a:pt x="32469" y="16679"/>
                      <a:pt x="32513" y="16651"/>
                      <a:pt x="32556" y="16651"/>
                    </a:cubicBezTo>
                    <a:cubicBezTo>
                      <a:pt x="32583" y="16651"/>
                      <a:pt x="32611" y="16662"/>
                      <a:pt x="32623" y="16687"/>
                    </a:cubicBezTo>
                    <a:cubicBezTo>
                      <a:pt x="32690" y="16887"/>
                      <a:pt x="32757" y="17054"/>
                      <a:pt x="32824" y="17254"/>
                    </a:cubicBezTo>
                    <a:cubicBezTo>
                      <a:pt x="32824" y="17254"/>
                      <a:pt x="32857" y="17254"/>
                      <a:pt x="32857" y="17288"/>
                    </a:cubicBezTo>
                    <a:cubicBezTo>
                      <a:pt x="33007" y="17652"/>
                      <a:pt x="32717" y="17864"/>
                      <a:pt x="32402" y="17864"/>
                    </a:cubicBezTo>
                    <a:cubicBezTo>
                      <a:pt x="32226" y="17864"/>
                      <a:pt x="32042" y="17798"/>
                      <a:pt x="31923" y="17655"/>
                    </a:cubicBezTo>
                    <a:cubicBezTo>
                      <a:pt x="31423" y="16988"/>
                      <a:pt x="31356" y="15653"/>
                      <a:pt x="31589" y="14886"/>
                    </a:cubicBezTo>
                    <a:cubicBezTo>
                      <a:pt x="31619" y="14782"/>
                      <a:pt x="31694" y="14738"/>
                      <a:pt x="31772" y="14738"/>
                    </a:cubicBezTo>
                    <a:close/>
                    <a:moveTo>
                      <a:pt x="30004" y="0"/>
                    </a:moveTo>
                    <a:cubicBezTo>
                      <a:pt x="29877" y="0"/>
                      <a:pt x="29750" y="3"/>
                      <a:pt x="29621" y="9"/>
                    </a:cubicBezTo>
                    <a:cubicBezTo>
                      <a:pt x="27720" y="109"/>
                      <a:pt x="26186" y="1343"/>
                      <a:pt x="24351" y="1476"/>
                    </a:cubicBezTo>
                    <a:cubicBezTo>
                      <a:pt x="24266" y="1483"/>
                      <a:pt x="24181" y="1487"/>
                      <a:pt x="24098" y="1487"/>
                    </a:cubicBezTo>
                    <a:cubicBezTo>
                      <a:pt x="22546" y="1487"/>
                      <a:pt x="21267" y="365"/>
                      <a:pt x="19748" y="176"/>
                    </a:cubicBezTo>
                    <a:cubicBezTo>
                      <a:pt x="19546" y="150"/>
                      <a:pt x="19347" y="138"/>
                      <a:pt x="19151" y="138"/>
                    </a:cubicBezTo>
                    <a:cubicBezTo>
                      <a:pt x="17023" y="138"/>
                      <a:pt x="15308" y="1595"/>
                      <a:pt x="14544" y="3611"/>
                    </a:cubicBezTo>
                    <a:cubicBezTo>
                      <a:pt x="14512" y="3691"/>
                      <a:pt x="14427" y="3733"/>
                      <a:pt x="14350" y="3733"/>
                    </a:cubicBezTo>
                    <a:cubicBezTo>
                      <a:pt x="14267" y="3733"/>
                      <a:pt x="14193" y="3683"/>
                      <a:pt x="14210" y="3578"/>
                    </a:cubicBezTo>
                    <a:cubicBezTo>
                      <a:pt x="14310" y="2844"/>
                      <a:pt x="14577" y="2177"/>
                      <a:pt x="14944" y="1610"/>
                    </a:cubicBezTo>
                    <a:cubicBezTo>
                      <a:pt x="13942" y="977"/>
                      <a:pt x="12950" y="585"/>
                      <a:pt x="11957" y="585"/>
                    </a:cubicBezTo>
                    <a:cubicBezTo>
                      <a:pt x="11065" y="585"/>
                      <a:pt x="10173" y="901"/>
                      <a:pt x="9273" y="1643"/>
                    </a:cubicBezTo>
                    <a:cubicBezTo>
                      <a:pt x="7539" y="3111"/>
                      <a:pt x="7339" y="5112"/>
                      <a:pt x="6572" y="7080"/>
                    </a:cubicBezTo>
                    <a:cubicBezTo>
                      <a:pt x="6536" y="7151"/>
                      <a:pt x="6455" y="7193"/>
                      <a:pt x="6385" y="7193"/>
                    </a:cubicBezTo>
                    <a:cubicBezTo>
                      <a:pt x="6323" y="7193"/>
                      <a:pt x="6271" y="7159"/>
                      <a:pt x="6271" y="7080"/>
                    </a:cubicBezTo>
                    <a:cubicBezTo>
                      <a:pt x="6238" y="6880"/>
                      <a:pt x="6205" y="6680"/>
                      <a:pt x="6205" y="6480"/>
                    </a:cubicBezTo>
                    <a:cubicBezTo>
                      <a:pt x="6171" y="6480"/>
                      <a:pt x="6138" y="6480"/>
                      <a:pt x="6138" y="6447"/>
                    </a:cubicBezTo>
                    <a:cubicBezTo>
                      <a:pt x="5567" y="6237"/>
                      <a:pt x="4977" y="6128"/>
                      <a:pt x="4406" y="6128"/>
                    </a:cubicBezTo>
                    <a:cubicBezTo>
                      <a:pt x="2973" y="6128"/>
                      <a:pt x="1654" y="6813"/>
                      <a:pt x="1034" y="8315"/>
                    </a:cubicBezTo>
                    <a:cubicBezTo>
                      <a:pt x="0" y="10850"/>
                      <a:pt x="1902" y="12851"/>
                      <a:pt x="4370" y="13018"/>
                    </a:cubicBezTo>
                    <a:cubicBezTo>
                      <a:pt x="5704" y="13085"/>
                      <a:pt x="6905" y="13085"/>
                      <a:pt x="8239" y="13318"/>
                    </a:cubicBezTo>
                    <a:cubicBezTo>
                      <a:pt x="9024" y="13430"/>
                      <a:pt x="9735" y="13521"/>
                      <a:pt x="10431" y="13521"/>
                    </a:cubicBezTo>
                    <a:cubicBezTo>
                      <a:pt x="10979" y="13521"/>
                      <a:pt x="11517" y="13465"/>
                      <a:pt x="12075" y="13318"/>
                    </a:cubicBezTo>
                    <a:cubicBezTo>
                      <a:pt x="11575" y="13018"/>
                      <a:pt x="11108" y="12718"/>
                      <a:pt x="10708" y="12351"/>
                    </a:cubicBezTo>
                    <a:cubicBezTo>
                      <a:pt x="10533" y="12205"/>
                      <a:pt x="10664" y="11932"/>
                      <a:pt x="10855" y="11932"/>
                    </a:cubicBezTo>
                    <a:cubicBezTo>
                      <a:pt x="10883" y="11932"/>
                      <a:pt x="10912" y="11938"/>
                      <a:pt x="10941" y="11951"/>
                    </a:cubicBezTo>
                    <a:cubicBezTo>
                      <a:pt x="13343" y="12885"/>
                      <a:pt x="15578" y="13885"/>
                      <a:pt x="18180" y="14119"/>
                    </a:cubicBezTo>
                    <a:cubicBezTo>
                      <a:pt x="18600" y="14160"/>
                      <a:pt x="19011" y="14178"/>
                      <a:pt x="19414" y="14178"/>
                    </a:cubicBezTo>
                    <a:cubicBezTo>
                      <a:pt x="21312" y="14178"/>
                      <a:pt x="23047" y="13770"/>
                      <a:pt x="24918" y="13385"/>
                    </a:cubicBezTo>
                    <a:cubicBezTo>
                      <a:pt x="24284" y="12818"/>
                      <a:pt x="23817" y="12051"/>
                      <a:pt x="23750" y="11183"/>
                    </a:cubicBezTo>
                    <a:cubicBezTo>
                      <a:pt x="23730" y="11101"/>
                      <a:pt x="23798" y="11044"/>
                      <a:pt x="23870" y="11044"/>
                    </a:cubicBezTo>
                    <a:cubicBezTo>
                      <a:pt x="23914" y="11044"/>
                      <a:pt x="23958" y="11066"/>
                      <a:pt x="23984" y="11117"/>
                    </a:cubicBezTo>
                    <a:cubicBezTo>
                      <a:pt x="24451" y="12017"/>
                      <a:pt x="25051" y="12785"/>
                      <a:pt x="25819" y="13252"/>
                    </a:cubicBezTo>
                    <a:cubicBezTo>
                      <a:pt x="25885" y="13252"/>
                      <a:pt x="25952" y="13285"/>
                      <a:pt x="25985" y="13352"/>
                    </a:cubicBezTo>
                    <a:cubicBezTo>
                      <a:pt x="26552" y="13685"/>
                      <a:pt x="27220" y="13852"/>
                      <a:pt x="27987" y="13852"/>
                    </a:cubicBezTo>
                    <a:cubicBezTo>
                      <a:pt x="27153" y="13051"/>
                      <a:pt x="26319" y="12351"/>
                      <a:pt x="26719" y="10750"/>
                    </a:cubicBezTo>
                    <a:cubicBezTo>
                      <a:pt x="26749" y="10661"/>
                      <a:pt x="26831" y="10618"/>
                      <a:pt x="26913" y="10618"/>
                    </a:cubicBezTo>
                    <a:cubicBezTo>
                      <a:pt x="27016" y="10618"/>
                      <a:pt x="27120" y="10686"/>
                      <a:pt x="27120" y="10816"/>
                    </a:cubicBezTo>
                    <a:cubicBezTo>
                      <a:pt x="27053" y="12351"/>
                      <a:pt x="27687" y="12818"/>
                      <a:pt x="28854" y="13618"/>
                    </a:cubicBezTo>
                    <a:cubicBezTo>
                      <a:pt x="29188" y="13885"/>
                      <a:pt x="29421" y="13852"/>
                      <a:pt x="29721" y="14219"/>
                    </a:cubicBezTo>
                    <a:cubicBezTo>
                      <a:pt x="30422" y="15153"/>
                      <a:pt x="30188" y="16621"/>
                      <a:pt x="30655" y="17688"/>
                    </a:cubicBezTo>
                    <a:cubicBezTo>
                      <a:pt x="31360" y="19316"/>
                      <a:pt x="32862" y="20466"/>
                      <a:pt x="34435" y="20466"/>
                    </a:cubicBezTo>
                    <a:cubicBezTo>
                      <a:pt x="35247" y="20466"/>
                      <a:pt x="36077" y="20160"/>
                      <a:pt x="36826" y="19456"/>
                    </a:cubicBezTo>
                    <a:cubicBezTo>
                      <a:pt x="38294" y="18088"/>
                      <a:pt x="38361" y="16120"/>
                      <a:pt x="38594" y="14252"/>
                    </a:cubicBezTo>
                    <a:cubicBezTo>
                      <a:pt x="38614" y="14078"/>
                      <a:pt x="38757" y="13971"/>
                      <a:pt x="38887" y="13971"/>
                    </a:cubicBezTo>
                    <a:cubicBezTo>
                      <a:pt x="38980" y="13971"/>
                      <a:pt x="39067" y="14026"/>
                      <a:pt x="39095" y="14152"/>
                    </a:cubicBezTo>
                    <a:cubicBezTo>
                      <a:pt x="39228" y="14686"/>
                      <a:pt x="39262" y="15220"/>
                      <a:pt x="39228" y="15720"/>
                    </a:cubicBezTo>
                    <a:cubicBezTo>
                      <a:pt x="39862" y="15353"/>
                      <a:pt x="40396" y="14986"/>
                      <a:pt x="40829" y="14219"/>
                    </a:cubicBezTo>
                    <a:cubicBezTo>
                      <a:pt x="40829" y="14186"/>
                      <a:pt x="40863" y="14119"/>
                      <a:pt x="40896" y="14085"/>
                    </a:cubicBezTo>
                    <a:cubicBezTo>
                      <a:pt x="40896" y="13919"/>
                      <a:pt x="40929" y="13752"/>
                      <a:pt x="41063" y="13685"/>
                    </a:cubicBezTo>
                    <a:cubicBezTo>
                      <a:pt x="41330" y="12951"/>
                      <a:pt x="41463" y="12184"/>
                      <a:pt x="41863" y="11584"/>
                    </a:cubicBezTo>
                    <a:cubicBezTo>
                      <a:pt x="41928" y="11504"/>
                      <a:pt x="42038" y="11454"/>
                      <a:pt x="42139" y="11454"/>
                    </a:cubicBezTo>
                    <a:cubicBezTo>
                      <a:pt x="42248" y="11454"/>
                      <a:pt x="42346" y="11512"/>
                      <a:pt x="42364" y="11650"/>
                    </a:cubicBezTo>
                    <a:cubicBezTo>
                      <a:pt x="42464" y="12184"/>
                      <a:pt x="42364" y="12918"/>
                      <a:pt x="42130" y="13618"/>
                    </a:cubicBezTo>
                    <a:cubicBezTo>
                      <a:pt x="42368" y="13629"/>
                      <a:pt x="42606" y="13634"/>
                      <a:pt x="42845" y="13634"/>
                    </a:cubicBezTo>
                    <a:cubicBezTo>
                      <a:pt x="44985" y="13634"/>
                      <a:pt x="47124" y="13178"/>
                      <a:pt x="48535" y="11317"/>
                    </a:cubicBezTo>
                    <a:cubicBezTo>
                      <a:pt x="50536" y="8648"/>
                      <a:pt x="49069" y="5513"/>
                      <a:pt x="45833" y="5112"/>
                    </a:cubicBezTo>
                    <a:cubicBezTo>
                      <a:pt x="44332" y="4879"/>
                      <a:pt x="43498" y="4479"/>
                      <a:pt x="42564" y="3278"/>
                    </a:cubicBezTo>
                    <a:cubicBezTo>
                      <a:pt x="41470" y="1868"/>
                      <a:pt x="40150" y="1108"/>
                      <a:pt x="38696" y="1108"/>
                    </a:cubicBezTo>
                    <a:cubicBezTo>
                      <a:pt x="37846" y="1108"/>
                      <a:pt x="36949" y="1368"/>
                      <a:pt x="36026" y="1910"/>
                    </a:cubicBezTo>
                    <a:cubicBezTo>
                      <a:pt x="36026" y="1943"/>
                      <a:pt x="35993" y="1943"/>
                      <a:pt x="35993" y="1943"/>
                    </a:cubicBezTo>
                    <a:cubicBezTo>
                      <a:pt x="35915" y="2002"/>
                      <a:pt x="35826" y="2037"/>
                      <a:pt x="35733" y="2037"/>
                    </a:cubicBezTo>
                    <a:cubicBezTo>
                      <a:pt x="35665" y="2037"/>
                      <a:pt x="35595" y="2019"/>
                      <a:pt x="35526" y="1977"/>
                    </a:cubicBezTo>
                    <a:cubicBezTo>
                      <a:pt x="33892" y="752"/>
                      <a:pt x="32052" y="0"/>
                      <a:pt x="300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7" name="Google Shape;15267;p50"/>
              <p:cNvSpPr/>
              <p:nvPr/>
            </p:nvSpPr>
            <p:spPr>
              <a:xfrm>
                <a:off x="6668353" y="2305355"/>
                <a:ext cx="1555604" cy="483798"/>
              </a:xfrm>
              <a:custGeom>
                <a:rect b="b" l="l" r="r" t="t"/>
                <a:pathLst>
                  <a:path extrusionOk="0" h="15209" w="48903">
                    <a:moveTo>
                      <a:pt x="3169" y="3028"/>
                    </a:moveTo>
                    <a:cubicBezTo>
                      <a:pt x="3325" y="3028"/>
                      <a:pt x="3497" y="3193"/>
                      <a:pt x="3403" y="3358"/>
                    </a:cubicBezTo>
                    <a:cubicBezTo>
                      <a:pt x="3236" y="3691"/>
                      <a:pt x="3103" y="4058"/>
                      <a:pt x="2903" y="4359"/>
                    </a:cubicBezTo>
                    <a:cubicBezTo>
                      <a:pt x="2857" y="4416"/>
                      <a:pt x="2792" y="4441"/>
                      <a:pt x="2729" y="4441"/>
                    </a:cubicBezTo>
                    <a:cubicBezTo>
                      <a:pt x="2607" y="4441"/>
                      <a:pt x="2492" y="4346"/>
                      <a:pt x="2536" y="4192"/>
                    </a:cubicBezTo>
                    <a:cubicBezTo>
                      <a:pt x="2636" y="3825"/>
                      <a:pt x="2836" y="3491"/>
                      <a:pt x="3003" y="3124"/>
                    </a:cubicBezTo>
                    <a:cubicBezTo>
                      <a:pt x="3042" y="3056"/>
                      <a:pt x="3104" y="3028"/>
                      <a:pt x="3169" y="3028"/>
                    </a:cubicBezTo>
                    <a:close/>
                    <a:moveTo>
                      <a:pt x="31539" y="9481"/>
                    </a:moveTo>
                    <a:cubicBezTo>
                      <a:pt x="31637" y="9481"/>
                      <a:pt x="31738" y="9551"/>
                      <a:pt x="31757" y="9662"/>
                    </a:cubicBezTo>
                    <a:cubicBezTo>
                      <a:pt x="31823" y="10129"/>
                      <a:pt x="31790" y="10630"/>
                      <a:pt x="31890" y="11097"/>
                    </a:cubicBezTo>
                    <a:cubicBezTo>
                      <a:pt x="31923" y="11297"/>
                      <a:pt x="31957" y="11564"/>
                      <a:pt x="32057" y="11764"/>
                    </a:cubicBezTo>
                    <a:cubicBezTo>
                      <a:pt x="32057" y="11815"/>
                      <a:pt x="32230" y="12153"/>
                      <a:pt x="32357" y="12153"/>
                    </a:cubicBezTo>
                    <a:cubicBezTo>
                      <a:pt x="32397" y="12153"/>
                      <a:pt x="32433" y="12119"/>
                      <a:pt x="32457" y="12031"/>
                    </a:cubicBezTo>
                    <a:cubicBezTo>
                      <a:pt x="32390" y="11864"/>
                      <a:pt x="32324" y="11664"/>
                      <a:pt x="32257" y="11464"/>
                    </a:cubicBezTo>
                    <a:cubicBezTo>
                      <a:pt x="32236" y="11422"/>
                      <a:pt x="32280" y="11394"/>
                      <a:pt x="32323" y="11394"/>
                    </a:cubicBezTo>
                    <a:cubicBezTo>
                      <a:pt x="32350" y="11394"/>
                      <a:pt x="32378" y="11405"/>
                      <a:pt x="32390" y="11430"/>
                    </a:cubicBezTo>
                    <a:cubicBezTo>
                      <a:pt x="32457" y="11630"/>
                      <a:pt x="32524" y="11797"/>
                      <a:pt x="32591" y="11997"/>
                    </a:cubicBezTo>
                    <a:cubicBezTo>
                      <a:pt x="32591" y="11997"/>
                      <a:pt x="32624" y="11997"/>
                      <a:pt x="32624" y="12031"/>
                    </a:cubicBezTo>
                    <a:cubicBezTo>
                      <a:pt x="32774" y="12395"/>
                      <a:pt x="32484" y="12607"/>
                      <a:pt x="32169" y="12607"/>
                    </a:cubicBezTo>
                    <a:cubicBezTo>
                      <a:pt x="31993" y="12607"/>
                      <a:pt x="31809" y="12541"/>
                      <a:pt x="31690" y="12398"/>
                    </a:cubicBezTo>
                    <a:cubicBezTo>
                      <a:pt x="31190" y="11731"/>
                      <a:pt x="31123" y="10396"/>
                      <a:pt x="31356" y="9629"/>
                    </a:cubicBezTo>
                    <a:cubicBezTo>
                      <a:pt x="31386" y="9525"/>
                      <a:pt x="31461" y="9481"/>
                      <a:pt x="31539" y="9481"/>
                    </a:cubicBezTo>
                    <a:close/>
                    <a:moveTo>
                      <a:pt x="22851" y="0"/>
                    </a:moveTo>
                    <a:cubicBezTo>
                      <a:pt x="22471" y="0"/>
                      <a:pt x="22084" y="92"/>
                      <a:pt x="21716" y="289"/>
                    </a:cubicBezTo>
                    <a:cubicBezTo>
                      <a:pt x="20015" y="1190"/>
                      <a:pt x="19548" y="3224"/>
                      <a:pt x="18781" y="4826"/>
                    </a:cubicBezTo>
                    <a:cubicBezTo>
                      <a:pt x="18731" y="4892"/>
                      <a:pt x="18656" y="4926"/>
                      <a:pt x="18581" y="4926"/>
                    </a:cubicBezTo>
                    <a:cubicBezTo>
                      <a:pt x="18506" y="4926"/>
                      <a:pt x="18430" y="4892"/>
                      <a:pt x="18380" y="4826"/>
                    </a:cubicBezTo>
                    <a:cubicBezTo>
                      <a:pt x="17723" y="3796"/>
                      <a:pt x="16918" y="2767"/>
                      <a:pt x="15693" y="2767"/>
                    </a:cubicBezTo>
                    <a:cubicBezTo>
                      <a:pt x="15489" y="2767"/>
                      <a:pt x="15273" y="2796"/>
                      <a:pt x="15045" y="2858"/>
                    </a:cubicBezTo>
                    <a:cubicBezTo>
                      <a:pt x="13811" y="3224"/>
                      <a:pt x="12877" y="3992"/>
                      <a:pt x="12309" y="5159"/>
                    </a:cubicBezTo>
                    <a:cubicBezTo>
                      <a:pt x="12276" y="5226"/>
                      <a:pt x="12201" y="5259"/>
                      <a:pt x="12126" y="5259"/>
                    </a:cubicBezTo>
                    <a:cubicBezTo>
                      <a:pt x="12051" y="5259"/>
                      <a:pt x="11976" y="5226"/>
                      <a:pt x="11943" y="5159"/>
                    </a:cubicBezTo>
                    <a:cubicBezTo>
                      <a:pt x="11442" y="4192"/>
                      <a:pt x="11175" y="2824"/>
                      <a:pt x="9841" y="2824"/>
                    </a:cubicBezTo>
                    <a:cubicBezTo>
                      <a:pt x="8340" y="2824"/>
                      <a:pt x="7039" y="3525"/>
                      <a:pt x="6605" y="5026"/>
                    </a:cubicBezTo>
                    <a:cubicBezTo>
                      <a:pt x="6585" y="5125"/>
                      <a:pt x="6483" y="5189"/>
                      <a:pt x="6381" y="5189"/>
                    </a:cubicBezTo>
                    <a:cubicBezTo>
                      <a:pt x="6313" y="5189"/>
                      <a:pt x="6245" y="5160"/>
                      <a:pt x="6205" y="5092"/>
                    </a:cubicBezTo>
                    <a:cubicBezTo>
                      <a:pt x="5579" y="3863"/>
                      <a:pt x="3808" y="2811"/>
                      <a:pt x="2327" y="2811"/>
                    </a:cubicBezTo>
                    <a:cubicBezTo>
                      <a:pt x="1678" y="2811"/>
                      <a:pt x="1085" y="3014"/>
                      <a:pt x="668" y="3491"/>
                    </a:cubicBezTo>
                    <a:cubicBezTo>
                      <a:pt x="1" y="5793"/>
                      <a:pt x="1802" y="7628"/>
                      <a:pt x="4137" y="7761"/>
                    </a:cubicBezTo>
                    <a:cubicBezTo>
                      <a:pt x="5471" y="7828"/>
                      <a:pt x="6672" y="7828"/>
                      <a:pt x="8006" y="8061"/>
                    </a:cubicBezTo>
                    <a:cubicBezTo>
                      <a:pt x="8791" y="8173"/>
                      <a:pt x="9502" y="8264"/>
                      <a:pt x="10198" y="8264"/>
                    </a:cubicBezTo>
                    <a:cubicBezTo>
                      <a:pt x="10746" y="8264"/>
                      <a:pt x="11284" y="8208"/>
                      <a:pt x="11842" y="8061"/>
                    </a:cubicBezTo>
                    <a:cubicBezTo>
                      <a:pt x="11342" y="7761"/>
                      <a:pt x="10875" y="7461"/>
                      <a:pt x="10475" y="7094"/>
                    </a:cubicBezTo>
                    <a:cubicBezTo>
                      <a:pt x="10300" y="6948"/>
                      <a:pt x="10431" y="6675"/>
                      <a:pt x="10622" y="6675"/>
                    </a:cubicBezTo>
                    <a:cubicBezTo>
                      <a:pt x="10650" y="6675"/>
                      <a:pt x="10679" y="6681"/>
                      <a:pt x="10708" y="6694"/>
                    </a:cubicBezTo>
                    <a:cubicBezTo>
                      <a:pt x="13110" y="7628"/>
                      <a:pt x="15345" y="8628"/>
                      <a:pt x="17947" y="8862"/>
                    </a:cubicBezTo>
                    <a:cubicBezTo>
                      <a:pt x="18367" y="8903"/>
                      <a:pt x="18778" y="8921"/>
                      <a:pt x="19181" y="8921"/>
                    </a:cubicBezTo>
                    <a:cubicBezTo>
                      <a:pt x="21079" y="8921"/>
                      <a:pt x="22814" y="8513"/>
                      <a:pt x="24685" y="8128"/>
                    </a:cubicBezTo>
                    <a:cubicBezTo>
                      <a:pt x="24051" y="7561"/>
                      <a:pt x="23584" y="6794"/>
                      <a:pt x="23517" y="5926"/>
                    </a:cubicBezTo>
                    <a:cubicBezTo>
                      <a:pt x="23497" y="5844"/>
                      <a:pt x="23565" y="5787"/>
                      <a:pt x="23637" y="5787"/>
                    </a:cubicBezTo>
                    <a:cubicBezTo>
                      <a:pt x="23681" y="5787"/>
                      <a:pt x="23725" y="5809"/>
                      <a:pt x="23751" y="5860"/>
                    </a:cubicBezTo>
                    <a:cubicBezTo>
                      <a:pt x="24218" y="6760"/>
                      <a:pt x="24818" y="7528"/>
                      <a:pt x="25586" y="7995"/>
                    </a:cubicBezTo>
                    <a:cubicBezTo>
                      <a:pt x="25652" y="7995"/>
                      <a:pt x="25719" y="8028"/>
                      <a:pt x="25752" y="8095"/>
                    </a:cubicBezTo>
                    <a:cubicBezTo>
                      <a:pt x="26319" y="8428"/>
                      <a:pt x="26987" y="8595"/>
                      <a:pt x="27754" y="8595"/>
                    </a:cubicBezTo>
                    <a:cubicBezTo>
                      <a:pt x="26920" y="7794"/>
                      <a:pt x="26086" y="7094"/>
                      <a:pt x="26486" y="5493"/>
                    </a:cubicBezTo>
                    <a:cubicBezTo>
                      <a:pt x="26516" y="5404"/>
                      <a:pt x="26598" y="5361"/>
                      <a:pt x="26680" y="5361"/>
                    </a:cubicBezTo>
                    <a:cubicBezTo>
                      <a:pt x="26783" y="5361"/>
                      <a:pt x="26887" y="5429"/>
                      <a:pt x="26887" y="5559"/>
                    </a:cubicBezTo>
                    <a:cubicBezTo>
                      <a:pt x="26820" y="7094"/>
                      <a:pt x="27454" y="7561"/>
                      <a:pt x="28621" y="8361"/>
                    </a:cubicBezTo>
                    <a:cubicBezTo>
                      <a:pt x="28955" y="8628"/>
                      <a:pt x="29188" y="8595"/>
                      <a:pt x="29488" y="8962"/>
                    </a:cubicBezTo>
                    <a:cubicBezTo>
                      <a:pt x="30189" y="9896"/>
                      <a:pt x="29955" y="11364"/>
                      <a:pt x="30422" y="12431"/>
                    </a:cubicBezTo>
                    <a:cubicBezTo>
                      <a:pt x="31127" y="14059"/>
                      <a:pt x="32629" y="15209"/>
                      <a:pt x="34202" y="15209"/>
                    </a:cubicBezTo>
                    <a:cubicBezTo>
                      <a:pt x="35014" y="15209"/>
                      <a:pt x="35844" y="14903"/>
                      <a:pt x="36593" y="14199"/>
                    </a:cubicBezTo>
                    <a:cubicBezTo>
                      <a:pt x="38061" y="12831"/>
                      <a:pt x="38128" y="10863"/>
                      <a:pt x="38361" y="8995"/>
                    </a:cubicBezTo>
                    <a:cubicBezTo>
                      <a:pt x="38380" y="8826"/>
                      <a:pt x="38516" y="8720"/>
                      <a:pt x="38642" y="8720"/>
                    </a:cubicBezTo>
                    <a:cubicBezTo>
                      <a:pt x="38740" y="8720"/>
                      <a:pt x="38833" y="8783"/>
                      <a:pt x="38862" y="8929"/>
                    </a:cubicBezTo>
                    <a:cubicBezTo>
                      <a:pt x="38995" y="9429"/>
                      <a:pt x="39029" y="9963"/>
                      <a:pt x="38995" y="10463"/>
                    </a:cubicBezTo>
                    <a:cubicBezTo>
                      <a:pt x="39629" y="10096"/>
                      <a:pt x="40163" y="9729"/>
                      <a:pt x="40596" y="8962"/>
                    </a:cubicBezTo>
                    <a:cubicBezTo>
                      <a:pt x="40596" y="8929"/>
                      <a:pt x="40630" y="8862"/>
                      <a:pt x="40663" y="8828"/>
                    </a:cubicBezTo>
                    <a:cubicBezTo>
                      <a:pt x="40663" y="8662"/>
                      <a:pt x="40696" y="8495"/>
                      <a:pt x="40830" y="8428"/>
                    </a:cubicBezTo>
                    <a:cubicBezTo>
                      <a:pt x="41097" y="7694"/>
                      <a:pt x="41230" y="6927"/>
                      <a:pt x="41630" y="6327"/>
                    </a:cubicBezTo>
                    <a:cubicBezTo>
                      <a:pt x="41695" y="6247"/>
                      <a:pt x="41805" y="6197"/>
                      <a:pt x="41906" y="6197"/>
                    </a:cubicBezTo>
                    <a:cubicBezTo>
                      <a:pt x="42015" y="6197"/>
                      <a:pt x="42113" y="6255"/>
                      <a:pt x="42131" y="6393"/>
                    </a:cubicBezTo>
                    <a:cubicBezTo>
                      <a:pt x="42231" y="6927"/>
                      <a:pt x="42131" y="7661"/>
                      <a:pt x="41897" y="8361"/>
                    </a:cubicBezTo>
                    <a:cubicBezTo>
                      <a:pt x="42135" y="8372"/>
                      <a:pt x="42373" y="8377"/>
                      <a:pt x="42612" y="8377"/>
                    </a:cubicBezTo>
                    <a:cubicBezTo>
                      <a:pt x="44752" y="8377"/>
                      <a:pt x="46891" y="7921"/>
                      <a:pt x="48302" y="6060"/>
                    </a:cubicBezTo>
                    <a:cubicBezTo>
                      <a:pt x="48535" y="5726"/>
                      <a:pt x="48735" y="5359"/>
                      <a:pt x="48902" y="5026"/>
                    </a:cubicBezTo>
                    <a:cubicBezTo>
                      <a:pt x="48827" y="4773"/>
                      <a:pt x="48536" y="4683"/>
                      <a:pt x="48182" y="4683"/>
                    </a:cubicBezTo>
                    <a:cubicBezTo>
                      <a:pt x="47601" y="4683"/>
                      <a:pt x="46849" y="4927"/>
                      <a:pt x="46601" y="5092"/>
                    </a:cubicBezTo>
                    <a:cubicBezTo>
                      <a:pt x="46134" y="5393"/>
                      <a:pt x="45700" y="5760"/>
                      <a:pt x="45266" y="6127"/>
                    </a:cubicBezTo>
                    <a:cubicBezTo>
                      <a:pt x="45221" y="6163"/>
                      <a:pt x="45165" y="6180"/>
                      <a:pt x="45111" y="6180"/>
                    </a:cubicBezTo>
                    <a:cubicBezTo>
                      <a:pt x="44965" y="6180"/>
                      <a:pt x="44827" y="6063"/>
                      <a:pt x="44899" y="5893"/>
                    </a:cubicBezTo>
                    <a:cubicBezTo>
                      <a:pt x="45066" y="5326"/>
                      <a:pt x="45433" y="4392"/>
                      <a:pt x="45066" y="3858"/>
                    </a:cubicBezTo>
                    <a:cubicBezTo>
                      <a:pt x="44713" y="3351"/>
                      <a:pt x="43966" y="3194"/>
                      <a:pt x="43269" y="3194"/>
                    </a:cubicBezTo>
                    <a:cubicBezTo>
                      <a:pt x="42912" y="3194"/>
                      <a:pt x="42569" y="3235"/>
                      <a:pt x="42298" y="3291"/>
                    </a:cubicBezTo>
                    <a:cubicBezTo>
                      <a:pt x="40530" y="3725"/>
                      <a:pt x="39462" y="5126"/>
                      <a:pt x="38228" y="6293"/>
                    </a:cubicBezTo>
                    <a:cubicBezTo>
                      <a:pt x="38181" y="6341"/>
                      <a:pt x="38117" y="6363"/>
                      <a:pt x="38054" y="6363"/>
                    </a:cubicBezTo>
                    <a:cubicBezTo>
                      <a:pt x="37939" y="6363"/>
                      <a:pt x="37828" y="6289"/>
                      <a:pt x="37828" y="6160"/>
                    </a:cubicBezTo>
                    <a:cubicBezTo>
                      <a:pt x="37856" y="5214"/>
                      <a:pt x="36998" y="4170"/>
                      <a:pt x="35994" y="4170"/>
                    </a:cubicBezTo>
                    <a:cubicBezTo>
                      <a:pt x="35830" y="4170"/>
                      <a:pt x="35662" y="4198"/>
                      <a:pt x="35493" y="4259"/>
                    </a:cubicBezTo>
                    <a:cubicBezTo>
                      <a:pt x="34725" y="4525"/>
                      <a:pt x="34325" y="5226"/>
                      <a:pt x="33892" y="5860"/>
                    </a:cubicBezTo>
                    <a:cubicBezTo>
                      <a:pt x="33843" y="5932"/>
                      <a:pt x="33764" y="5965"/>
                      <a:pt x="33688" y="5965"/>
                    </a:cubicBezTo>
                    <a:cubicBezTo>
                      <a:pt x="33553" y="5965"/>
                      <a:pt x="33427" y="5863"/>
                      <a:pt x="33491" y="5693"/>
                    </a:cubicBezTo>
                    <a:cubicBezTo>
                      <a:pt x="33958" y="4492"/>
                      <a:pt x="33725" y="3258"/>
                      <a:pt x="32357" y="2891"/>
                    </a:cubicBezTo>
                    <a:cubicBezTo>
                      <a:pt x="31885" y="2762"/>
                      <a:pt x="31377" y="2689"/>
                      <a:pt x="30868" y="2689"/>
                    </a:cubicBezTo>
                    <a:cubicBezTo>
                      <a:pt x="30190" y="2689"/>
                      <a:pt x="29512" y="2819"/>
                      <a:pt x="28921" y="3124"/>
                    </a:cubicBezTo>
                    <a:cubicBezTo>
                      <a:pt x="28488" y="3325"/>
                      <a:pt x="28054" y="3625"/>
                      <a:pt x="27620" y="3825"/>
                    </a:cubicBezTo>
                    <a:cubicBezTo>
                      <a:pt x="27354" y="3958"/>
                      <a:pt x="26987" y="4292"/>
                      <a:pt x="26720" y="4359"/>
                    </a:cubicBezTo>
                    <a:cubicBezTo>
                      <a:pt x="26666" y="4372"/>
                      <a:pt x="26615" y="4378"/>
                      <a:pt x="26565" y="4378"/>
                    </a:cubicBezTo>
                    <a:cubicBezTo>
                      <a:pt x="26242" y="4378"/>
                      <a:pt x="25997" y="4114"/>
                      <a:pt x="25852" y="3825"/>
                    </a:cubicBezTo>
                    <a:cubicBezTo>
                      <a:pt x="25552" y="3158"/>
                      <a:pt x="25552" y="2391"/>
                      <a:pt x="25285" y="1723"/>
                    </a:cubicBezTo>
                    <a:cubicBezTo>
                      <a:pt x="24871" y="675"/>
                      <a:pt x="23886" y="0"/>
                      <a:pt x="228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8" name="Google Shape;15268;p50"/>
              <p:cNvSpPr/>
              <p:nvPr/>
            </p:nvSpPr>
            <p:spPr>
              <a:xfrm>
                <a:off x="7386709" y="3514634"/>
                <a:ext cx="15937" cy="18068"/>
              </a:xfrm>
              <a:custGeom>
                <a:rect b="b" l="l" r="r" t="t"/>
                <a:pathLst>
                  <a:path extrusionOk="0" h="568" w="501">
                    <a:moveTo>
                      <a:pt x="134" y="0"/>
                    </a:moveTo>
                    <a:cubicBezTo>
                      <a:pt x="134" y="0"/>
                      <a:pt x="101" y="33"/>
                      <a:pt x="67" y="33"/>
                    </a:cubicBezTo>
                    <a:cubicBezTo>
                      <a:pt x="67" y="67"/>
                      <a:pt x="67" y="67"/>
                      <a:pt x="67" y="100"/>
                    </a:cubicBezTo>
                    <a:cubicBezTo>
                      <a:pt x="34" y="167"/>
                      <a:pt x="0" y="200"/>
                      <a:pt x="0" y="300"/>
                    </a:cubicBezTo>
                    <a:cubicBezTo>
                      <a:pt x="0" y="434"/>
                      <a:pt x="34" y="534"/>
                      <a:pt x="167" y="567"/>
                    </a:cubicBezTo>
                    <a:cubicBezTo>
                      <a:pt x="301" y="567"/>
                      <a:pt x="467" y="467"/>
                      <a:pt x="467" y="334"/>
                    </a:cubicBezTo>
                    <a:cubicBezTo>
                      <a:pt x="501" y="167"/>
                      <a:pt x="301" y="0"/>
                      <a:pt x="1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9" name="Google Shape;15269;p50"/>
              <p:cNvSpPr/>
              <p:nvPr/>
            </p:nvSpPr>
            <p:spPr>
              <a:xfrm>
                <a:off x="7264687" y="3055174"/>
                <a:ext cx="79620" cy="59453"/>
              </a:xfrm>
              <a:custGeom>
                <a:rect b="b" l="l" r="r" t="t"/>
                <a:pathLst>
                  <a:path extrusionOk="0" h="1869" w="2503">
                    <a:moveTo>
                      <a:pt x="1235" y="0"/>
                    </a:moveTo>
                    <a:cubicBezTo>
                      <a:pt x="0" y="0"/>
                      <a:pt x="0" y="1868"/>
                      <a:pt x="1235" y="1868"/>
                    </a:cubicBezTo>
                    <a:cubicBezTo>
                      <a:pt x="2502" y="1868"/>
                      <a:pt x="2502" y="0"/>
                      <a:pt x="12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0" name="Google Shape;15270;p50"/>
              <p:cNvSpPr/>
              <p:nvPr/>
            </p:nvSpPr>
            <p:spPr>
              <a:xfrm>
                <a:off x="7589368" y="3111414"/>
                <a:ext cx="3372" cy="2036"/>
              </a:xfrm>
              <a:custGeom>
                <a:rect b="b" l="l" r="r" t="t"/>
                <a:pathLst>
                  <a:path extrusionOk="0" h="64" w="106">
                    <a:moveTo>
                      <a:pt x="1" y="0"/>
                    </a:moveTo>
                    <a:cubicBezTo>
                      <a:pt x="42" y="21"/>
                      <a:pt x="70" y="38"/>
                      <a:pt x="87" y="49"/>
                    </a:cubicBezTo>
                    <a:lnTo>
                      <a:pt x="87" y="49"/>
                    </a:lnTo>
                    <a:cubicBezTo>
                      <a:pt x="75" y="39"/>
                      <a:pt x="57" y="23"/>
                      <a:pt x="34" y="0"/>
                    </a:cubicBezTo>
                    <a:close/>
                    <a:moveTo>
                      <a:pt x="87" y="49"/>
                    </a:moveTo>
                    <a:cubicBezTo>
                      <a:pt x="98" y="59"/>
                      <a:pt x="105" y="63"/>
                      <a:pt x="105" y="63"/>
                    </a:cubicBezTo>
                    <a:cubicBezTo>
                      <a:pt x="106" y="63"/>
                      <a:pt x="100" y="58"/>
                      <a:pt x="87" y="49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1" name="Google Shape;15271;p50"/>
              <p:cNvSpPr/>
              <p:nvPr/>
            </p:nvSpPr>
            <p:spPr>
              <a:xfrm>
                <a:off x="7581956" y="3065640"/>
                <a:ext cx="49878" cy="51850"/>
              </a:xfrm>
              <a:custGeom>
                <a:rect b="b" l="l" r="r" t="t"/>
                <a:pathLst>
                  <a:path extrusionOk="0" h="1630" w="1568">
                    <a:moveTo>
                      <a:pt x="732" y="1"/>
                    </a:moveTo>
                    <a:cubicBezTo>
                      <a:pt x="536" y="1"/>
                      <a:pt x="338" y="84"/>
                      <a:pt x="167" y="238"/>
                    </a:cubicBezTo>
                    <a:cubicBezTo>
                      <a:pt x="0" y="372"/>
                      <a:pt x="0" y="639"/>
                      <a:pt x="0" y="872"/>
                    </a:cubicBezTo>
                    <a:cubicBezTo>
                      <a:pt x="0" y="906"/>
                      <a:pt x="0" y="906"/>
                      <a:pt x="34" y="939"/>
                    </a:cubicBezTo>
                    <a:lnTo>
                      <a:pt x="0" y="939"/>
                    </a:lnTo>
                    <a:cubicBezTo>
                      <a:pt x="0" y="1006"/>
                      <a:pt x="34" y="1072"/>
                      <a:pt x="67" y="1172"/>
                    </a:cubicBezTo>
                    <a:cubicBezTo>
                      <a:pt x="100" y="1239"/>
                      <a:pt x="134" y="1306"/>
                      <a:pt x="200" y="1373"/>
                    </a:cubicBezTo>
                    <a:cubicBezTo>
                      <a:pt x="234" y="1406"/>
                      <a:pt x="267" y="1439"/>
                      <a:pt x="267" y="1439"/>
                    </a:cubicBezTo>
                    <a:cubicBezTo>
                      <a:pt x="419" y="1566"/>
                      <a:pt x="618" y="1630"/>
                      <a:pt x="813" y="1630"/>
                    </a:cubicBezTo>
                    <a:cubicBezTo>
                      <a:pt x="1133" y="1630"/>
                      <a:pt x="1439" y="1458"/>
                      <a:pt x="1501" y="1106"/>
                    </a:cubicBezTo>
                    <a:cubicBezTo>
                      <a:pt x="1568" y="772"/>
                      <a:pt x="1535" y="472"/>
                      <a:pt x="1268" y="238"/>
                    </a:cubicBezTo>
                    <a:cubicBezTo>
                      <a:pt x="1105" y="76"/>
                      <a:pt x="919" y="1"/>
                      <a:pt x="7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2" name="Google Shape;15272;p50"/>
              <p:cNvSpPr/>
              <p:nvPr/>
            </p:nvSpPr>
            <p:spPr>
              <a:xfrm>
                <a:off x="7795208" y="3217531"/>
                <a:ext cx="39317" cy="28661"/>
              </a:xfrm>
              <a:custGeom>
                <a:rect b="b" l="l" r="r" t="t"/>
                <a:pathLst>
                  <a:path extrusionOk="0" h="901" w="1236">
                    <a:moveTo>
                      <a:pt x="401" y="0"/>
                    </a:moveTo>
                    <a:cubicBezTo>
                      <a:pt x="1" y="0"/>
                      <a:pt x="1" y="901"/>
                      <a:pt x="401" y="901"/>
                    </a:cubicBezTo>
                    <a:cubicBezTo>
                      <a:pt x="1235" y="901"/>
                      <a:pt x="1235" y="0"/>
                      <a:pt x="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3" name="Google Shape;15273;p50"/>
              <p:cNvSpPr/>
              <p:nvPr/>
            </p:nvSpPr>
            <p:spPr>
              <a:xfrm>
                <a:off x="7653051" y="3450888"/>
                <a:ext cx="56272" cy="55318"/>
              </a:xfrm>
              <a:custGeom>
                <a:rect b="b" l="l" r="r" t="t"/>
                <a:pathLst>
                  <a:path extrusionOk="0" h="1739" w="1769">
                    <a:moveTo>
                      <a:pt x="948" y="1"/>
                    </a:moveTo>
                    <a:cubicBezTo>
                      <a:pt x="932" y="1"/>
                      <a:pt x="917" y="1"/>
                      <a:pt x="901" y="3"/>
                    </a:cubicBezTo>
                    <a:lnTo>
                      <a:pt x="867" y="3"/>
                    </a:lnTo>
                    <a:cubicBezTo>
                      <a:pt x="601" y="3"/>
                      <a:pt x="367" y="136"/>
                      <a:pt x="200" y="336"/>
                    </a:cubicBezTo>
                    <a:cubicBezTo>
                      <a:pt x="67" y="470"/>
                      <a:pt x="0" y="670"/>
                      <a:pt x="0" y="870"/>
                    </a:cubicBezTo>
                    <a:cubicBezTo>
                      <a:pt x="0" y="1070"/>
                      <a:pt x="67" y="1270"/>
                      <a:pt x="200" y="1404"/>
                    </a:cubicBezTo>
                    <a:cubicBezTo>
                      <a:pt x="367" y="1604"/>
                      <a:pt x="601" y="1737"/>
                      <a:pt x="867" y="1737"/>
                    </a:cubicBezTo>
                    <a:lnTo>
                      <a:pt x="901" y="1737"/>
                    </a:lnTo>
                    <a:cubicBezTo>
                      <a:pt x="917" y="1738"/>
                      <a:pt x="932" y="1739"/>
                      <a:pt x="948" y="1739"/>
                    </a:cubicBezTo>
                    <a:cubicBezTo>
                      <a:pt x="1394" y="1739"/>
                      <a:pt x="1768" y="1289"/>
                      <a:pt x="1768" y="870"/>
                    </a:cubicBezTo>
                    <a:cubicBezTo>
                      <a:pt x="1768" y="451"/>
                      <a:pt x="1394" y="1"/>
                      <a:pt x="9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4" name="Google Shape;15274;p50"/>
              <p:cNvSpPr/>
              <p:nvPr/>
            </p:nvSpPr>
            <p:spPr>
              <a:xfrm>
                <a:off x="7659413" y="3628163"/>
                <a:ext cx="55190" cy="50164"/>
              </a:xfrm>
              <a:custGeom>
                <a:rect b="b" l="l" r="r" t="t"/>
                <a:pathLst>
                  <a:path extrusionOk="0" h="1577" w="1735">
                    <a:moveTo>
                      <a:pt x="843" y="0"/>
                    </a:moveTo>
                    <a:cubicBezTo>
                      <a:pt x="717" y="0"/>
                      <a:pt x="601" y="34"/>
                      <a:pt x="501" y="100"/>
                    </a:cubicBezTo>
                    <a:lnTo>
                      <a:pt x="467" y="100"/>
                    </a:lnTo>
                    <a:cubicBezTo>
                      <a:pt x="401" y="167"/>
                      <a:pt x="367" y="200"/>
                      <a:pt x="334" y="234"/>
                    </a:cubicBezTo>
                    <a:cubicBezTo>
                      <a:pt x="300" y="267"/>
                      <a:pt x="234" y="334"/>
                      <a:pt x="200" y="367"/>
                    </a:cubicBezTo>
                    <a:cubicBezTo>
                      <a:pt x="200" y="401"/>
                      <a:pt x="167" y="434"/>
                      <a:pt x="134" y="467"/>
                    </a:cubicBezTo>
                    <a:lnTo>
                      <a:pt x="167" y="467"/>
                    </a:lnTo>
                    <a:cubicBezTo>
                      <a:pt x="34" y="701"/>
                      <a:pt x="0" y="968"/>
                      <a:pt x="134" y="1201"/>
                    </a:cubicBezTo>
                    <a:cubicBezTo>
                      <a:pt x="269" y="1427"/>
                      <a:pt x="528" y="1577"/>
                      <a:pt x="784" y="1577"/>
                    </a:cubicBezTo>
                    <a:cubicBezTo>
                      <a:pt x="906" y="1577"/>
                      <a:pt x="1027" y="1543"/>
                      <a:pt x="1134" y="1468"/>
                    </a:cubicBezTo>
                    <a:lnTo>
                      <a:pt x="1234" y="1401"/>
                    </a:lnTo>
                    <a:cubicBezTo>
                      <a:pt x="1234" y="1401"/>
                      <a:pt x="1234" y="1401"/>
                      <a:pt x="1234" y="1368"/>
                    </a:cubicBezTo>
                    <a:cubicBezTo>
                      <a:pt x="1335" y="1335"/>
                      <a:pt x="1435" y="1234"/>
                      <a:pt x="1501" y="1134"/>
                    </a:cubicBezTo>
                    <a:cubicBezTo>
                      <a:pt x="1735" y="801"/>
                      <a:pt x="1568" y="300"/>
                      <a:pt x="1234" y="100"/>
                    </a:cubicBezTo>
                    <a:cubicBezTo>
                      <a:pt x="1101" y="34"/>
                      <a:pt x="968" y="0"/>
                      <a:pt x="8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5" name="Google Shape;15275;p50"/>
              <p:cNvSpPr/>
              <p:nvPr/>
            </p:nvSpPr>
            <p:spPr>
              <a:xfrm>
                <a:off x="7378216" y="3504010"/>
                <a:ext cx="39285" cy="32669"/>
              </a:xfrm>
              <a:custGeom>
                <a:rect b="b" l="l" r="r" t="t"/>
                <a:pathLst>
                  <a:path extrusionOk="0" h="1027" w="1235">
                    <a:moveTo>
                      <a:pt x="401" y="0"/>
                    </a:moveTo>
                    <a:cubicBezTo>
                      <a:pt x="401" y="34"/>
                      <a:pt x="401" y="34"/>
                      <a:pt x="401" y="34"/>
                    </a:cubicBezTo>
                    <a:cubicBezTo>
                      <a:pt x="201" y="34"/>
                      <a:pt x="101" y="201"/>
                      <a:pt x="34" y="367"/>
                    </a:cubicBezTo>
                    <a:cubicBezTo>
                      <a:pt x="34" y="434"/>
                      <a:pt x="1" y="467"/>
                      <a:pt x="1" y="501"/>
                    </a:cubicBezTo>
                    <a:cubicBezTo>
                      <a:pt x="1" y="568"/>
                      <a:pt x="34" y="601"/>
                      <a:pt x="34" y="668"/>
                    </a:cubicBezTo>
                    <a:cubicBezTo>
                      <a:pt x="101" y="834"/>
                      <a:pt x="201" y="1001"/>
                      <a:pt x="401" y="1001"/>
                    </a:cubicBezTo>
                    <a:cubicBezTo>
                      <a:pt x="434" y="1018"/>
                      <a:pt x="468" y="1026"/>
                      <a:pt x="501" y="1026"/>
                    </a:cubicBezTo>
                    <a:cubicBezTo>
                      <a:pt x="534" y="1026"/>
                      <a:pt x="568" y="1018"/>
                      <a:pt x="601" y="1001"/>
                    </a:cubicBezTo>
                    <a:lnTo>
                      <a:pt x="768" y="1001"/>
                    </a:lnTo>
                    <a:cubicBezTo>
                      <a:pt x="1235" y="934"/>
                      <a:pt x="1235" y="101"/>
                      <a:pt x="768" y="34"/>
                    </a:cubicBezTo>
                    <a:lnTo>
                      <a:pt x="668" y="34"/>
                    </a:lnTo>
                    <a:cubicBezTo>
                      <a:pt x="657" y="23"/>
                      <a:pt x="649" y="19"/>
                      <a:pt x="643" y="19"/>
                    </a:cubicBezTo>
                    <a:cubicBezTo>
                      <a:pt x="631" y="19"/>
                      <a:pt x="623" y="34"/>
                      <a:pt x="601" y="34"/>
                    </a:cubicBezTo>
                    <a:cubicBezTo>
                      <a:pt x="534" y="0"/>
                      <a:pt x="468" y="0"/>
                      <a:pt x="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6" name="Google Shape;15276;p50"/>
              <p:cNvSpPr/>
              <p:nvPr/>
            </p:nvSpPr>
            <p:spPr>
              <a:xfrm>
                <a:off x="7216941" y="3485338"/>
                <a:ext cx="37154" cy="36295"/>
              </a:xfrm>
              <a:custGeom>
                <a:rect b="b" l="l" r="r" t="t"/>
                <a:pathLst>
                  <a:path extrusionOk="0" h="1141" w="1168">
                    <a:moveTo>
                      <a:pt x="601" y="1"/>
                    </a:moveTo>
                    <a:cubicBezTo>
                      <a:pt x="556" y="1"/>
                      <a:pt x="511" y="7"/>
                      <a:pt x="467" y="20"/>
                    </a:cubicBezTo>
                    <a:cubicBezTo>
                      <a:pt x="334" y="54"/>
                      <a:pt x="267" y="87"/>
                      <a:pt x="167" y="154"/>
                    </a:cubicBezTo>
                    <a:cubicBezTo>
                      <a:pt x="67" y="254"/>
                      <a:pt x="0" y="421"/>
                      <a:pt x="0" y="587"/>
                    </a:cubicBezTo>
                    <a:cubicBezTo>
                      <a:pt x="0" y="721"/>
                      <a:pt x="67" y="888"/>
                      <a:pt x="200" y="988"/>
                    </a:cubicBezTo>
                    <a:cubicBezTo>
                      <a:pt x="267" y="1054"/>
                      <a:pt x="334" y="1121"/>
                      <a:pt x="467" y="1121"/>
                    </a:cubicBezTo>
                    <a:cubicBezTo>
                      <a:pt x="512" y="1134"/>
                      <a:pt x="557" y="1141"/>
                      <a:pt x="601" y="1141"/>
                    </a:cubicBezTo>
                    <a:cubicBezTo>
                      <a:pt x="892" y="1141"/>
                      <a:pt x="1168" y="877"/>
                      <a:pt x="1168" y="587"/>
                    </a:cubicBezTo>
                    <a:cubicBezTo>
                      <a:pt x="1168" y="269"/>
                      <a:pt x="892" y="1"/>
                      <a:pt x="6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7" name="Google Shape;15277;p50"/>
              <p:cNvSpPr/>
              <p:nvPr/>
            </p:nvSpPr>
            <p:spPr>
              <a:xfrm>
                <a:off x="7149028" y="3169753"/>
                <a:ext cx="53091" cy="42498"/>
              </a:xfrm>
              <a:custGeom>
                <a:rect b="b" l="l" r="r" t="t"/>
                <a:pathLst>
                  <a:path extrusionOk="0" h="1336" w="1669">
                    <a:moveTo>
                      <a:pt x="847" y="1"/>
                    </a:moveTo>
                    <a:cubicBezTo>
                      <a:pt x="643" y="1"/>
                      <a:pt x="434" y="101"/>
                      <a:pt x="301" y="301"/>
                    </a:cubicBezTo>
                    <a:cubicBezTo>
                      <a:pt x="301" y="335"/>
                      <a:pt x="267" y="335"/>
                      <a:pt x="267" y="335"/>
                    </a:cubicBezTo>
                    <a:cubicBezTo>
                      <a:pt x="0" y="768"/>
                      <a:pt x="367" y="1335"/>
                      <a:pt x="834" y="1335"/>
                    </a:cubicBezTo>
                    <a:cubicBezTo>
                      <a:pt x="1335" y="1335"/>
                      <a:pt x="1668" y="768"/>
                      <a:pt x="1401" y="335"/>
                    </a:cubicBezTo>
                    <a:cubicBezTo>
                      <a:pt x="1401" y="335"/>
                      <a:pt x="1401" y="335"/>
                      <a:pt x="1368" y="301"/>
                    </a:cubicBezTo>
                    <a:cubicBezTo>
                      <a:pt x="1251" y="101"/>
                      <a:pt x="1051" y="1"/>
                      <a:pt x="8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8" name="Google Shape;15278;p50"/>
              <p:cNvSpPr/>
              <p:nvPr/>
            </p:nvSpPr>
            <p:spPr>
              <a:xfrm>
                <a:off x="7337913" y="3257834"/>
                <a:ext cx="43516" cy="43548"/>
              </a:xfrm>
              <a:custGeom>
                <a:rect b="b" l="l" r="r" t="t"/>
                <a:pathLst>
                  <a:path extrusionOk="0" h="1369" w="1368">
                    <a:moveTo>
                      <a:pt x="701" y="1"/>
                    </a:moveTo>
                    <a:cubicBezTo>
                      <a:pt x="300" y="1"/>
                      <a:pt x="0" y="301"/>
                      <a:pt x="0" y="701"/>
                    </a:cubicBezTo>
                    <a:cubicBezTo>
                      <a:pt x="0" y="1068"/>
                      <a:pt x="300" y="1368"/>
                      <a:pt x="701" y="1368"/>
                    </a:cubicBezTo>
                    <a:cubicBezTo>
                      <a:pt x="1067" y="1368"/>
                      <a:pt x="1368" y="1068"/>
                      <a:pt x="1368" y="701"/>
                    </a:cubicBezTo>
                    <a:cubicBezTo>
                      <a:pt x="1368" y="301"/>
                      <a:pt x="1067" y="1"/>
                      <a:pt x="70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9" name="Google Shape;15279;p50"/>
              <p:cNvSpPr/>
              <p:nvPr/>
            </p:nvSpPr>
            <p:spPr>
              <a:xfrm>
                <a:off x="7651969" y="3297087"/>
                <a:ext cx="39285" cy="40367"/>
              </a:xfrm>
              <a:custGeom>
                <a:rect b="b" l="l" r="r" t="t"/>
                <a:pathLst>
                  <a:path extrusionOk="0" h="1269" w="1235">
                    <a:moveTo>
                      <a:pt x="635" y="1"/>
                    </a:moveTo>
                    <a:cubicBezTo>
                      <a:pt x="268" y="1"/>
                      <a:pt x="1" y="301"/>
                      <a:pt x="1" y="635"/>
                    </a:cubicBezTo>
                    <a:cubicBezTo>
                      <a:pt x="1" y="968"/>
                      <a:pt x="268" y="1268"/>
                      <a:pt x="635" y="1268"/>
                    </a:cubicBezTo>
                    <a:cubicBezTo>
                      <a:pt x="968" y="1268"/>
                      <a:pt x="1235" y="968"/>
                      <a:pt x="1235" y="635"/>
                    </a:cubicBezTo>
                    <a:cubicBezTo>
                      <a:pt x="1235" y="301"/>
                      <a:pt x="968" y="1"/>
                      <a:pt x="6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0" name="Google Shape;15280;p50"/>
              <p:cNvSpPr/>
              <p:nvPr/>
            </p:nvSpPr>
            <p:spPr>
              <a:xfrm>
                <a:off x="7479021" y="3392580"/>
                <a:ext cx="72177" cy="72209"/>
              </a:xfrm>
              <a:custGeom>
                <a:rect b="b" l="l" r="r" t="t"/>
                <a:pathLst>
                  <a:path extrusionOk="0" h="2270" w="2269">
                    <a:moveTo>
                      <a:pt x="1135" y="1"/>
                    </a:moveTo>
                    <a:cubicBezTo>
                      <a:pt x="534" y="1"/>
                      <a:pt x="1" y="501"/>
                      <a:pt x="1" y="1135"/>
                    </a:cubicBezTo>
                    <a:cubicBezTo>
                      <a:pt x="1" y="1736"/>
                      <a:pt x="534" y="2269"/>
                      <a:pt x="1135" y="2269"/>
                    </a:cubicBezTo>
                    <a:cubicBezTo>
                      <a:pt x="1768" y="2269"/>
                      <a:pt x="2269" y="1736"/>
                      <a:pt x="2269" y="1135"/>
                    </a:cubicBezTo>
                    <a:cubicBezTo>
                      <a:pt x="2269" y="501"/>
                      <a:pt x="1768" y="1"/>
                      <a:pt x="1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1" name="Google Shape;15281;p50"/>
              <p:cNvSpPr/>
              <p:nvPr/>
            </p:nvSpPr>
            <p:spPr>
              <a:xfrm>
                <a:off x="7250882" y="3738193"/>
                <a:ext cx="43548" cy="40558"/>
              </a:xfrm>
              <a:custGeom>
                <a:rect b="b" l="l" r="r" t="t"/>
                <a:pathLst>
                  <a:path extrusionOk="0" h="1275" w="1369">
                    <a:moveTo>
                      <a:pt x="738" y="1"/>
                    </a:moveTo>
                    <a:cubicBezTo>
                      <a:pt x="501" y="1"/>
                      <a:pt x="274" y="168"/>
                      <a:pt x="168" y="444"/>
                    </a:cubicBezTo>
                    <a:cubicBezTo>
                      <a:pt x="168" y="444"/>
                      <a:pt x="134" y="444"/>
                      <a:pt x="134" y="477"/>
                    </a:cubicBezTo>
                    <a:cubicBezTo>
                      <a:pt x="1" y="811"/>
                      <a:pt x="268" y="1145"/>
                      <a:pt x="568" y="1245"/>
                    </a:cubicBezTo>
                    <a:lnTo>
                      <a:pt x="601" y="1245"/>
                    </a:lnTo>
                    <a:cubicBezTo>
                      <a:pt x="663" y="1265"/>
                      <a:pt x="723" y="1275"/>
                      <a:pt x="780" y="1275"/>
                    </a:cubicBezTo>
                    <a:cubicBezTo>
                      <a:pt x="1097" y="1275"/>
                      <a:pt x="1340" y="988"/>
                      <a:pt x="1368" y="678"/>
                    </a:cubicBezTo>
                    <a:cubicBezTo>
                      <a:pt x="1368" y="477"/>
                      <a:pt x="1302" y="311"/>
                      <a:pt x="1135" y="177"/>
                    </a:cubicBezTo>
                    <a:cubicBezTo>
                      <a:pt x="1013" y="56"/>
                      <a:pt x="87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2" name="Google Shape;15282;p50"/>
              <p:cNvSpPr/>
              <p:nvPr/>
            </p:nvSpPr>
            <p:spPr>
              <a:xfrm>
                <a:off x="7542672" y="3942221"/>
                <a:ext cx="53091" cy="39317"/>
              </a:xfrm>
              <a:custGeom>
                <a:rect b="b" l="l" r="r" t="t"/>
                <a:pathLst>
                  <a:path extrusionOk="0" h="1236" w="1669">
                    <a:moveTo>
                      <a:pt x="835" y="1"/>
                    </a:moveTo>
                    <a:cubicBezTo>
                      <a:pt x="1" y="1"/>
                      <a:pt x="1" y="1235"/>
                      <a:pt x="835" y="1235"/>
                    </a:cubicBezTo>
                    <a:cubicBezTo>
                      <a:pt x="1669" y="1235"/>
                      <a:pt x="1669" y="1"/>
                      <a:pt x="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3" name="Google Shape;15283;p50"/>
              <p:cNvSpPr/>
              <p:nvPr/>
            </p:nvSpPr>
            <p:spPr>
              <a:xfrm>
                <a:off x="7579825" y="3788389"/>
                <a:ext cx="42466" cy="42466"/>
              </a:xfrm>
              <a:custGeom>
                <a:rect b="b" l="l" r="r" t="t"/>
                <a:pathLst>
                  <a:path extrusionOk="0" h="1335" w="1335">
                    <a:moveTo>
                      <a:pt x="668" y="0"/>
                    </a:moveTo>
                    <a:cubicBezTo>
                      <a:pt x="301" y="0"/>
                      <a:pt x="0" y="300"/>
                      <a:pt x="0" y="667"/>
                    </a:cubicBezTo>
                    <a:cubicBezTo>
                      <a:pt x="0" y="1034"/>
                      <a:pt x="301" y="1334"/>
                      <a:pt x="668" y="1334"/>
                    </a:cubicBezTo>
                    <a:cubicBezTo>
                      <a:pt x="1001" y="1334"/>
                      <a:pt x="1335" y="1034"/>
                      <a:pt x="1335" y="667"/>
                    </a:cubicBezTo>
                    <a:cubicBezTo>
                      <a:pt x="1335" y="300"/>
                      <a:pt x="1001" y="0"/>
                      <a:pt x="6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4" name="Google Shape;15284;p50"/>
              <p:cNvSpPr/>
              <p:nvPr/>
            </p:nvSpPr>
            <p:spPr>
              <a:xfrm>
                <a:off x="6619525" y="2108675"/>
                <a:ext cx="2006575" cy="2616595"/>
              </a:xfrm>
              <a:custGeom>
                <a:rect b="b" l="l" r="r" t="t"/>
                <a:pathLst>
                  <a:path extrusionOk="0" h="82257" w="63080">
                    <a:moveTo>
                      <a:pt x="31306" y="926"/>
                    </a:moveTo>
                    <a:cubicBezTo>
                      <a:pt x="33354" y="926"/>
                      <a:pt x="35194" y="1678"/>
                      <a:pt x="36828" y="2903"/>
                    </a:cubicBezTo>
                    <a:cubicBezTo>
                      <a:pt x="36897" y="2945"/>
                      <a:pt x="36967" y="2963"/>
                      <a:pt x="37035" y="2963"/>
                    </a:cubicBezTo>
                    <a:cubicBezTo>
                      <a:pt x="37128" y="2963"/>
                      <a:pt x="37217" y="2928"/>
                      <a:pt x="37295" y="2869"/>
                    </a:cubicBezTo>
                    <a:cubicBezTo>
                      <a:pt x="37295" y="2869"/>
                      <a:pt x="37328" y="2869"/>
                      <a:pt x="37328" y="2836"/>
                    </a:cubicBezTo>
                    <a:cubicBezTo>
                      <a:pt x="38251" y="2294"/>
                      <a:pt x="39148" y="2034"/>
                      <a:pt x="39998" y="2034"/>
                    </a:cubicBezTo>
                    <a:cubicBezTo>
                      <a:pt x="41452" y="2034"/>
                      <a:pt x="42772" y="2794"/>
                      <a:pt x="43866" y="4204"/>
                    </a:cubicBezTo>
                    <a:cubicBezTo>
                      <a:pt x="44800" y="5405"/>
                      <a:pt x="45634" y="5805"/>
                      <a:pt x="47135" y="6005"/>
                    </a:cubicBezTo>
                    <a:cubicBezTo>
                      <a:pt x="50371" y="6439"/>
                      <a:pt x="51838" y="9574"/>
                      <a:pt x="49837" y="12243"/>
                    </a:cubicBezTo>
                    <a:cubicBezTo>
                      <a:pt x="48426" y="14104"/>
                      <a:pt x="46287" y="14560"/>
                      <a:pt x="44147" y="14560"/>
                    </a:cubicBezTo>
                    <a:cubicBezTo>
                      <a:pt x="43908" y="14560"/>
                      <a:pt x="43670" y="14555"/>
                      <a:pt x="43432" y="14544"/>
                    </a:cubicBezTo>
                    <a:cubicBezTo>
                      <a:pt x="43666" y="13811"/>
                      <a:pt x="43766" y="13110"/>
                      <a:pt x="43666" y="12576"/>
                    </a:cubicBezTo>
                    <a:cubicBezTo>
                      <a:pt x="43648" y="12438"/>
                      <a:pt x="43550" y="12380"/>
                      <a:pt x="43441" y="12380"/>
                    </a:cubicBezTo>
                    <a:cubicBezTo>
                      <a:pt x="43340" y="12380"/>
                      <a:pt x="43230" y="12430"/>
                      <a:pt x="43165" y="12510"/>
                    </a:cubicBezTo>
                    <a:cubicBezTo>
                      <a:pt x="42765" y="13110"/>
                      <a:pt x="42632" y="13877"/>
                      <a:pt x="42365" y="14611"/>
                    </a:cubicBezTo>
                    <a:cubicBezTo>
                      <a:pt x="42231" y="14678"/>
                      <a:pt x="42198" y="14845"/>
                      <a:pt x="42198" y="15011"/>
                    </a:cubicBezTo>
                    <a:cubicBezTo>
                      <a:pt x="42165" y="15045"/>
                      <a:pt x="42131" y="15112"/>
                      <a:pt x="42131" y="15145"/>
                    </a:cubicBezTo>
                    <a:cubicBezTo>
                      <a:pt x="41698" y="15912"/>
                      <a:pt x="41164" y="16279"/>
                      <a:pt x="40530" y="16646"/>
                    </a:cubicBezTo>
                    <a:cubicBezTo>
                      <a:pt x="40564" y="16146"/>
                      <a:pt x="40530" y="15612"/>
                      <a:pt x="40397" y="15078"/>
                    </a:cubicBezTo>
                    <a:cubicBezTo>
                      <a:pt x="40369" y="14952"/>
                      <a:pt x="40282" y="14897"/>
                      <a:pt x="40189" y="14897"/>
                    </a:cubicBezTo>
                    <a:cubicBezTo>
                      <a:pt x="40059" y="14897"/>
                      <a:pt x="39916" y="15004"/>
                      <a:pt x="39896" y="15178"/>
                    </a:cubicBezTo>
                    <a:cubicBezTo>
                      <a:pt x="39663" y="17046"/>
                      <a:pt x="39596" y="19014"/>
                      <a:pt x="38128" y="20382"/>
                    </a:cubicBezTo>
                    <a:cubicBezTo>
                      <a:pt x="37379" y="21086"/>
                      <a:pt x="36549" y="21392"/>
                      <a:pt x="35737" y="21392"/>
                    </a:cubicBezTo>
                    <a:cubicBezTo>
                      <a:pt x="34164" y="21392"/>
                      <a:pt x="32662" y="20242"/>
                      <a:pt x="31957" y="18614"/>
                    </a:cubicBezTo>
                    <a:cubicBezTo>
                      <a:pt x="31490" y="17547"/>
                      <a:pt x="31724" y="16079"/>
                      <a:pt x="31023" y="15145"/>
                    </a:cubicBezTo>
                    <a:cubicBezTo>
                      <a:pt x="30723" y="14778"/>
                      <a:pt x="30490" y="14811"/>
                      <a:pt x="30156" y="14544"/>
                    </a:cubicBezTo>
                    <a:cubicBezTo>
                      <a:pt x="28989" y="13744"/>
                      <a:pt x="28355" y="13277"/>
                      <a:pt x="28422" y="11742"/>
                    </a:cubicBezTo>
                    <a:cubicBezTo>
                      <a:pt x="28422" y="11612"/>
                      <a:pt x="28318" y="11544"/>
                      <a:pt x="28215" y="11544"/>
                    </a:cubicBezTo>
                    <a:cubicBezTo>
                      <a:pt x="28133" y="11544"/>
                      <a:pt x="28051" y="11587"/>
                      <a:pt x="28021" y="11676"/>
                    </a:cubicBezTo>
                    <a:cubicBezTo>
                      <a:pt x="27621" y="13277"/>
                      <a:pt x="28455" y="13977"/>
                      <a:pt x="29289" y="14778"/>
                    </a:cubicBezTo>
                    <a:cubicBezTo>
                      <a:pt x="28522" y="14778"/>
                      <a:pt x="27854" y="14611"/>
                      <a:pt x="27287" y="14278"/>
                    </a:cubicBezTo>
                    <a:cubicBezTo>
                      <a:pt x="27254" y="14211"/>
                      <a:pt x="27187" y="14178"/>
                      <a:pt x="27121" y="14178"/>
                    </a:cubicBezTo>
                    <a:cubicBezTo>
                      <a:pt x="26353" y="13677"/>
                      <a:pt x="25753" y="12943"/>
                      <a:pt x="25286" y="12043"/>
                    </a:cubicBezTo>
                    <a:cubicBezTo>
                      <a:pt x="25260" y="11992"/>
                      <a:pt x="25216" y="11970"/>
                      <a:pt x="25172" y="11970"/>
                    </a:cubicBezTo>
                    <a:cubicBezTo>
                      <a:pt x="25100" y="11970"/>
                      <a:pt x="25032" y="12027"/>
                      <a:pt x="25052" y="12109"/>
                    </a:cubicBezTo>
                    <a:cubicBezTo>
                      <a:pt x="25119" y="12977"/>
                      <a:pt x="25586" y="13744"/>
                      <a:pt x="26220" y="14311"/>
                    </a:cubicBezTo>
                    <a:cubicBezTo>
                      <a:pt x="24349" y="14696"/>
                      <a:pt x="22614" y="15104"/>
                      <a:pt x="20716" y="15104"/>
                    </a:cubicBezTo>
                    <a:cubicBezTo>
                      <a:pt x="20313" y="15104"/>
                      <a:pt x="19902" y="15086"/>
                      <a:pt x="19482" y="15045"/>
                    </a:cubicBezTo>
                    <a:cubicBezTo>
                      <a:pt x="16880" y="14811"/>
                      <a:pt x="14645" y="13811"/>
                      <a:pt x="12243" y="12877"/>
                    </a:cubicBezTo>
                    <a:cubicBezTo>
                      <a:pt x="12214" y="12864"/>
                      <a:pt x="12185" y="12858"/>
                      <a:pt x="12157" y="12858"/>
                    </a:cubicBezTo>
                    <a:cubicBezTo>
                      <a:pt x="11966" y="12858"/>
                      <a:pt x="11835" y="13131"/>
                      <a:pt x="12010" y="13277"/>
                    </a:cubicBezTo>
                    <a:cubicBezTo>
                      <a:pt x="12410" y="13644"/>
                      <a:pt x="12877" y="13944"/>
                      <a:pt x="13377" y="14244"/>
                    </a:cubicBezTo>
                    <a:cubicBezTo>
                      <a:pt x="12805" y="14380"/>
                      <a:pt x="12253" y="14434"/>
                      <a:pt x="11691" y="14434"/>
                    </a:cubicBezTo>
                    <a:cubicBezTo>
                      <a:pt x="11008" y="14434"/>
                      <a:pt x="10310" y="14354"/>
                      <a:pt x="9541" y="14244"/>
                    </a:cubicBezTo>
                    <a:cubicBezTo>
                      <a:pt x="8207" y="14011"/>
                      <a:pt x="7006" y="14011"/>
                      <a:pt x="5672" y="13944"/>
                    </a:cubicBezTo>
                    <a:cubicBezTo>
                      <a:pt x="3204" y="13777"/>
                      <a:pt x="1302" y="11776"/>
                      <a:pt x="2336" y="9241"/>
                    </a:cubicBezTo>
                    <a:cubicBezTo>
                      <a:pt x="2956" y="7739"/>
                      <a:pt x="4275" y="7054"/>
                      <a:pt x="5708" y="7054"/>
                    </a:cubicBezTo>
                    <a:cubicBezTo>
                      <a:pt x="6279" y="7054"/>
                      <a:pt x="6869" y="7163"/>
                      <a:pt x="7440" y="7373"/>
                    </a:cubicBezTo>
                    <a:cubicBezTo>
                      <a:pt x="7440" y="7406"/>
                      <a:pt x="7473" y="7406"/>
                      <a:pt x="7507" y="7406"/>
                    </a:cubicBezTo>
                    <a:cubicBezTo>
                      <a:pt x="7507" y="7606"/>
                      <a:pt x="7540" y="7806"/>
                      <a:pt x="7573" y="8006"/>
                    </a:cubicBezTo>
                    <a:cubicBezTo>
                      <a:pt x="7573" y="8085"/>
                      <a:pt x="7625" y="8119"/>
                      <a:pt x="7687" y="8119"/>
                    </a:cubicBezTo>
                    <a:cubicBezTo>
                      <a:pt x="7757" y="8119"/>
                      <a:pt x="7838" y="8077"/>
                      <a:pt x="7874" y="8006"/>
                    </a:cubicBezTo>
                    <a:cubicBezTo>
                      <a:pt x="8641" y="6038"/>
                      <a:pt x="8841" y="4037"/>
                      <a:pt x="10575" y="2569"/>
                    </a:cubicBezTo>
                    <a:cubicBezTo>
                      <a:pt x="11475" y="1827"/>
                      <a:pt x="12367" y="1511"/>
                      <a:pt x="13259" y="1511"/>
                    </a:cubicBezTo>
                    <a:cubicBezTo>
                      <a:pt x="14252" y="1511"/>
                      <a:pt x="15244" y="1903"/>
                      <a:pt x="16246" y="2536"/>
                    </a:cubicBezTo>
                    <a:cubicBezTo>
                      <a:pt x="15879" y="3103"/>
                      <a:pt x="15612" y="3770"/>
                      <a:pt x="15512" y="4504"/>
                    </a:cubicBezTo>
                    <a:cubicBezTo>
                      <a:pt x="15495" y="4609"/>
                      <a:pt x="15569" y="4659"/>
                      <a:pt x="15652" y="4659"/>
                    </a:cubicBezTo>
                    <a:cubicBezTo>
                      <a:pt x="15729" y="4659"/>
                      <a:pt x="15814" y="4617"/>
                      <a:pt x="15846" y="4537"/>
                    </a:cubicBezTo>
                    <a:cubicBezTo>
                      <a:pt x="16610" y="2521"/>
                      <a:pt x="18325" y="1064"/>
                      <a:pt x="20453" y="1064"/>
                    </a:cubicBezTo>
                    <a:cubicBezTo>
                      <a:pt x="20649" y="1064"/>
                      <a:pt x="20848" y="1076"/>
                      <a:pt x="21050" y="1102"/>
                    </a:cubicBezTo>
                    <a:cubicBezTo>
                      <a:pt x="22569" y="1291"/>
                      <a:pt x="23848" y="2413"/>
                      <a:pt x="25400" y="2413"/>
                    </a:cubicBezTo>
                    <a:cubicBezTo>
                      <a:pt x="25483" y="2413"/>
                      <a:pt x="25568" y="2409"/>
                      <a:pt x="25653" y="2402"/>
                    </a:cubicBezTo>
                    <a:cubicBezTo>
                      <a:pt x="27488" y="2269"/>
                      <a:pt x="29022" y="1035"/>
                      <a:pt x="30923" y="935"/>
                    </a:cubicBezTo>
                    <a:cubicBezTo>
                      <a:pt x="31052" y="929"/>
                      <a:pt x="31179" y="926"/>
                      <a:pt x="31306" y="926"/>
                    </a:cubicBezTo>
                    <a:close/>
                    <a:moveTo>
                      <a:pt x="52155" y="30167"/>
                    </a:moveTo>
                    <a:cubicBezTo>
                      <a:pt x="53048" y="30167"/>
                      <a:pt x="53923" y="30465"/>
                      <a:pt x="54674" y="31190"/>
                    </a:cubicBezTo>
                    <a:cubicBezTo>
                      <a:pt x="57376" y="33758"/>
                      <a:pt x="57075" y="39095"/>
                      <a:pt x="56909" y="42498"/>
                    </a:cubicBezTo>
                    <a:cubicBezTo>
                      <a:pt x="56708" y="46634"/>
                      <a:pt x="55841" y="50737"/>
                      <a:pt x="54574" y="54673"/>
                    </a:cubicBezTo>
                    <a:cubicBezTo>
                      <a:pt x="53873" y="56741"/>
                      <a:pt x="53106" y="58943"/>
                      <a:pt x="51438" y="60477"/>
                    </a:cubicBezTo>
                    <a:cubicBezTo>
                      <a:pt x="50461" y="61391"/>
                      <a:pt x="49134" y="61926"/>
                      <a:pt x="47873" y="61926"/>
                    </a:cubicBezTo>
                    <a:cubicBezTo>
                      <a:pt x="46463" y="61926"/>
                      <a:pt x="45135" y="61259"/>
                      <a:pt x="44466" y="59710"/>
                    </a:cubicBezTo>
                    <a:cubicBezTo>
                      <a:pt x="44466" y="54606"/>
                      <a:pt x="44633" y="49503"/>
                      <a:pt x="44900" y="44399"/>
                    </a:cubicBezTo>
                    <a:cubicBezTo>
                      <a:pt x="45067" y="41564"/>
                      <a:pt x="45267" y="38762"/>
                      <a:pt x="45500" y="35960"/>
                    </a:cubicBezTo>
                    <a:cubicBezTo>
                      <a:pt x="46301" y="34525"/>
                      <a:pt x="47001" y="33024"/>
                      <a:pt x="48236" y="31890"/>
                    </a:cubicBezTo>
                    <a:cubicBezTo>
                      <a:pt x="49298" y="30910"/>
                      <a:pt x="50747" y="30167"/>
                      <a:pt x="52155" y="30167"/>
                    </a:cubicBezTo>
                    <a:close/>
                    <a:moveTo>
                      <a:pt x="52841" y="24217"/>
                    </a:moveTo>
                    <a:cubicBezTo>
                      <a:pt x="52874" y="24217"/>
                      <a:pt x="52906" y="24218"/>
                      <a:pt x="52939" y="24218"/>
                    </a:cubicBezTo>
                    <a:cubicBezTo>
                      <a:pt x="56008" y="24251"/>
                      <a:pt x="58643" y="26053"/>
                      <a:pt x="60077" y="28721"/>
                    </a:cubicBezTo>
                    <a:cubicBezTo>
                      <a:pt x="61545" y="31357"/>
                      <a:pt x="61779" y="34425"/>
                      <a:pt x="61912" y="37394"/>
                    </a:cubicBezTo>
                    <a:cubicBezTo>
                      <a:pt x="62012" y="40230"/>
                      <a:pt x="62046" y="43065"/>
                      <a:pt x="61945" y="45867"/>
                    </a:cubicBezTo>
                    <a:cubicBezTo>
                      <a:pt x="61745" y="51371"/>
                      <a:pt x="60878" y="57175"/>
                      <a:pt x="58176" y="62078"/>
                    </a:cubicBezTo>
                    <a:cubicBezTo>
                      <a:pt x="56342" y="65389"/>
                      <a:pt x="52654" y="68581"/>
                      <a:pt x="48910" y="68581"/>
                    </a:cubicBezTo>
                    <a:cubicBezTo>
                      <a:pt x="47410" y="68581"/>
                      <a:pt x="45902" y="68069"/>
                      <a:pt x="44500" y="66849"/>
                    </a:cubicBezTo>
                    <a:cubicBezTo>
                      <a:pt x="44466" y="65081"/>
                      <a:pt x="44466" y="63346"/>
                      <a:pt x="44466" y="61578"/>
                    </a:cubicBezTo>
                    <a:lnTo>
                      <a:pt x="44466" y="61578"/>
                    </a:lnTo>
                    <a:cubicBezTo>
                      <a:pt x="45233" y="62571"/>
                      <a:pt x="46365" y="62991"/>
                      <a:pt x="47585" y="62991"/>
                    </a:cubicBezTo>
                    <a:cubicBezTo>
                      <a:pt x="49602" y="62991"/>
                      <a:pt x="51859" y="61844"/>
                      <a:pt x="53106" y="60244"/>
                    </a:cubicBezTo>
                    <a:cubicBezTo>
                      <a:pt x="54940" y="57875"/>
                      <a:pt x="55774" y="54673"/>
                      <a:pt x="56508" y="51838"/>
                    </a:cubicBezTo>
                    <a:cubicBezTo>
                      <a:pt x="57275" y="48902"/>
                      <a:pt x="57809" y="45900"/>
                      <a:pt x="57976" y="42865"/>
                    </a:cubicBezTo>
                    <a:cubicBezTo>
                      <a:pt x="58209" y="38929"/>
                      <a:pt x="58543" y="31490"/>
                      <a:pt x="54073" y="29489"/>
                    </a:cubicBezTo>
                    <a:cubicBezTo>
                      <a:pt x="53354" y="29175"/>
                      <a:pt x="52661" y="29034"/>
                      <a:pt x="51997" y="29034"/>
                    </a:cubicBezTo>
                    <a:cubicBezTo>
                      <a:pt x="49276" y="29034"/>
                      <a:pt x="47062" y="31404"/>
                      <a:pt x="45667" y="33925"/>
                    </a:cubicBezTo>
                    <a:cubicBezTo>
                      <a:pt x="45801" y="32524"/>
                      <a:pt x="45901" y="31156"/>
                      <a:pt x="46067" y="29755"/>
                    </a:cubicBezTo>
                    <a:cubicBezTo>
                      <a:pt x="46134" y="28988"/>
                      <a:pt x="46234" y="28188"/>
                      <a:pt x="46334" y="27387"/>
                    </a:cubicBezTo>
                    <a:cubicBezTo>
                      <a:pt x="48114" y="25574"/>
                      <a:pt x="50154" y="24217"/>
                      <a:pt x="52841" y="24217"/>
                    </a:cubicBezTo>
                    <a:close/>
                    <a:moveTo>
                      <a:pt x="14078" y="14611"/>
                    </a:moveTo>
                    <a:cubicBezTo>
                      <a:pt x="16094" y="15619"/>
                      <a:pt x="18578" y="16168"/>
                      <a:pt x="20989" y="16168"/>
                    </a:cubicBezTo>
                    <a:cubicBezTo>
                      <a:pt x="23127" y="16168"/>
                      <a:pt x="25208" y="15736"/>
                      <a:pt x="26854" y="14811"/>
                    </a:cubicBezTo>
                    <a:cubicBezTo>
                      <a:pt x="27611" y="15288"/>
                      <a:pt x="28487" y="15577"/>
                      <a:pt x="29342" y="15577"/>
                    </a:cubicBezTo>
                    <a:cubicBezTo>
                      <a:pt x="29503" y="15577"/>
                      <a:pt x="29664" y="15566"/>
                      <a:pt x="29823" y="15545"/>
                    </a:cubicBezTo>
                    <a:cubicBezTo>
                      <a:pt x="29889" y="15545"/>
                      <a:pt x="29923" y="15512"/>
                      <a:pt x="29989" y="15512"/>
                    </a:cubicBezTo>
                    <a:cubicBezTo>
                      <a:pt x="30223" y="15779"/>
                      <a:pt x="30423" y="16112"/>
                      <a:pt x="30590" y="16513"/>
                    </a:cubicBezTo>
                    <a:cubicBezTo>
                      <a:pt x="30923" y="17513"/>
                      <a:pt x="30923" y="18547"/>
                      <a:pt x="31424" y="19515"/>
                    </a:cubicBezTo>
                    <a:cubicBezTo>
                      <a:pt x="31924" y="20415"/>
                      <a:pt x="32691" y="21216"/>
                      <a:pt x="33592" y="21716"/>
                    </a:cubicBezTo>
                    <a:cubicBezTo>
                      <a:pt x="34344" y="22111"/>
                      <a:pt x="35064" y="22286"/>
                      <a:pt x="35737" y="22286"/>
                    </a:cubicBezTo>
                    <a:cubicBezTo>
                      <a:pt x="38136" y="22286"/>
                      <a:pt x="39928" y="20055"/>
                      <a:pt x="40397" y="17580"/>
                    </a:cubicBezTo>
                    <a:cubicBezTo>
                      <a:pt x="41498" y="17580"/>
                      <a:pt x="42432" y="16646"/>
                      <a:pt x="43032" y="15478"/>
                    </a:cubicBezTo>
                    <a:cubicBezTo>
                      <a:pt x="43522" y="15560"/>
                      <a:pt x="44025" y="15601"/>
                      <a:pt x="44528" y="15601"/>
                    </a:cubicBezTo>
                    <a:cubicBezTo>
                      <a:pt x="45463" y="15601"/>
                      <a:pt x="46401" y="15460"/>
                      <a:pt x="47268" y="15178"/>
                    </a:cubicBezTo>
                    <a:lnTo>
                      <a:pt x="47268" y="15178"/>
                    </a:lnTo>
                    <a:cubicBezTo>
                      <a:pt x="46234" y="19681"/>
                      <a:pt x="45801" y="24418"/>
                      <a:pt x="45300" y="28988"/>
                    </a:cubicBezTo>
                    <a:cubicBezTo>
                      <a:pt x="45033" y="31457"/>
                      <a:pt x="44800" y="33925"/>
                      <a:pt x="44566" y="36393"/>
                    </a:cubicBezTo>
                    <a:cubicBezTo>
                      <a:pt x="44566" y="36427"/>
                      <a:pt x="44566" y="36460"/>
                      <a:pt x="44533" y="36494"/>
                    </a:cubicBezTo>
                    <a:cubicBezTo>
                      <a:pt x="44533" y="36560"/>
                      <a:pt x="44533" y="36627"/>
                      <a:pt x="44533" y="36660"/>
                    </a:cubicBezTo>
                    <a:cubicBezTo>
                      <a:pt x="44333" y="39095"/>
                      <a:pt x="44166" y="41564"/>
                      <a:pt x="44033" y="43999"/>
                    </a:cubicBezTo>
                    <a:cubicBezTo>
                      <a:pt x="43566" y="51638"/>
                      <a:pt x="43432" y="59310"/>
                      <a:pt x="43566" y="66949"/>
                    </a:cubicBezTo>
                    <a:cubicBezTo>
                      <a:pt x="43532" y="67082"/>
                      <a:pt x="43499" y="67216"/>
                      <a:pt x="43599" y="67349"/>
                    </a:cubicBezTo>
                    <a:cubicBezTo>
                      <a:pt x="43632" y="69617"/>
                      <a:pt x="43699" y="71886"/>
                      <a:pt x="43799" y="74120"/>
                    </a:cubicBezTo>
                    <a:cubicBezTo>
                      <a:pt x="43666" y="74221"/>
                      <a:pt x="43599" y="74354"/>
                      <a:pt x="43599" y="74521"/>
                    </a:cubicBezTo>
                    <a:cubicBezTo>
                      <a:pt x="43699" y="79191"/>
                      <a:pt x="38629" y="80158"/>
                      <a:pt x="35026" y="80558"/>
                    </a:cubicBezTo>
                    <a:cubicBezTo>
                      <a:pt x="31757" y="80925"/>
                      <a:pt x="28455" y="81192"/>
                      <a:pt x="25153" y="81226"/>
                    </a:cubicBezTo>
                    <a:cubicBezTo>
                      <a:pt x="24782" y="81231"/>
                      <a:pt x="24406" y="81235"/>
                      <a:pt x="24027" y="81235"/>
                    </a:cubicBezTo>
                    <a:cubicBezTo>
                      <a:pt x="17772" y="81235"/>
                      <a:pt x="10412" y="80333"/>
                      <a:pt x="7173" y="74421"/>
                    </a:cubicBezTo>
                    <a:cubicBezTo>
                      <a:pt x="7173" y="74421"/>
                      <a:pt x="7173" y="74387"/>
                      <a:pt x="7173" y="74387"/>
                    </a:cubicBezTo>
                    <a:cubicBezTo>
                      <a:pt x="8974" y="54506"/>
                      <a:pt x="10108" y="34325"/>
                      <a:pt x="5805" y="14678"/>
                    </a:cubicBezTo>
                    <a:cubicBezTo>
                      <a:pt x="6306" y="14678"/>
                      <a:pt x="6806" y="14711"/>
                      <a:pt x="7340" y="14745"/>
                    </a:cubicBezTo>
                    <a:cubicBezTo>
                      <a:pt x="8711" y="14829"/>
                      <a:pt x="10296" y="15407"/>
                      <a:pt x="11748" y="15407"/>
                    </a:cubicBezTo>
                    <a:cubicBezTo>
                      <a:pt x="12592" y="15407"/>
                      <a:pt x="13391" y="15212"/>
                      <a:pt x="14078" y="14611"/>
                    </a:cubicBezTo>
                    <a:close/>
                    <a:moveTo>
                      <a:pt x="31524" y="1"/>
                    </a:moveTo>
                    <a:cubicBezTo>
                      <a:pt x="30490" y="1"/>
                      <a:pt x="29456" y="134"/>
                      <a:pt x="28455" y="468"/>
                    </a:cubicBezTo>
                    <a:cubicBezTo>
                      <a:pt x="27245" y="856"/>
                      <a:pt x="26270" y="1306"/>
                      <a:pt x="25154" y="1306"/>
                    </a:cubicBezTo>
                    <a:cubicBezTo>
                      <a:pt x="24640" y="1306"/>
                      <a:pt x="24096" y="1210"/>
                      <a:pt x="23485" y="968"/>
                    </a:cubicBezTo>
                    <a:cubicBezTo>
                      <a:pt x="22400" y="538"/>
                      <a:pt x="21404" y="197"/>
                      <a:pt x="20380" y="197"/>
                    </a:cubicBezTo>
                    <a:cubicBezTo>
                      <a:pt x="19734" y="197"/>
                      <a:pt x="19078" y="333"/>
                      <a:pt x="18381" y="668"/>
                    </a:cubicBezTo>
                    <a:cubicBezTo>
                      <a:pt x="17714" y="1001"/>
                      <a:pt x="17147" y="1435"/>
                      <a:pt x="16680" y="1969"/>
                    </a:cubicBezTo>
                    <a:cubicBezTo>
                      <a:pt x="15956" y="1033"/>
                      <a:pt x="14821" y="639"/>
                      <a:pt x="13655" y="639"/>
                    </a:cubicBezTo>
                    <a:cubicBezTo>
                      <a:pt x="12619" y="639"/>
                      <a:pt x="11559" y="950"/>
                      <a:pt x="10742" y="1468"/>
                    </a:cubicBezTo>
                    <a:cubicBezTo>
                      <a:pt x="9074" y="2536"/>
                      <a:pt x="7773" y="4571"/>
                      <a:pt x="7540" y="6572"/>
                    </a:cubicBezTo>
                    <a:cubicBezTo>
                      <a:pt x="7005" y="6370"/>
                      <a:pt x="6460" y="6277"/>
                      <a:pt x="5927" y="6277"/>
                    </a:cubicBezTo>
                    <a:cubicBezTo>
                      <a:pt x="2768" y="6277"/>
                      <a:pt x="0" y="9542"/>
                      <a:pt x="1969" y="12710"/>
                    </a:cubicBezTo>
                    <a:cubicBezTo>
                      <a:pt x="2770" y="14044"/>
                      <a:pt x="3871" y="14444"/>
                      <a:pt x="5072" y="14611"/>
                    </a:cubicBezTo>
                    <a:cubicBezTo>
                      <a:pt x="5038" y="14678"/>
                      <a:pt x="5038" y="14745"/>
                      <a:pt x="5038" y="14878"/>
                    </a:cubicBezTo>
                    <a:cubicBezTo>
                      <a:pt x="9308" y="34425"/>
                      <a:pt x="8174" y="54506"/>
                      <a:pt x="6406" y="74287"/>
                    </a:cubicBezTo>
                    <a:cubicBezTo>
                      <a:pt x="6406" y="74321"/>
                      <a:pt x="6406" y="74321"/>
                      <a:pt x="6406" y="74354"/>
                    </a:cubicBezTo>
                    <a:cubicBezTo>
                      <a:pt x="6406" y="74354"/>
                      <a:pt x="6406" y="74387"/>
                      <a:pt x="6406" y="74387"/>
                    </a:cubicBezTo>
                    <a:cubicBezTo>
                      <a:pt x="6406" y="74487"/>
                      <a:pt x="6406" y="74554"/>
                      <a:pt x="6439" y="74587"/>
                    </a:cubicBezTo>
                    <a:cubicBezTo>
                      <a:pt x="8021" y="81334"/>
                      <a:pt x="17857" y="82257"/>
                      <a:pt x="24187" y="82257"/>
                    </a:cubicBezTo>
                    <a:cubicBezTo>
                      <a:pt x="24930" y="82257"/>
                      <a:pt x="25626" y="82244"/>
                      <a:pt x="26253" y="82226"/>
                    </a:cubicBezTo>
                    <a:cubicBezTo>
                      <a:pt x="30390" y="82126"/>
                      <a:pt x="34926" y="82026"/>
                      <a:pt x="38962" y="80925"/>
                    </a:cubicBezTo>
                    <a:cubicBezTo>
                      <a:pt x="41831" y="80158"/>
                      <a:pt x="44633" y="78057"/>
                      <a:pt x="44600" y="74854"/>
                    </a:cubicBezTo>
                    <a:cubicBezTo>
                      <a:pt x="44700" y="74754"/>
                      <a:pt x="44733" y="74654"/>
                      <a:pt x="44733" y="74487"/>
                    </a:cubicBezTo>
                    <a:cubicBezTo>
                      <a:pt x="44633" y="72386"/>
                      <a:pt x="44600" y="70251"/>
                      <a:pt x="44533" y="68150"/>
                    </a:cubicBezTo>
                    <a:lnTo>
                      <a:pt x="44533" y="68150"/>
                    </a:lnTo>
                    <a:cubicBezTo>
                      <a:pt x="45905" y="69069"/>
                      <a:pt x="47489" y="69497"/>
                      <a:pt x="49087" y="69497"/>
                    </a:cubicBezTo>
                    <a:cubicBezTo>
                      <a:pt x="51141" y="69497"/>
                      <a:pt x="53219" y="68791"/>
                      <a:pt x="54907" y="67516"/>
                    </a:cubicBezTo>
                    <a:cubicBezTo>
                      <a:pt x="58810" y="64580"/>
                      <a:pt x="60745" y="59577"/>
                      <a:pt x="61779" y="55007"/>
                    </a:cubicBezTo>
                    <a:cubicBezTo>
                      <a:pt x="63080" y="49369"/>
                      <a:pt x="63080" y="43532"/>
                      <a:pt x="62879" y="37761"/>
                    </a:cubicBezTo>
                    <a:cubicBezTo>
                      <a:pt x="62713" y="33058"/>
                      <a:pt x="62112" y="27520"/>
                      <a:pt x="57776" y="24685"/>
                    </a:cubicBezTo>
                    <a:cubicBezTo>
                      <a:pt x="56348" y="23751"/>
                      <a:pt x="54631" y="23287"/>
                      <a:pt x="52922" y="23287"/>
                    </a:cubicBezTo>
                    <a:cubicBezTo>
                      <a:pt x="50479" y="23287"/>
                      <a:pt x="48051" y="24235"/>
                      <a:pt x="46501" y="26119"/>
                    </a:cubicBezTo>
                    <a:cubicBezTo>
                      <a:pt x="46968" y="22383"/>
                      <a:pt x="47569" y="18681"/>
                      <a:pt x="47835" y="14945"/>
                    </a:cubicBezTo>
                    <a:cubicBezTo>
                      <a:pt x="48803" y="14544"/>
                      <a:pt x="49670" y="13944"/>
                      <a:pt x="50337" y="13077"/>
                    </a:cubicBezTo>
                    <a:cubicBezTo>
                      <a:pt x="51805" y="11275"/>
                      <a:pt x="52138" y="8740"/>
                      <a:pt x="50704" y="6839"/>
                    </a:cubicBezTo>
                    <a:cubicBezTo>
                      <a:pt x="49970" y="5838"/>
                      <a:pt x="49036" y="5405"/>
                      <a:pt x="47835" y="5171"/>
                    </a:cubicBezTo>
                    <a:cubicBezTo>
                      <a:pt x="47335" y="5104"/>
                      <a:pt x="46868" y="5071"/>
                      <a:pt x="46368" y="4938"/>
                    </a:cubicBezTo>
                    <a:cubicBezTo>
                      <a:pt x="45300" y="4704"/>
                      <a:pt x="45000" y="4104"/>
                      <a:pt x="44333" y="3303"/>
                    </a:cubicBezTo>
                    <a:cubicBezTo>
                      <a:pt x="43966" y="2869"/>
                      <a:pt x="43666" y="2436"/>
                      <a:pt x="43165" y="2102"/>
                    </a:cubicBezTo>
                    <a:cubicBezTo>
                      <a:pt x="42315" y="1452"/>
                      <a:pt x="41256" y="1118"/>
                      <a:pt x="40201" y="1118"/>
                    </a:cubicBezTo>
                    <a:cubicBezTo>
                      <a:pt x="39146" y="1118"/>
                      <a:pt x="38095" y="1452"/>
                      <a:pt x="37261" y="2136"/>
                    </a:cubicBezTo>
                    <a:cubicBezTo>
                      <a:pt x="35627" y="835"/>
                      <a:pt x="33659" y="67"/>
                      <a:pt x="315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5" name="Google Shape;15285;p50"/>
              <p:cNvSpPr/>
              <p:nvPr/>
            </p:nvSpPr>
            <p:spPr>
              <a:xfrm>
                <a:off x="6900722" y="2644542"/>
                <a:ext cx="82801" cy="205015"/>
              </a:xfrm>
              <a:custGeom>
                <a:rect b="b" l="l" r="r" t="t"/>
                <a:pathLst>
                  <a:path extrusionOk="0" h="6445" w="2603">
                    <a:moveTo>
                      <a:pt x="805" y="0"/>
                    </a:moveTo>
                    <a:cubicBezTo>
                      <a:pt x="391" y="0"/>
                      <a:pt x="13" y="253"/>
                      <a:pt x="34" y="767"/>
                    </a:cubicBezTo>
                    <a:cubicBezTo>
                      <a:pt x="34" y="914"/>
                      <a:pt x="145" y="990"/>
                      <a:pt x="256" y="990"/>
                    </a:cubicBezTo>
                    <a:cubicBezTo>
                      <a:pt x="347" y="990"/>
                      <a:pt x="438" y="939"/>
                      <a:pt x="468" y="834"/>
                    </a:cubicBezTo>
                    <a:cubicBezTo>
                      <a:pt x="556" y="562"/>
                      <a:pt x="661" y="455"/>
                      <a:pt x="770" y="455"/>
                    </a:cubicBezTo>
                    <a:cubicBezTo>
                      <a:pt x="1156" y="455"/>
                      <a:pt x="1602" y="1790"/>
                      <a:pt x="1602" y="1868"/>
                    </a:cubicBezTo>
                    <a:cubicBezTo>
                      <a:pt x="1702" y="2302"/>
                      <a:pt x="1769" y="2769"/>
                      <a:pt x="1802" y="3236"/>
                    </a:cubicBezTo>
                    <a:cubicBezTo>
                      <a:pt x="1802" y="3503"/>
                      <a:pt x="1969" y="5204"/>
                      <a:pt x="1735" y="5371"/>
                    </a:cubicBezTo>
                    <a:cubicBezTo>
                      <a:pt x="1665" y="5434"/>
                      <a:pt x="1596" y="5460"/>
                      <a:pt x="1530" y="5460"/>
                    </a:cubicBezTo>
                    <a:cubicBezTo>
                      <a:pt x="1282" y="5460"/>
                      <a:pt x="1073" y="5095"/>
                      <a:pt x="968" y="4937"/>
                    </a:cubicBezTo>
                    <a:cubicBezTo>
                      <a:pt x="835" y="4670"/>
                      <a:pt x="801" y="4270"/>
                      <a:pt x="735" y="3970"/>
                    </a:cubicBezTo>
                    <a:cubicBezTo>
                      <a:pt x="535" y="3136"/>
                      <a:pt x="368" y="2335"/>
                      <a:pt x="268" y="1468"/>
                    </a:cubicBezTo>
                    <a:cubicBezTo>
                      <a:pt x="268" y="1384"/>
                      <a:pt x="209" y="1343"/>
                      <a:pt x="151" y="1343"/>
                    </a:cubicBezTo>
                    <a:cubicBezTo>
                      <a:pt x="93" y="1343"/>
                      <a:pt x="34" y="1384"/>
                      <a:pt x="34" y="1468"/>
                    </a:cubicBezTo>
                    <a:cubicBezTo>
                      <a:pt x="1" y="2435"/>
                      <a:pt x="34" y="3369"/>
                      <a:pt x="268" y="4303"/>
                    </a:cubicBezTo>
                    <a:cubicBezTo>
                      <a:pt x="368" y="4837"/>
                      <a:pt x="501" y="5738"/>
                      <a:pt x="968" y="6138"/>
                    </a:cubicBezTo>
                    <a:cubicBezTo>
                      <a:pt x="1194" y="6356"/>
                      <a:pt x="1387" y="6445"/>
                      <a:pt x="1550" y="6445"/>
                    </a:cubicBezTo>
                    <a:cubicBezTo>
                      <a:pt x="2089" y="6445"/>
                      <a:pt x="2310" y="5482"/>
                      <a:pt x="2336" y="4970"/>
                    </a:cubicBezTo>
                    <a:cubicBezTo>
                      <a:pt x="2403" y="3703"/>
                      <a:pt x="2603" y="1168"/>
                      <a:pt x="1469" y="234"/>
                    </a:cubicBezTo>
                    <a:cubicBezTo>
                      <a:pt x="1278" y="79"/>
                      <a:pt x="1036" y="0"/>
                      <a:pt x="8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6" name="Google Shape;15286;p50"/>
              <p:cNvSpPr/>
              <p:nvPr/>
            </p:nvSpPr>
            <p:spPr>
              <a:xfrm>
                <a:off x="6912396" y="2887505"/>
                <a:ext cx="1095886" cy="1604274"/>
              </a:xfrm>
              <a:custGeom>
                <a:rect b="b" l="l" r="r" t="t"/>
                <a:pathLst>
                  <a:path extrusionOk="0" h="50433" w="34451">
                    <a:moveTo>
                      <a:pt x="601" y="401"/>
                    </a:moveTo>
                    <a:lnTo>
                      <a:pt x="601" y="401"/>
                    </a:lnTo>
                    <a:cubicBezTo>
                      <a:pt x="1535" y="535"/>
                      <a:pt x="2469" y="668"/>
                      <a:pt x="3403" y="801"/>
                    </a:cubicBezTo>
                    <a:cubicBezTo>
                      <a:pt x="3737" y="4838"/>
                      <a:pt x="4170" y="8907"/>
                      <a:pt x="4404" y="12944"/>
                    </a:cubicBezTo>
                    <a:cubicBezTo>
                      <a:pt x="4637" y="17080"/>
                      <a:pt x="4504" y="21216"/>
                      <a:pt x="4504" y="25319"/>
                    </a:cubicBezTo>
                    <a:cubicBezTo>
                      <a:pt x="4504" y="25436"/>
                      <a:pt x="4596" y="25494"/>
                      <a:pt x="4687" y="25494"/>
                    </a:cubicBezTo>
                    <a:cubicBezTo>
                      <a:pt x="4779" y="25494"/>
                      <a:pt x="4871" y="25436"/>
                      <a:pt x="4871" y="25319"/>
                    </a:cubicBezTo>
                    <a:cubicBezTo>
                      <a:pt x="5371" y="17280"/>
                      <a:pt x="5038" y="8807"/>
                      <a:pt x="3737" y="835"/>
                    </a:cubicBezTo>
                    <a:lnTo>
                      <a:pt x="3737" y="835"/>
                    </a:lnTo>
                    <a:cubicBezTo>
                      <a:pt x="9223" y="1584"/>
                      <a:pt x="14919" y="2091"/>
                      <a:pt x="20566" y="2091"/>
                    </a:cubicBezTo>
                    <a:cubicBezTo>
                      <a:pt x="24980" y="2091"/>
                      <a:pt x="29363" y="1781"/>
                      <a:pt x="33591" y="1035"/>
                    </a:cubicBezTo>
                    <a:lnTo>
                      <a:pt x="33591" y="1035"/>
                    </a:lnTo>
                    <a:cubicBezTo>
                      <a:pt x="32891" y="4471"/>
                      <a:pt x="32891" y="8140"/>
                      <a:pt x="32691" y="11643"/>
                    </a:cubicBezTo>
                    <a:cubicBezTo>
                      <a:pt x="32457" y="15412"/>
                      <a:pt x="32291" y="19181"/>
                      <a:pt x="32157" y="22951"/>
                    </a:cubicBezTo>
                    <a:cubicBezTo>
                      <a:pt x="31890" y="30556"/>
                      <a:pt x="31790" y="38128"/>
                      <a:pt x="31857" y="45734"/>
                    </a:cubicBezTo>
                    <a:cubicBezTo>
                      <a:pt x="27974" y="48797"/>
                      <a:pt x="23072" y="49351"/>
                      <a:pt x="18252" y="49351"/>
                    </a:cubicBezTo>
                    <a:cubicBezTo>
                      <a:pt x="17771" y="49351"/>
                      <a:pt x="17291" y="49345"/>
                      <a:pt x="16813" y="49336"/>
                    </a:cubicBezTo>
                    <a:cubicBezTo>
                      <a:pt x="11976" y="49270"/>
                      <a:pt x="5805" y="49003"/>
                      <a:pt x="1802" y="46001"/>
                    </a:cubicBezTo>
                    <a:cubicBezTo>
                      <a:pt x="2369" y="38328"/>
                      <a:pt x="2002" y="30523"/>
                      <a:pt x="1802" y="22851"/>
                    </a:cubicBezTo>
                    <a:cubicBezTo>
                      <a:pt x="1602" y="15445"/>
                      <a:pt x="1735" y="7740"/>
                      <a:pt x="601" y="401"/>
                    </a:cubicBezTo>
                    <a:close/>
                    <a:moveTo>
                      <a:pt x="368" y="1"/>
                    </a:moveTo>
                    <a:cubicBezTo>
                      <a:pt x="334" y="1"/>
                      <a:pt x="334" y="1"/>
                      <a:pt x="301" y="34"/>
                    </a:cubicBezTo>
                    <a:cubicBezTo>
                      <a:pt x="201" y="34"/>
                      <a:pt x="101" y="134"/>
                      <a:pt x="101" y="234"/>
                    </a:cubicBezTo>
                    <a:cubicBezTo>
                      <a:pt x="1" y="4137"/>
                      <a:pt x="401" y="8040"/>
                      <a:pt x="568" y="11943"/>
                    </a:cubicBezTo>
                    <a:cubicBezTo>
                      <a:pt x="735" y="15712"/>
                      <a:pt x="868" y="19482"/>
                      <a:pt x="935" y="23251"/>
                    </a:cubicBezTo>
                    <a:cubicBezTo>
                      <a:pt x="1102" y="30890"/>
                      <a:pt x="768" y="38595"/>
                      <a:pt x="1068" y="46234"/>
                    </a:cubicBezTo>
                    <a:cubicBezTo>
                      <a:pt x="1068" y="46501"/>
                      <a:pt x="1268" y="46601"/>
                      <a:pt x="1435" y="46601"/>
                    </a:cubicBezTo>
                    <a:cubicBezTo>
                      <a:pt x="2503" y="48336"/>
                      <a:pt x="5071" y="48836"/>
                      <a:pt x="6906" y="49236"/>
                    </a:cubicBezTo>
                    <a:cubicBezTo>
                      <a:pt x="10141" y="49970"/>
                      <a:pt x="13477" y="50370"/>
                      <a:pt x="16813" y="50404"/>
                    </a:cubicBezTo>
                    <a:cubicBezTo>
                      <a:pt x="17492" y="50418"/>
                      <a:pt x="18241" y="50432"/>
                      <a:pt x="19033" y="50432"/>
                    </a:cubicBezTo>
                    <a:cubicBezTo>
                      <a:pt x="23647" y="50432"/>
                      <a:pt x="29753" y="49959"/>
                      <a:pt x="32457" y="46401"/>
                    </a:cubicBezTo>
                    <a:cubicBezTo>
                      <a:pt x="32657" y="46367"/>
                      <a:pt x="32824" y="46201"/>
                      <a:pt x="32791" y="45967"/>
                    </a:cubicBezTo>
                    <a:cubicBezTo>
                      <a:pt x="32758" y="38428"/>
                      <a:pt x="32858" y="30856"/>
                      <a:pt x="33124" y="23318"/>
                    </a:cubicBezTo>
                    <a:cubicBezTo>
                      <a:pt x="33258" y="19682"/>
                      <a:pt x="33391" y="16046"/>
                      <a:pt x="33591" y="12410"/>
                    </a:cubicBezTo>
                    <a:cubicBezTo>
                      <a:pt x="33825" y="8607"/>
                      <a:pt x="34359" y="4704"/>
                      <a:pt x="34125" y="902"/>
                    </a:cubicBezTo>
                    <a:cubicBezTo>
                      <a:pt x="34450" y="674"/>
                      <a:pt x="34332" y="66"/>
                      <a:pt x="33924" y="66"/>
                    </a:cubicBezTo>
                    <a:cubicBezTo>
                      <a:pt x="33914" y="66"/>
                      <a:pt x="33903" y="67"/>
                      <a:pt x="33892" y="68"/>
                    </a:cubicBezTo>
                    <a:cubicBezTo>
                      <a:pt x="29243" y="649"/>
                      <a:pt x="24664" y="977"/>
                      <a:pt x="20020" y="977"/>
                    </a:cubicBezTo>
                    <a:cubicBezTo>
                      <a:pt x="19065" y="977"/>
                      <a:pt x="18108" y="963"/>
                      <a:pt x="17146" y="935"/>
                    </a:cubicBezTo>
                    <a:cubicBezTo>
                      <a:pt x="11542" y="801"/>
                      <a:pt x="5972" y="201"/>
                      <a:pt x="3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7" name="Google Shape;15287;p50"/>
              <p:cNvSpPr/>
              <p:nvPr/>
            </p:nvSpPr>
            <p:spPr>
              <a:xfrm>
                <a:off x="6970767" y="4502486"/>
                <a:ext cx="208006" cy="97784"/>
              </a:xfrm>
              <a:custGeom>
                <a:rect b="b" l="l" r="r" t="t"/>
                <a:pathLst>
                  <a:path extrusionOk="0" h="3074" w="6539">
                    <a:moveTo>
                      <a:pt x="167" y="1"/>
                    </a:moveTo>
                    <a:cubicBezTo>
                      <a:pt x="34" y="1"/>
                      <a:pt x="0" y="167"/>
                      <a:pt x="101" y="201"/>
                    </a:cubicBezTo>
                    <a:cubicBezTo>
                      <a:pt x="1602" y="1201"/>
                      <a:pt x="3603" y="1302"/>
                      <a:pt x="5171" y="2169"/>
                    </a:cubicBezTo>
                    <a:cubicBezTo>
                      <a:pt x="5705" y="2469"/>
                      <a:pt x="5671" y="2436"/>
                      <a:pt x="5071" y="2469"/>
                    </a:cubicBezTo>
                    <a:cubicBezTo>
                      <a:pt x="5008" y="2473"/>
                      <a:pt x="4944" y="2476"/>
                      <a:pt x="4878" y="2476"/>
                    </a:cubicBezTo>
                    <a:cubicBezTo>
                      <a:pt x="4454" y="2476"/>
                      <a:pt x="3974" y="2389"/>
                      <a:pt x="3570" y="2302"/>
                    </a:cubicBezTo>
                    <a:cubicBezTo>
                      <a:pt x="2536" y="2102"/>
                      <a:pt x="1635" y="1702"/>
                      <a:pt x="668" y="1235"/>
                    </a:cubicBezTo>
                    <a:cubicBezTo>
                      <a:pt x="635" y="1221"/>
                      <a:pt x="604" y="1215"/>
                      <a:pt x="574" y="1215"/>
                    </a:cubicBezTo>
                    <a:cubicBezTo>
                      <a:pt x="387" y="1215"/>
                      <a:pt x="266" y="1458"/>
                      <a:pt x="467" y="1602"/>
                    </a:cubicBezTo>
                    <a:cubicBezTo>
                      <a:pt x="1568" y="2402"/>
                      <a:pt x="2936" y="2836"/>
                      <a:pt x="4270" y="2969"/>
                    </a:cubicBezTo>
                    <a:cubicBezTo>
                      <a:pt x="4520" y="2999"/>
                      <a:pt x="4959" y="3074"/>
                      <a:pt x="5382" y="3074"/>
                    </a:cubicBezTo>
                    <a:cubicBezTo>
                      <a:pt x="5919" y="3074"/>
                      <a:pt x="6431" y="2954"/>
                      <a:pt x="6505" y="2469"/>
                    </a:cubicBezTo>
                    <a:cubicBezTo>
                      <a:pt x="6538" y="2402"/>
                      <a:pt x="6538" y="2269"/>
                      <a:pt x="6438" y="2236"/>
                    </a:cubicBezTo>
                    <a:cubicBezTo>
                      <a:pt x="5705" y="1602"/>
                      <a:pt x="4537" y="1302"/>
                      <a:pt x="3636" y="968"/>
                    </a:cubicBezTo>
                    <a:cubicBezTo>
                      <a:pt x="2569" y="568"/>
                      <a:pt x="1335" y="1"/>
                      <a:pt x="1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8" name="Google Shape;15288;p50"/>
              <p:cNvSpPr/>
              <p:nvPr/>
            </p:nvSpPr>
            <p:spPr>
              <a:xfrm>
                <a:off x="6899672" y="4434382"/>
                <a:ext cx="57322" cy="48797"/>
              </a:xfrm>
              <a:custGeom>
                <a:rect b="b" l="l" r="r" t="t"/>
                <a:pathLst>
                  <a:path extrusionOk="0" h="1534" w="1802">
                    <a:moveTo>
                      <a:pt x="461" y="0"/>
                    </a:moveTo>
                    <a:cubicBezTo>
                      <a:pt x="452" y="0"/>
                      <a:pt x="443" y="2"/>
                      <a:pt x="434" y="7"/>
                    </a:cubicBezTo>
                    <a:cubicBezTo>
                      <a:pt x="67" y="40"/>
                      <a:pt x="1" y="474"/>
                      <a:pt x="67" y="774"/>
                    </a:cubicBezTo>
                    <a:cubicBezTo>
                      <a:pt x="101" y="1108"/>
                      <a:pt x="334" y="1408"/>
                      <a:pt x="668" y="1508"/>
                    </a:cubicBezTo>
                    <a:cubicBezTo>
                      <a:pt x="733" y="1526"/>
                      <a:pt x="799" y="1534"/>
                      <a:pt x="864" y="1534"/>
                    </a:cubicBezTo>
                    <a:cubicBezTo>
                      <a:pt x="1170" y="1534"/>
                      <a:pt x="1470" y="1355"/>
                      <a:pt x="1635" y="1108"/>
                    </a:cubicBezTo>
                    <a:cubicBezTo>
                      <a:pt x="1735" y="941"/>
                      <a:pt x="1802" y="774"/>
                      <a:pt x="1768" y="574"/>
                    </a:cubicBezTo>
                    <a:cubicBezTo>
                      <a:pt x="1768" y="374"/>
                      <a:pt x="1635" y="240"/>
                      <a:pt x="1468" y="107"/>
                    </a:cubicBezTo>
                    <a:cubicBezTo>
                      <a:pt x="1446" y="85"/>
                      <a:pt x="1416" y="73"/>
                      <a:pt x="1388" y="73"/>
                    </a:cubicBezTo>
                    <a:cubicBezTo>
                      <a:pt x="1331" y="73"/>
                      <a:pt x="1279" y="118"/>
                      <a:pt x="1301" y="207"/>
                    </a:cubicBezTo>
                    <a:cubicBezTo>
                      <a:pt x="1335" y="307"/>
                      <a:pt x="1435" y="440"/>
                      <a:pt x="1435" y="574"/>
                    </a:cubicBezTo>
                    <a:cubicBezTo>
                      <a:pt x="1435" y="674"/>
                      <a:pt x="1368" y="774"/>
                      <a:pt x="1301" y="841"/>
                    </a:cubicBezTo>
                    <a:cubicBezTo>
                      <a:pt x="1197" y="972"/>
                      <a:pt x="1050" y="1062"/>
                      <a:pt x="895" y="1062"/>
                    </a:cubicBezTo>
                    <a:cubicBezTo>
                      <a:pt x="853" y="1062"/>
                      <a:pt x="811" y="1055"/>
                      <a:pt x="768" y="1041"/>
                    </a:cubicBezTo>
                    <a:cubicBezTo>
                      <a:pt x="634" y="974"/>
                      <a:pt x="534" y="807"/>
                      <a:pt x="501" y="641"/>
                    </a:cubicBezTo>
                    <a:cubicBezTo>
                      <a:pt x="468" y="474"/>
                      <a:pt x="568" y="307"/>
                      <a:pt x="568" y="140"/>
                    </a:cubicBezTo>
                    <a:cubicBezTo>
                      <a:pt x="568" y="83"/>
                      <a:pt x="518" y="0"/>
                      <a:pt x="4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9" name="Google Shape;15289;p50"/>
              <p:cNvSpPr/>
              <p:nvPr/>
            </p:nvSpPr>
            <p:spPr>
              <a:xfrm>
                <a:off x="7056716" y="3753907"/>
                <a:ext cx="11706" cy="19372"/>
              </a:xfrm>
              <a:custGeom>
                <a:rect b="b" l="l" r="r" t="t"/>
                <a:pathLst>
                  <a:path extrusionOk="0" h="609" w="368">
                    <a:moveTo>
                      <a:pt x="184" y="0"/>
                    </a:moveTo>
                    <a:cubicBezTo>
                      <a:pt x="109" y="0"/>
                      <a:pt x="34" y="50"/>
                      <a:pt x="34" y="150"/>
                    </a:cubicBezTo>
                    <a:cubicBezTo>
                      <a:pt x="0" y="284"/>
                      <a:pt x="0" y="384"/>
                      <a:pt x="34" y="484"/>
                    </a:cubicBezTo>
                    <a:cubicBezTo>
                      <a:pt x="50" y="567"/>
                      <a:pt x="117" y="609"/>
                      <a:pt x="184" y="609"/>
                    </a:cubicBezTo>
                    <a:cubicBezTo>
                      <a:pt x="251" y="609"/>
                      <a:pt x="317" y="567"/>
                      <a:pt x="334" y="484"/>
                    </a:cubicBezTo>
                    <a:cubicBezTo>
                      <a:pt x="367" y="384"/>
                      <a:pt x="367" y="284"/>
                      <a:pt x="334" y="150"/>
                    </a:cubicBezTo>
                    <a:cubicBezTo>
                      <a:pt x="334" y="50"/>
                      <a:pt x="259" y="0"/>
                      <a:pt x="18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0" name="Google Shape;15290;p50"/>
              <p:cNvSpPr/>
              <p:nvPr/>
            </p:nvSpPr>
            <p:spPr>
              <a:xfrm>
                <a:off x="7338963" y="3257612"/>
                <a:ext cx="47779" cy="43325"/>
              </a:xfrm>
              <a:custGeom>
                <a:rect b="b" l="l" r="r" t="t"/>
                <a:pathLst>
                  <a:path extrusionOk="0" h="1362" w="1502">
                    <a:moveTo>
                      <a:pt x="974" y="0"/>
                    </a:moveTo>
                    <a:cubicBezTo>
                      <a:pt x="950" y="0"/>
                      <a:pt x="926" y="3"/>
                      <a:pt x="901" y="8"/>
                    </a:cubicBezTo>
                    <a:cubicBezTo>
                      <a:pt x="801" y="8"/>
                      <a:pt x="768" y="141"/>
                      <a:pt x="834" y="241"/>
                    </a:cubicBezTo>
                    <a:cubicBezTo>
                      <a:pt x="901" y="375"/>
                      <a:pt x="1034" y="408"/>
                      <a:pt x="1068" y="575"/>
                    </a:cubicBezTo>
                    <a:cubicBezTo>
                      <a:pt x="1101" y="741"/>
                      <a:pt x="1001" y="875"/>
                      <a:pt x="834" y="942"/>
                    </a:cubicBezTo>
                    <a:cubicBezTo>
                      <a:pt x="797" y="952"/>
                      <a:pt x="763" y="956"/>
                      <a:pt x="731" y="956"/>
                    </a:cubicBezTo>
                    <a:cubicBezTo>
                      <a:pt x="444" y="956"/>
                      <a:pt x="351" y="581"/>
                      <a:pt x="501" y="341"/>
                    </a:cubicBezTo>
                    <a:cubicBezTo>
                      <a:pt x="577" y="214"/>
                      <a:pt x="479" y="107"/>
                      <a:pt x="369" y="107"/>
                    </a:cubicBezTo>
                    <a:cubicBezTo>
                      <a:pt x="335" y="107"/>
                      <a:pt x="299" y="117"/>
                      <a:pt x="267" y="141"/>
                    </a:cubicBezTo>
                    <a:cubicBezTo>
                      <a:pt x="34" y="375"/>
                      <a:pt x="0" y="708"/>
                      <a:pt x="134" y="1008"/>
                    </a:cubicBezTo>
                    <a:cubicBezTo>
                      <a:pt x="268" y="1250"/>
                      <a:pt x="510" y="1362"/>
                      <a:pt x="773" y="1362"/>
                    </a:cubicBezTo>
                    <a:cubicBezTo>
                      <a:pt x="837" y="1362"/>
                      <a:pt x="902" y="1355"/>
                      <a:pt x="968" y="1342"/>
                    </a:cubicBezTo>
                    <a:cubicBezTo>
                      <a:pt x="1268" y="1242"/>
                      <a:pt x="1501" y="975"/>
                      <a:pt x="1468" y="641"/>
                    </a:cubicBezTo>
                    <a:cubicBezTo>
                      <a:pt x="1468" y="364"/>
                      <a:pt x="1268" y="0"/>
                      <a:pt x="9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1" name="Google Shape;15291;p50"/>
              <p:cNvSpPr/>
              <p:nvPr/>
            </p:nvSpPr>
            <p:spPr>
              <a:xfrm>
                <a:off x="7572382" y="3077918"/>
                <a:ext cx="60534" cy="54141"/>
              </a:xfrm>
              <a:custGeom>
                <a:rect b="b" l="l" r="r" t="t"/>
                <a:pathLst>
                  <a:path extrusionOk="0" h="1702" w="1903">
                    <a:moveTo>
                      <a:pt x="1210" y="1"/>
                    </a:moveTo>
                    <a:cubicBezTo>
                      <a:pt x="1022" y="1"/>
                      <a:pt x="990" y="270"/>
                      <a:pt x="1135" y="386"/>
                    </a:cubicBezTo>
                    <a:cubicBezTo>
                      <a:pt x="1435" y="620"/>
                      <a:pt x="1469" y="1120"/>
                      <a:pt x="1002" y="1187"/>
                    </a:cubicBezTo>
                    <a:cubicBezTo>
                      <a:pt x="977" y="1191"/>
                      <a:pt x="953" y="1192"/>
                      <a:pt x="930" y="1192"/>
                    </a:cubicBezTo>
                    <a:cubicBezTo>
                      <a:pt x="557" y="1192"/>
                      <a:pt x="480" y="704"/>
                      <a:pt x="668" y="453"/>
                    </a:cubicBezTo>
                    <a:cubicBezTo>
                      <a:pt x="771" y="298"/>
                      <a:pt x="635" y="143"/>
                      <a:pt x="490" y="143"/>
                    </a:cubicBezTo>
                    <a:cubicBezTo>
                      <a:pt x="448" y="143"/>
                      <a:pt x="405" y="156"/>
                      <a:pt x="368" y="186"/>
                    </a:cubicBezTo>
                    <a:cubicBezTo>
                      <a:pt x="68" y="453"/>
                      <a:pt x="1" y="887"/>
                      <a:pt x="168" y="1220"/>
                    </a:cubicBezTo>
                    <a:cubicBezTo>
                      <a:pt x="339" y="1534"/>
                      <a:pt x="657" y="1701"/>
                      <a:pt x="975" y="1701"/>
                    </a:cubicBezTo>
                    <a:cubicBezTo>
                      <a:pt x="1028" y="1701"/>
                      <a:pt x="1082" y="1697"/>
                      <a:pt x="1135" y="1687"/>
                    </a:cubicBezTo>
                    <a:cubicBezTo>
                      <a:pt x="1535" y="1620"/>
                      <a:pt x="1836" y="1320"/>
                      <a:pt x="1869" y="920"/>
                    </a:cubicBezTo>
                    <a:cubicBezTo>
                      <a:pt x="1902" y="520"/>
                      <a:pt x="1669" y="119"/>
                      <a:pt x="1302" y="19"/>
                    </a:cubicBezTo>
                    <a:cubicBezTo>
                      <a:pt x="1268" y="6"/>
                      <a:pt x="1237" y="1"/>
                      <a:pt x="1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2" name="Google Shape;15292;p50"/>
              <p:cNvSpPr/>
              <p:nvPr/>
            </p:nvSpPr>
            <p:spPr>
              <a:xfrm>
                <a:off x="7785665" y="3208497"/>
                <a:ext cx="50960" cy="45934"/>
              </a:xfrm>
              <a:custGeom>
                <a:rect b="b" l="l" r="r" t="t"/>
                <a:pathLst>
                  <a:path extrusionOk="0" h="1444" w="1602">
                    <a:moveTo>
                      <a:pt x="701" y="451"/>
                    </a:moveTo>
                    <a:cubicBezTo>
                      <a:pt x="801" y="518"/>
                      <a:pt x="901" y="551"/>
                      <a:pt x="968" y="651"/>
                    </a:cubicBezTo>
                    <a:cubicBezTo>
                      <a:pt x="1001" y="751"/>
                      <a:pt x="968" y="884"/>
                      <a:pt x="835" y="918"/>
                    </a:cubicBezTo>
                    <a:cubicBezTo>
                      <a:pt x="813" y="923"/>
                      <a:pt x="792" y="926"/>
                      <a:pt x="773" y="926"/>
                    </a:cubicBezTo>
                    <a:cubicBezTo>
                      <a:pt x="559" y="926"/>
                      <a:pt x="518" y="607"/>
                      <a:pt x="701" y="484"/>
                    </a:cubicBezTo>
                    <a:cubicBezTo>
                      <a:pt x="701" y="484"/>
                      <a:pt x="701" y="451"/>
                      <a:pt x="701" y="451"/>
                    </a:cubicBezTo>
                    <a:close/>
                    <a:moveTo>
                      <a:pt x="866" y="1"/>
                    </a:moveTo>
                    <a:cubicBezTo>
                      <a:pt x="786" y="1"/>
                      <a:pt x="707" y="26"/>
                      <a:pt x="635" y="84"/>
                    </a:cubicBezTo>
                    <a:cubicBezTo>
                      <a:pt x="618" y="67"/>
                      <a:pt x="601" y="59"/>
                      <a:pt x="584" y="59"/>
                    </a:cubicBezTo>
                    <a:cubicBezTo>
                      <a:pt x="568" y="59"/>
                      <a:pt x="551" y="67"/>
                      <a:pt x="534" y="84"/>
                    </a:cubicBezTo>
                    <a:cubicBezTo>
                      <a:pt x="201" y="217"/>
                      <a:pt x="1" y="584"/>
                      <a:pt x="101" y="951"/>
                    </a:cubicBezTo>
                    <a:cubicBezTo>
                      <a:pt x="184" y="1254"/>
                      <a:pt x="471" y="1444"/>
                      <a:pt x="776" y="1444"/>
                    </a:cubicBezTo>
                    <a:cubicBezTo>
                      <a:pt x="840" y="1444"/>
                      <a:pt x="904" y="1436"/>
                      <a:pt x="968" y="1418"/>
                    </a:cubicBezTo>
                    <a:cubicBezTo>
                      <a:pt x="1335" y="1351"/>
                      <a:pt x="1602" y="951"/>
                      <a:pt x="1502" y="584"/>
                    </a:cubicBezTo>
                    <a:cubicBezTo>
                      <a:pt x="1450" y="323"/>
                      <a:pt x="1152" y="1"/>
                      <a:pt x="8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3" name="Google Shape;15293;p50"/>
              <p:cNvSpPr/>
              <p:nvPr/>
            </p:nvSpPr>
            <p:spPr>
              <a:xfrm>
                <a:off x="7644558" y="3625014"/>
                <a:ext cx="67946" cy="58658"/>
              </a:xfrm>
              <a:custGeom>
                <a:rect b="b" l="l" r="r" t="t"/>
                <a:pathLst>
                  <a:path extrusionOk="0" h="1844" w="2136">
                    <a:moveTo>
                      <a:pt x="783" y="0"/>
                    </a:moveTo>
                    <a:cubicBezTo>
                      <a:pt x="741" y="0"/>
                      <a:pt x="699" y="11"/>
                      <a:pt x="667" y="33"/>
                    </a:cubicBezTo>
                    <a:cubicBezTo>
                      <a:pt x="1" y="636"/>
                      <a:pt x="512" y="1843"/>
                      <a:pt x="1369" y="1843"/>
                    </a:cubicBezTo>
                    <a:cubicBezTo>
                      <a:pt x="1412" y="1843"/>
                      <a:pt x="1456" y="1840"/>
                      <a:pt x="1501" y="1834"/>
                    </a:cubicBezTo>
                    <a:cubicBezTo>
                      <a:pt x="1868" y="1767"/>
                      <a:pt x="2135" y="1434"/>
                      <a:pt x="2102" y="1067"/>
                    </a:cubicBezTo>
                    <a:cubicBezTo>
                      <a:pt x="2102" y="764"/>
                      <a:pt x="1897" y="416"/>
                      <a:pt x="1620" y="416"/>
                    </a:cubicBezTo>
                    <a:cubicBezTo>
                      <a:pt x="1561" y="416"/>
                      <a:pt x="1499" y="431"/>
                      <a:pt x="1435" y="466"/>
                    </a:cubicBezTo>
                    <a:cubicBezTo>
                      <a:pt x="1335" y="533"/>
                      <a:pt x="1301" y="666"/>
                      <a:pt x="1368" y="766"/>
                    </a:cubicBezTo>
                    <a:cubicBezTo>
                      <a:pt x="1401" y="866"/>
                      <a:pt x="1535" y="933"/>
                      <a:pt x="1535" y="1067"/>
                    </a:cubicBezTo>
                    <a:cubicBezTo>
                      <a:pt x="1535" y="1233"/>
                      <a:pt x="1401" y="1267"/>
                      <a:pt x="1268" y="1267"/>
                    </a:cubicBezTo>
                    <a:cubicBezTo>
                      <a:pt x="767" y="1133"/>
                      <a:pt x="968" y="533"/>
                      <a:pt x="968" y="166"/>
                    </a:cubicBezTo>
                    <a:cubicBezTo>
                      <a:pt x="968" y="52"/>
                      <a:pt x="874" y="0"/>
                      <a:pt x="7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4" name="Google Shape;15294;p50"/>
              <p:cNvSpPr/>
              <p:nvPr/>
            </p:nvSpPr>
            <p:spPr>
              <a:xfrm>
                <a:off x="7366542" y="3501656"/>
                <a:ext cx="54141" cy="49337"/>
              </a:xfrm>
              <a:custGeom>
                <a:rect b="b" l="l" r="r" t="t"/>
                <a:pathLst>
                  <a:path extrusionOk="0" h="1551" w="1702">
                    <a:moveTo>
                      <a:pt x="768" y="408"/>
                    </a:moveTo>
                    <a:cubicBezTo>
                      <a:pt x="935" y="408"/>
                      <a:pt x="1135" y="575"/>
                      <a:pt x="1101" y="742"/>
                    </a:cubicBezTo>
                    <a:cubicBezTo>
                      <a:pt x="1101" y="875"/>
                      <a:pt x="935" y="975"/>
                      <a:pt x="801" y="975"/>
                    </a:cubicBezTo>
                    <a:cubicBezTo>
                      <a:pt x="668" y="942"/>
                      <a:pt x="634" y="842"/>
                      <a:pt x="634" y="708"/>
                    </a:cubicBezTo>
                    <a:cubicBezTo>
                      <a:pt x="634" y="608"/>
                      <a:pt x="668" y="575"/>
                      <a:pt x="701" y="508"/>
                    </a:cubicBezTo>
                    <a:cubicBezTo>
                      <a:pt x="701" y="475"/>
                      <a:pt x="701" y="475"/>
                      <a:pt x="701" y="441"/>
                    </a:cubicBezTo>
                    <a:cubicBezTo>
                      <a:pt x="735" y="441"/>
                      <a:pt x="768" y="408"/>
                      <a:pt x="768" y="408"/>
                    </a:cubicBezTo>
                    <a:close/>
                    <a:moveTo>
                      <a:pt x="901" y="0"/>
                    </a:moveTo>
                    <a:cubicBezTo>
                      <a:pt x="824" y="0"/>
                      <a:pt x="746" y="13"/>
                      <a:pt x="668" y="41"/>
                    </a:cubicBezTo>
                    <a:cubicBezTo>
                      <a:pt x="638" y="31"/>
                      <a:pt x="612" y="27"/>
                      <a:pt x="588" y="27"/>
                    </a:cubicBezTo>
                    <a:cubicBezTo>
                      <a:pt x="529" y="27"/>
                      <a:pt x="481" y="51"/>
                      <a:pt x="434" y="74"/>
                    </a:cubicBezTo>
                    <a:cubicBezTo>
                      <a:pt x="401" y="108"/>
                      <a:pt x="368" y="141"/>
                      <a:pt x="334" y="141"/>
                    </a:cubicBezTo>
                    <a:cubicBezTo>
                      <a:pt x="301" y="175"/>
                      <a:pt x="201" y="208"/>
                      <a:pt x="201" y="241"/>
                    </a:cubicBezTo>
                    <a:cubicBezTo>
                      <a:pt x="67" y="408"/>
                      <a:pt x="1" y="608"/>
                      <a:pt x="34" y="808"/>
                    </a:cubicBezTo>
                    <a:cubicBezTo>
                      <a:pt x="65" y="1235"/>
                      <a:pt x="374" y="1551"/>
                      <a:pt x="783" y="1551"/>
                    </a:cubicBezTo>
                    <a:cubicBezTo>
                      <a:pt x="822" y="1551"/>
                      <a:pt x="861" y="1548"/>
                      <a:pt x="901" y="1542"/>
                    </a:cubicBezTo>
                    <a:cubicBezTo>
                      <a:pt x="1335" y="1509"/>
                      <a:pt x="1702" y="1142"/>
                      <a:pt x="1669" y="708"/>
                    </a:cubicBezTo>
                    <a:cubicBezTo>
                      <a:pt x="1613" y="320"/>
                      <a:pt x="1280" y="0"/>
                      <a:pt x="9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5" name="Google Shape;15295;p50"/>
              <p:cNvSpPr/>
              <p:nvPr/>
            </p:nvSpPr>
            <p:spPr>
              <a:xfrm>
                <a:off x="7208448" y="3494372"/>
                <a:ext cx="49910" cy="39603"/>
              </a:xfrm>
              <a:custGeom>
                <a:rect b="b" l="l" r="r" t="t"/>
                <a:pathLst>
                  <a:path extrusionOk="0" h="1245" w="1569">
                    <a:moveTo>
                      <a:pt x="1196" y="1"/>
                    </a:moveTo>
                    <a:cubicBezTo>
                      <a:pt x="975" y="1"/>
                      <a:pt x="1035" y="279"/>
                      <a:pt x="1035" y="437"/>
                    </a:cubicBezTo>
                    <a:cubicBezTo>
                      <a:pt x="1068" y="537"/>
                      <a:pt x="1001" y="737"/>
                      <a:pt x="868" y="737"/>
                    </a:cubicBezTo>
                    <a:cubicBezTo>
                      <a:pt x="857" y="739"/>
                      <a:pt x="846" y="740"/>
                      <a:pt x="835" y="740"/>
                    </a:cubicBezTo>
                    <a:cubicBezTo>
                      <a:pt x="680" y="740"/>
                      <a:pt x="536" y="526"/>
                      <a:pt x="568" y="370"/>
                    </a:cubicBezTo>
                    <a:cubicBezTo>
                      <a:pt x="589" y="239"/>
                      <a:pt x="469" y="123"/>
                      <a:pt x="355" y="123"/>
                    </a:cubicBezTo>
                    <a:cubicBezTo>
                      <a:pt x="294" y="123"/>
                      <a:pt x="235" y="156"/>
                      <a:pt x="201" y="237"/>
                    </a:cubicBezTo>
                    <a:cubicBezTo>
                      <a:pt x="0" y="670"/>
                      <a:pt x="301" y="1204"/>
                      <a:pt x="801" y="1237"/>
                    </a:cubicBezTo>
                    <a:cubicBezTo>
                      <a:pt x="833" y="1242"/>
                      <a:pt x="865" y="1245"/>
                      <a:pt x="896" y="1245"/>
                    </a:cubicBezTo>
                    <a:cubicBezTo>
                      <a:pt x="1282" y="1245"/>
                      <a:pt x="1568" y="872"/>
                      <a:pt x="1568" y="470"/>
                    </a:cubicBezTo>
                    <a:cubicBezTo>
                      <a:pt x="1568" y="270"/>
                      <a:pt x="1468" y="3"/>
                      <a:pt x="1235" y="3"/>
                    </a:cubicBezTo>
                    <a:cubicBezTo>
                      <a:pt x="1221" y="2"/>
                      <a:pt x="1208" y="1"/>
                      <a:pt x="11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6" name="Google Shape;15296;p50"/>
              <p:cNvSpPr/>
              <p:nvPr/>
            </p:nvSpPr>
            <p:spPr>
              <a:xfrm>
                <a:off x="7150077" y="3169562"/>
                <a:ext cx="52041" cy="51278"/>
              </a:xfrm>
              <a:custGeom>
                <a:rect b="b" l="l" r="r" t="t"/>
                <a:pathLst>
                  <a:path extrusionOk="0" h="1612" w="1636">
                    <a:moveTo>
                      <a:pt x="549" y="1"/>
                    </a:moveTo>
                    <a:cubicBezTo>
                      <a:pt x="515" y="1"/>
                      <a:pt x="476" y="13"/>
                      <a:pt x="434" y="40"/>
                    </a:cubicBezTo>
                    <a:cubicBezTo>
                      <a:pt x="101" y="274"/>
                      <a:pt x="1" y="741"/>
                      <a:pt x="134" y="1108"/>
                    </a:cubicBezTo>
                    <a:cubicBezTo>
                      <a:pt x="289" y="1417"/>
                      <a:pt x="616" y="1612"/>
                      <a:pt x="928" y="1612"/>
                    </a:cubicBezTo>
                    <a:cubicBezTo>
                      <a:pt x="953" y="1612"/>
                      <a:pt x="977" y="1611"/>
                      <a:pt x="1002" y="1608"/>
                    </a:cubicBezTo>
                    <a:cubicBezTo>
                      <a:pt x="1368" y="1541"/>
                      <a:pt x="1635" y="1241"/>
                      <a:pt x="1635" y="874"/>
                    </a:cubicBezTo>
                    <a:cubicBezTo>
                      <a:pt x="1635" y="707"/>
                      <a:pt x="1569" y="541"/>
                      <a:pt x="1469" y="407"/>
                    </a:cubicBezTo>
                    <a:cubicBezTo>
                      <a:pt x="1402" y="374"/>
                      <a:pt x="1335" y="341"/>
                      <a:pt x="1268" y="307"/>
                    </a:cubicBezTo>
                    <a:cubicBezTo>
                      <a:pt x="1235" y="307"/>
                      <a:pt x="1202" y="274"/>
                      <a:pt x="1135" y="274"/>
                    </a:cubicBezTo>
                    <a:cubicBezTo>
                      <a:pt x="1135" y="274"/>
                      <a:pt x="968" y="307"/>
                      <a:pt x="1068" y="307"/>
                    </a:cubicBezTo>
                    <a:cubicBezTo>
                      <a:pt x="935" y="307"/>
                      <a:pt x="835" y="474"/>
                      <a:pt x="935" y="574"/>
                    </a:cubicBezTo>
                    <a:cubicBezTo>
                      <a:pt x="968" y="607"/>
                      <a:pt x="968" y="607"/>
                      <a:pt x="968" y="641"/>
                    </a:cubicBezTo>
                    <a:cubicBezTo>
                      <a:pt x="1002" y="641"/>
                      <a:pt x="1002" y="674"/>
                      <a:pt x="1035" y="707"/>
                    </a:cubicBezTo>
                    <a:cubicBezTo>
                      <a:pt x="1068" y="741"/>
                      <a:pt x="1068" y="774"/>
                      <a:pt x="1068" y="841"/>
                    </a:cubicBezTo>
                    <a:cubicBezTo>
                      <a:pt x="1068" y="941"/>
                      <a:pt x="1035" y="1008"/>
                      <a:pt x="935" y="1008"/>
                    </a:cubicBezTo>
                    <a:cubicBezTo>
                      <a:pt x="910" y="1012"/>
                      <a:pt x="886" y="1013"/>
                      <a:pt x="865" y="1013"/>
                    </a:cubicBezTo>
                    <a:cubicBezTo>
                      <a:pt x="513" y="1013"/>
                      <a:pt x="607" y="527"/>
                      <a:pt x="701" y="307"/>
                    </a:cubicBezTo>
                    <a:cubicBezTo>
                      <a:pt x="754" y="175"/>
                      <a:pt x="681" y="1"/>
                      <a:pt x="5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7" name="Google Shape;15297;p50"/>
              <p:cNvSpPr/>
              <p:nvPr/>
            </p:nvSpPr>
            <p:spPr>
              <a:xfrm>
                <a:off x="7258326" y="3074387"/>
                <a:ext cx="78539" cy="50832"/>
              </a:xfrm>
              <a:custGeom>
                <a:rect b="b" l="l" r="r" t="t"/>
                <a:pathLst>
                  <a:path extrusionOk="0" h="1598" w="2469">
                    <a:moveTo>
                      <a:pt x="636" y="1"/>
                    </a:moveTo>
                    <a:cubicBezTo>
                      <a:pt x="592" y="1"/>
                      <a:pt x="545" y="19"/>
                      <a:pt x="501" y="64"/>
                    </a:cubicBezTo>
                    <a:cubicBezTo>
                      <a:pt x="0" y="664"/>
                      <a:pt x="601" y="1598"/>
                      <a:pt x="1335" y="1598"/>
                    </a:cubicBezTo>
                    <a:cubicBezTo>
                      <a:pt x="1701" y="1598"/>
                      <a:pt x="2035" y="1398"/>
                      <a:pt x="2235" y="1064"/>
                    </a:cubicBezTo>
                    <a:cubicBezTo>
                      <a:pt x="2402" y="764"/>
                      <a:pt x="2469" y="297"/>
                      <a:pt x="2135" y="64"/>
                    </a:cubicBezTo>
                    <a:cubicBezTo>
                      <a:pt x="2113" y="48"/>
                      <a:pt x="2087" y="42"/>
                      <a:pt x="2060" y="42"/>
                    </a:cubicBezTo>
                    <a:cubicBezTo>
                      <a:pt x="1967" y="42"/>
                      <a:pt x="1861" y="119"/>
                      <a:pt x="1835" y="197"/>
                    </a:cubicBezTo>
                    <a:cubicBezTo>
                      <a:pt x="1735" y="497"/>
                      <a:pt x="1768" y="931"/>
                      <a:pt x="1368" y="998"/>
                    </a:cubicBezTo>
                    <a:cubicBezTo>
                      <a:pt x="1354" y="999"/>
                      <a:pt x="1341" y="999"/>
                      <a:pt x="1328" y="999"/>
                    </a:cubicBezTo>
                    <a:cubicBezTo>
                      <a:pt x="956" y="999"/>
                      <a:pt x="802" y="554"/>
                      <a:pt x="834" y="264"/>
                    </a:cubicBezTo>
                    <a:cubicBezTo>
                      <a:pt x="859" y="141"/>
                      <a:pt x="757" y="1"/>
                      <a:pt x="6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8" name="Google Shape;15298;p50"/>
              <p:cNvSpPr/>
              <p:nvPr/>
            </p:nvSpPr>
            <p:spPr>
              <a:xfrm>
                <a:off x="7158571" y="3042450"/>
                <a:ext cx="12756" cy="13806"/>
              </a:xfrm>
              <a:custGeom>
                <a:rect b="b" l="l" r="r" t="t"/>
                <a:pathLst>
                  <a:path extrusionOk="0" h="434" w="401">
                    <a:moveTo>
                      <a:pt x="1" y="0"/>
                    </a:moveTo>
                    <a:lnTo>
                      <a:pt x="1" y="434"/>
                    </a:lnTo>
                    <a:cubicBezTo>
                      <a:pt x="401" y="434"/>
                      <a:pt x="401" y="0"/>
                      <a:pt x="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9" name="Google Shape;15299;p50"/>
              <p:cNvSpPr/>
              <p:nvPr/>
            </p:nvSpPr>
            <p:spPr>
              <a:xfrm>
                <a:off x="7543753" y="3942126"/>
                <a:ext cx="40335" cy="38077"/>
              </a:xfrm>
              <a:custGeom>
                <a:rect b="b" l="l" r="r" t="t"/>
                <a:pathLst>
                  <a:path extrusionOk="0" h="1197" w="1268">
                    <a:moveTo>
                      <a:pt x="779" y="1"/>
                    </a:moveTo>
                    <a:cubicBezTo>
                      <a:pt x="764" y="1"/>
                      <a:pt x="749" y="2"/>
                      <a:pt x="734" y="4"/>
                    </a:cubicBezTo>
                    <a:cubicBezTo>
                      <a:pt x="667" y="37"/>
                      <a:pt x="567" y="137"/>
                      <a:pt x="567" y="237"/>
                    </a:cubicBezTo>
                    <a:cubicBezTo>
                      <a:pt x="601" y="304"/>
                      <a:pt x="734" y="504"/>
                      <a:pt x="634" y="604"/>
                    </a:cubicBezTo>
                    <a:cubicBezTo>
                      <a:pt x="634" y="604"/>
                      <a:pt x="601" y="604"/>
                      <a:pt x="534" y="571"/>
                    </a:cubicBezTo>
                    <a:cubicBezTo>
                      <a:pt x="501" y="538"/>
                      <a:pt x="467" y="504"/>
                      <a:pt x="401" y="438"/>
                    </a:cubicBezTo>
                    <a:cubicBezTo>
                      <a:pt x="401" y="346"/>
                      <a:pt x="320" y="295"/>
                      <a:pt x="236" y="295"/>
                    </a:cubicBezTo>
                    <a:cubicBezTo>
                      <a:pt x="168" y="295"/>
                      <a:pt x="97" y="329"/>
                      <a:pt x="67" y="404"/>
                    </a:cubicBezTo>
                    <a:cubicBezTo>
                      <a:pt x="34" y="538"/>
                      <a:pt x="0" y="638"/>
                      <a:pt x="34" y="771"/>
                    </a:cubicBezTo>
                    <a:cubicBezTo>
                      <a:pt x="67" y="905"/>
                      <a:pt x="167" y="1005"/>
                      <a:pt x="267" y="1071"/>
                    </a:cubicBezTo>
                    <a:cubicBezTo>
                      <a:pt x="384" y="1155"/>
                      <a:pt x="517" y="1197"/>
                      <a:pt x="647" y="1197"/>
                    </a:cubicBezTo>
                    <a:cubicBezTo>
                      <a:pt x="776" y="1197"/>
                      <a:pt x="901" y="1155"/>
                      <a:pt x="1001" y="1071"/>
                    </a:cubicBezTo>
                    <a:cubicBezTo>
                      <a:pt x="1201" y="905"/>
                      <a:pt x="1268" y="671"/>
                      <a:pt x="1235" y="404"/>
                    </a:cubicBezTo>
                    <a:cubicBezTo>
                      <a:pt x="1172" y="217"/>
                      <a:pt x="993" y="1"/>
                      <a:pt x="7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0" name="Google Shape;15300;p50"/>
              <p:cNvSpPr/>
              <p:nvPr/>
            </p:nvSpPr>
            <p:spPr>
              <a:xfrm>
                <a:off x="7663262" y="3462625"/>
                <a:ext cx="55604" cy="48924"/>
              </a:xfrm>
              <a:custGeom>
                <a:rect b="b" l="l" r="r" t="t"/>
                <a:pathLst>
                  <a:path extrusionOk="0" h="1538" w="1748">
                    <a:moveTo>
                      <a:pt x="1280" y="1"/>
                    </a:moveTo>
                    <a:cubicBezTo>
                      <a:pt x="1180" y="1"/>
                      <a:pt x="1047" y="101"/>
                      <a:pt x="1047" y="201"/>
                    </a:cubicBezTo>
                    <a:cubicBezTo>
                      <a:pt x="1080" y="367"/>
                      <a:pt x="1147" y="468"/>
                      <a:pt x="1180" y="601"/>
                    </a:cubicBezTo>
                    <a:cubicBezTo>
                      <a:pt x="1180" y="701"/>
                      <a:pt x="1147" y="834"/>
                      <a:pt x="1047" y="901"/>
                    </a:cubicBezTo>
                    <a:cubicBezTo>
                      <a:pt x="991" y="957"/>
                      <a:pt x="931" y="981"/>
                      <a:pt x="872" y="981"/>
                    </a:cubicBezTo>
                    <a:cubicBezTo>
                      <a:pt x="685" y="981"/>
                      <a:pt x="505" y="745"/>
                      <a:pt x="480" y="568"/>
                    </a:cubicBezTo>
                    <a:cubicBezTo>
                      <a:pt x="463" y="468"/>
                      <a:pt x="371" y="417"/>
                      <a:pt x="280" y="417"/>
                    </a:cubicBezTo>
                    <a:cubicBezTo>
                      <a:pt x="188" y="417"/>
                      <a:pt x="96" y="468"/>
                      <a:pt x="79" y="568"/>
                    </a:cubicBezTo>
                    <a:cubicBezTo>
                      <a:pt x="0" y="1094"/>
                      <a:pt x="461" y="1537"/>
                      <a:pt x="938" y="1537"/>
                    </a:cubicBezTo>
                    <a:cubicBezTo>
                      <a:pt x="1065" y="1537"/>
                      <a:pt x="1194" y="1505"/>
                      <a:pt x="1314" y="1435"/>
                    </a:cubicBezTo>
                    <a:cubicBezTo>
                      <a:pt x="1580" y="1268"/>
                      <a:pt x="1747" y="968"/>
                      <a:pt x="1747" y="701"/>
                    </a:cubicBezTo>
                    <a:cubicBezTo>
                      <a:pt x="1747" y="401"/>
                      <a:pt x="1614" y="34"/>
                      <a:pt x="12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1" name="Google Shape;15301;p50"/>
              <p:cNvSpPr/>
              <p:nvPr/>
            </p:nvSpPr>
            <p:spPr>
              <a:xfrm>
                <a:off x="7259375" y="2713856"/>
                <a:ext cx="71127" cy="49655"/>
              </a:xfrm>
              <a:custGeom>
                <a:rect b="b" l="l" r="r" t="t"/>
                <a:pathLst>
                  <a:path extrusionOk="0" h="1561" w="2236">
                    <a:moveTo>
                      <a:pt x="546" y="0"/>
                    </a:moveTo>
                    <a:cubicBezTo>
                      <a:pt x="485" y="0"/>
                      <a:pt x="420" y="27"/>
                      <a:pt x="368" y="89"/>
                    </a:cubicBezTo>
                    <a:cubicBezTo>
                      <a:pt x="1" y="656"/>
                      <a:pt x="401" y="1490"/>
                      <a:pt x="1068" y="1557"/>
                    </a:cubicBezTo>
                    <a:cubicBezTo>
                      <a:pt x="1095" y="1560"/>
                      <a:pt x="1121" y="1561"/>
                      <a:pt x="1148" y="1561"/>
                    </a:cubicBezTo>
                    <a:cubicBezTo>
                      <a:pt x="1483" y="1561"/>
                      <a:pt x="1783" y="1368"/>
                      <a:pt x="1969" y="1090"/>
                    </a:cubicBezTo>
                    <a:cubicBezTo>
                      <a:pt x="2135" y="823"/>
                      <a:pt x="2236" y="356"/>
                      <a:pt x="1935" y="156"/>
                    </a:cubicBezTo>
                    <a:cubicBezTo>
                      <a:pt x="1897" y="128"/>
                      <a:pt x="1860" y="115"/>
                      <a:pt x="1823" y="115"/>
                    </a:cubicBezTo>
                    <a:cubicBezTo>
                      <a:pt x="1732" y="115"/>
                      <a:pt x="1650" y="194"/>
                      <a:pt x="1602" y="290"/>
                    </a:cubicBezTo>
                    <a:cubicBezTo>
                      <a:pt x="1535" y="456"/>
                      <a:pt x="1602" y="623"/>
                      <a:pt x="1535" y="757"/>
                    </a:cubicBezTo>
                    <a:cubicBezTo>
                      <a:pt x="1445" y="906"/>
                      <a:pt x="1329" y="1029"/>
                      <a:pt x="1162" y="1029"/>
                    </a:cubicBezTo>
                    <a:cubicBezTo>
                      <a:pt x="1142" y="1029"/>
                      <a:pt x="1122" y="1027"/>
                      <a:pt x="1101" y="1023"/>
                    </a:cubicBezTo>
                    <a:cubicBezTo>
                      <a:pt x="768" y="1023"/>
                      <a:pt x="601" y="590"/>
                      <a:pt x="701" y="290"/>
                    </a:cubicBezTo>
                    <a:cubicBezTo>
                      <a:pt x="793" y="129"/>
                      <a:pt x="680" y="0"/>
                      <a:pt x="5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2" name="Google Shape;15302;p50"/>
              <p:cNvSpPr/>
              <p:nvPr/>
            </p:nvSpPr>
            <p:spPr>
              <a:xfrm>
                <a:off x="7658331" y="2606911"/>
                <a:ext cx="52550" cy="99502"/>
              </a:xfrm>
              <a:custGeom>
                <a:rect b="b" l="l" r="r" t="t"/>
                <a:pathLst>
                  <a:path extrusionOk="0" h="3128" w="1652">
                    <a:moveTo>
                      <a:pt x="417" y="1"/>
                    </a:moveTo>
                    <a:cubicBezTo>
                      <a:pt x="339" y="1"/>
                      <a:pt x="264" y="45"/>
                      <a:pt x="234" y="149"/>
                    </a:cubicBezTo>
                    <a:cubicBezTo>
                      <a:pt x="1" y="916"/>
                      <a:pt x="68" y="2251"/>
                      <a:pt x="568" y="2918"/>
                    </a:cubicBezTo>
                    <a:cubicBezTo>
                      <a:pt x="687" y="3061"/>
                      <a:pt x="871" y="3127"/>
                      <a:pt x="1047" y="3127"/>
                    </a:cubicBezTo>
                    <a:cubicBezTo>
                      <a:pt x="1362" y="3127"/>
                      <a:pt x="1652" y="2915"/>
                      <a:pt x="1502" y="2551"/>
                    </a:cubicBezTo>
                    <a:cubicBezTo>
                      <a:pt x="1502" y="2517"/>
                      <a:pt x="1469" y="2517"/>
                      <a:pt x="1469" y="2517"/>
                    </a:cubicBezTo>
                    <a:cubicBezTo>
                      <a:pt x="1402" y="2317"/>
                      <a:pt x="1335" y="2150"/>
                      <a:pt x="1268" y="1950"/>
                    </a:cubicBezTo>
                    <a:cubicBezTo>
                      <a:pt x="1256" y="1925"/>
                      <a:pt x="1228" y="1914"/>
                      <a:pt x="1201" y="1914"/>
                    </a:cubicBezTo>
                    <a:cubicBezTo>
                      <a:pt x="1158" y="1914"/>
                      <a:pt x="1114" y="1942"/>
                      <a:pt x="1135" y="1984"/>
                    </a:cubicBezTo>
                    <a:cubicBezTo>
                      <a:pt x="1202" y="2184"/>
                      <a:pt x="1268" y="2384"/>
                      <a:pt x="1335" y="2551"/>
                    </a:cubicBezTo>
                    <a:cubicBezTo>
                      <a:pt x="1311" y="2639"/>
                      <a:pt x="1275" y="2673"/>
                      <a:pt x="1235" y="2673"/>
                    </a:cubicBezTo>
                    <a:cubicBezTo>
                      <a:pt x="1108" y="2673"/>
                      <a:pt x="935" y="2335"/>
                      <a:pt x="935" y="2284"/>
                    </a:cubicBezTo>
                    <a:cubicBezTo>
                      <a:pt x="835" y="2084"/>
                      <a:pt x="801" y="1817"/>
                      <a:pt x="768" y="1617"/>
                    </a:cubicBezTo>
                    <a:cubicBezTo>
                      <a:pt x="668" y="1150"/>
                      <a:pt x="701" y="649"/>
                      <a:pt x="635" y="182"/>
                    </a:cubicBezTo>
                    <a:cubicBezTo>
                      <a:pt x="616" y="71"/>
                      <a:pt x="515" y="1"/>
                      <a:pt x="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3" name="Google Shape;15303;p50"/>
              <p:cNvSpPr/>
              <p:nvPr/>
            </p:nvSpPr>
            <p:spPr>
              <a:xfrm>
                <a:off x="7118268" y="2295907"/>
                <a:ext cx="76058" cy="61966"/>
              </a:xfrm>
              <a:custGeom>
                <a:rect b="b" l="l" r="r" t="t"/>
                <a:pathLst>
                  <a:path extrusionOk="0" h="1948" w="2391">
                    <a:moveTo>
                      <a:pt x="1092" y="1"/>
                    </a:moveTo>
                    <a:cubicBezTo>
                      <a:pt x="1029" y="1"/>
                      <a:pt x="966" y="6"/>
                      <a:pt x="901" y="19"/>
                    </a:cubicBezTo>
                    <a:cubicBezTo>
                      <a:pt x="734" y="52"/>
                      <a:pt x="767" y="286"/>
                      <a:pt x="934" y="286"/>
                    </a:cubicBezTo>
                    <a:cubicBezTo>
                      <a:pt x="948" y="285"/>
                      <a:pt x="963" y="284"/>
                      <a:pt x="977" y="284"/>
                    </a:cubicBezTo>
                    <a:cubicBezTo>
                      <a:pt x="1492" y="284"/>
                      <a:pt x="1924" y="865"/>
                      <a:pt x="1535" y="1320"/>
                    </a:cubicBezTo>
                    <a:cubicBezTo>
                      <a:pt x="1397" y="1457"/>
                      <a:pt x="1228" y="1547"/>
                      <a:pt x="1050" y="1547"/>
                    </a:cubicBezTo>
                    <a:cubicBezTo>
                      <a:pt x="968" y="1547"/>
                      <a:pt x="884" y="1529"/>
                      <a:pt x="801" y="1487"/>
                    </a:cubicBezTo>
                    <a:cubicBezTo>
                      <a:pt x="534" y="1320"/>
                      <a:pt x="467" y="1086"/>
                      <a:pt x="434" y="820"/>
                    </a:cubicBezTo>
                    <a:cubicBezTo>
                      <a:pt x="400" y="753"/>
                      <a:pt x="334" y="719"/>
                      <a:pt x="271" y="719"/>
                    </a:cubicBezTo>
                    <a:cubicBezTo>
                      <a:pt x="209" y="719"/>
                      <a:pt x="150" y="753"/>
                      <a:pt x="134" y="820"/>
                    </a:cubicBezTo>
                    <a:cubicBezTo>
                      <a:pt x="0" y="1253"/>
                      <a:pt x="300" y="1687"/>
                      <a:pt x="667" y="1854"/>
                    </a:cubicBezTo>
                    <a:cubicBezTo>
                      <a:pt x="796" y="1918"/>
                      <a:pt x="931" y="1948"/>
                      <a:pt x="1065" y="1948"/>
                    </a:cubicBezTo>
                    <a:cubicBezTo>
                      <a:pt x="1350" y="1948"/>
                      <a:pt x="1631" y="1813"/>
                      <a:pt x="1835" y="1587"/>
                    </a:cubicBezTo>
                    <a:cubicBezTo>
                      <a:pt x="2390" y="908"/>
                      <a:pt x="1861" y="1"/>
                      <a:pt x="10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4" name="Google Shape;15304;p50"/>
              <p:cNvSpPr/>
              <p:nvPr/>
            </p:nvSpPr>
            <p:spPr>
              <a:xfrm>
                <a:off x="6747590" y="2401993"/>
                <a:ext cx="31937" cy="44661"/>
              </a:xfrm>
              <a:custGeom>
                <a:rect b="b" l="l" r="r" t="t"/>
                <a:pathLst>
                  <a:path extrusionOk="0" h="1404" w="1004">
                    <a:moveTo>
                      <a:pt x="694" y="1"/>
                    </a:moveTo>
                    <a:cubicBezTo>
                      <a:pt x="623" y="1"/>
                      <a:pt x="554" y="35"/>
                      <a:pt x="512" y="120"/>
                    </a:cubicBezTo>
                    <a:cubicBezTo>
                      <a:pt x="345" y="453"/>
                      <a:pt x="145" y="787"/>
                      <a:pt x="45" y="1154"/>
                    </a:cubicBezTo>
                    <a:cubicBezTo>
                      <a:pt x="1" y="1308"/>
                      <a:pt x="116" y="1403"/>
                      <a:pt x="238" y="1403"/>
                    </a:cubicBezTo>
                    <a:cubicBezTo>
                      <a:pt x="301" y="1403"/>
                      <a:pt x="366" y="1378"/>
                      <a:pt x="412" y="1321"/>
                    </a:cubicBezTo>
                    <a:cubicBezTo>
                      <a:pt x="612" y="1020"/>
                      <a:pt x="779" y="653"/>
                      <a:pt x="912" y="320"/>
                    </a:cubicBezTo>
                    <a:cubicBezTo>
                      <a:pt x="1003" y="160"/>
                      <a:pt x="845" y="1"/>
                      <a:pt x="6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05" name="Google Shape;15305;p50"/>
            <p:cNvGrpSpPr/>
            <p:nvPr/>
          </p:nvGrpSpPr>
          <p:grpSpPr>
            <a:xfrm>
              <a:off x="6257138" y="1745138"/>
              <a:ext cx="2006575" cy="2616595"/>
              <a:chOff x="5894750" y="1381600"/>
              <a:chExt cx="2006575" cy="2616595"/>
            </a:xfrm>
          </p:grpSpPr>
          <p:sp>
            <p:nvSpPr>
              <p:cNvPr id="15306" name="Google Shape;15306;p50"/>
              <p:cNvSpPr/>
              <p:nvPr/>
            </p:nvSpPr>
            <p:spPr>
              <a:xfrm>
                <a:off x="7309196" y="2151937"/>
                <a:ext cx="559220" cy="1411251"/>
              </a:xfrm>
              <a:custGeom>
                <a:rect b="b" l="l" r="r" t="t"/>
                <a:pathLst>
                  <a:path extrusionOk="0" h="44365" w="17580">
                    <a:moveTo>
                      <a:pt x="8375" y="0"/>
                    </a:moveTo>
                    <a:cubicBezTo>
                      <a:pt x="5688" y="0"/>
                      <a:pt x="3648" y="1357"/>
                      <a:pt x="1868" y="3170"/>
                    </a:cubicBezTo>
                    <a:cubicBezTo>
                      <a:pt x="1768" y="3971"/>
                      <a:pt x="1668" y="4771"/>
                      <a:pt x="1601" y="5538"/>
                    </a:cubicBezTo>
                    <a:cubicBezTo>
                      <a:pt x="1435" y="6939"/>
                      <a:pt x="1335" y="8307"/>
                      <a:pt x="1201" y="9708"/>
                    </a:cubicBezTo>
                    <a:cubicBezTo>
                      <a:pt x="2596" y="7187"/>
                      <a:pt x="4810" y="4817"/>
                      <a:pt x="7531" y="4817"/>
                    </a:cubicBezTo>
                    <a:cubicBezTo>
                      <a:pt x="8195" y="4817"/>
                      <a:pt x="8888" y="4958"/>
                      <a:pt x="9607" y="5272"/>
                    </a:cubicBezTo>
                    <a:cubicBezTo>
                      <a:pt x="14077" y="7273"/>
                      <a:pt x="13743" y="14712"/>
                      <a:pt x="13510" y="18648"/>
                    </a:cubicBezTo>
                    <a:cubicBezTo>
                      <a:pt x="13343" y="21683"/>
                      <a:pt x="12809" y="24685"/>
                      <a:pt x="12042" y="27621"/>
                    </a:cubicBezTo>
                    <a:cubicBezTo>
                      <a:pt x="11308" y="30456"/>
                      <a:pt x="10474" y="33658"/>
                      <a:pt x="8640" y="36027"/>
                    </a:cubicBezTo>
                    <a:cubicBezTo>
                      <a:pt x="7393" y="37627"/>
                      <a:pt x="5136" y="38774"/>
                      <a:pt x="3119" y="38774"/>
                    </a:cubicBezTo>
                    <a:cubicBezTo>
                      <a:pt x="1899" y="38774"/>
                      <a:pt x="767" y="38354"/>
                      <a:pt x="0" y="37361"/>
                    </a:cubicBezTo>
                    <a:lnTo>
                      <a:pt x="0" y="37361"/>
                    </a:lnTo>
                    <a:cubicBezTo>
                      <a:pt x="0" y="39129"/>
                      <a:pt x="0" y="40864"/>
                      <a:pt x="34" y="42632"/>
                    </a:cubicBezTo>
                    <a:cubicBezTo>
                      <a:pt x="1436" y="43852"/>
                      <a:pt x="2944" y="44364"/>
                      <a:pt x="4444" y="44364"/>
                    </a:cubicBezTo>
                    <a:cubicBezTo>
                      <a:pt x="8188" y="44364"/>
                      <a:pt x="11876" y="41172"/>
                      <a:pt x="13710" y="37861"/>
                    </a:cubicBezTo>
                    <a:cubicBezTo>
                      <a:pt x="16412" y="32958"/>
                      <a:pt x="17279" y="27187"/>
                      <a:pt x="17479" y="21650"/>
                    </a:cubicBezTo>
                    <a:cubicBezTo>
                      <a:pt x="17580" y="18848"/>
                      <a:pt x="17546" y="16013"/>
                      <a:pt x="17446" y="13177"/>
                    </a:cubicBezTo>
                    <a:cubicBezTo>
                      <a:pt x="17313" y="10208"/>
                      <a:pt x="17079" y="7140"/>
                      <a:pt x="15611" y="4504"/>
                    </a:cubicBezTo>
                    <a:cubicBezTo>
                      <a:pt x="14177" y="1836"/>
                      <a:pt x="11542" y="34"/>
                      <a:pt x="8473" y="1"/>
                    </a:cubicBezTo>
                    <a:cubicBezTo>
                      <a:pt x="8440" y="1"/>
                      <a:pt x="8408" y="0"/>
                      <a:pt x="8375" y="0"/>
                    </a:cubicBezTo>
                    <a:close/>
                  </a:path>
                </a:pathLst>
              </a:custGeom>
              <a:solidFill>
                <a:srgbClr val="C5E2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7" name="Google Shape;15307;p50"/>
              <p:cNvSpPr/>
              <p:nvPr/>
            </p:nvSpPr>
            <p:spPr>
              <a:xfrm>
                <a:off x="6079405" y="1846372"/>
                <a:ext cx="1318970" cy="2119309"/>
              </a:xfrm>
              <a:custGeom>
                <a:rect b="b" l="l" r="r" t="t"/>
                <a:pathLst>
                  <a:path extrusionOk="0" h="66624" w="41464">
                    <a:moveTo>
                      <a:pt x="14856" y="4414"/>
                    </a:moveTo>
                    <a:cubicBezTo>
                      <a:pt x="14990" y="4414"/>
                      <a:pt x="15103" y="4543"/>
                      <a:pt x="15011" y="4704"/>
                    </a:cubicBezTo>
                    <a:cubicBezTo>
                      <a:pt x="14911" y="5004"/>
                      <a:pt x="15078" y="5437"/>
                      <a:pt x="15411" y="5437"/>
                    </a:cubicBezTo>
                    <a:cubicBezTo>
                      <a:pt x="15432" y="5441"/>
                      <a:pt x="15452" y="5443"/>
                      <a:pt x="15472" y="5443"/>
                    </a:cubicBezTo>
                    <a:cubicBezTo>
                      <a:pt x="15639" y="5443"/>
                      <a:pt x="15755" y="5320"/>
                      <a:pt x="15845" y="5171"/>
                    </a:cubicBezTo>
                    <a:cubicBezTo>
                      <a:pt x="15912" y="5037"/>
                      <a:pt x="15845" y="4870"/>
                      <a:pt x="15912" y="4704"/>
                    </a:cubicBezTo>
                    <a:cubicBezTo>
                      <a:pt x="15960" y="4608"/>
                      <a:pt x="16042" y="4529"/>
                      <a:pt x="16133" y="4529"/>
                    </a:cubicBezTo>
                    <a:cubicBezTo>
                      <a:pt x="16170" y="4529"/>
                      <a:pt x="16207" y="4542"/>
                      <a:pt x="16245" y="4570"/>
                    </a:cubicBezTo>
                    <a:cubicBezTo>
                      <a:pt x="16546" y="4770"/>
                      <a:pt x="16445" y="5237"/>
                      <a:pt x="16279" y="5504"/>
                    </a:cubicBezTo>
                    <a:cubicBezTo>
                      <a:pt x="16093" y="5782"/>
                      <a:pt x="15793" y="5975"/>
                      <a:pt x="15458" y="5975"/>
                    </a:cubicBezTo>
                    <a:cubicBezTo>
                      <a:pt x="15431" y="5975"/>
                      <a:pt x="15405" y="5974"/>
                      <a:pt x="15378" y="5971"/>
                    </a:cubicBezTo>
                    <a:cubicBezTo>
                      <a:pt x="14711" y="5904"/>
                      <a:pt x="14311" y="5070"/>
                      <a:pt x="14678" y="4503"/>
                    </a:cubicBezTo>
                    <a:cubicBezTo>
                      <a:pt x="14730" y="4441"/>
                      <a:pt x="14795" y="4414"/>
                      <a:pt x="14856" y="4414"/>
                    </a:cubicBezTo>
                    <a:close/>
                    <a:moveTo>
                      <a:pt x="3839" y="2235"/>
                    </a:moveTo>
                    <a:cubicBezTo>
                      <a:pt x="4071" y="2235"/>
                      <a:pt x="4313" y="2314"/>
                      <a:pt x="4504" y="2469"/>
                    </a:cubicBezTo>
                    <a:cubicBezTo>
                      <a:pt x="5638" y="3403"/>
                      <a:pt x="5438" y="5938"/>
                      <a:pt x="5371" y="7205"/>
                    </a:cubicBezTo>
                    <a:cubicBezTo>
                      <a:pt x="5345" y="7717"/>
                      <a:pt x="5124" y="8680"/>
                      <a:pt x="4585" y="8680"/>
                    </a:cubicBezTo>
                    <a:cubicBezTo>
                      <a:pt x="4422" y="8680"/>
                      <a:pt x="4229" y="8591"/>
                      <a:pt x="4003" y="8373"/>
                    </a:cubicBezTo>
                    <a:cubicBezTo>
                      <a:pt x="3536" y="7973"/>
                      <a:pt x="3403" y="7072"/>
                      <a:pt x="3303" y="6538"/>
                    </a:cubicBezTo>
                    <a:cubicBezTo>
                      <a:pt x="3069" y="5604"/>
                      <a:pt x="3036" y="4670"/>
                      <a:pt x="3069" y="3703"/>
                    </a:cubicBezTo>
                    <a:cubicBezTo>
                      <a:pt x="3069" y="3619"/>
                      <a:pt x="3128" y="3578"/>
                      <a:pt x="3186" y="3578"/>
                    </a:cubicBezTo>
                    <a:cubicBezTo>
                      <a:pt x="3244" y="3578"/>
                      <a:pt x="3303" y="3619"/>
                      <a:pt x="3303" y="3703"/>
                    </a:cubicBezTo>
                    <a:cubicBezTo>
                      <a:pt x="3403" y="4570"/>
                      <a:pt x="3570" y="5371"/>
                      <a:pt x="3770" y="6205"/>
                    </a:cubicBezTo>
                    <a:cubicBezTo>
                      <a:pt x="3836" y="6505"/>
                      <a:pt x="3870" y="6905"/>
                      <a:pt x="4003" y="7172"/>
                    </a:cubicBezTo>
                    <a:cubicBezTo>
                      <a:pt x="4107" y="7328"/>
                      <a:pt x="4313" y="7709"/>
                      <a:pt x="4558" y="7709"/>
                    </a:cubicBezTo>
                    <a:cubicBezTo>
                      <a:pt x="4626" y="7709"/>
                      <a:pt x="4697" y="7679"/>
                      <a:pt x="4770" y="7606"/>
                    </a:cubicBezTo>
                    <a:cubicBezTo>
                      <a:pt x="5004" y="7439"/>
                      <a:pt x="4837" y="5738"/>
                      <a:pt x="4837" y="5504"/>
                    </a:cubicBezTo>
                    <a:cubicBezTo>
                      <a:pt x="4804" y="5004"/>
                      <a:pt x="4770" y="4570"/>
                      <a:pt x="4637" y="4103"/>
                    </a:cubicBezTo>
                    <a:cubicBezTo>
                      <a:pt x="4637" y="4025"/>
                      <a:pt x="4191" y="2690"/>
                      <a:pt x="3805" y="2690"/>
                    </a:cubicBezTo>
                    <a:cubicBezTo>
                      <a:pt x="3696" y="2690"/>
                      <a:pt x="3591" y="2797"/>
                      <a:pt x="3503" y="3069"/>
                    </a:cubicBezTo>
                    <a:cubicBezTo>
                      <a:pt x="3473" y="3174"/>
                      <a:pt x="3382" y="3225"/>
                      <a:pt x="3288" y="3225"/>
                    </a:cubicBezTo>
                    <a:cubicBezTo>
                      <a:pt x="3173" y="3225"/>
                      <a:pt x="3054" y="3149"/>
                      <a:pt x="3036" y="3002"/>
                    </a:cubicBezTo>
                    <a:cubicBezTo>
                      <a:pt x="3036" y="2488"/>
                      <a:pt x="3421" y="2235"/>
                      <a:pt x="3839" y="2235"/>
                    </a:cubicBezTo>
                    <a:close/>
                    <a:moveTo>
                      <a:pt x="3463" y="58502"/>
                    </a:moveTo>
                    <a:cubicBezTo>
                      <a:pt x="3520" y="58502"/>
                      <a:pt x="3570" y="58585"/>
                      <a:pt x="3570" y="58642"/>
                    </a:cubicBezTo>
                    <a:cubicBezTo>
                      <a:pt x="3570" y="58809"/>
                      <a:pt x="3470" y="58976"/>
                      <a:pt x="3503" y="59143"/>
                    </a:cubicBezTo>
                    <a:cubicBezTo>
                      <a:pt x="3536" y="59309"/>
                      <a:pt x="3603" y="59476"/>
                      <a:pt x="3770" y="59543"/>
                    </a:cubicBezTo>
                    <a:cubicBezTo>
                      <a:pt x="3814" y="59557"/>
                      <a:pt x="3857" y="59564"/>
                      <a:pt x="3901" y="59564"/>
                    </a:cubicBezTo>
                    <a:cubicBezTo>
                      <a:pt x="4054" y="59564"/>
                      <a:pt x="4199" y="59480"/>
                      <a:pt x="4303" y="59376"/>
                    </a:cubicBezTo>
                    <a:cubicBezTo>
                      <a:pt x="4370" y="59276"/>
                      <a:pt x="4437" y="59176"/>
                      <a:pt x="4437" y="59076"/>
                    </a:cubicBezTo>
                    <a:cubicBezTo>
                      <a:pt x="4437" y="58942"/>
                      <a:pt x="4337" y="58809"/>
                      <a:pt x="4303" y="58709"/>
                    </a:cubicBezTo>
                    <a:cubicBezTo>
                      <a:pt x="4281" y="58620"/>
                      <a:pt x="4333" y="58575"/>
                      <a:pt x="4390" y="58575"/>
                    </a:cubicBezTo>
                    <a:cubicBezTo>
                      <a:pt x="4418" y="58575"/>
                      <a:pt x="4448" y="58587"/>
                      <a:pt x="4470" y="58609"/>
                    </a:cubicBezTo>
                    <a:cubicBezTo>
                      <a:pt x="4637" y="58742"/>
                      <a:pt x="4737" y="58876"/>
                      <a:pt x="4770" y="59076"/>
                    </a:cubicBezTo>
                    <a:cubicBezTo>
                      <a:pt x="4804" y="59276"/>
                      <a:pt x="4737" y="59443"/>
                      <a:pt x="4637" y="59610"/>
                    </a:cubicBezTo>
                    <a:cubicBezTo>
                      <a:pt x="4472" y="59857"/>
                      <a:pt x="4172" y="60036"/>
                      <a:pt x="3866" y="60036"/>
                    </a:cubicBezTo>
                    <a:cubicBezTo>
                      <a:pt x="3801" y="60036"/>
                      <a:pt x="3735" y="60028"/>
                      <a:pt x="3670" y="60010"/>
                    </a:cubicBezTo>
                    <a:cubicBezTo>
                      <a:pt x="3336" y="59910"/>
                      <a:pt x="3103" y="59610"/>
                      <a:pt x="3069" y="59276"/>
                    </a:cubicBezTo>
                    <a:cubicBezTo>
                      <a:pt x="3003" y="58976"/>
                      <a:pt x="3069" y="58542"/>
                      <a:pt x="3436" y="58509"/>
                    </a:cubicBezTo>
                    <a:cubicBezTo>
                      <a:pt x="3445" y="58504"/>
                      <a:pt x="3454" y="58502"/>
                      <a:pt x="3463" y="58502"/>
                    </a:cubicBezTo>
                    <a:close/>
                    <a:moveTo>
                      <a:pt x="3770" y="9874"/>
                    </a:moveTo>
                    <a:cubicBezTo>
                      <a:pt x="9374" y="10074"/>
                      <a:pt x="14944" y="10674"/>
                      <a:pt x="20548" y="10808"/>
                    </a:cubicBezTo>
                    <a:cubicBezTo>
                      <a:pt x="21510" y="10836"/>
                      <a:pt x="22467" y="10850"/>
                      <a:pt x="23422" y="10850"/>
                    </a:cubicBezTo>
                    <a:cubicBezTo>
                      <a:pt x="28066" y="10850"/>
                      <a:pt x="32645" y="10522"/>
                      <a:pt x="37294" y="9941"/>
                    </a:cubicBezTo>
                    <a:cubicBezTo>
                      <a:pt x="37305" y="9940"/>
                      <a:pt x="37316" y="9939"/>
                      <a:pt x="37326" y="9939"/>
                    </a:cubicBezTo>
                    <a:cubicBezTo>
                      <a:pt x="37734" y="9939"/>
                      <a:pt x="37853" y="10547"/>
                      <a:pt x="37561" y="10775"/>
                    </a:cubicBezTo>
                    <a:cubicBezTo>
                      <a:pt x="37761" y="14577"/>
                      <a:pt x="37227" y="18480"/>
                      <a:pt x="36993" y="22283"/>
                    </a:cubicBezTo>
                    <a:cubicBezTo>
                      <a:pt x="36793" y="25919"/>
                      <a:pt x="36660" y="29555"/>
                      <a:pt x="36526" y="33191"/>
                    </a:cubicBezTo>
                    <a:cubicBezTo>
                      <a:pt x="36260" y="40729"/>
                      <a:pt x="36160" y="48301"/>
                      <a:pt x="36226" y="55840"/>
                    </a:cubicBezTo>
                    <a:cubicBezTo>
                      <a:pt x="36226" y="56074"/>
                      <a:pt x="36059" y="56240"/>
                      <a:pt x="35859" y="56274"/>
                    </a:cubicBezTo>
                    <a:cubicBezTo>
                      <a:pt x="33155" y="59832"/>
                      <a:pt x="27049" y="60305"/>
                      <a:pt x="22435" y="60305"/>
                    </a:cubicBezTo>
                    <a:cubicBezTo>
                      <a:pt x="21643" y="60305"/>
                      <a:pt x="20894" y="60291"/>
                      <a:pt x="20215" y="60277"/>
                    </a:cubicBezTo>
                    <a:cubicBezTo>
                      <a:pt x="16879" y="60243"/>
                      <a:pt x="13543" y="59843"/>
                      <a:pt x="10308" y="59109"/>
                    </a:cubicBezTo>
                    <a:cubicBezTo>
                      <a:pt x="8473" y="58709"/>
                      <a:pt x="5905" y="58209"/>
                      <a:pt x="4837" y="56474"/>
                    </a:cubicBezTo>
                    <a:cubicBezTo>
                      <a:pt x="4670" y="56474"/>
                      <a:pt x="4470" y="56374"/>
                      <a:pt x="4470" y="56107"/>
                    </a:cubicBezTo>
                    <a:cubicBezTo>
                      <a:pt x="4170" y="48468"/>
                      <a:pt x="4504" y="40763"/>
                      <a:pt x="4337" y="33124"/>
                    </a:cubicBezTo>
                    <a:cubicBezTo>
                      <a:pt x="4270" y="29355"/>
                      <a:pt x="4137" y="25585"/>
                      <a:pt x="3970" y="21816"/>
                    </a:cubicBezTo>
                    <a:cubicBezTo>
                      <a:pt x="3803" y="17913"/>
                      <a:pt x="3403" y="14010"/>
                      <a:pt x="3503" y="10107"/>
                    </a:cubicBezTo>
                    <a:cubicBezTo>
                      <a:pt x="3503" y="10007"/>
                      <a:pt x="3603" y="9907"/>
                      <a:pt x="3703" y="9907"/>
                    </a:cubicBezTo>
                    <a:cubicBezTo>
                      <a:pt x="3736" y="9874"/>
                      <a:pt x="3736" y="9874"/>
                      <a:pt x="3770" y="9874"/>
                    </a:cubicBezTo>
                    <a:close/>
                    <a:moveTo>
                      <a:pt x="5404" y="60644"/>
                    </a:moveTo>
                    <a:cubicBezTo>
                      <a:pt x="6572" y="60644"/>
                      <a:pt x="7806" y="61211"/>
                      <a:pt x="8873" y="61611"/>
                    </a:cubicBezTo>
                    <a:cubicBezTo>
                      <a:pt x="9774" y="61945"/>
                      <a:pt x="10942" y="62245"/>
                      <a:pt x="11675" y="62879"/>
                    </a:cubicBezTo>
                    <a:cubicBezTo>
                      <a:pt x="11775" y="62912"/>
                      <a:pt x="11775" y="63045"/>
                      <a:pt x="11742" y="63112"/>
                    </a:cubicBezTo>
                    <a:cubicBezTo>
                      <a:pt x="11668" y="63597"/>
                      <a:pt x="11156" y="63717"/>
                      <a:pt x="10619" y="63717"/>
                    </a:cubicBezTo>
                    <a:cubicBezTo>
                      <a:pt x="10196" y="63717"/>
                      <a:pt x="9757" y="63642"/>
                      <a:pt x="9507" y="63612"/>
                    </a:cubicBezTo>
                    <a:cubicBezTo>
                      <a:pt x="8173" y="63479"/>
                      <a:pt x="6805" y="63045"/>
                      <a:pt x="5704" y="62245"/>
                    </a:cubicBezTo>
                    <a:cubicBezTo>
                      <a:pt x="5503" y="62101"/>
                      <a:pt x="5624" y="61858"/>
                      <a:pt x="5811" y="61858"/>
                    </a:cubicBezTo>
                    <a:cubicBezTo>
                      <a:pt x="5841" y="61858"/>
                      <a:pt x="5872" y="61864"/>
                      <a:pt x="5905" y="61878"/>
                    </a:cubicBezTo>
                    <a:cubicBezTo>
                      <a:pt x="6872" y="62345"/>
                      <a:pt x="7773" y="62745"/>
                      <a:pt x="8807" y="62945"/>
                    </a:cubicBezTo>
                    <a:cubicBezTo>
                      <a:pt x="9211" y="63032"/>
                      <a:pt x="9691" y="63119"/>
                      <a:pt x="10115" y="63119"/>
                    </a:cubicBezTo>
                    <a:cubicBezTo>
                      <a:pt x="10181" y="63119"/>
                      <a:pt x="10245" y="63116"/>
                      <a:pt x="10308" y="63112"/>
                    </a:cubicBezTo>
                    <a:cubicBezTo>
                      <a:pt x="10908" y="63079"/>
                      <a:pt x="10942" y="63112"/>
                      <a:pt x="10408" y="62812"/>
                    </a:cubicBezTo>
                    <a:cubicBezTo>
                      <a:pt x="8840" y="61945"/>
                      <a:pt x="6839" y="61844"/>
                      <a:pt x="5338" y="60844"/>
                    </a:cubicBezTo>
                    <a:cubicBezTo>
                      <a:pt x="5237" y="60810"/>
                      <a:pt x="5271" y="60644"/>
                      <a:pt x="5404" y="60644"/>
                    </a:cubicBezTo>
                    <a:close/>
                    <a:moveTo>
                      <a:pt x="8273" y="0"/>
                    </a:moveTo>
                    <a:cubicBezTo>
                      <a:pt x="7586" y="601"/>
                      <a:pt x="6787" y="796"/>
                      <a:pt x="5943" y="796"/>
                    </a:cubicBezTo>
                    <a:cubicBezTo>
                      <a:pt x="4491" y="796"/>
                      <a:pt x="2906" y="218"/>
                      <a:pt x="1535" y="134"/>
                    </a:cubicBezTo>
                    <a:cubicBezTo>
                      <a:pt x="1001" y="100"/>
                      <a:pt x="501" y="67"/>
                      <a:pt x="0" y="67"/>
                    </a:cubicBezTo>
                    <a:cubicBezTo>
                      <a:pt x="4303" y="19714"/>
                      <a:pt x="3169" y="39895"/>
                      <a:pt x="1368" y="59776"/>
                    </a:cubicBezTo>
                    <a:cubicBezTo>
                      <a:pt x="1368" y="59776"/>
                      <a:pt x="1368" y="59810"/>
                      <a:pt x="1368" y="59810"/>
                    </a:cubicBezTo>
                    <a:cubicBezTo>
                      <a:pt x="4607" y="65722"/>
                      <a:pt x="11967" y="66624"/>
                      <a:pt x="18222" y="66624"/>
                    </a:cubicBezTo>
                    <a:cubicBezTo>
                      <a:pt x="18601" y="66624"/>
                      <a:pt x="18977" y="66620"/>
                      <a:pt x="19348" y="66615"/>
                    </a:cubicBezTo>
                    <a:cubicBezTo>
                      <a:pt x="22650" y="66581"/>
                      <a:pt x="25952" y="66314"/>
                      <a:pt x="29221" y="65947"/>
                    </a:cubicBezTo>
                    <a:cubicBezTo>
                      <a:pt x="32824" y="65547"/>
                      <a:pt x="37894" y="64580"/>
                      <a:pt x="37794" y="59910"/>
                    </a:cubicBezTo>
                    <a:cubicBezTo>
                      <a:pt x="37794" y="59743"/>
                      <a:pt x="37861" y="59610"/>
                      <a:pt x="37994" y="59509"/>
                    </a:cubicBezTo>
                    <a:cubicBezTo>
                      <a:pt x="37894" y="57275"/>
                      <a:pt x="37827" y="55006"/>
                      <a:pt x="37794" y="52738"/>
                    </a:cubicBezTo>
                    <a:cubicBezTo>
                      <a:pt x="37694" y="52605"/>
                      <a:pt x="37727" y="52471"/>
                      <a:pt x="37761" y="52338"/>
                    </a:cubicBezTo>
                    <a:cubicBezTo>
                      <a:pt x="37627" y="44699"/>
                      <a:pt x="37761" y="37027"/>
                      <a:pt x="38228" y="29388"/>
                    </a:cubicBezTo>
                    <a:cubicBezTo>
                      <a:pt x="38361" y="26953"/>
                      <a:pt x="38528" y="24484"/>
                      <a:pt x="38761" y="22049"/>
                    </a:cubicBezTo>
                    <a:cubicBezTo>
                      <a:pt x="38728" y="22016"/>
                      <a:pt x="38728" y="21949"/>
                      <a:pt x="38728" y="21883"/>
                    </a:cubicBezTo>
                    <a:cubicBezTo>
                      <a:pt x="38761" y="21849"/>
                      <a:pt x="38761" y="21816"/>
                      <a:pt x="38761" y="21782"/>
                    </a:cubicBezTo>
                    <a:cubicBezTo>
                      <a:pt x="38995" y="19314"/>
                      <a:pt x="39228" y="16846"/>
                      <a:pt x="39495" y="14377"/>
                    </a:cubicBezTo>
                    <a:cubicBezTo>
                      <a:pt x="39996" y="9807"/>
                      <a:pt x="40429" y="5070"/>
                      <a:pt x="41463" y="567"/>
                    </a:cubicBezTo>
                    <a:lnTo>
                      <a:pt x="41463" y="567"/>
                    </a:lnTo>
                    <a:cubicBezTo>
                      <a:pt x="40596" y="849"/>
                      <a:pt x="39658" y="990"/>
                      <a:pt x="38723" y="990"/>
                    </a:cubicBezTo>
                    <a:cubicBezTo>
                      <a:pt x="38220" y="990"/>
                      <a:pt x="37717" y="949"/>
                      <a:pt x="37227" y="867"/>
                    </a:cubicBezTo>
                    <a:cubicBezTo>
                      <a:pt x="36627" y="2035"/>
                      <a:pt x="35693" y="2969"/>
                      <a:pt x="34592" y="2969"/>
                    </a:cubicBezTo>
                    <a:cubicBezTo>
                      <a:pt x="34123" y="5444"/>
                      <a:pt x="32331" y="7675"/>
                      <a:pt x="29932" y="7675"/>
                    </a:cubicBezTo>
                    <a:cubicBezTo>
                      <a:pt x="29259" y="7675"/>
                      <a:pt x="28539" y="7500"/>
                      <a:pt x="27787" y="7105"/>
                    </a:cubicBezTo>
                    <a:cubicBezTo>
                      <a:pt x="26886" y="6605"/>
                      <a:pt x="26119" y="5804"/>
                      <a:pt x="25619" y="4904"/>
                    </a:cubicBezTo>
                    <a:cubicBezTo>
                      <a:pt x="25118" y="3936"/>
                      <a:pt x="25118" y="2902"/>
                      <a:pt x="24785" y="1902"/>
                    </a:cubicBezTo>
                    <a:cubicBezTo>
                      <a:pt x="24618" y="1501"/>
                      <a:pt x="24418" y="1168"/>
                      <a:pt x="24184" y="901"/>
                    </a:cubicBezTo>
                    <a:cubicBezTo>
                      <a:pt x="24118" y="901"/>
                      <a:pt x="24084" y="934"/>
                      <a:pt x="24018" y="934"/>
                    </a:cubicBezTo>
                    <a:cubicBezTo>
                      <a:pt x="23859" y="955"/>
                      <a:pt x="23698" y="966"/>
                      <a:pt x="23537" y="966"/>
                    </a:cubicBezTo>
                    <a:cubicBezTo>
                      <a:pt x="22682" y="966"/>
                      <a:pt x="21806" y="677"/>
                      <a:pt x="21049" y="200"/>
                    </a:cubicBezTo>
                    <a:cubicBezTo>
                      <a:pt x="19403" y="1125"/>
                      <a:pt x="17322" y="1557"/>
                      <a:pt x="15184" y="1557"/>
                    </a:cubicBezTo>
                    <a:cubicBezTo>
                      <a:pt x="12773" y="1557"/>
                      <a:pt x="10289" y="1008"/>
                      <a:pt x="8273" y="0"/>
                    </a:cubicBezTo>
                    <a:close/>
                  </a:path>
                </a:pathLst>
              </a:custGeom>
              <a:solidFill>
                <a:srgbClr val="F4F8F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8" name="Google Shape;15308;p50"/>
              <p:cNvSpPr/>
              <p:nvPr/>
            </p:nvSpPr>
            <p:spPr>
              <a:xfrm>
                <a:off x="6186571" y="1931941"/>
                <a:ext cx="52009" cy="159654"/>
              </a:xfrm>
              <a:custGeom>
                <a:rect b="b" l="l" r="r" t="t"/>
                <a:pathLst>
                  <a:path extrusionOk="0" h="5019" w="1635">
                    <a:moveTo>
                      <a:pt x="436" y="0"/>
                    </a:moveTo>
                    <a:cubicBezTo>
                      <a:pt x="327" y="0"/>
                      <a:pt x="222" y="107"/>
                      <a:pt x="134" y="379"/>
                    </a:cubicBezTo>
                    <a:cubicBezTo>
                      <a:pt x="101" y="446"/>
                      <a:pt x="67" y="479"/>
                      <a:pt x="34" y="479"/>
                    </a:cubicBezTo>
                    <a:cubicBezTo>
                      <a:pt x="0" y="913"/>
                      <a:pt x="34" y="1346"/>
                      <a:pt x="34" y="1747"/>
                    </a:cubicBezTo>
                    <a:cubicBezTo>
                      <a:pt x="134" y="2347"/>
                      <a:pt x="234" y="2914"/>
                      <a:pt x="401" y="3515"/>
                    </a:cubicBezTo>
                    <a:cubicBezTo>
                      <a:pt x="467" y="3815"/>
                      <a:pt x="501" y="4215"/>
                      <a:pt x="634" y="4482"/>
                    </a:cubicBezTo>
                    <a:cubicBezTo>
                      <a:pt x="738" y="4638"/>
                      <a:pt x="944" y="5019"/>
                      <a:pt x="1189" y="5019"/>
                    </a:cubicBezTo>
                    <a:cubicBezTo>
                      <a:pt x="1257" y="5019"/>
                      <a:pt x="1328" y="4989"/>
                      <a:pt x="1401" y="4916"/>
                    </a:cubicBezTo>
                    <a:cubicBezTo>
                      <a:pt x="1635" y="4749"/>
                      <a:pt x="1468" y="3048"/>
                      <a:pt x="1468" y="2781"/>
                    </a:cubicBezTo>
                    <a:cubicBezTo>
                      <a:pt x="1435" y="2314"/>
                      <a:pt x="1368" y="1880"/>
                      <a:pt x="1268" y="1413"/>
                    </a:cubicBezTo>
                    <a:cubicBezTo>
                      <a:pt x="1268" y="1335"/>
                      <a:pt x="822" y="0"/>
                      <a:pt x="436" y="0"/>
                    </a:cubicBezTo>
                    <a:close/>
                  </a:path>
                </a:pathLst>
              </a:custGeom>
              <a:solidFill>
                <a:srgbClr val="C5E2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9" name="Google Shape;15309;p50"/>
              <p:cNvSpPr/>
              <p:nvPr/>
            </p:nvSpPr>
            <p:spPr>
              <a:xfrm>
                <a:off x="6122920" y="2108676"/>
                <a:ext cx="1234069" cy="1857004"/>
              </a:xfrm>
              <a:custGeom>
                <a:rect b="b" l="l" r="r" t="t"/>
                <a:pathLst>
                  <a:path extrusionOk="0" h="58378" w="38795">
                    <a:moveTo>
                      <a:pt x="2095" y="50256"/>
                    </a:moveTo>
                    <a:cubicBezTo>
                      <a:pt x="2152" y="50256"/>
                      <a:pt x="2202" y="50339"/>
                      <a:pt x="2202" y="50396"/>
                    </a:cubicBezTo>
                    <a:cubicBezTo>
                      <a:pt x="2202" y="50563"/>
                      <a:pt x="2102" y="50730"/>
                      <a:pt x="2135" y="50897"/>
                    </a:cubicBezTo>
                    <a:cubicBezTo>
                      <a:pt x="2168" y="51063"/>
                      <a:pt x="2235" y="51230"/>
                      <a:pt x="2402" y="51297"/>
                    </a:cubicBezTo>
                    <a:cubicBezTo>
                      <a:pt x="2446" y="51311"/>
                      <a:pt x="2489" y="51318"/>
                      <a:pt x="2533" y="51318"/>
                    </a:cubicBezTo>
                    <a:cubicBezTo>
                      <a:pt x="2686" y="51318"/>
                      <a:pt x="2831" y="51234"/>
                      <a:pt x="2935" y="51130"/>
                    </a:cubicBezTo>
                    <a:cubicBezTo>
                      <a:pt x="3002" y="51030"/>
                      <a:pt x="3069" y="50930"/>
                      <a:pt x="3069" y="50830"/>
                    </a:cubicBezTo>
                    <a:cubicBezTo>
                      <a:pt x="3069" y="50696"/>
                      <a:pt x="2969" y="50563"/>
                      <a:pt x="2935" y="50463"/>
                    </a:cubicBezTo>
                    <a:cubicBezTo>
                      <a:pt x="2913" y="50374"/>
                      <a:pt x="2965" y="50329"/>
                      <a:pt x="3022" y="50329"/>
                    </a:cubicBezTo>
                    <a:cubicBezTo>
                      <a:pt x="3050" y="50329"/>
                      <a:pt x="3080" y="50341"/>
                      <a:pt x="3102" y="50363"/>
                    </a:cubicBezTo>
                    <a:cubicBezTo>
                      <a:pt x="3269" y="50496"/>
                      <a:pt x="3369" y="50630"/>
                      <a:pt x="3402" y="50830"/>
                    </a:cubicBezTo>
                    <a:cubicBezTo>
                      <a:pt x="3436" y="51030"/>
                      <a:pt x="3369" y="51197"/>
                      <a:pt x="3269" y="51364"/>
                    </a:cubicBezTo>
                    <a:cubicBezTo>
                      <a:pt x="3104" y="51611"/>
                      <a:pt x="2804" y="51790"/>
                      <a:pt x="2498" y="51790"/>
                    </a:cubicBezTo>
                    <a:cubicBezTo>
                      <a:pt x="2433" y="51790"/>
                      <a:pt x="2367" y="51782"/>
                      <a:pt x="2302" y="51764"/>
                    </a:cubicBezTo>
                    <a:cubicBezTo>
                      <a:pt x="1968" y="51664"/>
                      <a:pt x="1735" y="51364"/>
                      <a:pt x="1701" y="51030"/>
                    </a:cubicBezTo>
                    <a:cubicBezTo>
                      <a:pt x="1635" y="50730"/>
                      <a:pt x="1701" y="50296"/>
                      <a:pt x="2068" y="50263"/>
                    </a:cubicBezTo>
                    <a:cubicBezTo>
                      <a:pt x="2077" y="50258"/>
                      <a:pt x="2086" y="50256"/>
                      <a:pt x="2095" y="50256"/>
                    </a:cubicBezTo>
                    <a:close/>
                    <a:moveTo>
                      <a:pt x="2402" y="1628"/>
                    </a:moveTo>
                    <a:cubicBezTo>
                      <a:pt x="8006" y="1828"/>
                      <a:pt x="13576" y="2428"/>
                      <a:pt x="19180" y="2562"/>
                    </a:cubicBezTo>
                    <a:cubicBezTo>
                      <a:pt x="20142" y="2590"/>
                      <a:pt x="21099" y="2604"/>
                      <a:pt x="22054" y="2604"/>
                    </a:cubicBezTo>
                    <a:cubicBezTo>
                      <a:pt x="26698" y="2604"/>
                      <a:pt x="31277" y="2276"/>
                      <a:pt x="35926" y="1695"/>
                    </a:cubicBezTo>
                    <a:cubicBezTo>
                      <a:pt x="35937" y="1694"/>
                      <a:pt x="35948" y="1693"/>
                      <a:pt x="35958" y="1693"/>
                    </a:cubicBezTo>
                    <a:cubicBezTo>
                      <a:pt x="36366" y="1693"/>
                      <a:pt x="36485" y="2301"/>
                      <a:pt x="36193" y="2529"/>
                    </a:cubicBezTo>
                    <a:cubicBezTo>
                      <a:pt x="36393" y="6331"/>
                      <a:pt x="35859" y="10234"/>
                      <a:pt x="35625" y="14037"/>
                    </a:cubicBezTo>
                    <a:cubicBezTo>
                      <a:pt x="35425" y="17673"/>
                      <a:pt x="35292" y="21309"/>
                      <a:pt x="35158" y="24945"/>
                    </a:cubicBezTo>
                    <a:cubicBezTo>
                      <a:pt x="34892" y="32483"/>
                      <a:pt x="34792" y="40055"/>
                      <a:pt x="34858" y="47594"/>
                    </a:cubicBezTo>
                    <a:cubicBezTo>
                      <a:pt x="34858" y="47828"/>
                      <a:pt x="34691" y="47994"/>
                      <a:pt x="34491" y="48028"/>
                    </a:cubicBezTo>
                    <a:cubicBezTo>
                      <a:pt x="31787" y="51586"/>
                      <a:pt x="25681" y="52059"/>
                      <a:pt x="21067" y="52059"/>
                    </a:cubicBezTo>
                    <a:cubicBezTo>
                      <a:pt x="20275" y="52059"/>
                      <a:pt x="19526" y="52045"/>
                      <a:pt x="18847" y="52031"/>
                    </a:cubicBezTo>
                    <a:cubicBezTo>
                      <a:pt x="15511" y="51997"/>
                      <a:pt x="12175" y="51597"/>
                      <a:pt x="8940" y="50863"/>
                    </a:cubicBezTo>
                    <a:cubicBezTo>
                      <a:pt x="7105" y="50463"/>
                      <a:pt x="4537" y="49963"/>
                      <a:pt x="3469" y="48228"/>
                    </a:cubicBezTo>
                    <a:cubicBezTo>
                      <a:pt x="3302" y="48228"/>
                      <a:pt x="3102" y="48128"/>
                      <a:pt x="3102" y="47861"/>
                    </a:cubicBezTo>
                    <a:cubicBezTo>
                      <a:pt x="2802" y="40222"/>
                      <a:pt x="3136" y="32517"/>
                      <a:pt x="2969" y="24878"/>
                    </a:cubicBezTo>
                    <a:cubicBezTo>
                      <a:pt x="2902" y="21109"/>
                      <a:pt x="2769" y="17339"/>
                      <a:pt x="2602" y="13570"/>
                    </a:cubicBezTo>
                    <a:cubicBezTo>
                      <a:pt x="2435" y="9667"/>
                      <a:pt x="2035" y="5764"/>
                      <a:pt x="2135" y="1861"/>
                    </a:cubicBezTo>
                    <a:cubicBezTo>
                      <a:pt x="2135" y="1761"/>
                      <a:pt x="2235" y="1661"/>
                      <a:pt x="2335" y="1661"/>
                    </a:cubicBezTo>
                    <a:cubicBezTo>
                      <a:pt x="2368" y="1628"/>
                      <a:pt x="2368" y="1628"/>
                      <a:pt x="2402" y="1628"/>
                    </a:cubicBezTo>
                    <a:close/>
                    <a:moveTo>
                      <a:pt x="4036" y="52398"/>
                    </a:moveTo>
                    <a:cubicBezTo>
                      <a:pt x="5204" y="52398"/>
                      <a:pt x="6438" y="52965"/>
                      <a:pt x="7505" y="53365"/>
                    </a:cubicBezTo>
                    <a:cubicBezTo>
                      <a:pt x="8406" y="53699"/>
                      <a:pt x="9574" y="53999"/>
                      <a:pt x="10307" y="54633"/>
                    </a:cubicBezTo>
                    <a:cubicBezTo>
                      <a:pt x="10407" y="54666"/>
                      <a:pt x="10407" y="54799"/>
                      <a:pt x="10374" y="54866"/>
                    </a:cubicBezTo>
                    <a:cubicBezTo>
                      <a:pt x="10300" y="55351"/>
                      <a:pt x="9788" y="55471"/>
                      <a:pt x="9251" y="55471"/>
                    </a:cubicBezTo>
                    <a:cubicBezTo>
                      <a:pt x="8828" y="55471"/>
                      <a:pt x="8389" y="55396"/>
                      <a:pt x="8139" y="55366"/>
                    </a:cubicBezTo>
                    <a:cubicBezTo>
                      <a:pt x="6805" y="55233"/>
                      <a:pt x="5437" y="54799"/>
                      <a:pt x="4336" y="53999"/>
                    </a:cubicBezTo>
                    <a:cubicBezTo>
                      <a:pt x="4135" y="53855"/>
                      <a:pt x="4256" y="53612"/>
                      <a:pt x="4443" y="53612"/>
                    </a:cubicBezTo>
                    <a:cubicBezTo>
                      <a:pt x="4473" y="53612"/>
                      <a:pt x="4504" y="53618"/>
                      <a:pt x="4537" y="53632"/>
                    </a:cubicBezTo>
                    <a:cubicBezTo>
                      <a:pt x="5504" y="54099"/>
                      <a:pt x="6405" y="54499"/>
                      <a:pt x="7439" y="54699"/>
                    </a:cubicBezTo>
                    <a:cubicBezTo>
                      <a:pt x="7843" y="54786"/>
                      <a:pt x="8323" y="54873"/>
                      <a:pt x="8747" y="54873"/>
                    </a:cubicBezTo>
                    <a:cubicBezTo>
                      <a:pt x="8813" y="54873"/>
                      <a:pt x="8877" y="54870"/>
                      <a:pt x="8940" y="54866"/>
                    </a:cubicBezTo>
                    <a:cubicBezTo>
                      <a:pt x="9540" y="54833"/>
                      <a:pt x="9574" y="54866"/>
                      <a:pt x="9040" y="54566"/>
                    </a:cubicBezTo>
                    <a:cubicBezTo>
                      <a:pt x="7472" y="53699"/>
                      <a:pt x="5471" y="53598"/>
                      <a:pt x="3970" y="52598"/>
                    </a:cubicBezTo>
                    <a:cubicBezTo>
                      <a:pt x="3869" y="52564"/>
                      <a:pt x="3903" y="52398"/>
                      <a:pt x="4036" y="52398"/>
                    </a:cubicBezTo>
                    <a:close/>
                    <a:moveTo>
                      <a:pt x="9612" y="0"/>
                    </a:moveTo>
                    <a:cubicBezTo>
                      <a:pt x="9442" y="0"/>
                      <a:pt x="9274" y="18"/>
                      <a:pt x="9107" y="60"/>
                    </a:cubicBezTo>
                    <a:cubicBezTo>
                      <a:pt x="8373" y="260"/>
                      <a:pt x="7672" y="627"/>
                      <a:pt x="6905" y="694"/>
                    </a:cubicBezTo>
                    <a:cubicBezTo>
                      <a:pt x="6760" y="711"/>
                      <a:pt x="6619" y="718"/>
                      <a:pt x="6479" y="718"/>
                    </a:cubicBezTo>
                    <a:cubicBezTo>
                      <a:pt x="5780" y="718"/>
                      <a:pt x="5131" y="533"/>
                      <a:pt x="4437" y="394"/>
                    </a:cubicBezTo>
                    <a:cubicBezTo>
                      <a:pt x="4201" y="370"/>
                      <a:pt x="3965" y="347"/>
                      <a:pt x="3741" y="347"/>
                    </a:cubicBezTo>
                    <a:cubicBezTo>
                      <a:pt x="3648" y="347"/>
                      <a:pt x="3557" y="351"/>
                      <a:pt x="3469" y="360"/>
                    </a:cubicBezTo>
                    <a:cubicBezTo>
                      <a:pt x="3396" y="397"/>
                      <a:pt x="3313" y="424"/>
                      <a:pt x="3219" y="424"/>
                    </a:cubicBezTo>
                    <a:cubicBezTo>
                      <a:pt x="3143" y="424"/>
                      <a:pt x="3059" y="406"/>
                      <a:pt x="2969" y="360"/>
                    </a:cubicBezTo>
                    <a:cubicBezTo>
                      <a:pt x="2435" y="427"/>
                      <a:pt x="1868" y="527"/>
                      <a:pt x="1301" y="527"/>
                    </a:cubicBezTo>
                    <a:cubicBezTo>
                      <a:pt x="767" y="527"/>
                      <a:pt x="400" y="327"/>
                      <a:pt x="133" y="60"/>
                    </a:cubicBezTo>
                    <a:lnTo>
                      <a:pt x="133" y="60"/>
                    </a:lnTo>
                    <a:cubicBezTo>
                      <a:pt x="2602" y="17072"/>
                      <a:pt x="1534" y="34418"/>
                      <a:pt x="0" y="51530"/>
                    </a:cubicBezTo>
                    <a:cubicBezTo>
                      <a:pt x="0" y="51530"/>
                      <a:pt x="0" y="51564"/>
                      <a:pt x="0" y="51564"/>
                    </a:cubicBezTo>
                    <a:cubicBezTo>
                      <a:pt x="3239" y="57476"/>
                      <a:pt x="10599" y="58378"/>
                      <a:pt x="16854" y="58378"/>
                    </a:cubicBezTo>
                    <a:cubicBezTo>
                      <a:pt x="17233" y="58378"/>
                      <a:pt x="17609" y="58374"/>
                      <a:pt x="17980" y="58369"/>
                    </a:cubicBezTo>
                    <a:cubicBezTo>
                      <a:pt x="21282" y="58335"/>
                      <a:pt x="24584" y="58068"/>
                      <a:pt x="27853" y="57701"/>
                    </a:cubicBezTo>
                    <a:cubicBezTo>
                      <a:pt x="31456" y="57301"/>
                      <a:pt x="36526" y="56334"/>
                      <a:pt x="36426" y="51664"/>
                    </a:cubicBezTo>
                    <a:cubicBezTo>
                      <a:pt x="36426" y="51497"/>
                      <a:pt x="36493" y="51364"/>
                      <a:pt x="36626" y="51263"/>
                    </a:cubicBezTo>
                    <a:cubicBezTo>
                      <a:pt x="36526" y="49029"/>
                      <a:pt x="36459" y="46760"/>
                      <a:pt x="36426" y="44492"/>
                    </a:cubicBezTo>
                    <a:cubicBezTo>
                      <a:pt x="36326" y="44359"/>
                      <a:pt x="36359" y="44225"/>
                      <a:pt x="36393" y="44092"/>
                    </a:cubicBezTo>
                    <a:cubicBezTo>
                      <a:pt x="36259" y="36453"/>
                      <a:pt x="36393" y="28781"/>
                      <a:pt x="36860" y="21142"/>
                    </a:cubicBezTo>
                    <a:cubicBezTo>
                      <a:pt x="36993" y="18707"/>
                      <a:pt x="37160" y="16238"/>
                      <a:pt x="37393" y="13803"/>
                    </a:cubicBezTo>
                    <a:cubicBezTo>
                      <a:pt x="37360" y="13770"/>
                      <a:pt x="37360" y="13703"/>
                      <a:pt x="37360" y="13637"/>
                    </a:cubicBezTo>
                    <a:cubicBezTo>
                      <a:pt x="37393" y="13603"/>
                      <a:pt x="37393" y="13570"/>
                      <a:pt x="37393" y="13536"/>
                    </a:cubicBezTo>
                    <a:cubicBezTo>
                      <a:pt x="37627" y="11068"/>
                      <a:pt x="37860" y="8600"/>
                      <a:pt x="38127" y="6131"/>
                    </a:cubicBezTo>
                    <a:cubicBezTo>
                      <a:pt x="38361" y="4196"/>
                      <a:pt x="38561" y="2228"/>
                      <a:pt x="38794" y="260"/>
                    </a:cubicBezTo>
                    <a:lnTo>
                      <a:pt x="38794" y="260"/>
                    </a:lnTo>
                    <a:cubicBezTo>
                      <a:pt x="37971" y="870"/>
                      <a:pt x="37120" y="1340"/>
                      <a:pt x="36012" y="1340"/>
                    </a:cubicBezTo>
                    <a:cubicBezTo>
                      <a:pt x="35908" y="1340"/>
                      <a:pt x="35801" y="1336"/>
                      <a:pt x="35692" y="1328"/>
                    </a:cubicBezTo>
                    <a:cubicBezTo>
                      <a:pt x="34750" y="1245"/>
                      <a:pt x="33899" y="954"/>
                      <a:pt x="32968" y="954"/>
                    </a:cubicBezTo>
                    <a:cubicBezTo>
                      <a:pt x="32779" y="954"/>
                      <a:pt x="32587" y="966"/>
                      <a:pt x="32390" y="994"/>
                    </a:cubicBezTo>
                    <a:cubicBezTo>
                      <a:pt x="31456" y="1128"/>
                      <a:pt x="30522" y="1094"/>
                      <a:pt x="29621" y="1194"/>
                    </a:cubicBezTo>
                    <a:cubicBezTo>
                      <a:pt x="29226" y="1237"/>
                      <a:pt x="28848" y="1273"/>
                      <a:pt x="28476" y="1273"/>
                    </a:cubicBezTo>
                    <a:cubicBezTo>
                      <a:pt x="27969" y="1273"/>
                      <a:pt x="27472" y="1206"/>
                      <a:pt x="26953" y="994"/>
                    </a:cubicBezTo>
                    <a:cubicBezTo>
                      <a:pt x="26586" y="861"/>
                      <a:pt x="26252" y="627"/>
                      <a:pt x="25852" y="560"/>
                    </a:cubicBezTo>
                    <a:cubicBezTo>
                      <a:pt x="25684" y="525"/>
                      <a:pt x="25518" y="511"/>
                      <a:pt x="25353" y="511"/>
                    </a:cubicBezTo>
                    <a:cubicBezTo>
                      <a:pt x="24895" y="511"/>
                      <a:pt x="24441" y="620"/>
                      <a:pt x="23950" y="694"/>
                    </a:cubicBezTo>
                    <a:cubicBezTo>
                      <a:pt x="23083" y="827"/>
                      <a:pt x="22183" y="794"/>
                      <a:pt x="21282" y="827"/>
                    </a:cubicBezTo>
                    <a:cubicBezTo>
                      <a:pt x="20494" y="827"/>
                      <a:pt x="19655" y="1006"/>
                      <a:pt x="18854" y="1006"/>
                    </a:cubicBezTo>
                    <a:cubicBezTo>
                      <a:pt x="18739" y="1006"/>
                      <a:pt x="18626" y="1002"/>
                      <a:pt x="18513" y="994"/>
                    </a:cubicBezTo>
                    <a:cubicBezTo>
                      <a:pt x="17412" y="961"/>
                      <a:pt x="16312" y="594"/>
                      <a:pt x="15211" y="594"/>
                    </a:cubicBezTo>
                    <a:cubicBezTo>
                      <a:pt x="14510" y="594"/>
                      <a:pt x="13772" y="763"/>
                      <a:pt x="13053" y="763"/>
                    </a:cubicBezTo>
                    <a:cubicBezTo>
                      <a:pt x="12813" y="763"/>
                      <a:pt x="12576" y="744"/>
                      <a:pt x="12342" y="694"/>
                    </a:cubicBezTo>
                    <a:cubicBezTo>
                      <a:pt x="11470" y="525"/>
                      <a:pt x="10527" y="0"/>
                      <a:pt x="9612" y="0"/>
                    </a:cubicBezTo>
                    <a:close/>
                  </a:path>
                </a:pathLst>
              </a:custGeom>
              <a:solidFill>
                <a:srgbClr val="C5E2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0" name="Google Shape;15310;p50"/>
              <p:cNvSpPr/>
              <p:nvPr/>
            </p:nvSpPr>
            <p:spPr>
              <a:xfrm>
                <a:off x="7077336" y="2495737"/>
                <a:ext cx="15428" cy="15142"/>
              </a:xfrm>
              <a:custGeom>
                <a:rect b="b" l="l" r="r" t="t"/>
                <a:pathLst>
                  <a:path extrusionOk="0" h="476" w="485">
                    <a:moveTo>
                      <a:pt x="184" y="1"/>
                    </a:moveTo>
                    <a:cubicBezTo>
                      <a:pt x="184" y="1"/>
                      <a:pt x="184" y="34"/>
                      <a:pt x="184" y="34"/>
                    </a:cubicBezTo>
                    <a:cubicBezTo>
                      <a:pt x="1" y="157"/>
                      <a:pt x="42" y="476"/>
                      <a:pt x="256" y="476"/>
                    </a:cubicBezTo>
                    <a:cubicBezTo>
                      <a:pt x="275" y="476"/>
                      <a:pt x="296" y="473"/>
                      <a:pt x="318" y="468"/>
                    </a:cubicBezTo>
                    <a:cubicBezTo>
                      <a:pt x="451" y="434"/>
                      <a:pt x="484" y="301"/>
                      <a:pt x="451" y="201"/>
                    </a:cubicBezTo>
                    <a:cubicBezTo>
                      <a:pt x="384" y="101"/>
                      <a:pt x="284" y="68"/>
                      <a:pt x="184" y="1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1" name="Google Shape;15311;p50"/>
              <p:cNvSpPr/>
              <p:nvPr/>
            </p:nvSpPr>
            <p:spPr>
              <a:xfrm>
                <a:off x="6206739" y="2173186"/>
                <a:ext cx="1049444" cy="1557100"/>
              </a:xfrm>
              <a:custGeom>
                <a:rect b="b" l="l" r="r" t="t"/>
                <a:pathLst>
                  <a:path extrusionOk="0" h="48950" w="32991">
                    <a:moveTo>
                      <a:pt x="7139" y="4470"/>
                    </a:moveTo>
                    <a:cubicBezTo>
                      <a:pt x="7539" y="4470"/>
                      <a:pt x="7539" y="4904"/>
                      <a:pt x="7139" y="4904"/>
                    </a:cubicBezTo>
                    <a:lnTo>
                      <a:pt x="7139" y="4470"/>
                    </a:lnTo>
                    <a:close/>
                    <a:moveTo>
                      <a:pt x="10910" y="5475"/>
                    </a:moveTo>
                    <a:cubicBezTo>
                      <a:pt x="11031" y="5475"/>
                      <a:pt x="11133" y="5615"/>
                      <a:pt x="11108" y="5738"/>
                    </a:cubicBezTo>
                    <a:cubicBezTo>
                      <a:pt x="11076" y="6028"/>
                      <a:pt x="11230" y="6473"/>
                      <a:pt x="11602" y="6473"/>
                    </a:cubicBezTo>
                    <a:cubicBezTo>
                      <a:pt x="11615" y="6473"/>
                      <a:pt x="11628" y="6473"/>
                      <a:pt x="11642" y="6472"/>
                    </a:cubicBezTo>
                    <a:cubicBezTo>
                      <a:pt x="12042" y="6405"/>
                      <a:pt x="12009" y="5971"/>
                      <a:pt x="12109" y="5671"/>
                    </a:cubicBezTo>
                    <a:cubicBezTo>
                      <a:pt x="12135" y="5593"/>
                      <a:pt x="12241" y="5516"/>
                      <a:pt x="12334" y="5516"/>
                    </a:cubicBezTo>
                    <a:cubicBezTo>
                      <a:pt x="12361" y="5516"/>
                      <a:pt x="12387" y="5522"/>
                      <a:pt x="12409" y="5538"/>
                    </a:cubicBezTo>
                    <a:cubicBezTo>
                      <a:pt x="12743" y="5771"/>
                      <a:pt x="12676" y="6238"/>
                      <a:pt x="12509" y="6538"/>
                    </a:cubicBezTo>
                    <a:cubicBezTo>
                      <a:pt x="12309" y="6872"/>
                      <a:pt x="11975" y="7072"/>
                      <a:pt x="11609" y="7072"/>
                    </a:cubicBezTo>
                    <a:cubicBezTo>
                      <a:pt x="10875" y="7072"/>
                      <a:pt x="10274" y="6138"/>
                      <a:pt x="10775" y="5538"/>
                    </a:cubicBezTo>
                    <a:cubicBezTo>
                      <a:pt x="10819" y="5493"/>
                      <a:pt x="10866" y="5475"/>
                      <a:pt x="10910" y="5475"/>
                    </a:cubicBezTo>
                    <a:close/>
                    <a:moveTo>
                      <a:pt x="21357" y="5586"/>
                    </a:moveTo>
                    <a:cubicBezTo>
                      <a:pt x="21384" y="5586"/>
                      <a:pt x="21415" y="5591"/>
                      <a:pt x="21449" y="5604"/>
                    </a:cubicBezTo>
                    <a:cubicBezTo>
                      <a:pt x="21816" y="5704"/>
                      <a:pt x="22049" y="6105"/>
                      <a:pt x="22016" y="6505"/>
                    </a:cubicBezTo>
                    <a:cubicBezTo>
                      <a:pt x="21983" y="6905"/>
                      <a:pt x="21682" y="7205"/>
                      <a:pt x="21282" y="7272"/>
                    </a:cubicBezTo>
                    <a:cubicBezTo>
                      <a:pt x="21229" y="7282"/>
                      <a:pt x="21175" y="7286"/>
                      <a:pt x="21122" y="7286"/>
                    </a:cubicBezTo>
                    <a:cubicBezTo>
                      <a:pt x="20804" y="7286"/>
                      <a:pt x="20486" y="7119"/>
                      <a:pt x="20315" y="6805"/>
                    </a:cubicBezTo>
                    <a:cubicBezTo>
                      <a:pt x="20148" y="6472"/>
                      <a:pt x="20215" y="6038"/>
                      <a:pt x="20515" y="5771"/>
                    </a:cubicBezTo>
                    <a:cubicBezTo>
                      <a:pt x="20552" y="5741"/>
                      <a:pt x="20595" y="5728"/>
                      <a:pt x="20637" y="5728"/>
                    </a:cubicBezTo>
                    <a:cubicBezTo>
                      <a:pt x="20782" y="5728"/>
                      <a:pt x="20918" y="5883"/>
                      <a:pt x="20815" y="6038"/>
                    </a:cubicBezTo>
                    <a:cubicBezTo>
                      <a:pt x="20627" y="6289"/>
                      <a:pt x="20704" y="6777"/>
                      <a:pt x="21077" y="6777"/>
                    </a:cubicBezTo>
                    <a:cubicBezTo>
                      <a:pt x="21100" y="6777"/>
                      <a:pt x="21124" y="6776"/>
                      <a:pt x="21149" y="6772"/>
                    </a:cubicBezTo>
                    <a:cubicBezTo>
                      <a:pt x="21616" y="6705"/>
                      <a:pt x="21582" y="6205"/>
                      <a:pt x="21282" y="5971"/>
                    </a:cubicBezTo>
                    <a:cubicBezTo>
                      <a:pt x="21137" y="5855"/>
                      <a:pt x="21169" y="5586"/>
                      <a:pt x="21357" y="5586"/>
                    </a:cubicBezTo>
                    <a:close/>
                    <a:moveTo>
                      <a:pt x="7420" y="8467"/>
                    </a:moveTo>
                    <a:cubicBezTo>
                      <a:pt x="7552" y="8467"/>
                      <a:pt x="7625" y="8641"/>
                      <a:pt x="7572" y="8773"/>
                    </a:cubicBezTo>
                    <a:cubicBezTo>
                      <a:pt x="7478" y="8993"/>
                      <a:pt x="7384" y="9479"/>
                      <a:pt x="7736" y="9479"/>
                    </a:cubicBezTo>
                    <a:cubicBezTo>
                      <a:pt x="7757" y="9479"/>
                      <a:pt x="7781" y="9478"/>
                      <a:pt x="7806" y="9474"/>
                    </a:cubicBezTo>
                    <a:cubicBezTo>
                      <a:pt x="7906" y="9474"/>
                      <a:pt x="7939" y="9407"/>
                      <a:pt x="7939" y="9307"/>
                    </a:cubicBezTo>
                    <a:cubicBezTo>
                      <a:pt x="7939" y="9240"/>
                      <a:pt x="7939" y="9207"/>
                      <a:pt x="7906" y="9173"/>
                    </a:cubicBezTo>
                    <a:cubicBezTo>
                      <a:pt x="7873" y="9140"/>
                      <a:pt x="7873" y="9107"/>
                      <a:pt x="7839" y="9107"/>
                    </a:cubicBezTo>
                    <a:cubicBezTo>
                      <a:pt x="7839" y="9073"/>
                      <a:pt x="7839" y="9073"/>
                      <a:pt x="7806" y="9040"/>
                    </a:cubicBezTo>
                    <a:cubicBezTo>
                      <a:pt x="7706" y="8940"/>
                      <a:pt x="7806" y="8773"/>
                      <a:pt x="7939" y="8773"/>
                    </a:cubicBezTo>
                    <a:cubicBezTo>
                      <a:pt x="7839" y="8773"/>
                      <a:pt x="8006" y="8740"/>
                      <a:pt x="8006" y="8740"/>
                    </a:cubicBezTo>
                    <a:cubicBezTo>
                      <a:pt x="8073" y="8740"/>
                      <a:pt x="8106" y="8773"/>
                      <a:pt x="8139" y="8773"/>
                    </a:cubicBezTo>
                    <a:cubicBezTo>
                      <a:pt x="8206" y="8807"/>
                      <a:pt x="8273" y="8840"/>
                      <a:pt x="8340" y="8873"/>
                    </a:cubicBezTo>
                    <a:cubicBezTo>
                      <a:pt x="8440" y="9007"/>
                      <a:pt x="8506" y="9173"/>
                      <a:pt x="8506" y="9340"/>
                    </a:cubicBezTo>
                    <a:cubicBezTo>
                      <a:pt x="8506" y="9707"/>
                      <a:pt x="8239" y="10007"/>
                      <a:pt x="7873" y="10074"/>
                    </a:cubicBezTo>
                    <a:cubicBezTo>
                      <a:pt x="7848" y="10077"/>
                      <a:pt x="7824" y="10078"/>
                      <a:pt x="7799" y="10078"/>
                    </a:cubicBezTo>
                    <a:cubicBezTo>
                      <a:pt x="7487" y="10078"/>
                      <a:pt x="7160" y="9883"/>
                      <a:pt x="7005" y="9574"/>
                    </a:cubicBezTo>
                    <a:cubicBezTo>
                      <a:pt x="6872" y="9207"/>
                      <a:pt x="6972" y="8740"/>
                      <a:pt x="7305" y="8506"/>
                    </a:cubicBezTo>
                    <a:cubicBezTo>
                      <a:pt x="7347" y="8479"/>
                      <a:pt x="7386" y="8467"/>
                      <a:pt x="7420" y="8467"/>
                    </a:cubicBezTo>
                    <a:close/>
                    <a:moveTo>
                      <a:pt x="27718" y="9691"/>
                    </a:moveTo>
                    <a:cubicBezTo>
                      <a:pt x="28004" y="9691"/>
                      <a:pt x="28302" y="10013"/>
                      <a:pt x="28354" y="10274"/>
                    </a:cubicBezTo>
                    <a:cubicBezTo>
                      <a:pt x="28454" y="10641"/>
                      <a:pt x="28187" y="11041"/>
                      <a:pt x="27820" y="11108"/>
                    </a:cubicBezTo>
                    <a:cubicBezTo>
                      <a:pt x="27757" y="11125"/>
                      <a:pt x="27693" y="11134"/>
                      <a:pt x="27630" y="11134"/>
                    </a:cubicBezTo>
                    <a:cubicBezTo>
                      <a:pt x="27325" y="11134"/>
                      <a:pt x="27036" y="10939"/>
                      <a:pt x="26953" y="10608"/>
                    </a:cubicBezTo>
                    <a:cubicBezTo>
                      <a:pt x="26853" y="10274"/>
                      <a:pt x="27053" y="9907"/>
                      <a:pt x="27386" y="9774"/>
                    </a:cubicBezTo>
                    <a:cubicBezTo>
                      <a:pt x="27403" y="9757"/>
                      <a:pt x="27420" y="9749"/>
                      <a:pt x="27436" y="9749"/>
                    </a:cubicBezTo>
                    <a:cubicBezTo>
                      <a:pt x="27453" y="9749"/>
                      <a:pt x="27470" y="9757"/>
                      <a:pt x="27487" y="9774"/>
                    </a:cubicBezTo>
                    <a:cubicBezTo>
                      <a:pt x="27559" y="9716"/>
                      <a:pt x="27638" y="9691"/>
                      <a:pt x="27718" y="9691"/>
                    </a:cubicBezTo>
                    <a:close/>
                    <a:moveTo>
                      <a:pt x="13783" y="11234"/>
                    </a:moveTo>
                    <a:cubicBezTo>
                      <a:pt x="14077" y="11234"/>
                      <a:pt x="14277" y="11598"/>
                      <a:pt x="14277" y="11875"/>
                    </a:cubicBezTo>
                    <a:cubicBezTo>
                      <a:pt x="14310" y="12209"/>
                      <a:pt x="14077" y="12476"/>
                      <a:pt x="13777" y="12576"/>
                    </a:cubicBezTo>
                    <a:cubicBezTo>
                      <a:pt x="13711" y="12589"/>
                      <a:pt x="13646" y="12596"/>
                      <a:pt x="13582" y="12596"/>
                    </a:cubicBezTo>
                    <a:cubicBezTo>
                      <a:pt x="13319" y="12596"/>
                      <a:pt x="13077" y="12484"/>
                      <a:pt x="12943" y="12242"/>
                    </a:cubicBezTo>
                    <a:cubicBezTo>
                      <a:pt x="12809" y="11942"/>
                      <a:pt x="12843" y="11609"/>
                      <a:pt x="13076" y="11375"/>
                    </a:cubicBezTo>
                    <a:cubicBezTo>
                      <a:pt x="13108" y="11351"/>
                      <a:pt x="13144" y="11341"/>
                      <a:pt x="13178" y="11341"/>
                    </a:cubicBezTo>
                    <a:cubicBezTo>
                      <a:pt x="13288" y="11341"/>
                      <a:pt x="13386" y="11448"/>
                      <a:pt x="13310" y="11575"/>
                    </a:cubicBezTo>
                    <a:cubicBezTo>
                      <a:pt x="13160" y="11815"/>
                      <a:pt x="13253" y="12190"/>
                      <a:pt x="13540" y="12190"/>
                    </a:cubicBezTo>
                    <a:cubicBezTo>
                      <a:pt x="13572" y="12190"/>
                      <a:pt x="13606" y="12186"/>
                      <a:pt x="13643" y="12176"/>
                    </a:cubicBezTo>
                    <a:cubicBezTo>
                      <a:pt x="13810" y="12109"/>
                      <a:pt x="13910" y="11975"/>
                      <a:pt x="13877" y="11809"/>
                    </a:cubicBezTo>
                    <a:cubicBezTo>
                      <a:pt x="13843" y="11642"/>
                      <a:pt x="13710" y="11609"/>
                      <a:pt x="13643" y="11475"/>
                    </a:cubicBezTo>
                    <a:cubicBezTo>
                      <a:pt x="13577" y="11375"/>
                      <a:pt x="13610" y="11242"/>
                      <a:pt x="13710" y="11242"/>
                    </a:cubicBezTo>
                    <a:cubicBezTo>
                      <a:pt x="13735" y="11237"/>
                      <a:pt x="13759" y="11234"/>
                      <a:pt x="13783" y="11234"/>
                    </a:cubicBezTo>
                    <a:close/>
                    <a:moveTo>
                      <a:pt x="24284" y="17680"/>
                    </a:moveTo>
                    <a:cubicBezTo>
                      <a:pt x="24618" y="17713"/>
                      <a:pt x="24751" y="18080"/>
                      <a:pt x="24751" y="18380"/>
                    </a:cubicBezTo>
                    <a:cubicBezTo>
                      <a:pt x="24751" y="18647"/>
                      <a:pt x="24584" y="18947"/>
                      <a:pt x="24318" y="19114"/>
                    </a:cubicBezTo>
                    <a:cubicBezTo>
                      <a:pt x="24198" y="19184"/>
                      <a:pt x="24069" y="19216"/>
                      <a:pt x="23942" y="19216"/>
                    </a:cubicBezTo>
                    <a:cubicBezTo>
                      <a:pt x="23465" y="19216"/>
                      <a:pt x="23004" y="18773"/>
                      <a:pt x="23083" y="18247"/>
                    </a:cubicBezTo>
                    <a:cubicBezTo>
                      <a:pt x="23100" y="18147"/>
                      <a:pt x="23192" y="18096"/>
                      <a:pt x="23284" y="18096"/>
                    </a:cubicBezTo>
                    <a:cubicBezTo>
                      <a:pt x="23375" y="18096"/>
                      <a:pt x="23467" y="18147"/>
                      <a:pt x="23484" y="18247"/>
                    </a:cubicBezTo>
                    <a:cubicBezTo>
                      <a:pt x="23509" y="18424"/>
                      <a:pt x="23689" y="18660"/>
                      <a:pt x="23876" y="18660"/>
                    </a:cubicBezTo>
                    <a:cubicBezTo>
                      <a:pt x="23935" y="18660"/>
                      <a:pt x="23995" y="18636"/>
                      <a:pt x="24051" y="18580"/>
                    </a:cubicBezTo>
                    <a:cubicBezTo>
                      <a:pt x="24151" y="18513"/>
                      <a:pt x="24184" y="18380"/>
                      <a:pt x="24184" y="18280"/>
                    </a:cubicBezTo>
                    <a:cubicBezTo>
                      <a:pt x="24151" y="18147"/>
                      <a:pt x="24084" y="18046"/>
                      <a:pt x="24084" y="17880"/>
                    </a:cubicBezTo>
                    <a:cubicBezTo>
                      <a:pt x="24051" y="17780"/>
                      <a:pt x="24184" y="17680"/>
                      <a:pt x="24284" y="17680"/>
                    </a:cubicBezTo>
                    <a:close/>
                    <a:moveTo>
                      <a:pt x="9902" y="18678"/>
                    </a:moveTo>
                    <a:cubicBezTo>
                      <a:pt x="9914" y="18678"/>
                      <a:pt x="9927" y="18679"/>
                      <a:pt x="9941" y="18680"/>
                    </a:cubicBezTo>
                    <a:cubicBezTo>
                      <a:pt x="10174" y="18680"/>
                      <a:pt x="10274" y="18947"/>
                      <a:pt x="10274" y="19147"/>
                    </a:cubicBezTo>
                    <a:cubicBezTo>
                      <a:pt x="10274" y="19549"/>
                      <a:pt x="9988" y="19922"/>
                      <a:pt x="9602" y="19922"/>
                    </a:cubicBezTo>
                    <a:cubicBezTo>
                      <a:pt x="9571" y="19922"/>
                      <a:pt x="9539" y="19919"/>
                      <a:pt x="9507" y="19914"/>
                    </a:cubicBezTo>
                    <a:cubicBezTo>
                      <a:pt x="9007" y="19881"/>
                      <a:pt x="8706" y="19347"/>
                      <a:pt x="8907" y="18914"/>
                    </a:cubicBezTo>
                    <a:cubicBezTo>
                      <a:pt x="8941" y="18833"/>
                      <a:pt x="9000" y="18800"/>
                      <a:pt x="9061" y="18800"/>
                    </a:cubicBezTo>
                    <a:cubicBezTo>
                      <a:pt x="9175" y="18800"/>
                      <a:pt x="9295" y="18916"/>
                      <a:pt x="9274" y="19047"/>
                    </a:cubicBezTo>
                    <a:cubicBezTo>
                      <a:pt x="9242" y="19203"/>
                      <a:pt x="9386" y="19417"/>
                      <a:pt x="9541" y="19417"/>
                    </a:cubicBezTo>
                    <a:cubicBezTo>
                      <a:pt x="9552" y="19417"/>
                      <a:pt x="9563" y="19416"/>
                      <a:pt x="9574" y="19414"/>
                    </a:cubicBezTo>
                    <a:cubicBezTo>
                      <a:pt x="9707" y="19414"/>
                      <a:pt x="9774" y="19214"/>
                      <a:pt x="9741" y="19114"/>
                    </a:cubicBezTo>
                    <a:cubicBezTo>
                      <a:pt x="9741" y="18956"/>
                      <a:pt x="9681" y="18678"/>
                      <a:pt x="9902" y="18678"/>
                    </a:cubicBezTo>
                    <a:close/>
                    <a:moveTo>
                      <a:pt x="14577" y="18906"/>
                    </a:moveTo>
                    <a:cubicBezTo>
                      <a:pt x="14956" y="18906"/>
                      <a:pt x="15289" y="19226"/>
                      <a:pt x="15345" y="19614"/>
                    </a:cubicBezTo>
                    <a:cubicBezTo>
                      <a:pt x="15378" y="20048"/>
                      <a:pt x="15011" y="20415"/>
                      <a:pt x="14577" y="20448"/>
                    </a:cubicBezTo>
                    <a:cubicBezTo>
                      <a:pt x="14537" y="20454"/>
                      <a:pt x="14498" y="20457"/>
                      <a:pt x="14459" y="20457"/>
                    </a:cubicBezTo>
                    <a:cubicBezTo>
                      <a:pt x="14050" y="20457"/>
                      <a:pt x="13741" y="20141"/>
                      <a:pt x="13710" y="19714"/>
                    </a:cubicBezTo>
                    <a:cubicBezTo>
                      <a:pt x="13677" y="19514"/>
                      <a:pt x="13743" y="19314"/>
                      <a:pt x="13877" y="19147"/>
                    </a:cubicBezTo>
                    <a:cubicBezTo>
                      <a:pt x="13877" y="19114"/>
                      <a:pt x="13977" y="19081"/>
                      <a:pt x="14010" y="19047"/>
                    </a:cubicBezTo>
                    <a:cubicBezTo>
                      <a:pt x="14044" y="19047"/>
                      <a:pt x="14077" y="19014"/>
                      <a:pt x="14110" y="18980"/>
                    </a:cubicBezTo>
                    <a:cubicBezTo>
                      <a:pt x="14157" y="18957"/>
                      <a:pt x="14205" y="18933"/>
                      <a:pt x="14264" y="18933"/>
                    </a:cubicBezTo>
                    <a:cubicBezTo>
                      <a:pt x="14288" y="18933"/>
                      <a:pt x="14314" y="18937"/>
                      <a:pt x="14344" y="18947"/>
                    </a:cubicBezTo>
                    <a:cubicBezTo>
                      <a:pt x="14422" y="18919"/>
                      <a:pt x="14500" y="18906"/>
                      <a:pt x="14577" y="18906"/>
                    </a:cubicBezTo>
                    <a:close/>
                    <a:moveTo>
                      <a:pt x="23199" y="22784"/>
                    </a:moveTo>
                    <a:cubicBezTo>
                      <a:pt x="23290" y="22784"/>
                      <a:pt x="23384" y="22836"/>
                      <a:pt x="23384" y="22950"/>
                    </a:cubicBezTo>
                    <a:cubicBezTo>
                      <a:pt x="23384" y="23317"/>
                      <a:pt x="23183" y="23917"/>
                      <a:pt x="23684" y="24051"/>
                    </a:cubicBezTo>
                    <a:cubicBezTo>
                      <a:pt x="23817" y="24051"/>
                      <a:pt x="23951" y="24017"/>
                      <a:pt x="23951" y="23851"/>
                    </a:cubicBezTo>
                    <a:cubicBezTo>
                      <a:pt x="23951" y="23717"/>
                      <a:pt x="23817" y="23650"/>
                      <a:pt x="23784" y="23550"/>
                    </a:cubicBezTo>
                    <a:cubicBezTo>
                      <a:pt x="23717" y="23450"/>
                      <a:pt x="23751" y="23317"/>
                      <a:pt x="23851" y="23250"/>
                    </a:cubicBezTo>
                    <a:cubicBezTo>
                      <a:pt x="23915" y="23215"/>
                      <a:pt x="23977" y="23200"/>
                      <a:pt x="24036" y="23200"/>
                    </a:cubicBezTo>
                    <a:cubicBezTo>
                      <a:pt x="24313" y="23200"/>
                      <a:pt x="24518" y="23548"/>
                      <a:pt x="24518" y="23851"/>
                    </a:cubicBezTo>
                    <a:cubicBezTo>
                      <a:pt x="24518" y="24218"/>
                      <a:pt x="24284" y="24551"/>
                      <a:pt x="23884" y="24618"/>
                    </a:cubicBezTo>
                    <a:cubicBezTo>
                      <a:pt x="23841" y="24624"/>
                      <a:pt x="23798" y="24627"/>
                      <a:pt x="23756" y="24627"/>
                    </a:cubicBezTo>
                    <a:cubicBezTo>
                      <a:pt x="22928" y="24627"/>
                      <a:pt x="22417" y="23420"/>
                      <a:pt x="23083" y="22817"/>
                    </a:cubicBezTo>
                    <a:cubicBezTo>
                      <a:pt x="23115" y="22795"/>
                      <a:pt x="23157" y="22784"/>
                      <a:pt x="23199" y="22784"/>
                    </a:cubicBezTo>
                    <a:close/>
                    <a:moveTo>
                      <a:pt x="4120" y="26836"/>
                    </a:moveTo>
                    <a:cubicBezTo>
                      <a:pt x="4195" y="26836"/>
                      <a:pt x="4270" y="26886"/>
                      <a:pt x="4270" y="26986"/>
                    </a:cubicBezTo>
                    <a:cubicBezTo>
                      <a:pt x="4303" y="27120"/>
                      <a:pt x="4303" y="27220"/>
                      <a:pt x="4270" y="27320"/>
                    </a:cubicBezTo>
                    <a:cubicBezTo>
                      <a:pt x="4253" y="27403"/>
                      <a:pt x="4187" y="27445"/>
                      <a:pt x="4120" y="27445"/>
                    </a:cubicBezTo>
                    <a:cubicBezTo>
                      <a:pt x="4053" y="27445"/>
                      <a:pt x="3986" y="27403"/>
                      <a:pt x="3970" y="27320"/>
                    </a:cubicBezTo>
                    <a:cubicBezTo>
                      <a:pt x="3936" y="27220"/>
                      <a:pt x="3936" y="27120"/>
                      <a:pt x="3970" y="26986"/>
                    </a:cubicBezTo>
                    <a:cubicBezTo>
                      <a:pt x="3970" y="26886"/>
                      <a:pt x="4045" y="26836"/>
                      <a:pt x="4120" y="26836"/>
                    </a:cubicBezTo>
                    <a:close/>
                    <a:moveTo>
                      <a:pt x="20026" y="32754"/>
                    </a:moveTo>
                    <a:cubicBezTo>
                      <a:pt x="20240" y="32754"/>
                      <a:pt x="20419" y="32970"/>
                      <a:pt x="20482" y="33157"/>
                    </a:cubicBezTo>
                    <a:cubicBezTo>
                      <a:pt x="20515" y="33424"/>
                      <a:pt x="20448" y="33658"/>
                      <a:pt x="20248" y="33824"/>
                    </a:cubicBezTo>
                    <a:cubicBezTo>
                      <a:pt x="20148" y="33908"/>
                      <a:pt x="20023" y="33950"/>
                      <a:pt x="19894" y="33950"/>
                    </a:cubicBezTo>
                    <a:cubicBezTo>
                      <a:pt x="19764" y="33950"/>
                      <a:pt x="19631" y="33908"/>
                      <a:pt x="19514" y="33824"/>
                    </a:cubicBezTo>
                    <a:cubicBezTo>
                      <a:pt x="19414" y="33758"/>
                      <a:pt x="19314" y="33624"/>
                      <a:pt x="19281" y="33524"/>
                    </a:cubicBezTo>
                    <a:cubicBezTo>
                      <a:pt x="19247" y="33391"/>
                      <a:pt x="19281" y="33291"/>
                      <a:pt x="19314" y="33157"/>
                    </a:cubicBezTo>
                    <a:cubicBezTo>
                      <a:pt x="19344" y="33082"/>
                      <a:pt x="19415" y="33048"/>
                      <a:pt x="19483" y="33048"/>
                    </a:cubicBezTo>
                    <a:cubicBezTo>
                      <a:pt x="19567" y="33048"/>
                      <a:pt x="19648" y="33099"/>
                      <a:pt x="19648" y="33191"/>
                    </a:cubicBezTo>
                    <a:cubicBezTo>
                      <a:pt x="19714" y="33257"/>
                      <a:pt x="19748" y="33291"/>
                      <a:pt x="19781" y="33324"/>
                    </a:cubicBezTo>
                    <a:cubicBezTo>
                      <a:pt x="19848" y="33357"/>
                      <a:pt x="19881" y="33357"/>
                      <a:pt x="19881" y="33357"/>
                    </a:cubicBezTo>
                    <a:cubicBezTo>
                      <a:pt x="19981" y="33257"/>
                      <a:pt x="19848" y="33057"/>
                      <a:pt x="19814" y="32957"/>
                    </a:cubicBezTo>
                    <a:cubicBezTo>
                      <a:pt x="19814" y="32890"/>
                      <a:pt x="19914" y="32790"/>
                      <a:pt x="19981" y="32757"/>
                    </a:cubicBezTo>
                    <a:cubicBezTo>
                      <a:pt x="19996" y="32755"/>
                      <a:pt x="20011" y="32754"/>
                      <a:pt x="20026" y="32754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1134" y="7339"/>
                      <a:pt x="1001" y="15044"/>
                      <a:pt x="1201" y="22450"/>
                    </a:cubicBezTo>
                    <a:cubicBezTo>
                      <a:pt x="1401" y="30122"/>
                      <a:pt x="1768" y="37927"/>
                      <a:pt x="1201" y="45600"/>
                    </a:cubicBezTo>
                    <a:cubicBezTo>
                      <a:pt x="5204" y="48602"/>
                      <a:pt x="11375" y="48869"/>
                      <a:pt x="16212" y="48935"/>
                    </a:cubicBezTo>
                    <a:cubicBezTo>
                      <a:pt x="16690" y="48944"/>
                      <a:pt x="17170" y="48950"/>
                      <a:pt x="17651" y="48950"/>
                    </a:cubicBezTo>
                    <a:cubicBezTo>
                      <a:pt x="22471" y="48950"/>
                      <a:pt x="27373" y="48396"/>
                      <a:pt x="31256" y="45333"/>
                    </a:cubicBezTo>
                    <a:cubicBezTo>
                      <a:pt x="31189" y="37727"/>
                      <a:pt x="31289" y="30122"/>
                      <a:pt x="31556" y="22550"/>
                    </a:cubicBezTo>
                    <a:cubicBezTo>
                      <a:pt x="31690" y="18780"/>
                      <a:pt x="31856" y="15011"/>
                      <a:pt x="32090" y="11242"/>
                    </a:cubicBezTo>
                    <a:cubicBezTo>
                      <a:pt x="32290" y="7739"/>
                      <a:pt x="32290" y="4070"/>
                      <a:pt x="32990" y="634"/>
                    </a:cubicBezTo>
                    <a:lnTo>
                      <a:pt x="32990" y="634"/>
                    </a:lnTo>
                    <a:cubicBezTo>
                      <a:pt x="28762" y="1380"/>
                      <a:pt x="24379" y="1690"/>
                      <a:pt x="19965" y="1690"/>
                    </a:cubicBezTo>
                    <a:cubicBezTo>
                      <a:pt x="14318" y="1690"/>
                      <a:pt x="8622" y="1183"/>
                      <a:pt x="3136" y="434"/>
                    </a:cubicBezTo>
                    <a:lnTo>
                      <a:pt x="3136" y="434"/>
                    </a:lnTo>
                    <a:cubicBezTo>
                      <a:pt x="4437" y="8406"/>
                      <a:pt x="4770" y="16879"/>
                      <a:pt x="4270" y="24918"/>
                    </a:cubicBezTo>
                    <a:cubicBezTo>
                      <a:pt x="4270" y="25035"/>
                      <a:pt x="4178" y="25093"/>
                      <a:pt x="4086" y="25093"/>
                    </a:cubicBezTo>
                    <a:cubicBezTo>
                      <a:pt x="3995" y="25093"/>
                      <a:pt x="3903" y="25035"/>
                      <a:pt x="3903" y="24918"/>
                    </a:cubicBezTo>
                    <a:cubicBezTo>
                      <a:pt x="3903" y="20815"/>
                      <a:pt x="4036" y="16679"/>
                      <a:pt x="3803" y="12543"/>
                    </a:cubicBezTo>
                    <a:cubicBezTo>
                      <a:pt x="3569" y="8506"/>
                      <a:pt x="3136" y="4437"/>
                      <a:pt x="2802" y="400"/>
                    </a:cubicBezTo>
                    <a:cubicBezTo>
                      <a:pt x="1868" y="267"/>
                      <a:pt x="934" y="13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2" name="Google Shape;15312;p50"/>
              <p:cNvSpPr/>
              <p:nvPr/>
            </p:nvSpPr>
            <p:spPr>
              <a:xfrm>
                <a:off x="7347399" y="2151969"/>
                <a:ext cx="222861" cy="308780"/>
              </a:xfrm>
              <a:custGeom>
                <a:rect b="b" l="l" r="r" t="t"/>
                <a:pathLst>
                  <a:path extrusionOk="0" h="9707" w="7006">
                    <a:moveTo>
                      <a:pt x="7005" y="0"/>
                    </a:moveTo>
                    <a:lnTo>
                      <a:pt x="7005" y="0"/>
                    </a:lnTo>
                    <a:cubicBezTo>
                      <a:pt x="4403" y="67"/>
                      <a:pt x="2402" y="1368"/>
                      <a:pt x="667" y="3169"/>
                    </a:cubicBezTo>
                    <a:cubicBezTo>
                      <a:pt x="567" y="3970"/>
                      <a:pt x="467" y="4770"/>
                      <a:pt x="400" y="5537"/>
                    </a:cubicBezTo>
                    <a:cubicBezTo>
                      <a:pt x="234" y="6938"/>
                      <a:pt x="134" y="8306"/>
                      <a:pt x="0" y="9707"/>
                    </a:cubicBezTo>
                    <a:cubicBezTo>
                      <a:pt x="1134" y="7606"/>
                      <a:pt x="2869" y="5637"/>
                      <a:pt x="4970" y="5004"/>
                    </a:cubicBezTo>
                    <a:cubicBezTo>
                      <a:pt x="5104" y="4136"/>
                      <a:pt x="5371" y="3302"/>
                      <a:pt x="5704" y="2569"/>
                    </a:cubicBezTo>
                    <a:cubicBezTo>
                      <a:pt x="6038" y="1735"/>
                      <a:pt x="6471" y="801"/>
                      <a:pt x="7005" y="0"/>
                    </a:cubicBezTo>
                    <a:close/>
                  </a:path>
                </a:pathLst>
              </a:custGeom>
              <a:solidFill>
                <a:srgbClr val="83A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3" name="Google Shape;15313;p50"/>
              <p:cNvSpPr/>
              <p:nvPr/>
            </p:nvSpPr>
            <p:spPr>
              <a:xfrm>
                <a:off x="7309196" y="3335069"/>
                <a:ext cx="447821" cy="228110"/>
              </a:xfrm>
              <a:custGeom>
                <a:rect b="b" l="l" r="r" t="t"/>
                <a:pathLst>
                  <a:path extrusionOk="0" h="7171" w="14078">
                    <a:moveTo>
                      <a:pt x="14077" y="0"/>
                    </a:moveTo>
                    <a:lnTo>
                      <a:pt x="14077" y="0"/>
                    </a:lnTo>
                    <a:cubicBezTo>
                      <a:pt x="13477" y="734"/>
                      <a:pt x="12809" y="1401"/>
                      <a:pt x="12076" y="2002"/>
                    </a:cubicBezTo>
                    <a:cubicBezTo>
                      <a:pt x="10702" y="3116"/>
                      <a:pt x="8463" y="4432"/>
                      <a:pt x="6438" y="4432"/>
                    </a:cubicBezTo>
                    <a:cubicBezTo>
                      <a:pt x="5856" y="4432"/>
                      <a:pt x="5291" y="4323"/>
                      <a:pt x="4770" y="4070"/>
                    </a:cubicBezTo>
                    <a:cubicBezTo>
                      <a:pt x="3703" y="3570"/>
                      <a:pt x="3169" y="2636"/>
                      <a:pt x="2869" y="1568"/>
                    </a:cubicBezTo>
                    <a:cubicBezTo>
                      <a:pt x="1735" y="1535"/>
                      <a:pt x="701" y="1101"/>
                      <a:pt x="0" y="167"/>
                    </a:cubicBezTo>
                    <a:cubicBezTo>
                      <a:pt x="0" y="868"/>
                      <a:pt x="0" y="1601"/>
                      <a:pt x="0" y="2302"/>
                    </a:cubicBezTo>
                    <a:cubicBezTo>
                      <a:pt x="23" y="2296"/>
                      <a:pt x="46" y="2294"/>
                      <a:pt x="69" y="2294"/>
                    </a:cubicBezTo>
                    <a:cubicBezTo>
                      <a:pt x="185" y="2294"/>
                      <a:pt x="301" y="2363"/>
                      <a:pt x="301" y="2502"/>
                    </a:cubicBezTo>
                    <a:cubicBezTo>
                      <a:pt x="267" y="3336"/>
                      <a:pt x="167" y="4203"/>
                      <a:pt x="34" y="5004"/>
                    </a:cubicBezTo>
                    <a:cubicBezTo>
                      <a:pt x="34" y="5171"/>
                      <a:pt x="34" y="5304"/>
                      <a:pt x="34" y="5438"/>
                    </a:cubicBezTo>
                    <a:cubicBezTo>
                      <a:pt x="1436" y="6658"/>
                      <a:pt x="2944" y="7170"/>
                      <a:pt x="4444" y="7170"/>
                    </a:cubicBezTo>
                    <a:cubicBezTo>
                      <a:pt x="8188" y="7170"/>
                      <a:pt x="11876" y="3978"/>
                      <a:pt x="13710" y="667"/>
                    </a:cubicBezTo>
                    <a:cubicBezTo>
                      <a:pt x="13844" y="434"/>
                      <a:pt x="13944" y="200"/>
                      <a:pt x="14077" y="0"/>
                    </a:cubicBezTo>
                    <a:close/>
                  </a:path>
                </a:pathLst>
              </a:custGeom>
              <a:solidFill>
                <a:srgbClr val="83A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4" name="Google Shape;15314;p50"/>
              <p:cNvSpPr/>
              <p:nvPr/>
            </p:nvSpPr>
            <p:spPr>
              <a:xfrm>
                <a:off x="6122920" y="3083581"/>
                <a:ext cx="1165105" cy="882091"/>
              </a:xfrm>
              <a:custGeom>
                <a:rect b="b" l="l" r="r" t="t"/>
                <a:pathLst>
                  <a:path extrusionOk="0" h="27730" w="36627">
                    <a:moveTo>
                      <a:pt x="2095" y="19608"/>
                    </a:moveTo>
                    <a:cubicBezTo>
                      <a:pt x="2152" y="19608"/>
                      <a:pt x="2202" y="19691"/>
                      <a:pt x="2202" y="19748"/>
                    </a:cubicBezTo>
                    <a:cubicBezTo>
                      <a:pt x="2202" y="19915"/>
                      <a:pt x="2102" y="20082"/>
                      <a:pt x="2135" y="20249"/>
                    </a:cubicBezTo>
                    <a:cubicBezTo>
                      <a:pt x="2168" y="20415"/>
                      <a:pt x="2235" y="20582"/>
                      <a:pt x="2402" y="20649"/>
                    </a:cubicBezTo>
                    <a:cubicBezTo>
                      <a:pt x="2446" y="20663"/>
                      <a:pt x="2489" y="20670"/>
                      <a:pt x="2533" y="20670"/>
                    </a:cubicBezTo>
                    <a:cubicBezTo>
                      <a:pt x="2686" y="20670"/>
                      <a:pt x="2831" y="20586"/>
                      <a:pt x="2935" y="20482"/>
                    </a:cubicBezTo>
                    <a:cubicBezTo>
                      <a:pt x="3002" y="20382"/>
                      <a:pt x="3069" y="20282"/>
                      <a:pt x="3069" y="20182"/>
                    </a:cubicBezTo>
                    <a:cubicBezTo>
                      <a:pt x="3069" y="20048"/>
                      <a:pt x="2969" y="19915"/>
                      <a:pt x="2935" y="19815"/>
                    </a:cubicBezTo>
                    <a:cubicBezTo>
                      <a:pt x="2913" y="19726"/>
                      <a:pt x="2965" y="19681"/>
                      <a:pt x="3022" y="19681"/>
                    </a:cubicBezTo>
                    <a:cubicBezTo>
                      <a:pt x="3050" y="19681"/>
                      <a:pt x="3080" y="19693"/>
                      <a:pt x="3102" y="19715"/>
                    </a:cubicBezTo>
                    <a:cubicBezTo>
                      <a:pt x="3269" y="19848"/>
                      <a:pt x="3369" y="19982"/>
                      <a:pt x="3402" y="20182"/>
                    </a:cubicBezTo>
                    <a:cubicBezTo>
                      <a:pt x="3436" y="20382"/>
                      <a:pt x="3369" y="20549"/>
                      <a:pt x="3269" y="20716"/>
                    </a:cubicBezTo>
                    <a:cubicBezTo>
                      <a:pt x="3104" y="20963"/>
                      <a:pt x="2804" y="21142"/>
                      <a:pt x="2498" y="21142"/>
                    </a:cubicBezTo>
                    <a:cubicBezTo>
                      <a:pt x="2433" y="21142"/>
                      <a:pt x="2367" y="21134"/>
                      <a:pt x="2302" y="21116"/>
                    </a:cubicBezTo>
                    <a:cubicBezTo>
                      <a:pt x="1968" y="21016"/>
                      <a:pt x="1735" y="20716"/>
                      <a:pt x="1701" y="20382"/>
                    </a:cubicBezTo>
                    <a:cubicBezTo>
                      <a:pt x="1635" y="20082"/>
                      <a:pt x="1701" y="19648"/>
                      <a:pt x="2068" y="19615"/>
                    </a:cubicBezTo>
                    <a:cubicBezTo>
                      <a:pt x="2077" y="19610"/>
                      <a:pt x="2086" y="19608"/>
                      <a:pt x="2095" y="19608"/>
                    </a:cubicBezTo>
                    <a:close/>
                    <a:moveTo>
                      <a:pt x="1434" y="1"/>
                    </a:moveTo>
                    <a:cubicBezTo>
                      <a:pt x="1168" y="6972"/>
                      <a:pt x="634" y="13944"/>
                      <a:pt x="0" y="20882"/>
                    </a:cubicBezTo>
                    <a:cubicBezTo>
                      <a:pt x="0" y="20882"/>
                      <a:pt x="0" y="20916"/>
                      <a:pt x="0" y="20916"/>
                    </a:cubicBezTo>
                    <a:cubicBezTo>
                      <a:pt x="3239" y="26828"/>
                      <a:pt x="10599" y="27730"/>
                      <a:pt x="16854" y="27730"/>
                    </a:cubicBezTo>
                    <a:cubicBezTo>
                      <a:pt x="17233" y="27730"/>
                      <a:pt x="17609" y="27726"/>
                      <a:pt x="17980" y="27721"/>
                    </a:cubicBezTo>
                    <a:cubicBezTo>
                      <a:pt x="21282" y="27687"/>
                      <a:pt x="24584" y="27420"/>
                      <a:pt x="27853" y="27053"/>
                    </a:cubicBezTo>
                    <a:cubicBezTo>
                      <a:pt x="31456" y="26653"/>
                      <a:pt x="36526" y="25686"/>
                      <a:pt x="36426" y="21016"/>
                    </a:cubicBezTo>
                    <a:cubicBezTo>
                      <a:pt x="36426" y="20849"/>
                      <a:pt x="36493" y="20716"/>
                      <a:pt x="36626" y="20615"/>
                    </a:cubicBezTo>
                    <a:cubicBezTo>
                      <a:pt x="36559" y="19148"/>
                      <a:pt x="36526" y="17647"/>
                      <a:pt x="36459" y="16146"/>
                    </a:cubicBezTo>
                    <a:cubicBezTo>
                      <a:pt x="35659" y="18314"/>
                      <a:pt x="34458" y="20482"/>
                      <a:pt x="32623" y="21916"/>
                    </a:cubicBezTo>
                    <a:cubicBezTo>
                      <a:pt x="30589" y="23518"/>
                      <a:pt x="28053" y="24418"/>
                      <a:pt x="25552" y="24919"/>
                    </a:cubicBezTo>
                    <a:cubicBezTo>
                      <a:pt x="23357" y="25341"/>
                      <a:pt x="21162" y="25502"/>
                      <a:pt x="18947" y="25502"/>
                    </a:cubicBezTo>
                    <a:cubicBezTo>
                      <a:pt x="18536" y="25502"/>
                      <a:pt x="18125" y="25496"/>
                      <a:pt x="17713" y="25486"/>
                    </a:cubicBezTo>
                    <a:cubicBezTo>
                      <a:pt x="15311" y="25452"/>
                      <a:pt x="12843" y="25452"/>
                      <a:pt x="10441" y="24885"/>
                    </a:cubicBezTo>
                    <a:cubicBezTo>
                      <a:pt x="10241" y="24852"/>
                      <a:pt x="10041" y="24785"/>
                      <a:pt x="9840" y="24752"/>
                    </a:cubicBezTo>
                    <a:cubicBezTo>
                      <a:pt x="9651" y="24811"/>
                      <a:pt x="9428" y="24832"/>
                      <a:pt x="9203" y="24832"/>
                    </a:cubicBezTo>
                    <a:cubicBezTo>
                      <a:pt x="8793" y="24832"/>
                      <a:pt x="8376" y="24761"/>
                      <a:pt x="8139" y="24718"/>
                    </a:cubicBezTo>
                    <a:cubicBezTo>
                      <a:pt x="6805" y="24585"/>
                      <a:pt x="5437" y="24151"/>
                      <a:pt x="4336" y="23351"/>
                    </a:cubicBezTo>
                    <a:cubicBezTo>
                      <a:pt x="4135" y="23207"/>
                      <a:pt x="4256" y="22964"/>
                      <a:pt x="4443" y="22964"/>
                    </a:cubicBezTo>
                    <a:cubicBezTo>
                      <a:pt x="4473" y="22964"/>
                      <a:pt x="4504" y="22970"/>
                      <a:pt x="4537" y="22984"/>
                    </a:cubicBezTo>
                    <a:cubicBezTo>
                      <a:pt x="5504" y="23451"/>
                      <a:pt x="6405" y="23851"/>
                      <a:pt x="7439" y="24051"/>
                    </a:cubicBezTo>
                    <a:cubicBezTo>
                      <a:pt x="7672" y="24118"/>
                      <a:pt x="7906" y="24151"/>
                      <a:pt x="8173" y="24185"/>
                    </a:cubicBezTo>
                    <a:cubicBezTo>
                      <a:pt x="7305" y="23818"/>
                      <a:pt x="6471" y="23351"/>
                      <a:pt x="5771" y="22750"/>
                    </a:cubicBezTo>
                    <a:cubicBezTo>
                      <a:pt x="5137" y="22550"/>
                      <a:pt x="4537" y="22317"/>
                      <a:pt x="3970" y="21950"/>
                    </a:cubicBezTo>
                    <a:cubicBezTo>
                      <a:pt x="3869" y="21916"/>
                      <a:pt x="3903" y="21750"/>
                      <a:pt x="4036" y="21750"/>
                    </a:cubicBezTo>
                    <a:cubicBezTo>
                      <a:pt x="4303" y="21750"/>
                      <a:pt x="4603" y="21783"/>
                      <a:pt x="4870" y="21850"/>
                    </a:cubicBezTo>
                    <a:cubicBezTo>
                      <a:pt x="4870" y="21783"/>
                      <a:pt x="4803" y="21750"/>
                      <a:pt x="4803" y="21716"/>
                    </a:cubicBezTo>
                    <a:cubicBezTo>
                      <a:pt x="3136" y="19515"/>
                      <a:pt x="2602" y="16779"/>
                      <a:pt x="2402" y="14077"/>
                    </a:cubicBezTo>
                    <a:cubicBezTo>
                      <a:pt x="2202" y="11476"/>
                      <a:pt x="2268" y="8874"/>
                      <a:pt x="2202" y="6272"/>
                    </a:cubicBezTo>
                    <a:cubicBezTo>
                      <a:pt x="2168" y="4204"/>
                      <a:pt x="2102" y="1969"/>
                      <a:pt x="1434" y="1"/>
                    </a:cubicBezTo>
                    <a:close/>
                  </a:path>
                </a:pathLst>
              </a:custGeom>
              <a:solidFill>
                <a:srgbClr val="83A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5" name="Google Shape;15315;p50"/>
              <p:cNvSpPr/>
              <p:nvPr/>
            </p:nvSpPr>
            <p:spPr>
              <a:xfrm>
                <a:off x="6351027" y="3821026"/>
                <a:ext cx="72209" cy="30824"/>
              </a:xfrm>
              <a:custGeom>
                <a:rect b="b" l="l" r="r" t="t"/>
                <a:pathLst>
                  <a:path extrusionOk="0" h="969" w="2270">
                    <a:moveTo>
                      <a:pt x="1" y="1"/>
                    </a:moveTo>
                    <a:lnTo>
                      <a:pt x="1" y="1"/>
                    </a:lnTo>
                    <a:cubicBezTo>
                      <a:pt x="701" y="401"/>
                      <a:pt x="1435" y="735"/>
                      <a:pt x="2236" y="968"/>
                    </a:cubicBezTo>
                    <a:cubicBezTo>
                      <a:pt x="2269" y="935"/>
                      <a:pt x="2136" y="868"/>
                      <a:pt x="1869" y="735"/>
                    </a:cubicBezTo>
                    <a:cubicBezTo>
                      <a:pt x="1302" y="401"/>
                      <a:pt x="635" y="201"/>
                      <a:pt x="1" y="1"/>
                    </a:cubicBezTo>
                    <a:close/>
                  </a:path>
                </a:pathLst>
              </a:custGeom>
              <a:solidFill>
                <a:srgbClr val="C5E2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6" name="Google Shape;15316;p50"/>
              <p:cNvSpPr/>
              <p:nvPr/>
            </p:nvSpPr>
            <p:spPr>
              <a:xfrm>
                <a:off x="6206739" y="2173186"/>
                <a:ext cx="439328" cy="1554523"/>
              </a:xfrm>
              <a:custGeom>
                <a:rect b="b" l="l" r="r" t="t"/>
                <a:pathLst>
                  <a:path extrusionOk="0" h="48869" w="13811">
                    <a:moveTo>
                      <a:pt x="4120" y="26836"/>
                    </a:moveTo>
                    <a:cubicBezTo>
                      <a:pt x="4195" y="26836"/>
                      <a:pt x="4270" y="26886"/>
                      <a:pt x="4270" y="26986"/>
                    </a:cubicBezTo>
                    <a:cubicBezTo>
                      <a:pt x="4303" y="27120"/>
                      <a:pt x="4303" y="27220"/>
                      <a:pt x="4270" y="27320"/>
                    </a:cubicBezTo>
                    <a:cubicBezTo>
                      <a:pt x="4253" y="27403"/>
                      <a:pt x="4187" y="27445"/>
                      <a:pt x="4120" y="27445"/>
                    </a:cubicBezTo>
                    <a:cubicBezTo>
                      <a:pt x="4053" y="27445"/>
                      <a:pt x="3986" y="27403"/>
                      <a:pt x="3970" y="27320"/>
                    </a:cubicBezTo>
                    <a:cubicBezTo>
                      <a:pt x="3936" y="27220"/>
                      <a:pt x="3936" y="27120"/>
                      <a:pt x="3970" y="26986"/>
                    </a:cubicBezTo>
                    <a:cubicBezTo>
                      <a:pt x="3970" y="26886"/>
                      <a:pt x="4045" y="26836"/>
                      <a:pt x="4120" y="26836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1134" y="7339"/>
                      <a:pt x="1001" y="15044"/>
                      <a:pt x="1201" y="22450"/>
                    </a:cubicBezTo>
                    <a:cubicBezTo>
                      <a:pt x="1401" y="30122"/>
                      <a:pt x="1768" y="37927"/>
                      <a:pt x="1201" y="45600"/>
                    </a:cubicBezTo>
                    <a:cubicBezTo>
                      <a:pt x="4570" y="48101"/>
                      <a:pt x="9474" y="48702"/>
                      <a:pt x="13810" y="48869"/>
                    </a:cubicBezTo>
                    <a:cubicBezTo>
                      <a:pt x="11609" y="48301"/>
                      <a:pt x="9574" y="47201"/>
                      <a:pt x="7973" y="45566"/>
                    </a:cubicBezTo>
                    <a:cubicBezTo>
                      <a:pt x="5204" y="42664"/>
                      <a:pt x="4337" y="38795"/>
                      <a:pt x="4237" y="34892"/>
                    </a:cubicBezTo>
                    <a:cubicBezTo>
                      <a:pt x="4137" y="29888"/>
                      <a:pt x="4637" y="24885"/>
                      <a:pt x="4503" y="19881"/>
                    </a:cubicBezTo>
                    <a:cubicBezTo>
                      <a:pt x="4503" y="19581"/>
                      <a:pt x="4503" y="19281"/>
                      <a:pt x="4503" y="18980"/>
                    </a:cubicBezTo>
                    <a:cubicBezTo>
                      <a:pt x="4470" y="20982"/>
                      <a:pt x="4403" y="22950"/>
                      <a:pt x="4270" y="24918"/>
                    </a:cubicBezTo>
                    <a:cubicBezTo>
                      <a:pt x="4270" y="25035"/>
                      <a:pt x="4178" y="25093"/>
                      <a:pt x="4086" y="25093"/>
                    </a:cubicBezTo>
                    <a:cubicBezTo>
                      <a:pt x="3995" y="25093"/>
                      <a:pt x="3903" y="25035"/>
                      <a:pt x="3903" y="24918"/>
                    </a:cubicBezTo>
                    <a:cubicBezTo>
                      <a:pt x="3903" y="20815"/>
                      <a:pt x="4036" y="16679"/>
                      <a:pt x="3803" y="12543"/>
                    </a:cubicBezTo>
                    <a:cubicBezTo>
                      <a:pt x="3569" y="8506"/>
                      <a:pt x="3136" y="4437"/>
                      <a:pt x="2802" y="400"/>
                    </a:cubicBezTo>
                    <a:cubicBezTo>
                      <a:pt x="1868" y="267"/>
                      <a:pt x="934" y="134"/>
                      <a:pt x="0" y="0"/>
                    </a:cubicBezTo>
                    <a:close/>
                  </a:path>
                </a:pathLst>
              </a:custGeom>
              <a:solidFill>
                <a:srgbClr val="DE9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7" name="Google Shape;15317;p50"/>
              <p:cNvSpPr/>
              <p:nvPr/>
            </p:nvSpPr>
            <p:spPr>
              <a:xfrm>
                <a:off x="6986615" y="2251088"/>
                <a:ext cx="187838" cy="1363949"/>
              </a:xfrm>
              <a:custGeom>
                <a:rect b="b" l="l" r="r" t="t"/>
                <a:pathLst>
                  <a:path extrusionOk="0" h="42878" w="5905">
                    <a:moveTo>
                      <a:pt x="3666" y="0"/>
                    </a:moveTo>
                    <a:cubicBezTo>
                      <a:pt x="3525" y="0"/>
                      <a:pt x="3408" y="91"/>
                      <a:pt x="3336" y="320"/>
                    </a:cubicBezTo>
                    <a:cubicBezTo>
                      <a:pt x="3103" y="1154"/>
                      <a:pt x="3170" y="2054"/>
                      <a:pt x="3203" y="2888"/>
                    </a:cubicBezTo>
                    <a:cubicBezTo>
                      <a:pt x="3203" y="3689"/>
                      <a:pt x="3203" y="4490"/>
                      <a:pt x="3203" y="5257"/>
                    </a:cubicBezTo>
                    <a:cubicBezTo>
                      <a:pt x="3270" y="5924"/>
                      <a:pt x="3336" y="6591"/>
                      <a:pt x="3370" y="7292"/>
                    </a:cubicBezTo>
                    <a:cubicBezTo>
                      <a:pt x="3603" y="7358"/>
                      <a:pt x="3803" y="7625"/>
                      <a:pt x="3837" y="7825"/>
                    </a:cubicBezTo>
                    <a:cubicBezTo>
                      <a:pt x="3937" y="8159"/>
                      <a:pt x="3737" y="8492"/>
                      <a:pt x="3437" y="8626"/>
                    </a:cubicBezTo>
                    <a:cubicBezTo>
                      <a:pt x="3437" y="8926"/>
                      <a:pt x="3437" y="9226"/>
                      <a:pt x="3437" y="9560"/>
                    </a:cubicBezTo>
                    <a:cubicBezTo>
                      <a:pt x="3336" y="12929"/>
                      <a:pt x="2869" y="16265"/>
                      <a:pt x="2469" y="19634"/>
                    </a:cubicBezTo>
                    <a:cubicBezTo>
                      <a:pt x="2069" y="23203"/>
                      <a:pt x="1935" y="26772"/>
                      <a:pt x="1602" y="30341"/>
                    </a:cubicBezTo>
                    <a:cubicBezTo>
                      <a:pt x="1468" y="31876"/>
                      <a:pt x="1335" y="33410"/>
                      <a:pt x="1001" y="34911"/>
                    </a:cubicBezTo>
                    <a:cubicBezTo>
                      <a:pt x="668" y="36346"/>
                      <a:pt x="268" y="37847"/>
                      <a:pt x="134" y="39348"/>
                    </a:cubicBezTo>
                    <a:cubicBezTo>
                      <a:pt x="67" y="40148"/>
                      <a:pt x="1" y="41016"/>
                      <a:pt x="301" y="41783"/>
                    </a:cubicBezTo>
                    <a:cubicBezTo>
                      <a:pt x="563" y="42416"/>
                      <a:pt x="1025" y="42878"/>
                      <a:pt x="1557" y="42878"/>
                    </a:cubicBezTo>
                    <a:cubicBezTo>
                      <a:pt x="1837" y="42878"/>
                      <a:pt x="2136" y="42749"/>
                      <a:pt x="2436" y="42450"/>
                    </a:cubicBezTo>
                    <a:cubicBezTo>
                      <a:pt x="3437" y="41449"/>
                      <a:pt x="3904" y="40115"/>
                      <a:pt x="4137" y="38747"/>
                    </a:cubicBezTo>
                    <a:cubicBezTo>
                      <a:pt x="4704" y="35578"/>
                      <a:pt x="4971" y="32309"/>
                      <a:pt x="5204" y="29107"/>
                    </a:cubicBezTo>
                    <a:cubicBezTo>
                      <a:pt x="5705" y="21869"/>
                      <a:pt x="5905" y="14697"/>
                      <a:pt x="5505" y="7458"/>
                    </a:cubicBezTo>
                    <a:cubicBezTo>
                      <a:pt x="5438" y="5991"/>
                      <a:pt x="5371" y="4523"/>
                      <a:pt x="5271" y="3089"/>
                    </a:cubicBezTo>
                    <a:cubicBezTo>
                      <a:pt x="5204" y="2455"/>
                      <a:pt x="5171" y="1788"/>
                      <a:pt x="4938" y="1221"/>
                    </a:cubicBezTo>
                    <a:cubicBezTo>
                      <a:pt x="4810" y="940"/>
                      <a:pt x="4120" y="0"/>
                      <a:pt x="36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8" name="Google Shape;15318;p50"/>
              <p:cNvSpPr/>
              <p:nvPr/>
            </p:nvSpPr>
            <p:spPr>
              <a:xfrm>
                <a:off x="5936166" y="1411056"/>
                <a:ext cx="1607582" cy="651023"/>
              </a:xfrm>
              <a:custGeom>
                <a:rect b="b" l="l" r="r" t="t"/>
                <a:pathLst>
                  <a:path extrusionOk="0" h="20466" w="50537">
                    <a:moveTo>
                      <a:pt x="29931" y="1210"/>
                    </a:moveTo>
                    <a:cubicBezTo>
                      <a:pt x="30087" y="1210"/>
                      <a:pt x="30243" y="1251"/>
                      <a:pt x="30389" y="1343"/>
                    </a:cubicBezTo>
                    <a:cubicBezTo>
                      <a:pt x="30522" y="1410"/>
                      <a:pt x="30489" y="1643"/>
                      <a:pt x="30322" y="1643"/>
                    </a:cubicBezTo>
                    <a:cubicBezTo>
                      <a:pt x="30259" y="1634"/>
                      <a:pt x="30197" y="1629"/>
                      <a:pt x="30135" y="1629"/>
                    </a:cubicBezTo>
                    <a:cubicBezTo>
                      <a:pt x="29769" y="1629"/>
                      <a:pt x="29430" y="1796"/>
                      <a:pt x="29288" y="2110"/>
                    </a:cubicBezTo>
                    <a:cubicBezTo>
                      <a:pt x="29483" y="2159"/>
                      <a:pt x="29678" y="2190"/>
                      <a:pt x="29861" y="2190"/>
                    </a:cubicBezTo>
                    <a:cubicBezTo>
                      <a:pt x="29927" y="2190"/>
                      <a:pt x="29992" y="2186"/>
                      <a:pt x="30055" y="2177"/>
                    </a:cubicBezTo>
                    <a:cubicBezTo>
                      <a:pt x="30322" y="2144"/>
                      <a:pt x="30555" y="1977"/>
                      <a:pt x="30789" y="1977"/>
                    </a:cubicBezTo>
                    <a:cubicBezTo>
                      <a:pt x="30922" y="1977"/>
                      <a:pt x="30956" y="2077"/>
                      <a:pt x="30922" y="2177"/>
                    </a:cubicBezTo>
                    <a:cubicBezTo>
                      <a:pt x="30755" y="2511"/>
                      <a:pt x="30322" y="2611"/>
                      <a:pt x="30022" y="2644"/>
                    </a:cubicBezTo>
                    <a:cubicBezTo>
                      <a:pt x="29955" y="2650"/>
                      <a:pt x="29889" y="2652"/>
                      <a:pt x="29824" y="2652"/>
                    </a:cubicBezTo>
                    <a:cubicBezTo>
                      <a:pt x="29500" y="2652"/>
                      <a:pt x="29199" y="2583"/>
                      <a:pt x="28921" y="2444"/>
                    </a:cubicBezTo>
                    <a:cubicBezTo>
                      <a:pt x="28821" y="2410"/>
                      <a:pt x="28787" y="2277"/>
                      <a:pt x="28787" y="2210"/>
                    </a:cubicBezTo>
                    <a:cubicBezTo>
                      <a:pt x="28890" y="1671"/>
                      <a:pt x="29409" y="1210"/>
                      <a:pt x="29931" y="1210"/>
                    </a:cubicBezTo>
                    <a:close/>
                    <a:moveTo>
                      <a:pt x="18617" y="1608"/>
                    </a:moveTo>
                    <a:cubicBezTo>
                      <a:pt x="18853" y="1608"/>
                      <a:pt x="18903" y="1913"/>
                      <a:pt x="18680" y="1977"/>
                    </a:cubicBezTo>
                    <a:cubicBezTo>
                      <a:pt x="18280" y="2144"/>
                      <a:pt x="17913" y="2377"/>
                      <a:pt x="17579" y="2644"/>
                    </a:cubicBezTo>
                    <a:cubicBezTo>
                      <a:pt x="17413" y="2777"/>
                      <a:pt x="17212" y="2978"/>
                      <a:pt x="17146" y="3144"/>
                    </a:cubicBezTo>
                    <a:cubicBezTo>
                      <a:pt x="17049" y="3376"/>
                      <a:pt x="17131" y="3440"/>
                      <a:pt x="17256" y="3440"/>
                    </a:cubicBezTo>
                    <a:cubicBezTo>
                      <a:pt x="17348" y="3440"/>
                      <a:pt x="17462" y="3406"/>
                      <a:pt x="17546" y="3378"/>
                    </a:cubicBezTo>
                    <a:cubicBezTo>
                      <a:pt x="17946" y="3278"/>
                      <a:pt x="18280" y="3078"/>
                      <a:pt x="18547" y="2811"/>
                    </a:cubicBezTo>
                    <a:cubicBezTo>
                      <a:pt x="18780" y="2577"/>
                      <a:pt x="18880" y="2277"/>
                      <a:pt x="19147" y="2077"/>
                    </a:cubicBezTo>
                    <a:cubicBezTo>
                      <a:pt x="19167" y="2057"/>
                      <a:pt x="19189" y="2049"/>
                      <a:pt x="19211" y="2049"/>
                    </a:cubicBezTo>
                    <a:cubicBezTo>
                      <a:pt x="19264" y="2049"/>
                      <a:pt x="19314" y="2096"/>
                      <a:pt x="19314" y="2144"/>
                    </a:cubicBezTo>
                    <a:cubicBezTo>
                      <a:pt x="19487" y="3006"/>
                      <a:pt x="18196" y="3919"/>
                      <a:pt x="17281" y="3919"/>
                    </a:cubicBezTo>
                    <a:cubicBezTo>
                      <a:pt x="17135" y="3919"/>
                      <a:pt x="16998" y="3895"/>
                      <a:pt x="16879" y="3845"/>
                    </a:cubicBezTo>
                    <a:cubicBezTo>
                      <a:pt x="16245" y="3578"/>
                      <a:pt x="16512" y="2944"/>
                      <a:pt x="16846" y="2577"/>
                    </a:cubicBezTo>
                    <a:cubicBezTo>
                      <a:pt x="17313" y="2044"/>
                      <a:pt x="17913" y="1743"/>
                      <a:pt x="18580" y="1610"/>
                    </a:cubicBezTo>
                    <a:cubicBezTo>
                      <a:pt x="18593" y="1608"/>
                      <a:pt x="18605" y="1608"/>
                      <a:pt x="18617" y="1608"/>
                    </a:cubicBezTo>
                    <a:close/>
                    <a:moveTo>
                      <a:pt x="10804" y="1765"/>
                    </a:moveTo>
                    <a:cubicBezTo>
                      <a:pt x="10958" y="1765"/>
                      <a:pt x="11117" y="1960"/>
                      <a:pt x="10941" y="2077"/>
                    </a:cubicBezTo>
                    <a:cubicBezTo>
                      <a:pt x="10641" y="2344"/>
                      <a:pt x="10341" y="2611"/>
                      <a:pt x="10074" y="2944"/>
                    </a:cubicBezTo>
                    <a:cubicBezTo>
                      <a:pt x="9841" y="3244"/>
                      <a:pt x="9674" y="3611"/>
                      <a:pt x="9440" y="3912"/>
                    </a:cubicBezTo>
                    <a:cubicBezTo>
                      <a:pt x="9397" y="3955"/>
                      <a:pt x="9344" y="3973"/>
                      <a:pt x="9291" y="3973"/>
                    </a:cubicBezTo>
                    <a:cubicBezTo>
                      <a:pt x="9180" y="3973"/>
                      <a:pt x="9073" y="3891"/>
                      <a:pt x="9073" y="3778"/>
                    </a:cubicBezTo>
                    <a:cubicBezTo>
                      <a:pt x="9107" y="2911"/>
                      <a:pt x="10007" y="2110"/>
                      <a:pt x="10741" y="1777"/>
                    </a:cubicBezTo>
                    <a:cubicBezTo>
                      <a:pt x="10761" y="1769"/>
                      <a:pt x="10782" y="1765"/>
                      <a:pt x="10804" y="1765"/>
                    </a:cubicBezTo>
                    <a:close/>
                    <a:moveTo>
                      <a:pt x="15469" y="4961"/>
                    </a:moveTo>
                    <a:cubicBezTo>
                      <a:pt x="16238" y="4961"/>
                      <a:pt x="16767" y="5868"/>
                      <a:pt x="16212" y="6547"/>
                    </a:cubicBezTo>
                    <a:cubicBezTo>
                      <a:pt x="16008" y="6773"/>
                      <a:pt x="15727" y="6908"/>
                      <a:pt x="15442" y="6908"/>
                    </a:cubicBezTo>
                    <a:cubicBezTo>
                      <a:pt x="15308" y="6908"/>
                      <a:pt x="15173" y="6878"/>
                      <a:pt x="15044" y="6814"/>
                    </a:cubicBezTo>
                    <a:cubicBezTo>
                      <a:pt x="14677" y="6647"/>
                      <a:pt x="14377" y="6213"/>
                      <a:pt x="14511" y="5780"/>
                    </a:cubicBezTo>
                    <a:cubicBezTo>
                      <a:pt x="14527" y="5713"/>
                      <a:pt x="14586" y="5679"/>
                      <a:pt x="14648" y="5679"/>
                    </a:cubicBezTo>
                    <a:cubicBezTo>
                      <a:pt x="14711" y="5679"/>
                      <a:pt x="14777" y="5713"/>
                      <a:pt x="14811" y="5780"/>
                    </a:cubicBezTo>
                    <a:cubicBezTo>
                      <a:pt x="14844" y="6046"/>
                      <a:pt x="14911" y="6280"/>
                      <a:pt x="15178" y="6447"/>
                    </a:cubicBezTo>
                    <a:cubicBezTo>
                      <a:pt x="15261" y="6489"/>
                      <a:pt x="15345" y="6507"/>
                      <a:pt x="15427" y="6507"/>
                    </a:cubicBezTo>
                    <a:cubicBezTo>
                      <a:pt x="15605" y="6507"/>
                      <a:pt x="15774" y="6417"/>
                      <a:pt x="15912" y="6280"/>
                    </a:cubicBezTo>
                    <a:cubicBezTo>
                      <a:pt x="16301" y="5825"/>
                      <a:pt x="15869" y="5244"/>
                      <a:pt x="15354" y="5244"/>
                    </a:cubicBezTo>
                    <a:cubicBezTo>
                      <a:pt x="15340" y="5244"/>
                      <a:pt x="15325" y="5245"/>
                      <a:pt x="15311" y="5246"/>
                    </a:cubicBezTo>
                    <a:cubicBezTo>
                      <a:pt x="15144" y="5246"/>
                      <a:pt x="15111" y="5012"/>
                      <a:pt x="15278" y="4979"/>
                    </a:cubicBezTo>
                    <a:cubicBezTo>
                      <a:pt x="15343" y="4966"/>
                      <a:pt x="15406" y="4961"/>
                      <a:pt x="15469" y="4961"/>
                    </a:cubicBezTo>
                    <a:close/>
                    <a:moveTo>
                      <a:pt x="3402" y="8285"/>
                    </a:moveTo>
                    <a:cubicBezTo>
                      <a:pt x="3558" y="8285"/>
                      <a:pt x="3730" y="8450"/>
                      <a:pt x="3636" y="8615"/>
                    </a:cubicBezTo>
                    <a:cubicBezTo>
                      <a:pt x="3469" y="8948"/>
                      <a:pt x="3336" y="9315"/>
                      <a:pt x="3136" y="9616"/>
                    </a:cubicBezTo>
                    <a:cubicBezTo>
                      <a:pt x="3090" y="9673"/>
                      <a:pt x="3025" y="9698"/>
                      <a:pt x="2962" y="9698"/>
                    </a:cubicBezTo>
                    <a:cubicBezTo>
                      <a:pt x="2840" y="9698"/>
                      <a:pt x="2725" y="9603"/>
                      <a:pt x="2769" y="9449"/>
                    </a:cubicBezTo>
                    <a:cubicBezTo>
                      <a:pt x="2869" y="9082"/>
                      <a:pt x="3069" y="8748"/>
                      <a:pt x="3236" y="8381"/>
                    </a:cubicBezTo>
                    <a:cubicBezTo>
                      <a:pt x="3275" y="8313"/>
                      <a:pt x="3337" y="8285"/>
                      <a:pt x="3402" y="8285"/>
                    </a:cubicBezTo>
                    <a:close/>
                    <a:moveTo>
                      <a:pt x="31772" y="14738"/>
                    </a:moveTo>
                    <a:cubicBezTo>
                      <a:pt x="31870" y="14738"/>
                      <a:pt x="31971" y="14808"/>
                      <a:pt x="31990" y="14919"/>
                    </a:cubicBezTo>
                    <a:cubicBezTo>
                      <a:pt x="32056" y="15386"/>
                      <a:pt x="32023" y="15887"/>
                      <a:pt x="32123" y="16354"/>
                    </a:cubicBezTo>
                    <a:cubicBezTo>
                      <a:pt x="32156" y="16554"/>
                      <a:pt x="32190" y="16821"/>
                      <a:pt x="32290" y="17021"/>
                    </a:cubicBezTo>
                    <a:cubicBezTo>
                      <a:pt x="32290" y="17072"/>
                      <a:pt x="32463" y="17410"/>
                      <a:pt x="32590" y="17410"/>
                    </a:cubicBezTo>
                    <a:cubicBezTo>
                      <a:pt x="32630" y="17410"/>
                      <a:pt x="32666" y="17376"/>
                      <a:pt x="32690" y="17288"/>
                    </a:cubicBezTo>
                    <a:cubicBezTo>
                      <a:pt x="32623" y="17121"/>
                      <a:pt x="32557" y="16921"/>
                      <a:pt x="32490" y="16721"/>
                    </a:cubicBezTo>
                    <a:cubicBezTo>
                      <a:pt x="32469" y="16679"/>
                      <a:pt x="32513" y="16651"/>
                      <a:pt x="32556" y="16651"/>
                    </a:cubicBezTo>
                    <a:cubicBezTo>
                      <a:pt x="32583" y="16651"/>
                      <a:pt x="32611" y="16662"/>
                      <a:pt x="32623" y="16687"/>
                    </a:cubicBezTo>
                    <a:cubicBezTo>
                      <a:pt x="32690" y="16887"/>
                      <a:pt x="32757" y="17054"/>
                      <a:pt x="32824" y="17254"/>
                    </a:cubicBezTo>
                    <a:cubicBezTo>
                      <a:pt x="32824" y="17254"/>
                      <a:pt x="32857" y="17254"/>
                      <a:pt x="32857" y="17288"/>
                    </a:cubicBezTo>
                    <a:cubicBezTo>
                      <a:pt x="33007" y="17652"/>
                      <a:pt x="32717" y="17864"/>
                      <a:pt x="32402" y="17864"/>
                    </a:cubicBezTo>
                    <a:cubicBezTo>
                      <a:pt x="32226" y="17864"/>
                      <a:pt x="32042" y="17798"/>
                      <a:pt x="31923" y="17655"/>
                    </a:cubicBezTo>
                    <a:cubicBezTo>
                      <a:pt x="31423" y="16988"/>
                      <a:pt x="31356" y="15653"/>
                      <a:pt x="31589" y="14886"/>
                    </a:cubicBezTo>
                    <a:cubicBezTo>
                      <a:pt x="31619" y="14782"/>
                      <a:pt x="31694" y="14738"/>
                      <a:pt x="31772" y="14738"/>
                    </a:cubicBezTo>
                    <a:close/>
                    <a:moveTo>
                      <a:pt x="30004" y="0"/>
                    </a:moveTo>
                    <a:cubicBezTo>
                      <a:pt x="29877" y="0"/>
                      <a:pt x="29750" y="3"/>
                      <a:pt x="29621" y="9"/>
                    </a:cubicBezTo>
                    <a:cubicBezTo>
                      <a:pt x="27720" y="109"/>
                      <a:pt x="26186" y="1343"/>
                      <a:pt x="24351" y="1476"/>
                    </a:cubicBezTo>
                    <a:cubicBezTo>
                      <a:pt x="24266" y="1483"/>
                      <a:pt x="24181" y="1487"/>
                      <a:pt x="24098" y="1487"/>
                    </a:cubicBezTo>
                    <a:cubicBezTo>
                      <a:pt x="22546" y="1487"/>
                      <a:pt x="21267" y="365"/>
                      <a:pt x="19748" y="176"/>
                    </a:cubicBezTo>
                    <a:cubicBezTo>
                      <a:pt x="19546" y="150"/>
                      <a:pt x="19347" y="138"/>
                      <a:pt x="19151" y="138"/>
                    </a:cubicBezTo>
                    <a:cubicBezTo>
                      <a:pt x="17023" y="138"/>
                      <a:pt x="15308" y="1595"/>
                      <a:pt x="14544" y="3611"/>
                    </a:cubicBezTo>
                    <a:cubicBezTo>
                      <a:pt x="14512" y="3691"/>
                      <a:pt x="14427" y="3733"/>
                      <a:pt x="14350" y="3733"/>
                    </a:cubicBezTo>
                    <a:cubicBezTo>
                      <a:pt x="14267" y="3733"/>
                      <a:pt x="14193" y="3683"/>
                      <a:pt x="14210" y="3578"/>
                    </a:cubicBezTo>
                    <a:cubicBezTo>
                      <a:pt x="14310" y="2844"/>
                      <a:pt x="14577" y="2177"/>
                      <a:pt x="14944" y="1610"/>
                    </a:cubicBezTo>
                    <a:cubicBezTo>
                      <a:pt x="13942" y="977"/>
                      <a:pt x="12950" y="585"/>
                      <a:pt x="11957" y="585"/>
                    </a:cubicBezTo>
                    <a:cubicBezTo>
                      <a:pt x="11065" y="585"/>
                      <a:pt x="10173" y="901"/>
                      <a:pt x="9273" y="1643"/>
                    </a:cubicBezTo>
                    <a:cubicBezTo>
                      <a:pt x="7539" y="3111"/>
                      <a:pt x="7339" y="5112"/>
                      <a:pt x="6572" y="7080"/>
                    </a:cubicBezTo>
                    <a:cubicBezTo>
                      <a:pt x="6536" y="7151"/>
                      <a:pt x="6455" y="7193"/>
                      <a:pt x="6385" y="7193"/>
                    </a:cubicBezTo>
                    <a:cubicBezTo>
                      <a:pt x="6323" y="7193"/>
                      <a:pt x="6271" y="7159"/>
                      <a:pt x="6271" y="7080"/>
                    </a:cubicBezTo>
                    <a:cubicBezTo>
                      <a:pt x="6238" y="6880"/>
                      <a:pt x="6205" y="6680"/>
                      <a:pt x="6205" y="6480"/>
                    </a:cubicBezTo>
                    <a:cubicBezTo>
                      <a:pt x="6171" y="6480"/>
                      <a:pt x="6138" y="6480"/>
                      <a:pt x="6138" y="6447"/>
                    </a:cubicBezTo>
                    <a:cubicBezTo>
                      <a:pt x="5567" y="6237"/>
                      <a:pt x="4977" y="6128"/>
                      <a:pt x="4406" y="6128"/>
                    </a:cubicBezTo>
                    <a:cubicBezTo>
                      <a:pt x="2973" y="6128"/>
                      <a:pt x="1654" y="6813"/>
                      <a:pt x="1034" y="8315"/>
                    </a:cubicBezTo>
                    <a:cubicBezTo>
                      <a:pt x="0" y="10850"/>
                      <a:pt x="1902" y="12851"/>
                      <a:pt x="4370" y="13018"/>
                    </a:cubicBezTo>
                    <a:cubicBezTo>
                      <a:pt x="5704" y="13085"/>
                      <a:pt x="6905" y="13085"/>
                      <a:pt x="8239" y="13318"/>
                    </a:cubicBezTo>
                    <a:cubicBezTo>
                      <a:pt x="9024" y="13430"/>
                      <a:pt x="9735" y="13521"/>
                      <a:pt x="10431" y="13521"/>
                    </a:cubicBezTo>
                    <a:cubicBezTo>
                      <a:pt x="10979" y="13521"/>
                      <a:pt x="11517" y="13465"/>
                      <a:pt x="12075" y="13318"/>
                    </a:cubicBezTo>
                    <a:cubicBezTo>
                      <a:pt x="11575" y="13018"/>
                      <a:pt x="11108" y="12718"/>
                      <a:pt x="10708" y="12351"/>
                    </a:cubicBezTo>
                    <a:cubicBezTo>
                      <a:pt x="10533" y="12205"/>
                      <a:pt x="10664" y="11932"/>
                      <a:pt x="10855" y="11932"/>
                    </a:cubicBezTo>
                    <a:cubicBezTo>
                      <a:pt x="10883" y="11932"/>
                      <a:pt x="10912" y="11938"/>
                      <a:pt x="10941" y="11951"/>
                    </a:cubicBezTo>
                    <a:cubicBezTo>
                      <a:pt x="13343" y="12885"/>
                      <a:pt x="15578" y="13885"/>
                      <a:pt x="18180" y="14119"/>
                    </a:cubicBezTo>
                    <a:cubicBezTo>
                      <a:pt x="18600" y="14160"/>
                      <a:pt x="19011" y="14178"/>
                      <a:pt x="19414" y="14178"/>
                    </a:cubicBezTo>
                    <a:cubicBezTo>
                      <a:pt x="21312" y="14178"/>
                      <a:pt x="23047" y="13770"/>
                      <a:pt x="24918" y="13385"/>
                    </a:cubicBezTo>
                    <a:cubicBezTo>
                      <a:pt x="24284" y="12818"/>
                      <a:pt x="23817" y="12051"/>
                      <a:pt x="23750" y="11183"/>
                    </a:cubicBezTo>
                    <a:cubicBezTo>
                      <a:pt x="23730" y="11101"/>
                      <a:pt x="23798" y="11044"/>
                      <a:pt x="23870" y="11044"/>
                    </a:cubicBezTo>
                    <a:cubicBezTo>
                      <a:pt x="23914" y="11044"/>
                      <a:pt x="23958" y="11066"/>
                      <a:pt x="23984" y="11117"/>
                    </a:cubicBezTo>
                    <a:cubicBezTo>
                      <a:pt x="24451" y="12017"/>
                      <a:pt x="25051" y="12785"/>
                      <a:pt x="25819" y="13252"/>
                    </a:cubicBezTo>
                    <a:cubicBezTo>
                      <a:pt x="25885" y="13252"/>
                      <a:pt x="25952" y="13285"/>
                      <a:pt x="25985" y="13352"/>
                    </a:cubicBezTo>
                    <a:cubicBezTo>
                      <a:pt x="26552" y="13685"/>
                      <a:pt x="27220" y="13852"/>
                      <a:pt x="27987" y="13852"/>
                    </a:cubicBezTo>
                    <a:cubicBezTo>
                      <a:pt x="27153" y="13051"/>
                      <a:pt x="26319" y="12351"/>
                      <a:pt x="26719" y="10750"/>
                    </a:cubicBezTo>
                    <a:cubicBezTo>
                      <a:pt x="26749" y="10661"/>
                      <a:pt x="26831" y="10618"/>
                      <a:pt x="26913" y="10618"/>
                    </a:cubicBezTo>
                    <a:cubicBezTo>
                      <a:pt x="27016" y="10618"/>
                      <a:pt x="27120" y="10686"/>
                      <a:pt x="27120" y="10816"/>
                    </a:cubicBezTo>
                    <a:cubicBezTo>
                      <a:pt x="27053" y="12351"/>
                      <a:pt x="27687" y="12818"/>
                      <a:pt x="28854" y="13618"/>
                    </a:cubicBezTo>
                    <a:cubicBezTo>
                      <a:pt x="29188" y="13885"/>
                      <a:pt x="29421" y="13852"/>
                      <a:pt x="29721" y="14219"/>
                    </a:cubicBezTo>
                    <a:cubicBezTo>
                      <a:pt x="30422" y="15153"/>
                      <a:pt x="30188" y="16621"/>
                      <a:pt x="30655" y="17688"/>
                    </a:cubicBezTo>
                    <a:cubicBezTo>
                      <a:pt x="31360" y="19316"/>
                      <a:pt x="32862" y="20466"/>
                      <a:pt x="34435" y="20466"/>
                    </a:cubicBezTo>
                    <a:cubicBezTo>
                      <a:pt x="35247" y="20466"/>
                      <a:pt x="36077" y="20160"/>
                      <a:pt x="36826" y="19456"/>
                    </a:cubicBezTo>
                    <a:cubicBezTo>
                      <a:pt x="38294" y="18088"/>
                      <a:pt x="38361" y="16120"/>
                      <a:pt x="38594" y="14252"/>
                    </a:cubicBezTo>
                    <a:cubicBezTo>
                      <a:pt x="38614" y="14078"/>
                      <a:pt x="38757" y="13971"/>
                      <a:pt x="38887" y="13971"/>
                    </a:cubicBezTo>
                    <a:cubicBezTo>
                      <a:pt x="38980" y="13971"/>
                      <a:pt x="39067" y="14026"/>
                      <a:pt x="39095" y="14152"/>
                    </a:cubicBezTo>
                    <a:cubicBezTo>
                      <a:pt x="39228" y="14686"/>
                      <a:pt x="39262" y="15220"/>
                      <a:pt x="39228" y="15720"/>
                    </a:cubicBezTo>
                    <a:cubicBezTo>
                      <a:pt x="39862" y="15353"/>
                      <a:pt x="40396" y="14986"/>
                      <a:pt x="40829" y="14219"/>
                    </a:cubicBezTo>
                    <a:cubicBezTo>
                      <a:pt x="40829" y="14186"/>
                      <a:pt x="40863" y="14119"/>
                      <a:pt x="40896" y="14085"/>
                    </a:cubicBezTo>
                    <a:cubicBezTo>
                      <a:pt x="40896" y="13919"/>
                      <a:pt x="40929" y="13752"/>
                      <a:pt x="41063" y="13685"/>
                    </a:cubicBezTo>
                    <a:cubicBezTo>
                      <a:pt x="41330" y="12951"/>
                      <a:pt x="41463" y="12184"/>
                      <a:pt x="41863" y="11584"/>
                    </a:cubicBezTo>
                    <a:cubicBezTo>
                      <a:pt x="41928" y="11504"/>
                      <a:pt x="42038" y="11454"/>
                      <a:pt x="42139" y="11454"/>
                    </a:cubicBezTo>
                    <a:cubicBezTo>
                      <a:pt x="42248" y="11454"/>
                      <a:pt x="42346" y="11512"/>
                      <a:pt x="42364" y="11650"/>
                    </a:cubicBezTo>
                    <a:cubicBezTo>
                      <a:pt x="42464" y="12184"/>
                      <a:pt x="42364" y="12918"/>
                      <a:pt x="42130" y="13618"/>
                    </a:cubicBezTo>
                    <a:cubicBezTo>
                      <a:pt x="42368" y="13629"/>
                      <a:pt x="42606" y="13634"/>
                      <a:pt x="42845" y="13634"/>
                    </a:cubicBezTo>
                    <a:cubicBezTo>
                      <a:pt x="44985" y="13634"/>
                      <a:pt x="47124" y="13178"/>
                      <a:pt x="48535" y="11317"/>
                    </a:cubicBezTo>
                    <a:cubicBezTo>
                      <a:pt x="50536" y="8648"/>
                      <a:pt x="49069" y="5513"/>
                      <a:pt x="45833" y="5112"/>
                    </a:cubicBezTo>
                    <a:cubicBezTo>
                      <a:pt x="44332" y="4879"/>
                      <a:pt x="43498" y="4479"/>
                      <a:pt x="42564" y="3278"/>
                    </a:cubicBezTo>
                    <a:cubicBezTo>
                      <a:pt x="41470" y="1868"/>
                      <a:pt x="40150" y="1108"/>
                      <a:pt x="38696" y="1108"/>
                    </a:cubicBezTo>
                    <a:cubicBezTo>
                      <a:pt x="37846" y="1108"/>
                      <a:pt x="36949" y="1368"/>
                      <a:pt x="36026" y="1910"/>
                    </a:cubicBezTo>
                    <a:cubicBezTo>
                      <a:pt x="36026" y="1943"/>
                      <a:pt x="35993" y="1943"/>
                      <a:pt x="35993" y="1943"/>
                    </a:cubicBezTo>
                    <a:cubicBezTo>
                      <a:pt x="35915" y="2002"/>
                      <a:pt x="35826" y="2037"/>
                      <a:pt x="35733" y="2037"/>
                    </a:cubicBezTo>
                    <a:cubicBezTo>
                      <a:pt x="35665" y="2037"/>
                      <a:pt x="35595" y="2019"/>
                      <a:pt x="35526" y="1977"/>
                    </a:cubicBezTo>
                    <a:cubicBezTo>
                      <a:pt x="33892" y="752"/>
                      <a:pt x="32052" y="0"/>
                      <a:pt x="30004" y="0"/>
                    </a:cubicBezTo>
                    <a:close/>
                  </a:path>
                </a:pathLst>
              </a:custGeom>
              <a:solidFill>
                <a:srgbClr val="F4F8F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9" name="Google Shape;15319;p50"/>
              <p:cNvSpPr/>
              <p:nvPr/>
            </p:nvSpPr>
            <p:spPr>
              <a:xfrm>
                <a:off x="5943578" y="1578280"/>
                <a:ext cx="1555604" cy="483798"/>
              </a:xfrm>
              <a:custGeom>
                <a:rect b="b" l="l" r="r" t="t"/>
                <a:pathLst>
                  <a:path extrusionOk="0" h="15209" w="48903">
                    <a:moveTo>
                      <a:pt x="3169" y="3028"/>
                    </a:moveTo>
                    <a:cubicBezTo>
                      <a:pt x="3325" y="3028"/>
                      <a:pt x="3497" y="3193"/>
                      <a:pt x="3403" y="3358"/>
                    </a:cubicBezTo>
                    <a:cubicBezTo>
                      <a:pt x="3236" y="3691"/>
                      <a:pt x="3103" y="4058"/>
                      <a:pt x="2903" y="4359"/>
                    </a:cubicBezTo>
                    <a:cubicBezTo>
                      <a:pt x="2857" y="4416"/>
                      <a:pt x="2792" y="4441"/>
                      <a:pt x="2729" y="4441"/>
                    </a:cubicBezTo>
                    <a:cubicBezTo>
                      <a:pt x="2607" y="4441"/>
                      <a:pt x="2492" y="4346"/>
                      <a:pt x="2536" y="4192"/>
                    </a:cubicBezTo>
                    <a:cubicBezTo>
                      <a:pt x="2636" y="3825"/>
                      <a:pt x="2836" y="3491"/>
                      <a:pt x="3003" y="3124"/>
                    </a:cubicBezTo>
                    <a:cubicBezTo>
                      <a:pt x="3042" y="3056"/>
                      <a:pt x="3104" y="3028"/>
                      <a:pt x="3169" y="3028"/>
                    </a:cubicBezTo>
                    <a:close/>
                    <a:moveTo>
                      <a:pt x="31539" y="9481"/>
                    </a:moveTo>
                    <a:cubicBezTo>
                      <a:pt x="31637" y="9481"/>
                      <a:pt x="31738" y="9551"/>
                      <a:pt x="31757" y="9662"/>
                    </a:cubicBezTo>
                    <a:cubicBezTo>
                      <a:pt x="31823" y="10129"/>
                      <a:pt x="31790" y="10630"/>
                      <a:pt x="31890" y="11097"/>
                    </a:cubicBezTo>
                    <a:cubicBezTo>
                      <a:pt x="31923" y="11297"/>
                      <a:pt x="31957" y="11564"/>
                      <a:pt x="32057" y="11764"/>
                    </a:cubicBezTo>
                    <a:cubicBezTo>
                      <a:pt x="32057" y="11815"/>
                      <a:pt x="32230" y="12153"/>
                      <a:pt x="32357" y="12153"/>
                    </a:cubicBezTo>
                    <a:cubicBezTo>
                      <a:pt x="32397" y="12153"/>
                      <a:pt x="32433" y="12119"/>
                      <a:pt x="32457" y="12031"/>
                    </a:cubicBezTo>
                    <a:cubicBezTo>
                      <a:pt x="32390" y="11864"/>
                      <a:pt x="32324" y="11664"/>
                      <a:pt x="32257" y="11464"/>
                    </a:cubicBezTo>
                    <a:cubicBezTo>
                      <a:pt x="32236" y="11422"/>
                      <a:pt x="32280" y="11394"/>
                      <a:pt x="32323" y="11394"/>
                    </a:cubicBezTo>
                    <a:cubicBezTo>
                      <a:pt x="32350" y="11394"/>
                      <a:pt x="32378" y="11405"/>
                      <a:pt x="32390" y="11430"/>
                    </a:cubicBezTo>
                    <a:cubicBezTo>
                      <a:pt x="32457" y="11630"/>
                      <a:pt x="32524" y="11797"/>
                      <a:pt x="32591" y="11997"/>
                    </a:cubicBezTo>
                    <a:cubicBezTo>
                      <a:pt x="32591" y="11997"/>
                      <a:pt x="32624" y="11997"/>
                      <a:pt x="32624" y="12031"/>
                    </a:cubicBezTo>
                    <a:cubicBezTo>
                      <a:pt x="32774" y="12395"/>
                      <a:pt x="32484" y="12607"/>
                      <a:pt x="32169" y="12607"/>
                    </a:cubicBezTo>
                    <a:cubicBezTo>
                      <a:pt x="31993" y="12607"/>
                      <a:pt x="31809" y="12541"/>
                      <a:pt x="31690" y="12398"/>
                    </a:cubicBezTo>
                    <a:cubicBezTo>
                      <a:pt x="31190" y="11731"/>
                      <a:pt x="31123" y="10396"/>
                      <a:pt x="31356" y="9629"/>
                    </a:cubicBezTo>
                    <a:cubicBezTo>
                      <a:pt x="31386" y="9525"/>
                      <a:pt x="31461" y="9481"/>
                      <a:pt x="31539" y="9481"/>
                    </a:cubicBezTo>
                    <a:close/>
                    <a:moveTo>
                      <a:pt x="22851" y="0"/>
                    </a:moveTo>
                    <a:cubicBezTo>
                      <a:pt x="22471" y="0"/>
                      <a:pt x="22084" y="92"/>
                      <a:pt x="21716" y="289"/>
                    </a:cubicBezTo>
                    <a:cubicBezTo>
                      <a:pt x="20015" y="1190"/>
                      <a:pt x="19548" y="3224"/>
                      <a:pt x="18781" y="4826"/>
                    </a:cubicBezTo>
                    <a:cubicBezTo>
                      <a:pt x="18731" y="4892"/>
                      <a:pt x="18656" y="4926"/>
                      <a:pt x="18581" y="4926"/>
                    </a:cubicBezTo>
                    <a:cubicBezTo>
                      <a:pt x="18506" y="4926"/>
                      <a:pt x="18430" y="4892"/>
                      <a:pt x="18380" y="4826"/>
                    </a:cubicBezTo>
                    <a:cubicBezTo>
                      <a:pt x="17723" y="3796"/>
                      <a:pt x="16918" y="2767"/>
                      <a:pt x="15693" y="2767"/>
                    </a:cubicBezTo>
                    <a:cubicBezTo>
                      <a:pt x="15489" y="2767"/>
                      <a:pt x="15273" y="2796"/>
                      <a:pt x="15045" y="2858"/>
                    </a:cubicBezTo>
                    <a:cubicBezTo>
                      <a:pt x="13811" y="3224"/>
                      <a:pt x="12877" y="3992"/>
                      <a:pt x="12309" y="5159"/>
                    </a:cubicBezTo>
                    <a:cubicBezTo>
                      <a:pt x="12276" y="5226"/>
                      <a:pt x="12201" y="5259"/>
                      <a:pt x="12126" y="5259"/>
                    </a:cubicBezTo>
                    <a:cubicBezTo>
                      <a:pt x="12051" y="5259"/>
                      <a:pt x="11976" y="5226"/>
                      <a:pt x="11943" y="5159"/>
                    </a:cubicBezTo>
                    <a:cubicBezTo>
                      <a:pt x="11442" y="4192"/>
                      <a:pt x="11175" y="2824"/>
                      <a:pt x="9841" y="2824"/>
                    </a:cubicBezTo>
                    <a:cubicBezTo>
                      <a:pt x="8340" y="2824"/>
                      <a:pt x="7039" y="3525"/>
                      <a:pt x="6605" y="5026"/>
                    </a:cubicBezTo>
                    <a:cubicBezTo>
                      <a:pt x="6585" y="5125"/>
                      <a:pt x="6483" y="5189"/>
                      <a:pt x="6381" y="5189"/>
                    </a:cubicBezTo>
                    <a:cubicBezTo>
                      <a:pt x="6313" y="5189"/>
                      <a:pt x="6245" y="5160"/>
                      <a:pt x="6205" y="5092"/>
                    </a:cubicBezTo>
                    <a:cubicBezTo>
                      <a:pt x="5579" y="3863"/>
                      <a:pt x="3808" y="2811"/>
                      <a:pt x="2327" y="2811"/>
                    </a:cubicBezTo>
                    <a:cubicBezTo>
                      <a:pt x="1678" y="2811"/>
                      <a:pt x="1085" y="3014"/>
                      <a:pt x="668" y="3491"/>
                    </a:cubicBezTo>
                    <a:cubicBezTo>
                      <a:pt x="1" y="5793"/>
                      <a:pt x="1802" y="7628"/>
                      <a:pt x="4137" y="7761"/>
                    </a:cubicBezTo>
                    <a:cubicBezTo>
                      <a:pt x="5471" y="7828"/>
                      <a:pt x="6672" y="7828"/>
                      <a:pt x="8006" y="8061"/>
                    </a:cubicBezTo>
                    <a:cubicBezTo>
                      <a:pt x="8791" y="8173"/>
                      <a:pt x="9502" y="8264"/>
                      <a:pt x="10198" y="8264"/>
                    </a:cubicBezTo>
                    <a:cubicBezTo>
                      <a:pt x="10746" y="8264"/>
                      <a:pt x="11284" y="8208"/>
                      <a:pt x="11842" y="8061"/>
                    </a:cubicBezTo>
                    <a:cubicBezTo>
                      <a:pt x="11342" y="7761"/>
                      <a:pt x="10875" y="7461"/>
                      <a:pt x="10475" y="7094"/>
                    </a:cubicBezTo>
                    <a:cubicBezTo>
                      <a:pt x="10300" y="6948"/>
                      <a:pt x="10431" y="6675"/>
                      <a:pt x="10622" y="6675"/>
                    </a:cubicBezTo>
                    <a:cubicBezTo>
                      <a:pt x="10650" y="6675"/>
                      <a:pt x="10679" y="6681"/>
                      <a:pt x="10708" y="6694"/>
                    </a:cubicBezTo>
                    <a:cubicBezTo>
                      <a:pt x="13110" y="7628"/>
                      <a:pt x="15345" y="8628"/>
                      <a:pt x="17947" y="8862"/>
                    </a:cubicBezTo>
                    <a:cubicBezTo>
                      <a:pt x="18367" y="8903"/>
                      <a:pt x="18778" y="8921"/>
                      <a:pt x="19181" y="8921"/>
                    </a:cubicBezTo>
                    <a:cubicBezTo>
                      <a:pt x="21079" y="8921"/>
                      <a:pt x="22814" y="8513"/>
                      <a:pt x="24685" y="8128"/>
                    </a:cubicBezTo>
                    <a:cubicBezTo>
                      <a:pt x="24051" y="7561"/>
                      <a:pt x="23584" y="6794"/>
                      <a:pt x="23517" y="5926"/>
                    </a:cubicBezTo>
                    <a:cubicBezTo>
                      <a:pt x="23497" y="5844"/>
                      <a:pt x="23565" y="5787"/>
                      <a:pt x="23637" y="5787"/>
                    </a:cubicBezTo>
                    <a:cubicBezTo>
                      <a:pt x="23681" y="5787"/>
                      <a:pt x="23725" y="5809"/>
                      <a:pt x="23751" y="5860"/>
                    </a:cubicBezTo>
                    <a:cubicBezTo>
                      <a:pt x="24218" y="6760"/>
                      <a:pt x="24818" y="7528"/>
                      <a:pt x="25586" y="7995"/>
                    </a:cubicBezTo>
                    <a:cubicBezTo>
                      <a:pt x="25652" y="7995"/>
                      <a:pt x="25719" y="8028"/>
                      <a:pt x="25752" y="8095"/>
                    </a:cubicBezTo>
                    <a:cubicBezTo>
                      <a:pt x="26319" y="8428"/>
                      <a:pt x="26987" y="8595"/>
                      <a:pt x="27754" y="8595"/>
                    </a:cubicBezTo>
                    <a:cubicBezTo>
                      <a:pt x="26920" y="7794"/>
                      <a:pt x="26086" y="7094"/>
                      <a:pt x="26486" y="5493"/>
                    </a:cubicBezTo>
                    <a:cubicBezTo>
                      <a:pt x="26516" y="5404"/>
                      <a:pt x="26598" y="5361"/>
                      <a:pt x="26680" y="5361"/>
                    </a:cubicBezTo>
                    <a:cubicBezTo>
                      <a:pt x="26783" y="5361"/>
                      <a:pt x="26887" y="5429"/>
                      <a:pt x="26887" y="5559"/>
                    </a:cubicBezTo>
                    <a:cubicBezTo>
                      <a:pt x="26820" y="7094"/>
                      <a:pt x="27454" y="7561"/>
                      <a:pt x="28621" y="8361"/>
                    </a:cubicBezTo>
                    <a:cubicBezTo>
                      <a:pt x="28955" y="8628"/>
                      <a:pt x="29188" y="8595"/>
                      <a:pt x="29488" y="8962"/>
                    </a:cubicBezTo>
                    <a:cubicBezTo>
                      <a:pt x="30189" y="9896"/>
                      <a:pt x="29955" y="11364"/>
                      <a:pt x="30422" y="12431"/>
                    </a:cubicBezTo>
                    <a:cubicBezTo>
                      <a:pt x="31127" y="14059"/>
                      <a:pt x="32629" y="15209"/>
                      <a:pt x="34202" y="15209"/>
                    </a:cubicBezTo>
                    <a:cubicBezTo>
                      <a:pt x="35014" y="15209"/>
                      <a:pt x="35844" y="14903"/>
                      <a:pt x="36593" y="14199"/>
                    </a:cubicBezTo>
                    <a:cubicBezTo>
                      <a:pt x="38061" y="12831"/>
                      <a:pt x="38128" y="10863"/>
                      <a:pt x="38361" y="8995"/>
                    </a:cubicBezTo>
                    <a:cubicBezTo>
                      <a:pt x="38380" y="8826"/>
                      <a:pt x="38516" y="8720"/>
                      <a:pt x="38642" y="8720"/>
                    </a:cubicBezTo>
                    <a:cubicBezTo>
                      <a:pt x="38740" y="8720"/>
                      <a:pt x="38833" y="8783"/>
                      <a:pt x="38862" y="8929"/>
                    </a:cubicBezTo>
                    <a:cubicBezTo>
                      <a:pt x="38995" y="9429"/>
                      <a:pt x="39029" y="9963"/>
                      <a:pt x="38995" y="10463"/>
                    </a:cubicBezTo>
                    <a:cubicBezTo>
                      <a:pt x="39629" y="10096"/>
                      <a:pt x="40163" y="9729"/>
                      <a:pt x="40596" y="8962"/>
                    </a:cubicBezTo>
                    <a:cubicBezTo>
                      <a:pt x="40596" y="8929"/>
                      <a:pt x="40630" y="8862"/>
                      <a:pt x="40663" y="8828"/>
                    </a:cubicBezTo>
                    <a:cubicBezTo>
                      <a:pt x="40663" y="8662"/>
                      <a:pt x="40696" y="8495"/>
                      <a:pt x="40830" y="8428"/>
                    </a:cubicBezTo>
                    <a:cubicBezTo>
                      <a:pt x="41097" y="7694"/>
                      <a:pt x="41230" y="6927"/>
                      <a:pt x="41630" y="6327"/>
                    </a:cubicBezTo>
                    <a:cubicBezTo>
                      <a:pt x="41695" y="6247"/>
                      <a:pt x="41805" y="6197"/>
                      <a:pt x="41906" y="6197"/>
                    </a:cubicBezTo>
                    <a:cubicBezTo>
                      <a:pt x="42015" y="6197"/>
                      <a:pt x="42113" y="6255"/>
                      <a:pt x="42131" y="6393"/>
                    </a:cubicBezTo>
                    <a:cubicBezTo>
                      <a:pt x="42231" y="6927"/>
                      <a:pt x="42131" y="7661"/>
                      <a:pt x="41897" y="8361"/>
                    </a:cubicBezTo>
                    <a:cubicBezTo>
                      <a:pt x="42135" y="8372"/>
                      <a:pt x="42373" y="8377"/>
                      <a:pt x="42612" y="8377"/>
                    </a:cubicBezTo>
                    <a:cubicBezTo>
                      <a:pt x="44752" y="8377"/>
                      <a:pt x="46891" y="7921"/>
                      <a:pt x="48302" y="6060"/>
                    </a:cubicBezTo>
                    <a:cubicBezTo>
                      <a:pt x="48535" y="5726"/>
                      <a:pt x="48735" y="5359"/>
                      <a:pt x="48902" y="5026"/>
                    </a:cubicBezTo>
                    <a:cubicBezTo>
                      <a:pt x="48827" y="4773"/>
                      <a:pt x="48536" y="4683"/>
                      <a:pt x="48182" y="4683"/>
                    </a:cubicBezTo>
                    <a:cubicBezTo>
                      <a:pt x="47601" y="4683"/>
                      <a:pt x="46849" y="4927"/>
                      <a:pt x="46601" y="5092"/>
                    </a:cubicBezTo>
                    <a:cubicBezTo>
                      <a:pt x="46134" y="5393"/>
                      <a:pt x="45700" y="5760"/>
                      <a:pt x="45266" y="6127"/>
                    </a:cubicBezTo>
                    <a:cubicBezTo>
                      <a:pt x="45221" y="6163"/>
                      <a:pt x="45165" y="6180"/>
                      <a:pt x="45111" y="6180"/>
                    </a:cubicBezTo>
                    <a:cubicBezTo>
                      <a:pt x="44965" y="6180"/>
                      <a:pt x="44827" y="6063"/>
                      <a:pt x="44899" y="5893"/>
                    </a:cubicBezTo>
                    <a:cubicBezTo>
                      <a:pt x="45066" y="5326"/>
                      <a:pt x="45433" y="4392"/>
                      <a:pt x="45066" y="3858"/>
                    </a:cubicBezTo>
                    <a:cubicBezTo>
                      <a:pt x="44713" y="3351"/>
                      <a:pt x="43966" y="3194"/>
                      <a:pt x="43269" y="3194"/>
                    </a:cubicBezTo>
                    <a:cubicBezTo>
                      <a:pt x="42912" y="3194"/>
                      <a:pt x="42569" y="3235"/>
                      <a:pt x="42298" y="3291"/>
                    </a:cubicBezTo>
                    <a:cubicBezTo>
                      <a:pt x="40530" y="3725"/>
                      <a:pt x="39462" y="5126"/>
                      <a:pt x="38228" y="6293"/>
                    </a:cubicBezTo>
                    <a:cubicBezTo>
                      <a:pt x="38181" y="6341"/>
                      <a:pt x="38117" y="6363"/>
                      <a:pt x="38054" y="6363"/>
                    </a:cubicBezTo>
                    <a:cubicBezTo>
                      <a:pt x="37939" y="6363"/>
                      <a:pt x="37828" y="6289"/>
                      <a:pt x="37828" y="6160"/>
                    </a:cubicBezTo>
                    <a:cubicBezTo>
                      <a:pt x="37856" y="5214"/>
                      <a:pt x="36998" y="4170"/>
                      <a:pt x="35994" y="4170"/>
                    </a:cubicBezTo>
                    <a:cubicBezTo>
                      <a:pt x="35830" y="4170"/>
                      <a:pt x="35662" y="4198"/>
                      <a:pt x="35493" y="4259"/>
                    </a:cubicBezTo>
                    <a:cubicBezTo>
                      <a:pt x="34725" y="4525"/>
                      <a:pt x="34325" y="5226"/>
                      <a:pt x="33892" y="5860"/>
                    </a:cubicBezTo>
                    <a:cubicBezTo>
                      <a:pt x="33843" y="5932"/>
                      <a:pt x="33764" y="5965"/>
                      <a:pt x="33688" y="5965"/>
                    </a:cubicBezTo>
                    <a:cubicBezTo>
                      <a:pt x="33553" y="5965"/>
                      <a:pt x="33427" y="5863"/>
                      <a:pt x="33491" y="5693"/>
                    </a:cubicBezTo>
                    <a:cubicBezTo>
                      <a:pt x="33958" y="4492"/>
                      <a:pt x="33725" y="3258"/>
                      <a:pt x="32357" y="2891"/>
                    </a:cubicBezTo>
                    <a:cubicBezTo>
                      <a:pt x="31885" y="2762"/>
                      <a:pt x="31377" y="2689"/>
                      <a:pt x="30868" y="2689"/>
                    </a:cubicBezTo>
                    <a:cubicBezTo>
                      <a:pt x="30190" y="2689"/>
                      <a:pt x="29512" y="2819"/>
                      <a:pt x="28921" y="3124"/>
                    </a:cubicBezTo>
                    <a:cubicBezTo>
                      <a:pt x="28488" y="3325"/>
                      <a:pt x="28054" y="3625"/>
                      <a:pt x="27620" y="3825"/>
                    </a:cubicBezTo>
                    <a:cubicBezTo>
                      <a:pt x="27354" y="3958"/>
                      <a:pt x="26987" y="4292"/>
                      <a:pt x="26720" y="4359"/>
                    </a:cubicBezTo>
                    <a:cubicBezTo>
                      <a:pt x="26666" y="4372"/>
                      <a:pt x="26615" y="4378"/>
                      <a:pt x="26565" y="4378"/>
                    </a:cubicBezTo>
                    <a:cubicBezTo>
                      <a:pt x="26242" y="4378"/>
                      <a:pt x="25997" y="4114"/>
                      <a:pt x="25852" y="3825"/>
                    </a:cubicBezTo>
                    <a:cubicBezTo>
                      <a:pt x="25552" y="3158"/>
                      <a:pt x="25552" y="2391"/>
                      <a:pt x="25285" y="1723"/>
                    </a:cubicBezTo>
                    <a:cubicBezTo>
                      <a:pt x="24871" y="675"/>
                      <a:pt x="23886" y="0"/>
                      <a:pt x="22851" y="0"/>
                    </a:cubicBezTo>
                    <a:close/>
                  </a:path>
                </a:pathLst>
              </a:custGeom>
              <a:solidFill>
                <a:srgbClr val="BFCE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0" name="Google Shape;15320;p50"/>
              <p:cNvSpPr/>
              <p:nvPr/>
            </p:nvSpPr>
            <p:spPr>
              <a:xfrm>
                <a:off x="6661934" y="2787559"/>
                <a:ext cx="15937" cy="18068"/>
              </a:xfrm>
              <a:custGeom>
                <a:rect b="b" l="l" r="r" t="t"/>
                <a:pathLst>
                  <a:path extrusionOk="0" h="568" w="501">
                    <a:moveTo>
                      <a:pt x="134" y="0"/>
                    </a:moveTo>
                    <a:cubicBezTo>
                      <a:pt x="134" y="0"/>
                      <a:pt x="101" y="33"/>
                      <a:pt x="67" y="33"/>
                    </a:cubicBezTo>
                    <a:cubicBezTo>
                      <a:pt x="67" y="67"/>
                      <a:pt x="67" y="67"/>
                      <a:pt x="67" y="100"/>
                    </a:cubicBezTo>
                    <a:cubicBezTo>
                      <a:pt x="34" y="167"/>
                      <a:pt x="0" y="200"/>
                      <a:pt x="0" y="300"/>
                    </a:cubicBezTo>
                    <a:cubicBezTo>
                      <a:pt x="0" y="434"/>
                      <a:pt x="34" y="534"/>
                      <a:pt x="167" y="567"/>
                    </a:cubicBezTo>
                    <a:cubicBezTo>
                      <a:pt x="301" y="567"/>
                      <a:pt x="467" y="467"/>
                      <a:pt x="467" y="334"/>
                    </a:cubicBezTo>
                    <a:cubicBezTo>
                      <a:pt x="501" y="167"/>
                      <a:pt x="301" y="0"/>
                      <a:pt x="134" y="0"/>
                    </a:cubicBezTo>
                    <a:close/>
                  </a:path>
                </a:pathLst>
              </a:custGeom>
              <a:solidFill>
                <a:srgbClr val="F9DA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1" name="Google Shape;15321;p50"/>
              <p:cNvSpPr/>
              <p:nvPr/>
            </p:nvSpPr>
            <p:spPr>
              <a:xfrm>
                <a:off x="6539912" y="2328099"/>
                <a:ext cx="79620" cy="59453"/>
              </a:xfrm>
              <a:custGeom>
                <a:rect b="b" l="l" r="r" t="t"/>
                <a:pathLst>
                  <a:path extrusionOk="0" h="1869" w="2503">
                    <a:moveTo>
                      <a:pt x="1235" y="0"/>
                    </a:moveTo>
                    <a:cubicBezTo>
                      <a:pt x="0" y="0"/>
                      <a:pt x="0" y="1868"/>
                      <a:pt x="1235" y="1868"/>
                    </a:cubicBezTo>
                    <a:cubicBezTo>
                      <a:pt x="2502" y="1868"/>
                      <a:pt x="2502" y="0"/>
                      <a:pt x="12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2" name="Google Shape;15322;p50"/>
              <p:cNvSpPr/>
              <p:nvPr/>
            </p:nvSpPr>
            <p:spPr>
              <a:xfrm>
                <a:off x="6864593" y="2384339"/>
                <a:ext cx="3372" cy="2036"/>
              </a:xfrm>
              <a:custGeom>
                <a:rect b="b" l="l" r="r" t="t"/>
                <a:pathLst>
                  <a:path extrusionOk="0" h="64" w="106">
                    <a:moveTo>
                      <a:pt x="1" y="0"/>
                    </a:moveTo>
                    <a:cubicBezTo>
                      <a:pt x="42" y="21"/>
                      <a:pt x="70" y="38"/>
                      <a:pt x="87" y="49"/>
                    </a:cubicBezTo>
                    <a:lnTo>
                      <a:pt x="87" y="49"/>
                    </a:lnTo>
                    <a:cubicBezTo>
                      <a:pt x="75" y="39"/>
                      <a:pt x="57" y="23"/>
                      <a:pt x="34" y="0"/>
                    </a:cubicBezTo>
                    <a:close/>
                    <a:moveTo>
                      <a:pt x="87" y="49"/>
                    </a:moveTo>
                    <a:cubicBezTo>
                      <a:pt x="98" y="59"/>
                      <a:pt x="105" y="63"/>
                      <a:pt x="105" y="63"/>
                    </a:cubicBezTo>
                    <a:cubicBezTo>
                      <a:pt x="106" y="63"/>
                      <a:pt x="100" y="58"/>
                      <a:pt x="87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3" name="Google Shape;15323;p50"/>
              <p:cNvSpPr/>
              <p:nvPr/>
            </p:nvSpPr>
            <p:spPr>
              <a:xfrm>
                <a:off x="6857181" y="2338565"/>
                <a:ext cx="49878" cy="51850"/>
              </a:xfrm>
              <a:custGeom>
                <a:rect b="b" l="l" r="r" t="t"/>
                <a:pathLst>
                  <a:path extrusionOk="0" h="1630" w="1568">
                    <a:moveTo>
                      <a:pt x="732" y="1"/>
                    </a:moveTo>
                    <a:cubicBezTo>
                      <a:pt x="536" y="1"/>
                      <a:pt x="338" y="84"/>
                      <a:pt x="167" y="238"/>
                    </a:cubicBezTo>
                    <a:cubicBezTo>
                      <a:pt x="0" y="372"/>
                      <a:pt x="0" y="639"/>
                      <a:pt x="0" y="872"/>
                    </a:cubicBezTo>
                    <a:cubicBezTo>
                      <a:pt x="0" y="906"/>
                      <a:pt x="0" y="906"/>
                      <a:pt x="34" y="939"/>
                    </a:cubicBezTo>
                    <a:lnTo>
                      <a:pt x="0" y="939"/>
                    </a:lnTo>
                    <a:cubicBezTo>
                      <a:pt x="0" y="1006"/>
                      <a:pt x="34" y="1072"/>
                      <a:pt x="67" y="1172"/>
                    </a:cubicBezTo>
                    <a:cubicBezTo>
                      <a:pt x="100" y="1239"/>
                      <a:pt x="134" y="1306"/>
                      <a:pt x="200" y="1373"/>
                    </a:cubicBezTo>
                    <a:cubicBezTo>
                      <a:pt x="234" y="1406"/>
                      <a:pt x="267" y="1439"/>
                      <a:pt x="267" y="1439"/>
                    </a:cubicBezTo>
                    <a:cubicBezTo>
                      <a:pt x="419" y="1566"/>
                      <a:pt x="618" y="1630"/>
                      <a:pt x="813" y="1630"/>
                    </a:cubicBezTo>
                    <a:cubicBezTo>
                      <a:pt x="1133" y="1630"/>
                      <a:pt x="1439" y="1458"/>
                      <a:pt x="1501" y="1106"/>
                    </a:cubicBezTo>
                    <a:cubicBezTo>
                      <a:pt x="1568" y="772"/>
                      <a:pt x="1535" y="472"/>
                      <a:pt x="1268" y="238"/>
                    </a:cubicBezTo>
                    <a:cubicBezTo>
                      <a:pt x="1105" y="76"/>
                      <a:pt x="919" y="1"/>
                      <a:pt x="7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4" name="Google Shape;15324;p50"/>
              <p:cNvSpPr/>
              <p:nvPr/>
            </p:nvSpPr>
            <p:spPr>
              <a:xfrm>
                <a:off x="7070433" y="2490456"/>
                <a:ext cx="39317" cy="28661"/>
              </a:xfrm>
              <a:custGeom>
                <a:rect b="b" l="l" r="r" t="t"/>
                <a:pathLst>
                  <a:path extrusionOk="0" h="901" w="1236">
                    <a:moveTo>
                      <a:pt x="401" y="0"/>
                    </a:moveTo>
                    <a:cubicBezTo>
                      <a:pt x="1" y="0"/>
                      <a:pt x="1" y="901"/>
                      <a:pt x="401" y="901"/>
                    </a:cubicBezTo>
                    <a:cubicBezTo>
                      <a:pt x="1235" y="901"/>
                      <a:pt x="1235" y="0"/>
                      <a:pt x="4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5" name="Google Shape;15325;p50"/>
              <p:cNvSpPr/>
              <p:nvPr/>
            </p:nvSpPr>
            <p:spPr>
              <a:xfrm>
                <a:off x="6928276" y="2723813"/>
                <a:ext cx="56272" cy="55318"/>
              </a:xfrm>
              <a:custGeom>
                <a:rect b="b" l="l" r="r" t="t"/>
                <a:pathLst>
                  <a:path extrusionOk="0" h="1739" w="1769">
                    <a:moveTo>
                      <a:pt x="948" y="1"/>
                    </a:moveTo>
                    <a:cubicBezTo>
                      <a:pt x="932" y="1"/>
                      <a:pt x="917" y="1"/>
                      <a:pt x="901" y="3"/>
                    </a:cubicBezTo>
                    <a:lnTo>
                      <a:pt x="867" y="3"/>
                    </a:lnTo>
                    <a:cubicBezTo>
                      <a:pt x="601" y="3"/>
                      <a:pt x="367" y="136"/>
                      <a:pt x="200" y="336"/>
                    </a:cubicBezTo>
                    <a:cubicBezTo>
                      <a:pt x="67" y="470"/>
                      <a:pt x="0" y="670"/>
                      <a:pt x="0" y="870"/>
                    </a:cubicBezTo>
                    <a:cubicBezTo>
                      <a:pt x="0" y="1070"/>
                      <a:pt x="67" y="1270"/>
                      <a:pt x="200" y="1404"/>
                    </a:cubicBezTo>
                    <a:cubicBezTo>
                      <a:pt x="367" y="1604"/>
                      <a:pt x="601" y="1737"/>
                      <a:pt x="867" y="1737"/>
                    </a:cubicBezTo>
                    <a:lnTo>
                      <a:pt x="901" y="1737"/>
                    </a:lnTo>
                    <a:cubicBezTo>
                      <a:pt x="917" y="1738"/>
                      <a:pt x="932" y="1739"/>
                      <a:pt x="948" y="1739"/>
                    </a:cubicBezTo>
                    <a:cubicBezTo>
                      <a:pt x="1394" y="1739"/>
                      <a:pt x="1768" y="1289"/>
                      <a:pt x="1768" y="870"/>
                    </a:cubicBezTo>
                    <a:cubicBezTo>
                      <a:pt x="1768" y="451"/>
                      <a:pt x="1394" y="1"/>
                      <a:pt x="9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6" name="Google Shape;15326;p50"/>
              <p:cNvSpPr/>
              <p:nvPr/>
            </p:nvSpPr>
            <p:spPr>
              <a:xfrm>
                <a:off x="6934638" y="2901088"/>
                <a:ext cx="55190" cy="50164"/>
              </a:xfrm>
              <a:custGeom>
                <a:rect b="b" l="l" r="r" t="t"/>
                <a:pathLst>
                  <a:path extrusionOk="0" h="1577" w="1735">
                    <a:moveTo>
                      <a:pt x="843" y="0"/>
                    </a:moveTo>
                    <a:cubicBezTo>
                      <a:pt x="717" y="0"/>
                      <a:pt x="601" y="34"/>
                      <a:pt x="501" y="100"/>
                    </a:cubicBezTo>
                    <a:lnTo>
                      <a:pt x="467" y="100"/>
                    </a:lnTo>
                    <a:cubicBezTo>
                      <a:pt x="401" y="167"/>
                      <a:pt x="367" y="200"/>
                      <a:pt x="334" y="234"/>
                    </a:cubicBezTo>
                    <a:cubicBezTo>
                      <a:pt x="300" y="267"/>
                      <a:pt x="234" y="334"/>
                      <a:pt x="200" y="367"/>
                    </a:cubicBezTo>
                    <a:cubicBezTo>
                      <a:pt x="200" y="401"/>
                      <a:pt x="167" y="434"/>
                      <a:pt x="134" y="467"/>
                    </a:cubicBezTo>
                    <a:lnTo>
                      <a:pt x="167" y="467"/>
                    </a:lnTo>
                    <a:cubicBezTo>
                      <a:pt x="34" y="701"/>
                      <a:pt x="0" y="968"/>
                      <a:pt x="134" y="1201"/>
                    </a:cubicBezTo>
                    <a:cubicBezTo>
                      <a:pt x="269" y="1427"/>
                      <a:pt x="528" y="1577"/>
                      <a:pt x="784" y="1577"/>
                    </a:cubicBezTo>
                    <a:cubicBezTo>
                      <a:pt x="906" y="1577"/>
                      <a:pt x="1027" y="1543"/>
                      <a:pt x="1134" y="1468"/>
                    </a:cubicBezTo>
                    <a:lnTo>
                      <a:pt x="1234" y="1401"/>
                    </a:lnTo>
                    <a:cubicBezTo>
                      <a:pt x="1234" y="1401"/>
                      <a:pt x="1234" y="1401"/>
                      <a:pt x="1234" y="1368"/>
                    </a:cubicBezTo>
                    <a:cubicBezTo>
                      <a:pt x="1335" y="1335"/>
                      <a:pt x="1435" y="1234"/>
                      <a:pt x="1501" y="1134"/>
                    </a:cubicBezTo>
                    <a:cubicBezTo>
                      <a:pt x="1735" y="801"/>
                      <a:pt x="1568" y="300"/>
                      <a:pt x="1234" y="100"/>
                    </a:cubicBezTo>
                    <a:cubicBezTo>
                      <a:pt x="1101" y="34"/>
                      <a:pt x="968" y="0"/>
                      <a:pt x="8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7" name="Google Shape;15327;p50"/>
              <p:cNvSpPr/>
              <p:nvPr/>
            </p:nvSpPr>
            <p:spPr>
              <a:xfrm>
                <a:off x="6653441" y="2776935"/>
                <a:ext cx="39285" cy="32669"/>
              </a:xfrm>
              <a:custGeom>
                <a:rect b="b" l="l" r="r" t="t"/>
                <a:pathLst>
                  <a:path extrusionOk="0" h="1027" w="1235">
                    <a:moveTo>
                      <a:pt x="401" y="0"/>
                    </a:moveTo>
                    <a:cubicBezTo>
                      <a:pt x="401" y="34"/>
                      <a:pt x="401" y="34"/>
                      <a:pt x="401" y="34"/>
                    </a:cubicBezTo>
                    <a:cubicBezTo>
                      <a:pt x="201" y="34"/>
                      <a:pt x="101" y="201"/>
                      <a:pt x="34" y="367"/>
                    </a:cubicBezTo>
                    <a:cubicBezTo>
                      <a:pt x="34" y="434"/>
                      <a:pt x="1" y="467"/>
                      <a:pt x="1" y="501"/>
                    </a:cubicBezTo>
                    <a:cubicBezTo>
                      <a:pt x="1" y="568"/>
                      <a:pt x="34" y="601"/>
                      <a:pt x="34" y="668"/>
                    </a:cubicBezTo>
                    <a:cubicBezTo>
                      <a:pt x="101" y="834"/>
                      <a:pt x="201" y="1001"/>
                      <a:pt x="401" y="1001"/>
                    </a:cubicBezTo>
                    <a:cubicBezTo>
                      <a:pt x="434" y="1018"/>
                      <a:pt x="468" y="1026"/>
                      <a:pt x="501" y="1026"/>
                    </a:cubicBezTo>
                    <a:cubicBezTo>
                      <a:pt x="534" y="1026"/>
                      <a:pt x="568" y="1018"/>
                      <a:pt x="601" y="1001"/>
                    </a:cubicBezTo>
                    <a:lnTo>
                      <a:pt x="768" y="1001"/>
                    </a:lnTo>
                    <a:cubicBezTo>
                      <a:pt x="1235" y="934"/>
                      <a:pt x="1235" y="101"/>
                      <a:pt x="768" y="34"/>
                    </a:cubicBezTo>
                    <a:lnTo>
                      <a:pt x="668" y="34"/>
                    </a:lnTo>
                    <a:cubicBezTo>
                      <a:pt x="657" y="23"/>
                      <a:pt x="649" y="19"/>
                      <a:pt x="643" y="19"/>
                    </a:cubicBezTo>
                    <a:cubicBezTo>
                      <a:pt x="631" y="19"/>
                      <a:pt x="623" y="34"/>
                      <a:pt x="601" y="34"/>
                    </a:cubicBezTo>
                    <a:cubicBezTo>
                      <a:pt x="534" y="0"/>
                      <a:pt x="468" y="0"/>
                      <a:pt x="4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8" name="Google Shape;15328;p50"/>
              <p:cNvSpPr/>
              <p:nvPr/>
            </p:nvSpPr>
            <p:spPr>
              <a:xfrm>
                <a:off x="6492166" y="2758263"/>
                <a:ext cx="37154" cy="36295"/>
              </a:xfrm>
              <a:custGeom>
                <a:rect b="b" l="l" r="r" t="t"/>
                <a:pathLst>
                  <a:path extrusionOk="0" h="1141" w="1168">
                    <a:moveTo>
                      <a:pt x="601" y="1"/>
                    </a:moveTo>
                    <a:cubicBezTo>
                      <a:pt x="556" y="1"/>
                      <a:pt x="511" y="7"/>
                      <a:pt x="467" y="20"/>
                    </a:cubicBezTo>
                    <a:cubicBezTo>
                      <a:pt x="334" y="54"/>
                      <a:pt x="267" y="87"/>
                      <a:pt x="167" y="154"/>
                    </a:cubicBezTo>
                    <a:cubicBezTo>
                      <a:pt x="67" y="254"/>
                      <a:pt x="0" y="421"/>
                      <a:pt x="0" y="587"/>
                    </a:cubicBezTo>
                    <a:cubicBezTo>
                      <a:pt x="0" y="721"/>
                      <a:pt x="67" y="888"/>
                      <a:pt x="200" y="988"/>
                    </a:cubicBezTo>
                    <a:cubicBezTo>
                      <a:pt x="267" y="1054"/>
                      <a:pt x="334" y="1121"/>
                      <a:pt x="467" y="1121"/>
                    </a:cubicBezTo>
                    <a:cubicBezTo>
                      <a:pt x="512" y="1134"/>
                      <a:pt x="557" y="1141"/>
                      <a:pt x="601" y="1141"/>
                    </a:cubicBezTo>
                    <a:cubicBezTo>
                      <a:pt x="892" y="1141"/>
                      <a:pt x="1168" y="877"/>
                      <a:pt x="1168" y="587"/>
                    </a:cubicBezTo>
                    <a:cubicBezTo>
                      <a:pt x="1168" y="269"/>
                      <a:pt x="892" y="1"/>
                      <a:pt x="6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9" name="Google Shape;15329;p50"/>
              <p:cNvSpPr/>
              <p:nvPr/>
            </p:nvSpPr>
            <p:spPr>
              <a:xfrm>
                <a:off x="6424253" y="2442678"/>
                <a:ext cx="53091" cy="42498"/>
              </a:xfrm>
              <a:custGeom>
                <a:rect b="b" l="l" r="r" t="t"/>
                <a:pathLst>
                  <a:path extrusionOk="0" h="1336" w="1669">
                    <a:moveTo>
                      <a:pt x="847" y="1"/>
                    </a:moveTo>
                    <a:cubicBezTo>
                      <a:pt x="643" y="1"/>
                      <a:pt x="434" y="101"/>
                      <a:pt x="301" y="301"/>
                    </a:cubicBezTo>
                    <a:cubicBezTo>
                      <a:pt x="301" y="335"/>
                      <a:pt x="267" y="335"/>
                      <a:pt x="267" y="335"/>
                    </a:cubicBezTo>
                    <a:cubicBezTo>
                      <a:pt x="0" y="768"/>
                      <a:pt x="367" y="1335"/>
                      <a:pt x="834" y="1335"/>
                    </a:cubicBezTo>
                    <a:cubicBezTo>
                      <a:pt x="1335" y="1335"/>
                      <a:pt x="1668" y="768"/>
                      <a:pt x="1401" y="335"/>
                    </a:cubicBezTo>
                    <a:cubicBezTo>
                      <a:pt x="1401" y="335"/>
                      <a:pt x="1401" y="335"/>
                      <a:pt x="1368" y="301"/>
                    </a:cubicBezTo>
                    <a:cubicBezTo>
                      <a:pt x="1251" y="101"/>
                      <a:pt x="1051" y="1"/>
                      <a:pt x="8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0" name="Google Shape;15330;p50"/>
              <p:cNvSpPr/>
              <p:nvPr/>
            </p:nvSpPr>
            <p:spPr>
              <a:xfrm>
                <a:off x="6613138" y="2530759"/>
                <a:ext cx="43516" cy="43548"/>
              </a:xfrm>
              <a:custGeom>
                <a:rect b="b" l="l" r="r" t="t"/>
                <a:pathLst>
                  <a:path extrusionOk="0" h="1369" w="1368">
                    <a:moveTo>
                      <a:pt x="701" y="1"/>
                    </a:moveTo>
                    <a:cubicBezTo>
                      <a:pt x="300" y="1"/>
                      <a:pt x="0" y="301"/>
                      <a:pt x="0" y="701"/>
                    </a:cubicBezTo>
                    <a:cubicBezTo>
                      <a:pt x="0" y="1068"/>
                      <a:pt x="300" y="1368"/>
                      <a:pt x="701" y="1368"/>
                    </a:cubicBezTo>
                    <a:cubicBezTo>
                      <a:pt x="1067" y="1368"/>
                      <a:pt x="1368" y="1068"/>
                      <a:pt x="1368" y="701"/>
                    </a:cubicBezTo>
                    <a:cubicBezTo>
                      <a:pt x="1368" y="301"/>
                      <a:pt x="1067" y="1"/>
                      <a:pt x="7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1" name="Google Shape;15331;p50"/>
              <p:cNvSpPr/>
              <p:nvPr/>
            </p:nvSpPr>
            <p:spPr>
              <a:xfrm>
                <a:off x="6927194" y="2570012"/>
                <a:ext cx="39285" cy="40367"/>
              </a:xfrm>
              <a:custGeom>
                <a:rect b="b" l="l" r="r" t="t"/>
                <a:pathLst>
                  <a:path extrusionOk="0" h="1269" w="1235">
                    <a:moveTo>
                      <a:pt x="635" y="1"/>
                    </a:moveTo>
                    <a:cubicBezTo>
                      <a:pt x="268" y="1"/>
                      <a:pt x="1" y="301"/>
                      <a:pt x="1" y="635"/>
                    </a:cubicBezTo>
                    <a:cubicBezTo>
                      <a:pt x="1" y="968"/>
                      <a:pt x="268" y="1268"/>
                      <a:pt x="635" y="1268"/>
                    </a:cubicBezTo>
                    <a:cubicBezTo>
                      <a:pt x="968" y="1268"/>
                      <a:pt x="1235" y="968"/>
                      <a:pt x="1235" y="635"/>
                    </a:cubicBezTo>
                    <a:cubicBezTo>
                      <a:pt x="1235" y="301"/>
                      <a:pt x="968" y="1"/>
                      <a:pt x="6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2" name="Google Shape;15332;p50"/>
              <p:cNvSpPr/>
              <p:nvPr/>
            </p:nvSpPr>
            <p:spPr>
              <a:xfrm>
                <a:off x="6754246" y="2665505"/>
                <a:ext cx="72177" cy="72209"/>
              </a:xfrm>
              <a:custGeom>
                <a:rect b="b" l="l" r="r" t="t"/>
                <a:pathLst>
                  <a:path extrusionOk="0" h="2270" w="2269">
                    <a:moveTo>
                      <a:pt x="1135" y="1"/>
                    </a:moveTo>
                    <a:cubicBezTo>
                      <a:pt x="534" y="1"/>
                      <a:pt x="1" y="501"/>
                      <a:pt x="1" y="1135"/>
                    </a:cubicBezTo>
                    <a:cubicBezTo>
                      <a:pt x="1" y="1736"/>
                      <a:pt x="534" y="2269"/>
                      <a:pt x="1135" y="2269"/>
                    </a:cubicBezTo>
                    <a:cubicBezTo>
                      <a:pt x="1768" y="2269"/>
                      <a:pt x="2269" y="1736"/>
                      <a:pt x="2269" y="1135"/>
                    </a:cubicBezTo>
                    <a:cubicBezTo>
                      <a:pt x="2269" y="501"/>
                      <a:pt x="1768" y="1"/>
                      <a:pt x="11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3" name="Google Shape;15333;p50"/>
              <p:cNvSpPr/>
              <p:nvPr/>
            </p:nvSpPr>
            <p:spPr>
              <a:xfrm>
                <a:off x="6526107" y="3011118"/>
                <a:ext cx="43548" cy="40558"/>
              </a:xfrm>
              <a:custGeom>
                <a:rect b="b" l="l" r="r" t="t"/>
                <a:pathLst>
                  <a:path extrusionOk="0" h="1275" w="1369">
                    <a:moveTo>
                      <a:pt x="738" y="1"/>
                    </a:moveTo>
                    <a:cubicBezTo>
                      <a:pt x="501" y="1"/>
                      <a:pt x="274" y="168"/>
                      <a:pt x="168" y="444"/>
                    </a:cubicBezTo>
                    <a:cubicBezTo>
                      <a:pt x="168" y="444"/>
                      <a:pt x="134" y="444"/>
                      <a:pt x="134" y="477"/>
                    </a:cubicBezTo>
                    <a:cubicBezTo>
                      <a:pt x="1" y="811"/>
                      <a:pt x="268" y="1145"/>
                      <a:pt x="568" y="1245"/>
                    </a:cubicBezTo>
                    <a:lnTo>
                      <a:pt x="601" y="1245"/>
                    </a:lnTo>
                    <a:cubicBezTo>
                      <a:pt x="663" y="1265"/>
                      <a:pt x="723" y="1275"/>
                      <a:pt x="780" y="1275"/>
                    </a:cubicBezTo>
                    <a:cubicBezTo>
                      <a:pt x="1097" y="1275"/>
                      <a:pt x="1340" y="988"/>
                      <a:pt x="1368" y="678"/>
                    </a:cubicBezTo>
                    <a:cubicBezTo>
                      <a:pt x="1368" y="477"/>
                      <a:pt x="1302" y="311"/>
                      <a:pt x="1135" y="177"/>
                    </a:cubicBezTo>
                    <a:cubicBezTo>
                      <a:pt x="1013" y="56"/>
                      <a:pt x="874" y="1"/>
                      <a:pt x="7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4" name="Google Shape;15334;p50"/>
              <p:cNvSpPr/>
              <p:nvPr/>
            </p:nvSpPr>
            <p:spPr>
              <a:xfrm>
                <a:off x="6817897" y="3215146"/>
                <a:ext cx="53091" cy="39317"/>
              </a:xfrm>
              <a:custGeom>
                <a:rect b="b" l="l" r="r" t="t"/>
                <a:pathLst>
                  <a:path extrusionOk="0" h="1236" w="1669">
                    <a:moveTo>
                      <a:pt x="835" y="1"/>
                    </a:moveTo>
                    <a:cubicBezTo>
                      <a:pt x="1" y="1"/>
                      <a:pt x="1" y="1235"/>
                      <a:pt x="835" y="1235"/>
                    </a:cubicBezTo>
                    <a:cubicBezTo>
                      <a:pt x="1669" y="1235"/>
                      <a:pt x="1669" y="1"/>
                      <a:pt x="8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5" name="Google Shape;15335;p50"/>
              <p:cNvSpPr/>
              <p:nvPr/>
            </p:nvSpPr>
            <p:spPr>
              <a:xfrm>
                <a:off x="6855050" y="3061314"/>
                <a:ext cx="42466" cy="42466"/>
              </a:xfrm>
              <a:custGeom>
                <a:rect b="b" l="l" r="r" t="t"/>
                <a:pathLst>
                  <a:path extrusionOk="0" h="1335" w="1335">
                    <a:moveTo>
                      <a:pt x="668" y="0"/>
                    </a:moveTo>
                    <a:cubicBezTo>
                      <a:pt x="301" y="0"/>
                      <a:pt x="0" y="300"/>
                      <a:pt x="0" y="667"/>
                    </a:cubicBezTo>
                    <a:cubicBezTo>
                      <a:pt x="0" y="1034"/>
                      <a:pt x="301" y="1334"/>
                      <a:pt x="668" y="1334"/>
                    </a:cubicBezTo>
                    <a:cubicBezTo>
                      <a:pt x="1001" y="1334"/>
                      <a:pt x="1335" y="1034"/>
                      <a:pt x="1335" y="667"/>
                    </a:cubicBezTo>
                    <a:cubicBezTo>
                      <a:pt x="1335" y="300"/>
                      <a:pt x="1001" y="0"/>
                      <a:pt x="6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6" name="Google Shape;15336;p50"/>
              <p:cNvSpPr/>
              <p:nvPr/>
            </p:nvSpPr>
            <p:spPr>
              <a:xfrm>
                <a:off x="5894750" y="1381600"/>
                <a:ext cx="2006575" cy="2616595"/>
              </a:xfrm>
              <a:custGeom>
                <a:rect b="b" l="l" r="r" t="t"/>
                <a:pathLst>
                  <a:path extrusionOk="0" h="82257" w="63080">
                    <a:moveTo>
                      <a:pt x="31306" y="926"/>
                    </a:moveTo>
                    <a:cubicBezTo>
                      <a:pt x="33354" y="926"/>
                      <a:pt x="35194" y="1678"/>
                      <a:pt x="36828" y="2903"/>
                    </a:cubicBezTo>
                    <a:cubicBezTo>
                      <a:pt x="36897" y="2945"/>
                      <a:pt x="36967" y="2963"/>
                      <a:pt x="37035" y="2963"/>
                    </a:cubicBezTo>
                    <a:cubicBezTo>
                      <a:pt x="37128" y="2963"/>
                      <a:pt x="37217" y="2928"/>
                      <a:pt x="37295" y="2869"/>
                    </a:cubicBezTo>
                    <a:cubicBezTo>
                      <a:pt x="37295" y="2869"/>
                      <a:pt x="37328" y="2869"/>
                      <a:pt x="37328" y="2836"/>
                    </a:cubicBezTo>
                    <a:cubicBezTo>
                      <a:pt x="38251" y="2294"/>
                      <a:pt x="39148" y="2034"/>
                      <a:pt x="39998" y="2034"/>
                    </a:cubicBezTo>
                    <a:cubicBezTo>
                      <a:pt x="41452" y="2034"/>
                      <a:pt x="42772" y="2794"/>
                      <a:pt x="43866" y="4204"/>
                    </a:cubicBezTo>
                    <a:cubicBezTo>
                      <a:pt x="44800" y="5405"/>
                      <a:pt x="45634" y="5805"/>
                      <a:pt x="47135" y="6005"/>
                    </a:cubicBezTo>
                    <a:cubicBezTo>
                      <a:pt x="50371" y="6439"/>
                      <a:pt x="51838" y="9574"/>
                      <a:pt x="49837" y="12243"/>
                    </a:cubicBezTo>
                    <a:cubicBezTo>
                      <a:pt x="48426" y="14104"/>
                      <a:pt x="46287" y="14560"/>
                      <a:pt x="44147" y="14560"/>
                    </a:cubicBezTo>
                    <a:cubicBezTo>
                      <a:pt x="43908" y="14560"/>
                      <a:pt x="43670" y="14555"/>
                      <a:pt x="43432" y="14544"/>
                    </a:cubicBezTo>
                    <a:cubicBezTo>
                      <a:pt x="43666" y="13811"/>
                      <a:pt x="43766" y="13110"/>
                      <a:pt x="43666" y="12576"/>
                    </a:cubicBezTo>
                    <a:cubicBezTo>
                      <a:pt x="43648" y="12438"/>
                      <a:pt x="43550" y="12380"/>
                      <a:pt x="43441" y="12380"/>
                    </a:cubicBezTo>
                    <a:cubicBezTo>
                      <a:pt x="43340" y="12380"/>
                      <a:pt x="43230" y="12430"/>
                      <a:pt x="43165" y="12510"/>
                    </a:cubicBezTo>
                    <a:cubicBezTo>
                      <a:pt x="42765" y="13110"/>
                      <a:pt x="42632" y="13877"/>
                      <a:pt x="42365" y="14611"/>
                    </a:cubicBezTo>
                    <a:cubicBezTo>
                      <a:pt x="42231" y="14678"/>
                      <a:pt x="42198" y="14845"/>
                      <a:pt x="42198" y="15011"/>
                    </a:cubicBezTo>
                    <a:cubicBezTo>
                      <a:pt x="42165" y="15045"/>
                      <a:pt x="42131" y="15112"/>
                      <a:pt x="42131" y="15145"/>
                    </a:cubicBezTo>
                    <a:cubicBezTo>
                      <a:pt x="41698" y="15912"/>
                      <a:pt x="41164" y="16279"/>
                      <a:pt x="40530" y="16646"/>
                    </a:cubicBezTo>
                    <a:cubicBezTo>
                      <a:pt x="40564" y="16146"/>
                      <a:pt x="40530" y="15612"/>
                      <a:pt x="40397" y="15078"/>
                    </a:cubicBezTo>
                    <a:cubicBezTo>
                      <a:pt x="40369" y="14952"/>
                      <a:pt x="40282" y="14897"/>
                      <a:pt x="40189" y="14897"/>
                    </a:cubicBezTo>
                    <a:cubicBezTo>
                      <a:pt x="40059" y="14897"/>
                      <a:pt x="39916" y="15004"/>
                      <a:pt x="39896" y="15178"/>
                    </a:cubicBezTo>
                    <a:cubicBezTo>
                      <a:pt x="39663" y="17046"/>
                      <a:pt x="39596" y="19014"/>
                      <a:pt x="38128" y="20382"/>
                    </a:cubicBezTo>
                    <a:cubicBezTo>
                      <a:pt x="37379" y="21086"/>
                      <a:pt x="36549" y="21392"/>
                      <a:pt x="35737" y="21392"/>
                    </a:cubicBezTo>
                    <a:cubicBezTo>
                      <a:pt x="34164" y="21392"/>
                      <a:pt x="32662" y="20242"/>
                      <a:pt x="31957" y="18614"/>
                    </a:cubicBezTo>
                    <a:cubicBezTo>
                      <a:pt x="31490" y="17547"/>
                      <a:pt x="31724" y="16079"/>
                      <a:pt x="31023" y="15145"/>
                    </a:cubicBezTo>
                    <a:cubicBezTo>
                      <a:pt x="30723" y="14778"/>
                      <a:pt x="30490" y="14811"/>
                      <a:pt x="30156" y="14544"/>
                    </a:cubicBezTo>
                    <a:cubicBezTo>
                      <a:pt x="28989" y="13744"/>
                      <a:pt x="28355" y="13277"/>
                      <a:pt x="28422" y="11742"/>
                    </a:cubicBezTo>
                    <a:cubicBezTo>
                      <a:pt x="28422" y="11612"/>
                      <a:pt x="28318" y="11544"/>
                      <a:pt x="28215" y="11544"/>
                    </a:cubicBezTo>
                    <a:cubicBezTo>
                      <a:pt x="28133" y="11544"/>
                      <a:pt x="28051" y="11587"/>
                      <a:pt x="28021" y="11676"/>
                    </a:cubicBezTo>
                    <a:cubicBezTo>
                      <a:pt x="27621" y="13277"/>
                      <a:pt x="28455" y="13977"/>
                      <a:pt x="29289" y="14778"/>
                    </a:cubicBezTo>
                    <a:cubicBezTo>
                      <a:pt x="28522" y="14778"/>
                      <a:pt x="27854" y="14611"/>
                      <a:pt x="27287" y="14278"/>
                    </a:cubicBezTo>
                    <a:cubicBezTo>
                      <a:pt x="27254" y="14211"/>
                      <a:pt x="27187" y="14178"/>
                      <a:pt x="27121" y="14178"/>
                    </a:cubicBezTo>
                    <a:cubicBezTo>
                      <a:pt x="26353" y="13677"/>
                      <a:pt x="25753" y="12943"/>
                      <a:pt x="25286" y="12043"/>
                    </a:cubicBezTo>
                    <a:cubicBezTo>
                      <a:pt x="25260" y="11992"/>
                      <a:pt x="25216" y="11970"/>
                      <a:pt x="25172" y="11970"/>
                    </a:cubicBezTo>
                    <a:cubicBezTo>
                      <a:pt x="25100" y="11970"/>
                      <a:pt x="25032" y="12027"/>
                      <a:pt x="25052" y="12109"/>
                    </a:cubicBezTo>
                    <a:cubicBezTo>
                      <a:pt x="25119" y="12977"/>
                      <a:pt x="25586" y="13744"/>
                      <a:pt x="26220" y="14311"/>
                    </a:cubicBezTo>
                    <a:cubicBezTo>
                      <a:pt x="24349" y="14696"/>
                      <a:pt x="22614" y="15104"/>
                      <a:pt x="20716" y="15104"/>
                    </a:cubicBezTo>
                    <a:cubicBezTo>
                      <a:pt x="20313" y="15104"/>
                      <a:pt x="19902" y="15086"/>
                      <a:pt x="19482" y="15045"/>
                    </a:cubicBezTo>
                    <a:cubicBezTo>
                      <a:pt x="16880" y="14811"/>
                      <a:pt x="14645" y="13811"/>
                      <a:pt x="12243" y="12877"/>
                    </a:cubicBezTo>
                    <a:cubicBezTo>
                      <a:pt x="12214" y="12864"/>
                      <a:pt x="12185" y="12858"/>
                      <a:pt x="12157" y="12858"/>
                    </a:cubicBezTo>
                    <a:cubicBezTo>
                      <a:pt x="11966" y="12858"/>
                      <a:pt x="11835" y="13131"/>
                      <a:pt x="12010" y="13277"/>
                    </a:cubicBezTo>
                    <a:cubicBezTo>
                      <a:pt x="12410" y="13644"/>
                      <a:pt x="12877" y="13944"/>
                      <a:pt x="13377" y="14244"/>
                    </a:cubicBezTo>
                    <a:cubicBezTo>
                      <a:pt x="12805" y="14380"/>
                      <a:pt x="12253" y="14434"/>
                      <a:pt x="11691" y="14434"/>
                    </a:cubicBezTo>
                    <a:cubicBezTo>
                      <a:pt x="11008" y="14434"/>
                      <a:pt x="10310" y="14354"/>
                      <a:pt x="9541" y="14244"/>
                    </a:cubicBezTo>
                    <a:cubicBezTo>
                      <a:pt x="8207" y="14011"/>
                      <a:pt x="7006" y="14011"/>
                      <a:pt x="5672" y="13944"/>
                    </a:cubicBezTo>
                    <a:cubicBezTo>
                      <a:pt x="3204" y="13777"/>
                      <a:pt x="1302" y="11776"/>
                      <a:pt x="2336" y="9241"/>
                    </a:cubicBezTo>
                    <a:cubicBezTo>
                      <a:pt x="2956" y="7739"/>
                      <a:pt x="4275" y="7054"/>
                      <a:pt x="5708" y="7054"/>
                    </a:cubicBezTo>
                    <a:cubicBezTo>
                      <a:pt x="6279" y="7054"/>
                      <a:pt x="6869" y="7163"/>
                      <a:pt x="7440" y="7373"/>
                    </a:cubicBezTo>
                    <a:cubicBezTo>
                      <a:pt x="7440" y="7406"/>
                      <a:pt x="7473" y="7406"/>
                      <a:pt x="7507" y="7406"/>
                    </a:cubicBezTo>
                    <a:cubicBezTo>
                      <a:pt x="7507" y="7606"/>
                      <a:pt x="7540" y="7806"/>
                      <a:pt x="7573" y="8006"/>
                    </a:cubicBezTo>
                    <a:cubicBezTo>
                      <a:pt x="7573" y="8085"/>
                      <a:pt x="7625" y="8119"/>
                      <a:pt x="7687" y="8119"/>
                    </a:cubicBezTo>
                    <a:cubicBezTo>
                      <a:pt x="7757" y="8119"/>
                      <a:pt x="7838" y="8077"/>
                      <a:pt x="7874" y="8006"/>
                    </a:cubicBezTo>
                    <a:cubicBezTo>
                      <a:pt x="8641" y="6038"/>
                      <a:pt x="8841" y="4037"/>
                      <a:pt x="10575" y="2569"/>
                    </a:cubicBezTo>
                    <a:cubicBezTo>
                      <a:pt x="11475" y="1827"/>
                      <a:pt x="12367" y="1511"/>
                      <a:pt x="13259" y="1511"/>
                    </a:cubicBezTo>
                    <a:cubicBezTo>
                      <a:pt x="14252" y="1511"/>
                      <a:pt x="15244" y="1903"/>
                      <a:pt x="16246" y="2536"/>
                    </a:cubicBezTo>
                    <a:cubicBezTo>
                      <a:pt x="15879" y="3103"/>
                      <a:pt x="15612" y="3770"/>
                      <a:pt x="15512" y="4504"/>
                    </a:cubicBezTo>
                    <a:cubicBezTo>
                      <a:pt x="15495" y="4609"/>
                      <a:pt x="15569" y="4659"/>
                      <a:pt x="15652" y="4659"/>
                    </a:cubicBezTo>
                    <a:cubicBezTo>
                      <a:pt x="15729" y="4659"/>
                      <a:pt x="15814" y="4617"/>
                      <a:pt x="15846" y="4537"/>
                    </a:cubicBezTo>
                    <a:cubicBezTo>
                      <a:pt x="16610" y="2521"/>
                      <a:pt x="18325" y="1064"/>
                      <a:pt x="20453" y="1064"/>
                    </a:cubicBezTo>
                    <a:cubicBezTo>
                      <a:pt x="20649" y="1064"/>
                      <a:pt x="20848" y="1076"/>
                      <a:pt x="21050" y="1102"/>
                    </a:cubicBezTo>
                    <a:cubicBezTo>
                      <a:pt x="22569" y="1291"/>
                      <a:pt x="23848" y="2413"/>
                      <a:pt x="25400" y="2413"/>
                    </a:cubicBezTo>
                    <a:cubicBezTo>
                      <a:pt x="25483" y="2413"/>
                      <a:pt x="25568" y="2409"/>
                      <a:pt x="25653" y="2402"/>
                    </a:cubicBezTo>
                    <a:cubicBezTo>
                      <a:pt x="27488" y="2269"/>
                      <a:pt x="29022" y="1035"/>
                      <a:pt x="30923" y="935"/>
                    </a:cubicBezTo>
                    <a:cubicBezTo>
                      <a:pt x="31052" y="929"/>
                      <a:pt x="31179" y="926"/>
                      <a:pt x="31306" y="926"/>
                    </a:cubicBezTo>
                    <a:close/>
                    <a:moveTo>
                      <a:pt x="52155" y="30167"/>
                    </a:moveTo>
                    <a:cubicBezTo>
                      <a:pt x="53048" y="30167"/>
                      <a:pt x="53923" y="30465"/>
                      <a:pt x="54674" y="31190"/>
                    </a:cubicBezTo>
                    <a:cubicBezTo>
                      <a:pt x="57376" y="33758"/>
                      <a:pt x="57075" y="39095"/>
                      <a:pt x="56909" y="42498"/>
                    </a:cubicBezTo>
                    <a:cubicBezTo>
                      <a:pt x="56708" y="46634"/>
                      <a:pt x="55841" y="50737"/>
                      <a:pt x="54574" y="54673"/>
                    </a:cubicBezTo>
                    <a:cubicBezTo>
                      <a:pt x="53873" y="56741"/>
                      <a:pt x="53106" y="58943"/>
                      <a:pt x="51438" y="60477"/>
                    </a:cubicBezTo>
                    <a:cubicBezTo>
                      <a:pt x="50461" y="61391"/>
                      <a:pt x="49134" y="61926"/>
                      <a:pt x="47873" y="61926"/>
                    </a:cubicBezTo>
                    <a:cubicBezTo>
                      <a:pt x="46463" y="61926"/>
                      <a:pt x="45135" y="61259"/>
                      <a:pt x="44466" y="59710"/>
                    </a:cubicBezTo>
                    <a:cubicBezTo>
                      <a:pt x="44466" y="54606"/>
                      <a:pt x="44633" y="49503"/>
                      <a:pt x="44900" y="44399"/>
                    </a:cubicBezTo>
                    <a:cubicBezTo>
                      <a:pt x="45067" y="41564"/>
                      <a:pt x="45267" y="38762"/>
                      <a:pt x="45500" y="35960"/>
                    </a:cubicBezTo>
                    <a:cubicBezTo>
                      <a:pt x="46301" y="34525"/>
                      <a:pt x="47001" y="33024"/>
                      <a:pt x="48236" y="31890"/>
                    </a:cubicBezTo>
                    <a:cubicBezTo>
                      <a:pt x="49298" y="30910"/>
                      <a:pt x="50747" y="30167"/>
                      <a:pt x="52155" y="30167"/>
                    </a:cubicBezTo>
                    <a:close/>
                    <a:moveTo>
                      <a:pt x="52841" y="24217"/>
                    </a:moveTo>
                    <a:cubicBezTo>
                      <a:pt x="52874" y="24217"/>
                      <a:pt x="52906" y="24218"/>
                      <a:pt x="52939" y="24218"/>
                    </a:cubicBezTo>
                    <a:cubicBezTo>
                      <a:pt x="56008" y="24251"/>
                      <a:pt x="58643" y="26053"/>
                      <a:pt x="60077" y="28721"/>
                    </a:cubicBezTo>
                    <a:cubicBezTo>
                      <a:pt x="61545" y="31357"/>
                      <a:pt x="61779" y="34425"/>
                      <a:pt x="61912" y="37394"/>
                    </a:cubicBezTo>
                    <a:cubicBezTo>
                      <a:pt x="62012" y="40230"/>
                      <a:pt x="62046" y="43065"/>
                      <a:pt x="61945" y="45867"/>
                    </a:cubicBezTo>
                    <a:cubicBezTo>
                      <a:pt x="61745" y="51371"/>
                      <a:pt x="60878" y="57175"/>
                      <a:pt x="58176" y="62078"/>
                    </a:cubicBezTo>
                    <a:cubicBezTo>
                      <a:pt x="56342" y="65389"/>
                      <a:pt x="52654" y="68581"/>
                      <a:pt x="48910" y="68581"/>
                    </a:cubicBezTo>
                    <a:cubicBezTo>
                      <a:pt x="47410" y="68581"/>
                      <a:pt x="45902" y="68069"/>
                      <a:pt x="44500" y="66849"/>
                    </a:cubicBezTo>
                    <a:cubicBezTo>
                      <a:pt x="44466" y="65081"/>
                      <a:pt x="44466" y="63346"/>
                      <a:pt x="44466" y="61578"/>
                    </a:cubicBezTo>
                    <a:lnTo>
                      <a:pt x="44466" y="61578"/>
                    </a:lnTo>
                    <a:cubicBezTo>
                      <a:pt x="45233" y="62571"/>
                      <a:pt x="46365" y="62991"/>
                      <a:pt x="47585" y="62991"/>
                    </a:cubicBezTo>
                    <a:cubicBezTo>
                      <a:pt x="49602" y="62991"/>
                      <a:pt x="51859" y="61844"/>
                      <a:pt x="53106" y="60244"/>
                    </a:cubicBezTo>
                    <a:cubicBezTo>
                      <a:pt x="54940" y="57875"/>
                      <a:pt x="55774" y="54673"/>
                      <a:pt x="56508" y="51838"/>
                    </a:cubicBezTo>
                    <a:cubicBezTo>
                      <a:pt x="57275" y="48902"/>
                      <a:pt x="57809" y="45900"/>
                      <a:pt x="57976" y="42865"/>
                    </a:cubicBezTo>
                    <a:cubicBezTo>
                      <a:pt x="58209" y="38929"/>
                      <a:pt x="58543" y="31490"/>
                      <a:pt x="54073" y="29489"/>
                    </a:cubicBezTo>
                    <a:cubicBezTo>
                      <a:pt x="53354" y="29175"/>
                      <a:pt x="52661" y="29034"/>
                      <a:pt x="51997" y="29034"/>
                    </a:cubicBezTo>
                    <a:cubicBezTo>
                      <a:pt x="49276" y="29034"/>
                      <a:pt x="47062" y="31404"/>
                      <a:pt x="45667" y="33925"/>
                    </a:cubicBezTo>
                    <a:cubicBezTo>
                      <a:pt x="45801" y="32524"/>
                      <a:pt x="45901" y="31156"/>
                      <a:pt x="46067" y="29755"/>
                    </a:cubicBezTo>
                    <a:cubicBezTo>
                      <a:pt x="46134" y="28988"/>
                      <a:pt x="46234" y="28188"/>
                      <a:pt x="46334" y="27387"/>
                    </a:cubicBezTo>
                    <a:cubicBezTo>
                      <a:pt x="48114" y="25574"/>
                      <a:pt x="50154" y="24217"/>
                      <a:pt x="52841" y="24217"/>
                    </a:cubicBezTo>
                    <a:close/>
                    <a:moveTo>
                      <a:pt x="14078" y="14611"/>
                    </a:moveTo>
                    <a:cubicBezTo>
                      <a:pt x="16094" y="15619"/>
                      <a:pt x="18578" y="16168"/>
                      <a:pt x="20989" y="16168"/>
                    </a:cubicBezTo>
                    <a:cubicBezTo>
                      <a:pt x="23127" y="16168"/>
                      <a:pt x="25208" y="15736"/>
                      <a:pt x="26854" y="14811"/>
                    </a:cubicBezTo>
                    <a:cubicBezTo>
                      <a:pt x="27611" y="15288"/>
                      <a:pt x="28487" y="15577"/>
                      <a:pt x="29342" y="15577"/>
                    </a:cubicBezTo>
                    <a:cubicBezTo>
                      <a:pt x="29503" y="15577"/>
                      <a:pt x="29664" y="15566"/>
                      <a:pt x="29823" y="15545"/>
                    </a:cubicBezTo>
                    <a:cubicBezTo>
                      <a:pt x="29889" y="15545"/>
                      <a:pt x="29923" y="15512"/>
                      <a:pt x="29989" y="15512"/>
                    </a:cubicBezTo>
                    <a:cubicBezTo>
                      <a:pt x="30223" y="15779"/>
                      <a:pt x="30423" y="16112"/>
                      <a:pt x="30590" y="16513"/>
                    </a:cubicBezTo>
                    <a:cubicBezTo>
                      <a:pt x="30923" y="17513"/>
                      <a:pt x="30923" y="18547"/>
                      <a:pt x="31424" y="19515"/>
                    </a:cubicBezTo>
                    <a:cubicBezTo>
                      <a:pt x="31924" y="20415"/>
                      <a:pt x="32691" y="21216"/>
                      <a:pt x="33592" y="21716"/>
                    </a:cubicBezTo>
                    <a:cubicBezTo>
                      <a:pt x="34344" y="22111"/>
                      <a:pt x="35064" y="22286"/>
                      <a:pt x="35737" y="22286"/>
                    </a:cubicBezTo>
                    <a:cubicBezTo>
                      <a:pt x="38136" y="22286"/>
                      <a:pt x="39928" y="20055"/>
                      <a:pt x="40397" y="17580"/>
                    </a:cubicBezTo>
                    <a:cubicBezTo>
                      <a:pt x="41498" y="17580"/>
                      <a:pt x="42432" y="16646"/>
                      <a:pt x="43032" y="15478"/>
                    </a:cubicBezTo>
                    <a:cubicBezTo>
                      <a:pt x="43522" y="15560"/>
                      <a:pt x="44025" y="15601"/>
                      <a:pt x="44528" y="15601"/>
                    </a:cubicBezTo>
                    <a:cubicBezTo>
                      <a:pt x="45463" y="15601"/>
                      <a:pt x="46401" y="15460"/>
                      <a:pt x="47268" y="15178"/>
                    </a:cubicBezTo>
                    <a:lnTo>
                      <a:pt x="47268" y="15178"/>
                    </a:lnTo>
                    <a:cubicBezTo>
                      <a:pt x="46234" y="19681"/>
                      <a:pt x="45801" y="24418"/>
                      <a:pt x="45300" y="28988"/>
                    </a:cubicBezTo>
                    <a:cubicBezTo>
                      <a:pt x="45033" y="31457"/>
                      <a:pt x="44800" y="33925"/>
                      <a:pt x="44566" y="36393"/>
                    </a:cubicBezTo>
                    <a:cubicBezTo>
                      <a:pt x="44566" y="36427"/>
                      <a:pt x="44566" y="36460"/>
                      <a:pt x="44533" y="36494"/>
                    </a:cubicBezTo>
                    <a:cubicBezTo>
                      <a:pt x="44533" y="36560"/>
                      <a:pt x="44533" y="36627"/>
                      <a:pt x="44533" y="36660"/>
                    </a:cubicBezTo>
                    <a:cubicBezTo>
                      <a:pt x="44333" y="39095"/>
                      <a:pt x="44166" y="41564"/>
                      <a:pt x="44033" y="43999"/>
                    </a:cubicBezTo>
                    <a:cubicBezTo>
                      <a:pt x="43566" y="51638"/>
                      <a:pt x="43432" y="59310"/>
                      <a:pt x="43566" y="66949"/>
                    </a:cubicBezTo>
                    <a:cubicBezTo>
                      <a:pt x="43532" y="67082"/>
                      <a:pt x="43499" y="67216"/>
                      <a:pt x="43599" y="67349"/>
                    </a:cubicBezTo>
                    <a:cubicBezTo>
                      <a:pt x="43632" y="69617"/>
                      <a:pt x="43699" y="71886"/>
                      <a:pt x="43799" y="74120"/>
                    </a:cubicBezTo>
                    <a:cubicBezTo>
                      <a:pt x="43666" y="74221"/>
                      <a:pt x="43599" y="74354"/>
                      <a:pt x="43599" y="74521"/>
                    </a:cubicBezTo>
                    <a:cubicBezTo>
                      <a:pt x="43699" y="79191"/>
                      <a:pt x="38629" y="80158"/>
                      <a:pt x="35026" y="80558"/>
                    </a:cubicBezTo>
                    <a:cubicBezTo>
                      <a:pt x="31757" y="80925"/>
                      <a:pt x="28455" y="81192"/>
                      <a:pt x="25153" y="81226"/>
                    </a:cubicBezTo>
                    <a:cubicBezTo>
                      <a:pt x="24782" y="81231"/>
                      <a:pt x="24406" y="81235"/>
                      <a:pt x="24027" y="81235"/>
                    </a:cubicBezTo>
                    <a:cubicBezTo>
                      <a:pt x="17772" y="81235"/>
                      <a:pt x="10412" y="80333"/>
                      <a:pt x="7173" y="74421"/>
                    </a:cubicBezTo>
                    <a:cubicBezTo>
                      <a:pt x="7173" y="74421"/>
                      <a:pt x="7173" y="74387"/>
                      <a:pt x="7173" y="74387"/>
                    </a:cubicBezTo>
                    <a:cubicBezTo>
                      <a:pt x="8974" y="54506"/>
                      <a:pt x="10108" y="34325"/>
                      <a:pt x="5805" y="14678"/>
                    </a:cubicBezTo>
                    <a:cubicBezTo>
                      <a:pt x="6306" y="14678"/>
                      <a:pt x="6806" y="14711"/>
                      <a:pt x="7340" y="14745"/>
                    </a:cubicBezTo>
                    <a:cubicBezTo>
                      <a:pt x="8711" y="14829"/>
                      <a:pt x="10296" y="15407"/>
                      <a:pt x="11748" y="15407"/>
                    </a:cubicBezTo>
                    <a:cubicBezTo>
                      <a:pt x="12592" y="15407"/>
                      <a:pt x="13391" y="15212"/>
                      <a:pt x="14078" y="14611"/>
                    </a:cubicBezTo>
                    <a:close/>
                    <a:moveTo>
                      <a:pt x="31524" y="1"/>
                    </a:moveTo>
                    <a:cubicBezTo>
                      <a:pt x="30490" y="1"/>
                      <a:pt x="29456" y="134"/>
                      <a:pt x="28455" y="468"/>
                    </a:cubicBezTo>
                    <a:cubicBezTo>
                      <a:pt x="27245" y="856"/>
                      <a:pt x="26270" y="1306"/>
                      <a:pt x="25154" y="1306"/>
                    </a:cubicBezTo>
                    <a:cubicBezTo>
                      <a:pt x="24640" y="1306"/>
                      <a:pt x="24096" y="1210"/>
                      <a:pt x="23485" y="968"/>
                    </a:cubicBezTo>
                    <a:cubicBezTo>
                      <a:pt x="22400" y="538"/>
                      <a:pt x="21404" y="197"/>
                      <a:pt x="20380" y="197"/>
                    </a:cubicBezTo>
                    <a:cubicBezTo>
                      <a:pt x="19734" y="197"/>
                      <a:pt x="19078" y="333"/>
                      <a:pt x="18381" y="668"/>
                    </a:cubicBezTo>
                    <a:cubicBezTo>
                      <a:pt x="17714" y="1001"/>
                      <a:pt x="17147" y="1435"/>
                      <a:pt x="16680" y="1969"/>
                    </a:cubicBezTo>
                    <a:cubicBezTo>
                      <a:pt x="15956" y="1033"/>
                      <a:pt x="14821" y="639"/>
                      <a:pt x="13655" y="639"/>
                    </a:cubicBezTo>
                    <a:cubicBezTo>
                      <a:pt x="12619" y="639"/>
                      <a:pt x="11559" y="950"/>
                      <a:pt x="10742" y="1468"/>
                    </a:cubicBezTo>
                    <a:cubicBezTo>
                      <a:pt x="9074" y="2536"/>
                      <a:pt x="7773" y="4571"/>
                      <a:pt x="7540" y="6572"/>
                    </a:cubicBezTo>
                    <a:cubicBezTo>
                      <a:pt x="7005" y="6370"/>
                      <a:pt x="6460" y="6277"/>
                      <a:pt x="5927" y="6277"/>
                    </a:cubicBezTo>
                    <a:cubicBezTo>
                      <a:pt x="2768" y="6277"/>
                      <a:pt x="0" y="9542"/>
                      <a:pt x="1969" y="12710"/>
                    </a:cubicBezTo>
                    <a:cubicBezTo>
                      <a:pt x="2770" y="14044"/>
                      <a:pt x="3871" y="14444"/>
                      <a:pt x="5072" y="14611"/>
                    </a:cubicBezTo>
                    <a:cubicBezTo>
                      <a:pt x="5038" y="14678"/>
                      <a:pt x="5038" y="14745"/>
                      <a:pt x="5038" y="14878"/>
                    </a:cubicBezTo>
                    <a:cubicBezTo>
                      <a:pt x="9308" y="34425"/>
                      <a:pt x="8174" y="54506"/>
                      <a:pt x="6406" y="74287"/>
                    </a:cubicBezTo>
                    <a:cubicBezTo>
                      <a:pt x="6406" y="74321"/>
                      <a:pt x="6406" y="74321"/>
                      <a:pt x="6406" y="74354"/>
                    </a:cubicBezTo>
                    <a:cubicBezTo>
                      <a:pt x="6406" y="74354"/>
                      <a:pt x="6406" y="74387"/>
                      <a:pt x="6406" y="74387"/>
                    </a:cubicBezTo>
                    <a:cubicBezTo>
                      <a:pt x="6406" y="74487"/>
                      <a:pt x="6406" y="74554"/>
                      <a:pt x="6439" y="74587"/>
                    </a:cubicBezTo>
                    <a:cubicBezTo>
                      <a:pt x="8021" y="81334"/>
                      <a:pt x="17857" y="82257"/>
                      <a:pt x="24187" y="82257"/>
                    </a:cubicBezTo>
                    <a:cubicBezTo>
                      <a:pt x="24930" y="82257"/>
                      <a:pt x="25626" y="82244"/>
                      <a:pt x="26253" y="82226"/>
                    </a:cubicBezTo>
                    <a:cubicBezTo>
                      <a:pt x="30390" y="82126"/>
                      <a:pt x="34926" y="82026"/>
                      <a:pt x="38962" y="80925"/>
                    </a:cubicBezTo>
                    <a:cubicBezTo>
                      <a:pt x="41831" y="80158"/>
                      <a:pt x="44633" y="78057"/>
                      <a:pt x="44600" y="74854"/>
                    </a:cubicBezTo>
                    <a:cubicBezTo>
                      <a:pt x="44700" y="74754"/>
                      <a:pt x="44733" y="74654"/>
                      <a:pt x="44733" y="74487"/>
                    </a:cubicBezTo>
                    <a:cubicBezTo>
                      <a:pt x="44633" y="72386"/>
                      <a:pt x="44600" y="70251"/>
                      <a:pt x="44533" y="68150"/>
                    </a:cubicBezTo>
                    <a:lnTo>
                      <a:pt x="44533" y="68150"/>
                    </a:lnTo>
                    <a:cubicBezTo>
                      <a:pt x="45905" y="69069"/>
                      <a:pt x="47489" y="69497"/>
                      <a:pt x="49087" y="69497"/>
                    </a:cubicBezTo>
                    <a:cubicBezTo>
                      <a:pt x="51141" y="69497"/>
                      <a:pt x="53219" y="68791"/>
                      <a:pt x="54907" y="67516"/>
                    </a:cubicBezTo>
                    <a:cubicBezTo>
                      <a:pt x="58810" y="64580"/>
                      <a:pt x="60745" y="59577"/>
                      <a:pt x="61779" y="55007"/>
                    </a:cubicBezTo>
                    <a:cubicBezTo>
                      <a:pt x="63080" y="49369"/>
                      <a:pt x="63080" y="43532"/>
                      <a:pt x="62879" y="37761"/>
                    </a:cubicBezTo>
                    <a:cubicBezTo>
                      <a:pt x="62713" y="33058"/>
                      <a:pt x="62112" y="27520"/>
                      <a:pt x="57776" y="24685"/>
                    </a:cubicBezTo>
                    <a:cubicBezTo>
                      <a:pt x="56348" y="23751"/>
                      <a:pt x="54631" y="23287"/>
                      <a:pt x="52922" y="23287"/>
                    </a:cubicBezTo>
                    <a:cubicBezTo>
                      <a:pt x="50479" y="23287"/>
                      <a:pt x="48051" y="24235"/>
                      <a:pt x="46501" y="26119"/>
                    </a:cubicBezTo>
                    <a:cubicBezTo>
                      <a:pt x="46968" y="22383"/>
                      <a:pt x="47569" y="18681"/>
                      <a:pt x="47835" y="14945"/>
                    </a:cubicBezTo>
                    <a:cubicBezTo>
                      <a:pt x="48803" y="14544"/>
                      <a:pt x="49670" y="13944"/>
                      <a:pt x="50337" y="13077"/>
                    </a:cubicBezTo>
                    <a:cubicBezTo>
                      <a:pt x="51805" y="11275"/>
                      <a:pt x="52138" y="8740"/>
                      <a:pt x="50704" y="6839"/>
                    </a:cubicBezTo>
                    <a:cubicBezTo>
                      <a:pt x="49970" y="5838"/>
                      <a:pt x="49036" y="5405"/>
                      <a:pt x="47835" y="5171"/>
                    </a:cubicBezTo>
                    <a:cubicBezTo>
                      <a:pt x="47335" y="5104"/>
                      <a:pt x="46868" y="5071"/>
                      <a:pt x="46368" y="4938"/>
                    </a:cubicBezTo>
                    <a:cubicBezTo>
                      <a:pt x="45300" y="4704"/>
                      <a:pt x="45000" y="4104"/>
                      <a:pt x="44333" y="3303"/>
                    </a:cubicBezTo>
                    <a:cubicBezTo>
                      <a:pt x="43966" y="2869"/>
                      <a:pt x="43666" y="2436"/>
                      <a:pt x="43165" y="2102"/>
                    </a:cubicBezTo>
                    <a:cubicBezTo>
                      <a:pt x="42315" y="1452"/>
                      <a:pt x="41256" y="1118"/>
                      <a:pt x="40201" y="1118"/>
                    </a:cubicBezTo>
                    <a:cubicBezTo>
                      <a:pt x="39146" y="1118"/>
                      <a:pt x="38095" y="1452"/>
                      <a:pt x="37261" y="2136"/>
                    </a:cubicBezTo>
                    <a:cubicBezTo>
                      <a:pt x="35627" y="835"/>
                      <a:pt x="33659" y="67"/>
                      <a:pt x="3152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7" name="Google Shape;15337;p50"/>
              <p:cNvSpPr/>
              <p:nvPr/>
            </p:nvSpPr>
            <p:spPr>
              <a:xfrm>
                <a:off x="6175947" y="1917467"/>
                <a:ext cx="82801" cy="205015"/>
              </a:xfrm>
              <a:custGeom>
                <a:rect b="b" l="l" r="r" t="t"/>
                <a:pathLst>
                  <a:path extrusionOk="0" h="6445" w="2603">
                    <a:moveTo>
                      <a:pt x="805" y="0"/>
                    </a:moveTo>
                    <a:cubicBezTo>
                      <a:pt x="391" y="0"/>
                      <a:pt x="13" y="253"/>
                      <a:pt x="34" y="767"/>
                    </a:cubicBezTo>
                    <a:cubicBezTo>
                      <a:pt x="34" y="914"/>
                      <a:pt x="145" y="990"/>
                      <a:pt x="256" y="990"/>
                    </a:cubicBezTo>
                    <a:cubicBezTo>
                      <a:pt x="347" y="990"/>
                      <a:pt x="438" y="939"/>
                      <a:pt x="468" y="834"/>
                    </a:cubicBezTo>
                    <a:cubicBezTo>
                      <a:pt x="556" y="562"/>
                      <a:pt x="661" y="455"/>
                      <a:pt x="770" y="455"/>
                    </a:cubicBezTo>
                    <a:cubicBezTo>
                      <a:pt x="1156" y="455"/>
                      <a:pt x="1602" y="1790"/>
                      <a:pt x="1602" y="1868"/>
                    </a:cubicBezTo>
                    <a:cubicBezTo>
                      <a:pt x="1702" y="2302"/>
                      <a:pt x="1769" y="2769"/>
                      <a:pt x="1802" y="3236"/>
                    </a:cubicBezTo>
                    <a:cubicBezTo>
                      <a:pt x="1802" y="3503"/>
                      <a:pt x="1969" y="5204"/>
                      <a:pt x="1735" y="5371"/>
                    </a:cubicBezTo>
                    <a:cubicBezTo>
                      <a:pt x="1665" y="5434"/>
                      <a:pt x="1596" y="5460"/>
                      <a:pt x="1530" y="5460"/>
                    </a:cubicBezTo>
                    <a:cubicBezTo>
                      <a:pt x="1282" y="5460"/>
                      <a:pt x="1073" y="5095"/>
                      <a:pt x="968" y="4937"/>
                    </a:cubicBezTo>
                    <a:cubicBezTo>
                      <a:pt x="835" y="4670"/>
                      <a:pt x="801" y="4270"/>
                      <a:pt x="735" y="3970"/>
                    </a:cubicBezTo>
                    <a:cubicBezTo>
                      <a:pt x="535" y="3136"/>
                      <a:pt x="368" y="2335"/>
                      <a:pt x="268" y="1468"/>
                    </a:cubicBezTo>
                    <a:cubicBezTo>
                      <a:pt x="268" y="1384"/>
                      <a:pt x="209" y="1343"/>
                      <a:pt x="151" y="1343"/>
                    </a:cubicBezTo>
                    <a:cubicBezTo>
                      <a:pt x="93" y="1343"/>
                      <a:pt x="34" y="1384"/>
                      <a:pt x="34" y="1468"/>
                    </a:cubicBezTo>
                    <a:cubicBezTo>
                      <a:pt x="1" y="2435"/>
                      <a:pt x="34" y="3369"/>
                      <a:pt x="268" y="4303"/>
                    </a:cubicBezTo>
                    <a:cubicBezTo>
                      <a:pt x="368" y="4837"/>
                      <a:pt x="501" y="5738"/>
                      <a:pt x="968" y="6138"/>
                    </a:cubicBezTo>
                    <a:cubicBezTo>
                      <a:pt x="1194" y="6356"/>
                      <a:pt x="1387" y="6445"/>
                      <a:pt x="1550" y="6445"/>
                    </a:cubicBezTo>
                    <a:cubicBezTo>
                      <a:pt x="2089" y="6445"/>
                      <a:pt x="2310" y="5482"/>
                      <a:pt x="2336" y="4970"/>
                    </a:cubicBezTo>
                    <a:cubicBezTo>
                      <a:pt x="2403" y="3703"/>
                      <a:pt x="2603" y="1168"/>
                      <a:pt x="1469" y="234"/>
                    </a:cubicBezTo>
                    <a:cubicBezTo>
                      <a:pt x="1278" y="79"/>
                      <a:pt x="1036" y="0"/>
                      <a:pt x="80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8" name="Google Shape;15338;p50"/>
              <p:cNvSpPr/>
              <p:nvPr/>
            </p:nvSpPr>
            <p:spPr>
              <a:xfrm>
                <a:off x="6187621" y="2160430"/>
                <a:ext cx="1095886" cy="1604274"/>
              </a:xfrm>
              <a:custGeom>
                <a:rect b="b" l="l" r="r" t="t"/>
                <a:pathLst>
                  <a:path extrusionOk="0" h="50433" w="34451">
                    <a:moveTo>
                      <a:pt x="601" y="401"/>
                    </a:moveTo>
                    <a:lnTo>
                      <a:pt x="601" y="401"/>
                    </a:lnTo>
                    <a:cubicBezTo>
                      <a:pt x="1535" y="535"/>
                      <a:pt x="2469" y="668"/>
                      <a:pt x="3403" y="801"/>
                    </a:cubicBezTo>
                    <a:cubicBezTo>
                      <a:pt x="3737" y="4838"/>
                      <a:pt x="4170" y="8907"/>
                      <a:pt x="4404" y="12944"/>
                    </a:cubicBezTo>
                    <a:cubicBezTo>
                      <a:pt x="4637" y="17080"/>
                      <a:pt x="4504" y="21216"/>
                      <a:pt x="4504" y="25319"/>
                    </a:cubicBezTo>
                    <a:cubicBezTo>
                      <a:pt x="4504" y="25436"/>
                      <a:pt x="4596" y="25494"/>
                      <a:pt x="4687" y="25494"/>
                    </a:cubicBezTo>
                    <a:cubicBezTo>
                      <a:pt x="4779" y="25494"/>
                      <a:pt x="4871" y="25436"/>
                      <a:pt x="4871" y="25319"/>
                    </a:cubicBezTo>
                    <a:cubicBezTo>
                      <a:pt x="5371" y="17280"/>
                      <a:pt x="5038" y="8807"/>
                      <a:pt x="3737" y="835"/>
                    </a:cubicBezTo>
                    <a:lnTo>
                      <a:pt x="3737" y="835"/>
                    </a:lnTo>
                    <a:cubicBezTo>
                      <a:pt x="9223" y="1584"/>
                      <a:pt x="14919" y="2091"/>
                      <a:pt x="20566" y="2091"/>
                    </a:cubicBezTo>
                    <a:cubicBezTo>
                      <a:pt x="24980" y="2091"/>
                      <a:pt x="29363" y="1781"/>
                      <a:pt x="33591" y="1035"/>
                    </a:cubicBezTo>
                    <a:lnTo>
                      <a:pt x="33591" y="1035"/>
                    </a:lnTo>
                    <a:cubicBezTo>
                      <a:pt x="32891" y="4471"/>
                      <a:pt x="32891" y="8140"/>
                      <a:pt x="32691" y="11643"/>
                    </a:cubicBezTo>
                    <a:cubicBezTo>
                      <a:pt x="32457" y="15412"/>
                      <a:pt x="32291" y="19181"/>
                      <a:pt x="32157" y="22951"/>
                    </a:cubicBezTo>
                    <a:cubicBezTo>
                      <a:pt x="31890" y="30556"/>
                      <a:pt x="31790" y="38128"/>
                      <a:pt x="31857" y="45734"/>
                    </a:cubicBezTo>
                    <a:cubicBezTo>
                      <a:pt x="27974" y="48797"/>
                      <a:pt x="23072" y="49351"/>
                      <a:pt x="18252" y="49351"/>
                    </a:cubicBezTo>
                    <a:cubicBezTo>
                      <a:pt x="17771" y="49351"/>
                      <a:pt x="17291" y="49345"/>
                      <a:pt x="16813" y="49336"/>
                    </a:cubicBezTo>
                    <a:cubicBezTo>
                      <a:pt x="11976" y="49270"/>
                      <a:pt x="5805" y="49003"/>
                      <a:pt x="1802" y="46001"/>
                    </a:cubicBezTo>
                    <a:cubicBezTo>
                      <a:pt x="2369" y="38328"/>
                      <a:pt x="2002" y="30523"/>
                      <a:pt x="1802" y="22851"/>
                    </a:cubicBezTo>
                    <a:cubicBezTo>
                      <a:pt x="1602" y="15445"/>
                      <a:pt x="1735" y="7740"/>
                      <a:pt x="601" y="401"/>
                    </a:cubicBezTo>
                    <a:close/>
                    <a:moveTo>
                      <a:pt x="368" y="1"/>
                    </a:moveTo>
                    <a:cubicBezTo>
                      <a:pt x="334" y="1"/>
                      <a:pt x="334" y="1"/>
                      <a:pt x="301" y="34"/>
                    </a:cubicBezTo>
                    <a:cubicBezTo>
                      <a:pt x="201" y="34"/>
                      <a:pt x="101" y="134"/>
                      <a:pt x="101" y="234"/>
                    </a:cubicBezTo>
                    <a:cubicBezTo>
                      <a:pt x="1" y="4137"/>
                      <a:pt x="401" y="8040"/>
                      <a:pt x="568" y="11943"/>
                    </a:cubicBezTo>
                    <a:cubicBezTo>
                      <a:pt x="735" y="15712"/>
                      <a:pt x="868" y="19482"/>
                      <a:pt x="935" y="23251"/>
                    </a:cubicBezTo>
                    <a:cubicBezTo>
                      <a:pt x="1102" y="30890"/>
                      <a:pt x="768" y="38595"/>
                      <a:pt x="1068" y="46234"/>
                    </a:cubicBezTo>
                    <a:cubicBezTo>
                      <a:pt x="1068" y="46501"/>
                      <a:pt x="1268" y="46601"/>
                      <a:pt x="1435" y="46601"/>
                    </a:cubicBezTo>
                    <a:cubicBezTo>
                      <a:pt x="2503" y="48336"/>
                      <a:pt x="5071" y="48836"/>
                      <a:pt x="6906" y="49236"/>
                    </a:cubicBezTo>
                    <a:cubicBezTo>
                      <a:pt x="10141" y="49970"/>
                      <a:pt x="13477" y="50370"/>
                      <a:pt x="16813" y="50404"/>
                    </a:cubicBezTo>
                    <a:cubicBezTo>
                      <a:pt x="17492" y="50418"/>
                      <a:pt x="18241" y="50432"/>
                      <a:pt x="19033" y="50432"/>
                    </a:cubicBezTo>
                    <a:cubicBezTo>
                      <a:pt x="23647" y="50432"/>
                      <a:pt x="29753" y="49959"/>
                      <a:pt x="32457" y="46401"/>
                    </a:cubicBezTo>
                    <a:cubicBezTo>
                      <a:pt x="32657" y="46367"/>
                      <a:pt x="32824" y="46201"/>
                      <a:pt x="32791" y="45967"/>
                    </a:cubicBezTo>
                    <a:cubicBezTo>
                      <a:pt x="32758" y="38428"/>
                      <a:pt x="32858" y="30856"/>
                      <a:pt x="33124" y="23318"/>
                    </a:cubicBezTo>
                    <a:cubicBezTo>
                      <a:pt x="33258" y="19682"/>
                      <a:pt x="33391" y="16046"/>
                      <a:pt x="33591" y="12410"/>
                    </a:cubicBezTo>
                    <a:cubicBezTo>
                      <a:pt x="33825" y="8607"/>
                      <a:pt x="34359" y="4704"/>
                      <a:pt x="34125" y="902"/>
                    </a:cubicBezTo>
                    <a:cubicBezTo>
                      <a:pt x="34450" y="674"/>
                      <a:pt x="34332" y="66"/>
                      <a:pt x="33924" y="66"/>
                    </a:cubicBezTo>
                    <a:cubicBezTo>
                      <a:pt x="33914" y="66"/>
                      <a:pt x="33903" y="67"/>
                      <a:pt x="33892" y="68"/>
                    </a:cubicBezTo>
                    <a:cubicBezTo>
                      <a:pt x="29243" y="649"/>
                      <a:pt x="24664" y="977"/>
                      <a:pt x="20020" y="977"/>
                    </a:cubicBezTo>
                    <a:cubicBezTo>
                      <a:pt x="19065" y="977"/>
                      <a:pt x="18108" y="963"/>
                      <a:pt x="17146" y="935"/>
                    </a:cubicBezTo>
                    <a:cubicBezTo>
                      <a:pt x="11542" y="801"/>
                      <a:pt x="5972" y="201"/>
                      <a:pt x="36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9" name="Google Shape;15339;p50"/>
              <p:cNvSpPr/>
              <p:nvPr/>
            </p:nvSpPr>
            <p:spPr>
              <a:xfrm>
                <a:off x="6245992" y="3775411"/>
                <a:ext cx="208006" cy="97784"/>
              </a:xfrm>
              <a:custGeom>
                <a:rect b="b" l="l" r="r" t="t"/>
                <a:pathLst>
                  <a:path extrusionOk="0" h="3074" w="6539">
                    <a:moveTo>
                      <a:pt x="167" y="1"/>
                    </a:moveTo>
                    <a:cubicBezTo>
                      <a:pt x="34" y="1"/>
                      <a:pt x="0" y="167"/>
                      <a:pt x="101" y="201"/>
                    </a:cubicBezTo>
                    <a:cubicBezTo>
                      <a:pt x="1602" y="1201"/>
                      <a:pt x="3603" y="1302"/>
                      <a:pt x="5171" y="2169"/>
                    </a:cubicBezTo>
                    <a:cubicBezTo>
                      <a:pt x="5705" y="2469"/>
                      <a:pt x="5671" y="2436"/>
                      <a:pt x="5071" y="2469"/>
                    </a:cubicBezTo>
                    <a:cubicBezTo>
                      <a:pt x="5008" y="2473"/>
                      <a:pt x="4944" y="2476"/>
                      <a:pt x="4878" y="2476"/>
                    </a:cubicBezTo>
                    <a:cubicBezTo>
                      <a:pt x="4454" y="2476"/>
                      <a:pt x="3974" y="2389"/>
                      <a:pt x="3570" y="2302"/>
                    </a:cubicBezTo>
                    <a:cubicBezTo>
                      <a:pt x="2536" y="2102"/>
                      <a:pt x="1635" y="1702"/>
                      <a:pt x="668" y="1235"/>
                    </a:cubicBezTo>
                    <a:cubicBezTo>
                      <a:pt x="635" y="1221"/>
                      <a:pt x="604" y="1215"/>
                      <a:pt x="574" y="1215"/>
                    </a:cubicBezTo>
                    <a:cubicBezTo>
                      <a:pt x="387" y="1215"/>
                      <a:pt x="266" y="1458"/>
                      <a:pt x="467" y="1602"/>
                    </a:cubicBezTo>
                    <a:cubicBezTo>
                      <a:pt x="1568" y="2402"/>
                      <a:pt x="2936" y="2836"/>
                      <a:pt x="4270" y="2969"/>
                    </a:cubicBezTo>
                    <a:cubicBezTo>
                      <a:pt x="4520" y="2999"/>
                      <a:pt x="4959" y="3074"/>
                      <a:pt x="5382" y="3074"/>
                    </a:cubicBezTo>
                    <a:cubicBezTo>
                      <a:pt x="5919" y="3074"/>
                      <a:pt x="6431" y="2954"/>
                      <a:pt x="6505" y="2469"/>
                    </a:cubicBezTo>
                    <a:cubicBezTo>
                      <a:pt x="6538" y="2402"/>
                      <a:pt x="6538" y="2269"/>
                      <a:pt x="6438" y="2236"/>
                    </a:cubicBezTo>
                    <a:cubicBezTo>
                      <a:pt x="5705" y="1602"/>
                      <a:pt x="4537" y="1302"/>
                      <a:pt x="3636" y="968"/>
                    </a:cubicBezTo>
                    <a:cubicBezTo>
                      <a:pt x="2569" y="568"/>
                      <a:pt x="1335" y="1"/>
                      <a:pt x="16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0" name="Google Shape;15340;p50"/>
              <p:cNvSpPr/>
              <p:nvPr/>
            </p:nvSpPr>
            <p:spPr>
              <a:xfrm>
                <a:off x="6174897" y="3707307"/>
                <a:ext cx="57322" cy="48797"/>
              </a:xfrm>
              <a:custGeom>
                <a:rect b="b" l="l" r="r" t="t"/>
                <a:pathLst>
                  <a:path extrusionOk="0" h="1534" w="1802">
                    <a:moveTo>
                      <a:pt x="461" y="0"/>
                    </a:moveTo>
                    <a:cubicBezTo>
                      <a:pt x="452" y="0"/>
                      <a:pt x="443" y="2"/>
                      <a:pt x="434" y="7"/>
                    </a:cubicBezTo>
                    <a:cubicBezTo>
                      <a:pt x="67" y="40"/>
                      <a:pt x="1" y="474"/>
                      <a:pt x="67" y="774"/>
                    </a:cubicBezTo>
                    <a:cubicBezTo>
                      <a:pt x="101" y="1108"/>
                      <a:pt x="334" y="1408"/>
                      <a:pt x="668" y="1508"/>
                    </a:cubicBezTo>
                    <a:cubicBezTo>
                      <a:pt x="733" y="1526"/>
                      <a:pt x="799" y="1534"/>
                      <a:pt x="864" y="1534"/>
                    </a:cubicBezTo>
                    <a:cubicBezTo>
                      <a:pt x="1170" y="1534"/>
                      <a:pt x="1470" y="1355"/>
                      <a:pt x="1635" y="1108"/>
                    </a:cubicBezTo>
                    <a:cubicBezTo>
                      <a:pt x="1735" y="941"/>
                      <a:pt x="1802" y="774"/>
                      <a:pt x="1768" y="574"/>
                    </a:cubicBezTo>
                    <a:cubicBezTo>
                      <a:pt x="1768" y="374"/>
                      <a:pt x="1635" y="240"/>
                      <a:pt x="1468" y="107"/>
                    </a:cubicBezTo>
                    <a:cubicBezTo>
                      <a:pt x="1446" y="85"/>
                      <a:pt x="1416" y="73"/>
                      <a:pt x="1388" y="73"/>
                    </a:cubicBezTo>
                    <a:cubicBezTo>
                      <a:pt x="1331" y="73"/>
                      <a:pt x="1279" y="118"/>
                      <a:pt x="1301" y="207"/>
                    </a:cubicBezTo>
                    <a:cubicBezTo>
                      <a:pt x="1335" y="307"/>
                      <a:pt x="1435" y="440"/>
                      <a:pt x="1435" y="574"/>
                    </a:cubicBezTo>
                    <a:cubicBezTo>
                      <a:pt x="1435" y="674"/>
                      <a:pt x="1368" y="774"/>
                      <a:pt x="1301" y="841"/>
                    </a:cubicBezTo>
                    <a:cubicBezTo>
                      <a:pt x="1197" y="972"/>
                      <a:pt x="1050" y="1062"/>
                      <a:pt x="895" y="1062"/>
                    </a:cubicBezTo>
                    <a:cubicBezTo>
                      <a:pt x="853" y="1062"/>
                      <a:pt x="811" y="1055"/>
                      <a:pt x="768" y="1041"/>
                    </a:cubicBezTo>
                    <a:cubicBezTo>
                      <a:pt x="634" y="974"/>
                      <a:pt x="534" y="807"/>
                      <a:pt x="501" y="641"/>
                    </a:cubicBezTo>
                    <a:cubicBezTo>
                      <a:pt x="468" y="474"/>
                      <a:pt x="568" y="307"/>
                      <a:pt x="568" y="140"/>
                    </a:cubicBezTo>
                    <a:cubicBezTo>
                      <a:pt x="568" y="83"/>
                      <a:pt x="518" y="0"/>
                      <a:pt x="46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1" name="Google Shape;15341;p50"/>
              <p:cNvSpPr/>
              <p:nvPr/>
            </p:nvSpPr>
            <p:spPr>
              <a:xfrm>
                <a:off x="6331941" y="3026832"/>
                <a:ext cx="11706" cy="19372"/>
              </a:xfrm>
              <a:custGeom>
                <a:rect b="b" l="l" r="r" t="t"/>
                <a:pathLst>
                  <a:path extrusionOk="0" h="609" w="368">
                    <a:moveTo>
                      <a:pt x="184" y="0"/>
                    </a:moveTo>
                    <a:cubicBezTo>
                      <a:pt x="109" y="0"/>
                      <a:pt x="34" y="50"/>
                      <a:pt x="34" y="150"/>
                    </a:cubicBezTo>
                    <a:cubicBezTo>
                      <a:pt x="0" y="284"/>
                      <a:pt x="0" y="384"/>
                      <a:pt x="34" y="484"/>
                    </a:cubicBezTo>
                    <a:cubicBezTo>
                      <a:pt x="50" y="567"/>
                      <a:pt x="117" y="609"/>
                      <a:pt x="184" y="609"/>
                    </a:cubicBezTo>
                    <a:cubicBezTo>
                      <a:pt x="251" y="609"/>
                      <a:pt x="317" y="567"/>
                      <a:pt x="334" y="484"/>
                    </a:cubicBezTo>
                    <a:cubicBezTo>
                      <a:pt x="367" y="384"/>
                      <a:pt x="367" y="284"/>
                      <a:pt x="334" y="150"/>
                    </a:cubicBezTo>
                    <a:cubicBezTo>
                      <a:pt x="334" y="50"/>
                      <a:pt x="259" y="0"/>
                      <a:pt x="18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2" name="Google Shape;15342;p50"/>
              <p:cNvSpPr/>
              <p:nvPr/>
            </p:nvSpPr>
            <p:spPr>
              <a:xfrm>
                <a:off x="6614188" y="2530537"/>
                <a:ext cx="47779" cy="43325"/>
              </a:xfrm>
              <a:custGeom>
                <a:rect b="b" l="l" r="r" t="t"/>
                <a:pathLst>
                  <a:path extrusionOk="0" h="1362" w="1502">
                    <a:moveTo>
                      <a:pt x="974" y="0"/>
                    </a:moveTo>
                    <a:cubicBezTo>
                      <a:pt x="950" y="0"/>
                      <a:pt x="926" y="3"/>
                      <a:pt x="901" y="8"/>
                    </a:cubicBezTo>
                    <a:cubicBezTo>
                      <a:pt x="801" y="8"/>
                      <a:pt x="768" y="141"/>
                      <a:pt x="834" y="241"/>
                    </a:cubicBezTo>
                    <a:cubicBezTo>
                      <a:pt x="901" y="375"/>
                      <a:pt x="1034" y="408"/>
                      <a:pt x="1068" y="575"/>
                    </a:cubicBezTo>
                    <a:cubicBezTo>
                      <a:pt x="1101" y="741"/>
                      <a:pt x="1001" y="875"/>
                      <a:pt x="834" y="942"/>
                    </a:cubicBezTo>
                    <a:cubicBezTo>
                      <a:pt x="797" y="952"/>
                      <a:pt x="763" y="956"/>
                      <a:pt x="731" y="956"/>
                    </a:cubicBezTo>
                    <a:cubicBezTo>
                      <a:pt x="444" y="956"/>
                      <a:pt x="351" y="581"/>
                      <a:pt x="501" y="341"/>
                    </a:cubicBezTo>
                    <a:cubicBezTo>
                      <a:pt x="577" y="214"/>
                      <a:pt x="479" y="107"/>
                      <a:pt x="369" y="107"/>
                    </a:cubicBezTo>
                    <a:cubicBezTo>
                      <a:pt x="335" y="107"/>
                      <a:pt x="299" y="117"/>
                      <a:pt x="267" y="141"/>
                    </a:cubicBezTo>
                    <a:cubicBezTo>
                      <a:pt x="34" y="375"/>
                      <a:pt x="0" y="708"/>
                      <a:pt x="134" y="1008"/>
                    </a:cubicBezTo>
                    <a:cubicBezTo>
                      <a:pt x="268" y="1250"/>
                      <a:pt x="510" y="1362"/>
                      <a:pt x="773" y="1362"/>
                    </a:cubicBezTo>
                    <a:cubicBezTo>
                      <a:pt x="837" y="1362"/>
                      <a:pt x="902" y="1355"/>
                      <a:pt x="968" y="1342"/>
                    </a:cubicBezTo>
                    <a:cubicBezTo>
                      <a:pt x="1268" y="1242"/>
                      <a:pt x="1501" y="975"/>
                      <a:pt x="1468" y="641"/>
                    </a:cubicBezTo>
                    <a:cubicBezTo>
                      <a:pt x="1468" y="364"/>
                      <a:pt x="1268" y="0"/>
                      <a:pt x="97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3" name="Google Shape;15343;p50"/>
              <p:cNvSpPr/>
              <p:nvPr/>
            </p:nvSpPr>
            <p:spPr>
              <a:xfrm>
                <a:off x="6847607" y="2350843"/>
                <a:ext cx="60534" cy="54141"/>
              </a:xfrm>
              <a:custGeom>
                <a:rect b="b" l="l" r="r" t="t"/>
                <a:pathLst>
                  <a:path extrusionOk="0" h="1702" w="1903">
                    <a:moveTo>
                      <a:pt x="1210" y="1"/>
                    </a:moveTo>
                    <a:cubicBezTo>
                      <a:pt x="1022" y="1"/>
                      <a:pt x="990" y="270"/>
                      <a:pt x="1135" y="386"/>
                    </a:cubicBezTo>
                    <a:cubicBezTo>
                      <a:pt x="1435" y="620"/>
                      <a:pt x="1469" y="1120"/>
                      <a:pt x="1002" y="1187"/>
                    </a:cubicBezTo>
                    <a:cubicBezTo>
                      <a:pt x="977" y="1191"/>
                      <a:pt x="953" y="1192"/>
                      <a:pt x="930" y="1192"/>
                    </a:cubicBezTo>
                    <a:cubicBezTo>
                      <a:pt x="557" y="1192"/>
                      <a:pt x="480" y="704"/>
                      <a:pt x="668" y="453"/>
                    </a:cubicBezTo>
                    <a:cubicBezTo>
                      <a:pt x="771" y="298"/>
                      <a:pt x="635" y="143"/>
                      <a:pt x="490" y="143"/>
                    </a:cubicBezTo>
                    <a:cubicBezTo>
                      <a:pt x="448" y="143"/>
                      <a:pt x="405" y="156"/>
                      <a:pt x="368" y="186"/>
                    </a:cubicBezTo>
                    <a:cubicBezTo>
                      <a:pt x="68" y="453"/>
                      <a:pt x="1" y="887"/>
                      <a:pt x="168" y="1220"/>
                    </a:cubicBezTo>
                    <a:cubicBezTo>
                      <a:pt x="339" y="1534"/>
                      <a:pt x="657" y="1701"/>
                      <a:pt x="975" y="1701"/>
                    </a:cubicBezTo>
                    <a:cubicBezTo>
                      <a:pt x="1028" y="1701"/>
                      <a:pt x="1082" y="1697"/>
                      <a:pt x="1135" y="1687"/>
                    </a:cubicBezTo>
                    <a:cubicBezTo>
                      <a:pt x="1535" y="1620"/>
                      <a:pt x="1836" y="1320"/>
                      <a:pt x="1869" y="920"/>
                    </a:cubicBezTo>
                    <a:cubicBezTo>
                      <a:pt x="1902" y="520"/>
                      <a:pt x="1669" y="119"/>
                      <a:pt x="1302" y="19"/>
                    </a:cubicBezTo>
                    <a:cubicBezTo>
                      <a:pt x="1268" y="6"/>
                      <a:pt x="1237" y="1"/>
                      <a:pt x="121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4" name="Google Shape;15344;p50"/>
              <p:cNvSpPr/>
              <p:nvPr/>
            </p:nvSpPr>
            <p:spPr>
              <a:xfrm>
                <a:off x="7060890" y="2481422"/>
                <a:ext cx="50960" cy="45934"/>
              </a:xfrm>
              <a:custGeom>
                <a:rect b="b" l="l" r="r" t="t"/>
                <a:pathLst>
                  <a:path extrusionOk="0" h="1444" w="1602">
                    <a:moveTo>
                      <a:pt x="701" y="451"/>
                    </a:moveTo>
                    <a:cubicBezTo>
                      <a:pt x="801" y="518"/>
                      <a:pt x="901" y="551"/>
                      <a:pt x="968" y="651"/>
                    </a:cubicBezTo>
                    <a:cubicBezTo>
                      <a:pt x="1001" y="751"/>
                      <a:pt x="968" y="884"/>
                      <a:pt x="835" y="918"/>
                    </a:cubicBezTo>
                    <a:cubicBezTo>
                      <a:pt x="813" y="923"/>
                      <a:pt x="792" y="926"/>
                      <a:pt x="773" y="926"/>
                    </a:cubicBezTo>
                    <a:cubicBezTo>
                      <a:pt x="559" y="926"/>
                      <a:pt x="518" y="607"/>
                      <a:pt x="701" y="484"/>
                    </a:cubicBezTo>
                    <a:cubicBezTo>
                      <a:pt x="701" y="484"/>
                      <a:pt x="701" y="451"/>
                      <a:pt x="701" y="451"/>
                    </a:cubicBezTo>
                    <a:close/>
                    <a:moveTo>
                      <a:pt x="866" y="1"/>
                    </a:moveTo>
                    <a:cubicBezTo>
                      <a:pt x="786" y="1"/>
                      <a:pt x="707" y="26"/>
                      <a:pt x="635" y="84"/>
                    </a:cubicBezTo>
                    <a:cubicBezTo>
                      <a:pt x="618" y="67"/>
                      <a:pt x="601" y="59"/>
                      <a:pt x="584" y="59"/>
                    </a:cubicBezTo>
                    <a:cubicBezTo>
                      <a:pt x="568" y="59"/>
                      <a:pt x="551" y="67"/>
                      <a:pt x="534" y="84"/>
                    </a:cubicBezTo>
                    <a:cubicBezTo>
                      <a:pt x="201" y="217"/>
                      <a:pt x="1" y="584"/>
                      <a:pt x="101" y="951"/>
                    </a:cubicBezTo>
                    <a:cubicBezTo>
                      <a:pt x="184" y="1254"/>
                      <a:pt x="471" y="1444"/>
                      <a:pt x="776" y="1444"/>
                    </a:cubicBezTo>
                    <a:cubicBezTo>
                      <a:pt x="840" y="1444"/>
                      <a:pt x="904" y="1436"/>
                      <a:pt x="968" y="1418"/>
                    </a:cubicBezTo>
                    <a:cubicBezTo>
                      <a:pt x="1335" y="1351"/>
                      <a:pt x="1602" y="951"/>
                      <a:pt x="1502" y="584"/>
                    </a:cubicBezTo>
                    <a:cubicBezTo>
                      <a:pt x="1450" y="323"/>
                      <a:pt x="1152" y="1"/>
                      <a:pt x="86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5" name="Google Shape;15345;p50"/>
              <p:cNvSpPr/>
              <p:nvPr/>
            </p:nvSpPr>
            <p:spPr>
              <a:xfrm>
                <a:off x="6919783" y="2897939"/>
                <a:ext cx="67946" cy="58658"/>
              </a:xfrm>
              <a:custGeom>
                <a:rect b="b" l="l" r="r" t="t"/>
                <a:pathLst>
                  <a:path extrusionOk="0" h="1844" w="2136">
                    <a:moveTo>
                      <a:pt x="783" y="0"/>
                    </a:moveTo>
                    <a:cubicBezTo>
                      <a:pt x="741" y="0"/>
                      <a:pt x="699" y="11"/>
                      <a:pt x="667" y="33"/>
                    </a:cubicBezTo>
                    <a:cubicBezTo>
                      <a:pt x="1" y="636"/>
                      <a:pt x="512" y="1843"/>
                      <a:pt x="1369" y="1843"/>
                    </a:cubicBezTo>
                    <a:cubicBezTo>
                      <a:pt x="1412" y="1843"/>
                      <a:pt x="1456" y="1840"/>
                      <a:pt x="1501" y="1834"/>
                    </a:cubicBezTo>
                    <a:cubicBezTo>
                      <a:pt x="1868" y="1767"/>
                      <a:pt x="2135" y="1434"/>
                      <a:pt x="2102" y="1067"/>
                    </a:cubicBezTo>
                    <a:cubicBezTo>
                      <a:pt x="2102" y="764"/>
                      <a:pt x="1897" y="416"/>
                      <a:pt x="1620" y="416"/>
                    </a:cubicBezTo>
                    <a:cubicBezTo>
                      <a:pt x="1561" y="416"/>
                      <a:pt x="1499" y="431"/>
                      <a:pt x="1435" y="466"/>
                    </a:cubicBezTo>
                    <a:cubicBezTo>
                      <a:pt x="1335" y="533"/>
                      <a:pt x="1301" y="666"/>
                      <a:pt x="1368" y="766"/>
                    </a:cubicBezTo>
                    <a:cubicBezTo>
                      <a:pt x="1401" y="866"/>
                      <a:pt x="1535" y="933"/>
                      <a:pt x="1535" y="1067"/>
                    </a:cubicBezTo>
                    <a:cubicBezTo>
                      <a:pt x="1535" y="1233"/>
                      <a:pt x="1401" y="1267"/>
                      <a:pt x="1268" y="1267"/>
                    </a:cubicBezTo>
                    <a:cubicBezTo>
                      <a:pt x="767" y="1133"/>
                      <a:pt x="968" y="533"/>
                      <a:pt x="968" y="166"/>
                    </a:cubicBezTo>
                    <a:cubicBezTo>
                      <a:pt x="968" y="52"/>
                      <a:pt x="874" y="0"/>
                      <a:pt x="7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6" name="Google Shape;15346;p50"/>
              <p:cNvSpPr/>
              <p:nvPr/>
            </p:nvSpPr>
            <p:spPr>
              <a:xfrm>
                <a:off x="6641767" y="2774581"/>
                <a:ext cx="54141" cy="49337"/>
              </a:xfrm>
              <a:custGeom>
                <a:rect b="b" l="l" r="r" t="t"/>
                <a:pathLst>
                  <a:path extrusionOk="0" h="1551" w="1702">
                    <a:moveTo>
                      <a:pt x="768" y="408"/>
                    </a:moveTo>
                    <a:cubicBezTo>
                      <a:pt x="935" y="408"/>
                      <a:pt x="1135" y="575"/>
                      <a:pt x="1101" y="742"/>
                    </a:cubicBezTo>
                    <a:cubicBezTo>
                      <a:pt x="1101" y="875"/>
                      <a:pt x="935" y="975"/>
                      <a:pt x="801" y="975"/>
                    </a:cubicBezTo>
                    <a:cubicBezTo>
                      <a:pt x="668" y="942"/>
                      <a:pt x="634" y="842"/>
                      <a:pt x="634" y="708"/>
                    </a:cubicBezTo>
                    <a:cubicBezTo>
                      <a:pt x="634" y="608"/>
                      <a:pt x="668" y="575"/>
                      <a:pt x="701" y="508"/>
                    </a:cubicBezTo>
                    <a:cubicBezTo>
                      <a:pt x="701" y="475"/>
                      <a:pt x="701" y="475"/>
                      <a:pt x="701" y="441"/>
                    </a:cubicBezTo>
                    <a:cubicBezTo>
                      <a:pt x="735" y="441"/>
                      <a:pt x="768" y="408"/>
                      <a:pt x="768" y="408"/>
                    </a:cubicBezTo>
                    <a:close/>
                    <a:moveTo>
                      <a:pt x="901" y="0"/>
                    </a:moveTo>
                    <a:cubicBezTo>
                      <a:pt x="824" y="0"/>
                      <a:pt x="746" y="13"/>
                      <a:pt x="668" y="41"/>
                    </a:cubicBezTo>
                    <a:cubicBezTo>
                      <a:pt x="638" y="31"/>
                      <a:pt x="612" y="27"/>
                      <a:pt x="588" y="27"/>
                    </a:cubicBezTo>
                    <a:cubicBezTo>
                      <a:pt x="529" y="27"/>
                      <a:pt x="481" y="51"/>
                      <a:pt x="434" y="74"/>
                    </a:cubicBezTo>
                    <a:cubicBezTo>
                      <a:pt x="401" y="108"/>
                      <a:pt x="368" y="141"/>
                      <a:pt x="334" y="141"/>
                    </a:cubicBezTo>
                    <a:cubicBezTo>
                      <a:pt x="301" y="175"/>
                      <a:pt x="201" y="208"/>
                      <a:pt x="201" y="241"/>
                    </a:cubicBezTo>
                    <a:cubicBezTo>
                      <a:pt x="67" y="408"/>
                      <a:pt x="1" y="608"/>
                      <a:pt x="34" y="808"/>
                    </a:cubicBezTo>
                    <a:cubicBezTo>
                      <a:pt x="65" y="1235"/>
                      <a:pt x="374" y="1551"/>
                      <a:pt x="783" y="1551"/>
                    </a:cubicBezTo>
                    <a:cubicBezTo>
                      <a:pt x="822" y="1551"/>
                      <a:pt x="861" y="1548"/>
                      <a:pt x="901" y="1542"/>
                    </a:cubicBezTo>
                    <a:cubicBezTo>
                      <a:pt x="1335" y="1509"/>
                      <a:pt x="1702" y="1142"/>
                      <a:pt x="1669" y="708"/>
                    </a:cubicBezTo>
                    <a:cubicBezTo>
                      <a:pt x="1613" y="320"/>
                      <a:pt x="1280" y="0"/>
                      <a:pt x="90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7" name="Google Shape;15347;p50"/>
              <p:cNvSpPr/>
              <p:nvPr/>
            </p:nvSpPr>
            <p:spPr>
              <a:xfrm>
                <a:off x="6483673" y="2767297"/>
                <a:ext cx="49910" cy="39603"/>
              </a:xfrm>
              <a:custGeom>
                <a:rect b="b" l="l" r="r" t="t"/>
                <a:pathLst>
                  <a:path extrusionOk="0" h="1245" w="1569">
                    <a:moveTo>
                      <a:pt x="1196" y="1"/>
                    </a:moveTo>
                    <a:cubicBezTo>
                      <a:pt x="975" y="1"/>
                      <a:pt x="1035" y="279"/>
                      <a:pt x="1035" y="437"/>
                    </a:cubicBezTo>
                    <a:cubicBezTo>
                      <a:pt x="1068" y="537"/>
                      <a:pt x="1001" y="737"/>
                      <a:pt x="868" y="737"/>
                    </a:cubicBezTo>
                    <a:cubicBezTo>
                      <a:pt x="857" y="739"/>
                      <a:pt x="846" y="740"/>
                      <a:pt x="835" y="740"/>
                    </a:cubicBezTo>
                    <a:cubicBezTo>
                      <a:pt x="680" y="740"/>
                      <a:pt x="536" y="526"/>
                      <a:pt x="568" y="370"/>
                    </a:cubicBezTo>
                    <a:cubicBezTo>
                      <a:pt x="589" y="239"/>
                      <a:pt x="469" y="123"/>
                      <a:pt x="355" y="123"/>
                    </a:cubicBezTo>
                    <a:cubicBezTo>
                      <a:pt x="294" y="123"/>
                      <a:pt x="235" y="156"/>
                      <a:pt x="201" y="237"/>
                    </a:cubicBezTo>
                    <a:cubicBezTo>
                      <a:pt x="0" y="670"/>
                      <a:pt x="301" y="1204"/>
                      <a:pt x="801" y="1237"/>
                    </a:cubicBezTo>
                    <a:cubicBezTo>
                      <a:pt x="833" y="1242"/>
                      <a:pt x="865" y="1245"/>
                      <a:pt x="896" y="1245"/>
                    </a:cubicBezTo>
                    <a:cubicBezTo>
                      <a:pt x="1282" y="1245"/>
                      <a:pt x="1568" y="872"/>
                      <a:pt x="1568" y="470"/>
                    </a:cubicBezTo>
                    <a:cubicBezTo>
                      <a:pt x="1568" y="270"/>
                      <a:pt x="1468" y="3"/>
                      <a:pt x="1235" y="3"/>
                    </a:cubicBezTo>
                    <a:cubicBezTo>
                      <a:pt x="1221" y="2"/>
                      <a:pt x="1208" y="1"/>
                      <a:pt x="119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8" name="Google Shape;15348;p50"/>
              <p:cNvSpPr/>
              <p:nvPr/>
            </p:nvSpPr>
            <p:spPr>
              <a:xfrm>
                <a:off x="6425302" y="2442487"/>
                <a:ext cx="52041" cy="51278"/>
              </a:xfrm>
              <a:custGeom>
                <a:rect b="b" l="l" r="r" t="t"/>
                <a:pathLst>
                  <a:path extrusionOk="0" h="1612" w="1636">
                    <a:moveTo>
                      <a:pt x="549" y="1"/>
                    </a:moveTo>
                    <a:cubicBezTo>
                      <a:pt x="515" y="1"/>
                      <a:pt x="476" y="13"/>
                      <a:pt x="434" y="40"/>
                    </a:cubicBezTo>
                    <a:cubicBezTo>
                      <a:pt x="101" y="274"/>
                      <a:pt x="1" y="741"/>
                      <a:pt x="134" y="1108"/>
                    </a:cubicBezTo>
                    <a:cubicBezTo>
                      <a:pt x="289" y="1417"/>
                      <a:pt x="616" y="1612"/>
                      <a:pt x="928" y="1612"/>
                    </a:cubicBezTo>
                    <a:cubicBezTo>
                      <a:pt x="953" y="1612"/>
                      <a:pt x="977" y="1611"/>
                      <a:pt x="1002" y="1608"/>
                    </a:cubicBezTo>
                    <a:cubicBezTo>
                      <a:pt x="1368" y="1541"/>
                      <a:pt x="1635" y="1241"/>
                      <a:pt x="1635" y="874"/>
                    </a:cubicBezTo>
                    <a:cubicBezTo>
                      <a:pt x="1635" y="707"/>
                      <a:pt x="1569" y="541"/>
                      <a:pt x="1469" y="407"/>
                    </a:cubicBezTo>
                    <a:cubicBezTo>
                      <a:pt x="1402" y="374"/>
                      <a:pt x="1335" y="341"/>
                      <a:pt x="1268" y="307"/>
                    </a:cubicBezTo>
                    <a:cubicBezTo>
                      <a:pt x="1235" y="307"/>
                      <a:pt x="1202" y="274"/>
                      <a:pt x="1135" y="274"/>
                    </a:cubicBezTo>
                    <a:cubicBezTo>
                      <a:pt x="1135" y="274"/>
                      <a:pt x="968" y="307"/>
                      <a:pt x="1068" y="307"/>
                    </a:cubicBezTo>
                    <a:cubicBezTo>
                      <a:pt x="935" y="307"/>
                      <a:pt x="835" y="474"/>
                      <a:pt x="935" y="574"/>
                    </a:cubicBezTo>
                    <a:cubicBezTo>
                      <a:pt x="968" y="607"/>
                      <a:pt x="968" y="607"/>
                      <a:pt x="968" y="641"/>
                    </a:cubicBezTo>
                    <a:cubicBezTo>
                      <a:pt x="1002" y="641"/>
                      <a:pt x="1002" y="674"/>
                      <a:pt x="1035" y="707"/>
                    </a:cubicBezTo>
                    <a:cubicBezTo>
                      <a:pt x="1068" y="741"/>
                      <a:pt x="1068" y="774"/>
                      <a:pt x="1068" y="841"/>
                    </a:cubicBezTo>
                    <a:cubicBezTo>
                      <a:pt x="1068" y="941"/>
                      <a:pt x="1035" y="1008"/>
                      <a:pt x="935" y="1008"/>
                    </a:cubicBezTo>
                    <a:cubicBezTo>
                      <a:pt x="910" y="1012"/>
                      <a:pt x="886" y="1013"/>
                      <a:pt x="865" y="1013"/>
                    </a:cubicBezTo>
                    <a:cubicBezTo>
                      <a:pt x="513" y="1013"/>
                      <a:pt x="607" y="527"/>
                      <a:pt x="701" y="307"/>
                    </a:cubicBezTo>
                    <a:cubicBezTo>
                      <a:pt x="754" y="175"/>
                      <a:pt x="681" y="1"/>
                      <a:pt x="54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9" name="Google Shape;15349;p50"/>
              <p:cNvSpPr/>
              <p:nvPr/>
            </p:nvSpPr>
            <p:spPr>
              <a:xfrm>
                <a:off x="6533551" y="2347312"/>
                <a:ext cx="78539" cy="50832"/>
              </a:xfrm>
              <a:custGeom>
                <a:rect b="b" l="l" r="r" t="t"/>
                <a:pathLst>
                  <a:path extrusionOk="0" h="1598" w="2469">
                    <a:moveTo>
                      <a:pt x="636" y="1"/>
                    </a:moveTo>
                    <a:cubicBezTo>
                      <a:pt x="592" y="1"/>
                      <a:pt x="545" y="19"/>
                      <a:pt x="501" y="64"/>
                    </a:cubicBezTo>
                    <a:cubicBezTo>
                      <a:pt x="0" y="664"/>
                      <a:pt x="601" y="1598"/>
                      <a:pt x="1335" y="1598"/>
                    </a:cubicBezTo>
                    <a:cubicBezTo>
                      <a:pt x="1701" y="1598"/>
                      <a:pt x="2035" y="1398"/>
                      <a:pt x="2235" y="1064"/>
                    </a:cubicBezTo>
                    <a:cubicBezTo>
                      <a:pt x="2402" y="764"/>
                      <a:pt x="2469" y="297"/>
                      <a:pt x="2135" y="64"/>
                    </a:cubicBezTo>
                    <a:cubicBezTo>
                      <a:pt x="2113" y="48"/>
                      <a:pt x="2087" y="42"/>
                      <a:pt x="2060" y="42"/>
                    </a:cubicBezTo>
                    <a:cubicBezTo>
                      <a:pt x="1967" y="42"/>
                      <a:pt x="1861" y="119"/>
                      <a:pt x="1835" y="197"/>
                    </a:cubicBezTo>
                    <a:cubicBezTo>
                      <a:pt x="1735" y="497"/>
                      <a:pt x="1768" y="931"/>
                      <a:pt x="1368" y="998"/>
                    </a:cubicBezTo>
                    <a:cubicBezTo>
                      <a:pt x="1354" y="999"/>
                      <a:pt x="1341" y="999"/>
                      <a:pt x="1328" y="999"/>
                    </a:cubicBezTo>
                    <a:cubicBezTo>
                      <a:pt x="956" y="999"/>
                      <a:pt x="802" y="554"/>
                      <a:pt x="834" y="264"/>
                    </a:cubicBezTo>
                    <a:cubicBezTo>
                      <a:pt x="859" y="141"/>
                      <a:pt x="757" y="1"/>
                      <a:pt x="6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0" name="Google Shape;15350;p50"/>
              <p:cNvSpPr/>
              <p:nvPr/>
            </p:nvSpPr>
            <p:spPr>
              <a:xfrm>
                <a:off x="6433796" y="2315375"/>
                <a:ext cx="12756" cy="13806"/>
              </a:xfrm>
              <a:custGeom>
                <a:rect b="b" l="l" r="r" t="t"/>
                <a:pathLst>
                  <a:path extrusionOk="0" h="434" w="401">
                    <a:moveTo>
                      <a:pt x="1" y="0"/>
                    </a:moveTo>
                    <a:lnTo>
                      <a:pt x="1" y="434"/>
                    </a:lnTo>
                    <a:cubicBezTo>
                      <a:pt x="401" y="434"/>
                      <a:pt x="40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1" name="Google Shape;15351;p50"/>
              <p:cNvSpPr/>
              <p:nvPr/>
            </p:nvSpPr>
            <p:spPr>
              <a:xfrm>
                <a:off x="6818978" y="3215051"/>
                <a:ext cx="40335" cy="38077"/>
              </a:xfrm>
              <a:custGeom>
                <a:rect b="b" l="l" r="r" t="t"/>
                <a:pathLst>
                  <a:path extrusionOk="0" h="1197" w="1268">
                    <a:moveTo>
                      <a:pt x="779" y="1"/>
                    </a:moveTo>
                    <a:cubicBezTo>
                      <a:pt x="764" y="1"/>
                      <a:pt x="749" y="2"/>
                      <a:pt x="734" y="4"/>
                    </a:cubicBezTo>
                    <a:cubicBezTo>
                      <a:pt x="667" y="37"/>
                      <a:pt x="567" y="137"/>
                      <a:pt x="567" y="237"/>
                    </a:cubicBezTo>
                    <a:cubicBezTo>
                      <a:pt x="601" y="304"/>
                      <a:pt x="734" y="504"/>
                      <a:pt x="634" y="604"/>
                    </a:cubicBezTo>
                    <a:cubicBezTo>
                      <a:pt x="634" y="604"/>
                      <a:pt x="601" y="604"/>
                      <a:pt x="534" y="571"/>
                    </a:cubicBezTo>
                    <a:cubicBezTo>
                      <a:pt x="501" y="538"/>
                      <a:pt x="467" y="504"/>
                      <a:pt x="401" y="438"/>
                    </a:cubicBezTo>
                    <a:cubicBezTo>
                      <a:pt x="401" y="346"/>
                      <a:pt x="320" y="295"/>
                      <a:pt x="236" y="295"/>
                    </a:cubicBezTo>
                    <a:cubicBezTo>
                      <a:pt x="168" y="295"/>
                      <a:pt x="97" y="329"/>
                      <a:pt x="67" y="404"/>
                    </a:cubicBezTo>
                    <a:cubicBezTo>
                      <a:pt x="34" y="538"/>
                      <a:pt x="0" y="638"/>
                      <a:pt x="34" y="771"/>
                    </a:cubicBezTo>
                    <a:cubicBezTo>
                      <a:pt x="67" y="905"/>
                      <a:pt x="167" y="1005"/>
                      <a:pt x="267" y="1071"/>
                    </a:cubicBezTo>
                    <a:cubicBezTo>
                      <a:pt x="384" y="1155"/>
                      <a:pt x="517" y="1197"/>
                      <a:pt x="647" y="1197"/>
                    </a:cubicBezTo>
                    <a:cubicBezTo>
                      <a:pt x="776" y="1197"/>
                      <a:pt x="901" y="1155"/>
                      <a:pt x="1001" y="1071"/>
                    </a:cubicBezTo>
                    <a:cubicBezTo>
                      <a:pt x="1201" y="905"/>
                      <a:pt x="1268" y="671"/>
                      <a:pt x="1235" y="404"/>
                    </a:cubicBezTo>
                    <a:cubicBezTo>
                      <a:pt x="1172" y="217"/>
                      <a:pt x="993" y="1"/>
                      <a:pt x="77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2" name="Google Shape;15352;p50"/>
              <p:cNvSpPr/>
              <p:nvPr/>
            </p:nvSpPr>
            <p:spPr>
              <a:xfrm>
                <a:off x="6938487" y="2735550"/>
                <a:ext cx="55604" cy="48924"/>
              </a:xfrm>
              <a:custGeom>
                <a:rect b="b" l="l" r="r" t="t"/>
                <a:pathLst>
                  <a:path extrusionOk="0" h="1538" w="1748">
                    <a:moveTo>
                      <a:pt x="1280" y="1"/>
                    </a:moveTo>
                    <a:cubicBezTo>
                      <a:pt x="1180" y="1"/>
                      <a:pt x="1047" y="101"/>
                      <a:pt x="1047" y="201"/>
                    </a:cubicBezTo>
                    <a:cubicBezTo>
                      <a:pt x="1080" y="367"/>
                      <a:pt x="1147" y="468"/>
                      <a:pt x="1180" y="601"/>
                    </a:cubicBezTo>
                    <a:cubicBezTo>
                      <a:pt x="1180" y="701"/>
                      <a:pt x="1147" y="834"/>
                      <a:pt x="1047" y="901"/>
                    </a:cubicBezTo>
                    <a:cubicBezTo>
                      <a:pt x="991" y="957"/>
                      <a:pt x="931" y="981"/>
                      <a:pt x="872" y="981"/>
                    </a:cubicBezTo>
                    <a:cubicBezTo>
                      <a:pt x="685" y="981"/>
                      <a:pt x="505" y="745"/>
                      <a:pt x="480" y="568"/>
                    </a:cubicBezTo>
                    <a:cubicBezTo>
                      <a:pt x="463" y="468"/>
                      <a:pt x="371" y="417"/>
                      <a:pt x="280" y="417"/>
                    </a:cubicBezTo>
                    <a:cubicBezTo>
                      <a:pt x="188" y="417"/>
                      <a:pt x="96" y="468"/>
                      <a:pt x="79" y="568"/>
                    </a:cubicBezTo>
                    <a:cubicBezTo>
                      <a:pt x="0" y="1094"/>
                      <a:pt x="461" y="1537"/>
                      <a:pt x="938" y="1537"/>
                    </a:cubicBezTo>
                    <a:cubicBezTo>
                      <a:pt x="1065" y="1537"/>
                      <a:pt x="1194" y="1505"/>
                      <a:pt x="1314" y="1435"/>
                    </a:cubicBezTo>
                    <a:cubicBezTo>
                      <a:pt x="1580" y="1268"/>
                      <a:pt x="1747" y="968"/>
                      <a:pt x="1747" y="701"/>
                    </a:cubicBezTo>
                    <a:cubicBezTo>
                      <a:pt x="1747" y="401"/>
                      <a:pt x="1614" y="34"/>
                      <a:pt x="128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3" name="Google Shape;15353;p50"/>
              <p:cNvSpPr/>
              <p:nvPr/>
            </p:nvSpPr>
            <p:spPr>
              <a:xfrm>
                <a:off x="6534600" y="1986781"/>
                <a:ext cx="71127" cy="49655"/>
              </a:xfrm>
              <a:custGeom>
                <a:rect b="b" l="l" r="r" t="t"/>
                <a:pathLst>
                  <a:path extrusionOk="0" h="1561" w="2236">
                    <a:moveTo>
                      <a:pt x="546" y="0"/>
                    </a:moveTo>
                    <a:cubicBezTo>
                      <a:pt x="485" y="0"/>
                      <a:pt x="420" y="27"/>
                      <a:pt x="368" y="89"/>
                    </a:cubicBezTo>
                    <a:cubicBezTo>
                      <a:pt x="1" y="656"/>
                      <a:pt x="401" y="1490"/>
                      <a:pt x="1068" y="1557"/>
                    </a:cubicBezTo>
                    <a:cubicBezTo>
                      <a:pt x="1095" y="1560"/>
                      <a:pt x="1121" y="1561"/>
                      <a:pt x="1148" y="1561"/>
                    </a:cubicBezTo>
                    <a:cubicBezTo>
                      <a:pt x="1483" y="1561"/>
                      <a:pt x="1783" y="1368"/>
                      <a:pt x="1969" y="1090"/>
                    </a:cubicBezTo>
                    <a:cubicBezTo>
                      <a:pt x="2135" y="823"/>
                      <a:pt x="2236" y="356"/>
                      <a:pt x="1935" y="156"/>
                    </a:cubicBezTo>
                    <a:cubicBezTo>
                      <a:pt x="1897" y="128"/>
                      <a:pt x="1860" y="115"/>
                      <a:pt x="1823" y="115"/>
                    </a:cubicBezTo>
                    <a:cubicBezTo>
                      <a:pt x="1732" y="115"/>
                      <a:pt x="1650" y="194"/>
                      <a:pt x="1602" y="290"/>
                    </a:cubicBezTo>
                    <a:cubicBezTo>
                      <a:pt x="1535" y="456"/>
                      <a:pt x="1602" y="623"/>
                      <a:pt x="1535" y="757"/>
                    </a:cubicBezTo>
                    <a:cubicBezTo>
                      <a:pt x="1445" y="906"/>
                      <a:pt x="1329" y="1029"/>
                      <a:pt x="1162" y="1029"/>
                    </a:cubicBezTo>
                    <a:cubicBezTo>
                      <a:pt x="1142" y="1029"/>
                      <a:pt x="1122" y="1027"/>
                      <a:pt x="1101" y="1023"/>
                    </a:cubicBezTo>
                    <a:cubicBezTo>
                      <a:pt x="768" y="1023"/>
                      <a:pt x="601" y="590"/>
                      <a:pt x="701" y="290"/>
                    </a:cubicBezTo>
                    <a:cubicBezTo>
                      <a:pt x="793" y="129"/>
                      <a:pt x="680" y="0"/>
                      <a:pt x="54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4" name="Google Shape;15354;p50"/>
              <p:cNvSpPr/>
              <p:nvPr/>
            </p:nvSpPr>
            <p:spPr>
              <a:xfrm>
                <a:off x="6933556" y="1879836"/>
                <a:ext cx="52550" cy="99502"/>
              </a:xfrm>
              <a:custGeom>
                <a:rect b="b" l="l" r="r" t="t"/>
                <a:pathLst>
                  <a:path extrusionOk="0" h="3128" w="1652">
                    <a:moveTo>
                      <a:pt x="417" y="1"/>
                    </a:moveTo>
                    <a:cubicBezTo>
                      <a:pt x="339" y="1"/>
                      <a:pt x="264" y="45"/>
                      <a:pt x="234" y="149"/>
                    </a:cubicBezTo>
                    <a:cubicBezTo>
                      <a:pt x="1" y="916"/>
                      <a:pt x="68" y="2251"/>
                      <a:pt x="568" y="2918"/>
                    </a:cubicBezTo>
                    <a:cubicBezTo>
                      <a:pt x="687" y="3061"/>
                      <a:pt x="871" y="3127"/>
                      <a:pt x="1047" y="3127"/>
                    </a:cubicBezTo>
                    <a:cubicBezTo>
                      <a:pt x="1362" y="3127"/>
                      <a:pt x="1652" y="2915"/>
                      <a:pt x="1502" y="2551"/>
                    </a:cubicBezTo>
                    <a:cubicBezTo>
                      <a:pt x="1502" y="2517"/>
                      <a:pt x="1469" y="2517"/>
                      <a:pt x="1469" y="2517"/>
                    </a:cubicBezTo>
                    <a:cubicBezTo>
                      <a:pt x="1402" y="2317"/>
                      <a:pt x="1335" y="2150"/>
                      <a:pt x="1268" y="1950"/>
                    </a:cubicBezTo>
                    <a:cubicBezTo>
                      <a:pt x="1256" y="1925"/>
                      <a:pt x="1228" y="1914"/>
                      <a:pt x="1201" y="1914"/>
                    </a:cubicBezTo>
                    <a:cubicBezTo>
                      <a:pt x="1158" y="1914"/>
                      <a:pt x="1114" y="1942"/>
                      <a:pt x="1135" y="1984"/>
                    </a:cubicBezTo>
                    <a:cubicBezTo>
                      <a:pt x="1202" y="2184"/>
                      <a:pt x="1268" y="2384"/>
                      <a:pt x="1335" y="2551"/>
                    </a:cubicBezTo>
                    <a:cubicBezTo>
                      <a:pt x="1311" y="2639"/>
                      <a:pt x="1275" y="2673"/>
                      <a:pt x="1235" y="2673"/>
                    </a:cubicBezTo>
                    <a:cubicBezTo>
                      <a:pt x="1108" y="2673"/>
                      <a:pt x="935" y="2335"/>
                      <a:pt x="935" y="2284"/>
                    </a:cubicBezTo>
                    <a:cubicBezTo>
                      <a:pt x="835" y="2084"/>
                      <a:pt x="801" y="1817"/>
                      <a:pt x="768" y="1617"/>
                    </a:cubicBezTo>
                    <a:cubicBezTo>
                      <a:pt x="668" y="1150"/>
                      <a:pt x="701" y="649"/>
                      <a:pt x="635" y="182"/>
                    </a:cubicBezTo>
                    <a:cubicBezTo>
                      <a:pt x="616" y="71"/>
                      <a:pt x="515" y="1"/>
                      <a:pt x="4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5" name="Google Shape;15355;p50"/>
              <p:cNvSpPr/>
              <p:nvPr/>
            </p:nvSpPr>
            <p:spPr>
              <a:xfrm>
                <a:off x="6393493" y="1568832"/>
                <a:ext cx="76058" cy="61966"/>
              </a:xfrm>
              <a:custGeom>
                <a:rect b="b" l="l" r="r" t="t"/>
                <a:pathLst>
                  <a:path extrusionOk="0" h="1948" w="2391">
                    <a:moveTo>
                      <a:pt x="1092" y="1"/>
                    </a:moveTo>
                    <a:cubicBezTo>
                      <a:pt x="1029" y="1"/>
                      <a:pt x="966" y="6"/>
                      <a:pt x="901" y="19"/>
                    </a:cubicBezTo>
                    <a:cubicBezTo>
                      <a:pt x="734" y="52"/>
                      <a:pt x="767" y="286"/>
                      <a:pt x="934" y="286"/>
                    </a:cubicBezTo>
                    <a:cubicBezTo>
                      <a:pt x="948" y="285"/>
                      <a:pt x="963" y="284"/>
                      <a:pt x="977" y="284"/>
                    </a:cubicBezTo>
                    <a:cubicBezTo>
                      <a:pt x="1492" y="284"/>
                      <a:pt x="1924" y="865"/>
                      <a:pt x="1535" y="1320"/>
                    </a:cubicBezTo>
                    <a:cubicBezTo>
                      <a:pt x="1397" y="1457"/>
                      <a:pt x="1228" y="1547"/>
                      <a:pt x="1050" y="1547"/>
                    </a:cubicBezTo>
                    <a:cubicBezTo>
                      <a:pt x="968" y="1547"/>
                      <a:pt x="884" y="1529"/>
                      <a:pt x="801" y="1487"/>
                    </a:cubicBezTo>
                    <a:cubicBezTo>
                      <a:pt x="534" y="1320"/>
                      <a:pt x="467" y="1086"/>
                      <a:pt x="434" y="820"/>
                    </a:cubicBezTo>
                    <a:cubicBezTo>
                      <a:pt x="400" y="753"/>
                      <a:pt x="334" y="719"/>
                      <a:pt x="271" y="719"/>
                    </a:cubicBezTo>
                    <a:cubicBezTo>
                      <a:pt x="209" y="719"/>
                      <a:pt x="150" y="753"/>
                      <a:pt x="134" y="820"/>
                    </a:cubicBezTo>
                    <a:cubicBezTo>
                      <a:pt x="0" y="1253"/>
                      <a:pt x="300" y="1687"/>
                      <a:pt x="667" y="1854"/>
                    </a:cubicBezTo>
                    <a:cubicBezTo>
                      <a:pt x="796" y="1918"/>
                      <a:pt x="931" y="1948"/>
                      <a:pt x="1065" y="1948"/>
                    </a:cubicBezTo>
                    <a:cubicBezTo>
                      <a:pt x="1350" y="1948"/>
                      <a:pt x="1631" y="1813"/>
                      <a:pt x="1835" y="1587"/>
                    </a:cubicBezTo>
                    <a:cubicBezTo>
                      <a:pt x="2390" y="908"/>
                      <a:pt x="1861" y="1"/>
                      <a:pt x="109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6" name="Google Shape;15356;p50"/>
              <p:cNvSpPr/>
              <p:nvPr/>
            </p:nvSpPr>
            <p:spPr>
              <a:xfrm>
                <a:off x="6022815" y="1674918"/>
                <a:ext cx="31937" cy="44661"/>
              </a:xfrm>
              <a:custGeom>
                <a:rect b="b" l="l" r="r" t="t"/>
                <a:pathLst>
                  <a:path extrusionOk="0" h="1404" w="1004">
                    <a:moveTo>
                      <a:pt x="694" y="1"/>
                    </a:moveTo>
                    <a:cubicBezTo>
                      <a:pt x="623" y="1"/>
                      <a:pt x="554" y="35"/>
                      <a:pt x="512" y="120"/>
                    </a:cubicBezTo>
                    <a:cubicBezTo>
                      <a:pt x="345" y="453"/>
                      <a:pt x="145" y="787"/>
                      <a:pt x="45" y="1154"/>
                    </a:cubicBezTo>
                    <a:cubicBezTo>
                      <a:pt x="1" y="1308"/>
                      <a:pt x="116" y="1403"/>
                      <a:pt x="238" y="1403"/>
                    </a:cubicBezTo>
                    <a:cubicBezTo>
                      <a:pt x="301" y="1403"/>
                      <a:pt x="366" y="1378"/>
                      <a:pt x="412" y="1321"/>
                    </a:cubicBezTo>
                    <a:cubicBezTo>
                      <a:pt x="612" y="1020"/>
                      <a:pt x="779" y="653"/>
                      <a:pt x="912" y="320"/>
                    </a:cubicBezTo>
                    <a:cubicBezTo>
                      <a:pt x="1003" y="160"/>
                      <a:pt x="845" y="1"/>
                      <a:pt x="69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57" name="Google Shape;15357;p50"/>
          <p:cNvGrpSpPr/>
          <p:nvPr/>
        </p:nvGrpSpPr>
        <p:grpSpPr>
          <a:xfrm rot="311384">
            <a:off x="6916692" y="1994419"/>
            <a:ext cx="395302" cy="1538462"/>
            <a:chOff x="6819935" y="1112720"/>
            <a:chExt cx="896158" cy="3487790"/>
          </a:xfrm>
        </p:grpSpPr>
        <p:grpSp>
          <p:nvGrpSpPr>
            <p:cNvPr id="15358" name="Google Shape;15358;p50"/>
            <p:cNvGrpSpPr/>
            <p:nvPr/>
          </p:nvGrpSpPr>
          <p:grpSpPr>
            <a:xfrm>
              <a:off x="6819935" y="1112720"/>
              <a:ext cx="896158" cy="3487790"/>
              <a:chOff x="6743735" y="1036520"/>
              <a:chExt cx="896158" cy="3487790"/>
            </a:xfrm>
          </p:grpSpPr>
          <p:sp>
            <p:nvSpPr>
              <p:cNvPr id="15359" name="Google Shape;15359;p50"/>
              <p:cNvSpPr/>
              <p:nvPr/>
            </p:nvSpPr>
            <p:spPr>
              <a:xfrm>
                <a:off x="6743735" y="1036520"/>
                <a:ext cx="896158" cy="3487790"/>
              </a:xfrm>
              <a:custGeom>
                <a:rect b="b" l="l" r="r" t="t"/>
                <a:pathLst>
                  <a:path extrusionOk="0" h="60111" w="15445">
                    <a:moveTo>
                      <a:pt x="15344" y="41931"/>
                    </a:moveTo>
                    <a:cubicBezTo>
                      <a:pt x="15344" y="44433"/>
                      <a:pt x="15378" y="46968"/>
                      <a:pt x="15344" y="49470"/>
                    </a:cubicBezTo>
                    <a:cubicBezTo>
                      <a:pt x="15311" y="51604"/>
                      <a:pt x="15444" y="53739"/>
                      <a:pt x="15211" y="55841"/>
                    </a:cubicBezTo>
                    <a:cubicBezTo>
                      <a:pt x="15044" y="57742"/>
                      <a:pt x="13743" y="59110"/>
                      <a:pt x="11875" y="59477"/>
                    </a:cubicBezTo>
                    <a:cubicBezTo>
                      <a:pt x="9207" y="59977"/>
                      <a:pt x="6538" y="60111"/>
                      <a:pt x="3870" y="59577"/>
                    </a:cubicBezTo>
                    <a:cubicBezTo>
                      <a:pt x="1968" y="59210"/>
                      <a:pt x="634" y="58142"/>
                      <a:pt x="134" y="56208"/>
                    </a:cubicBezTo>
                    <a:cubicBezTo>
                      <a:pt x="0" y="55607"/>
                      <a:pt x="67" y="55007"/>
                      <a:pt x="67" y="54406"/>
                    </a:cubicBezTo>
                    <a:cubicBezTo>
                      <a:pt x="67" y="50470"/>
                      <a:pt x="0" y="46501"/>
                      <a:pt x="100" y="42565"/>
                    </a:cubicBezTo>
                    <a:cubicBezTo>
                      <a:pt x="167" y="38595"/>
                      <a:pt x="134" y="34626"/>
                      <a:pt x="234" y="30623"/>
                    </a:cubicBezTo>
                    <a:cubicBezTo>
                      <a:pt x="267" y="28755"/>
                      <a:pt x="367" y="26920"/>
                      <a:pt x="1134" y="25152"/>
                    </a:cubicBezTo>
                    <a:cubicBezTo>
                      <a:pt x="1535" y="24218"/>
                      <a:pt x="2135" y="23351"/>
                      <a:pt x="2502" y="22417"/>
                    </a:cubicBezTo>
                    <a:cubicBezTo>
                      <a:pt x="3136" y="20849"/>
                      <a:pt x="3436" y="19248"/>
                      <a:pt x="3569" y="17613"/>
                    </a:cubicBezTo>
                    <a:cubicBezTo>
                      <a:pt x="3803" y="15145"/>
                      <a:pt x="4070" y="12710"/>
                      <a:pt x="4270" y="10242"/>
                    </a:cubicBezTo>
                    <a:cubicBezTo>
                      <a:pt x="4403" y="8841"/>
                      <a:pt x="4503" y="7406"/>
                      <a:pt x="4337" y="6005"/>
                    </a:cubicBezTo>
                    <a:cubicBezTo>
                      <a:pt x="4270" y="5305"/>
                      <a:pt x="4303" y="4604"/>
                      <a:pt x="4470" y="3904"/>
                    </a:cubicBezTo>
                    <a:cubicBezTo>
                      <a:pt x="4603" y="3403"/>
                      <a:pt x="4570" y="2936"/>
                      <a:pt x="4403" y="2436"/>
                    </a:cubicBezTo>
                    <a:cubicBezTo>
                      <a:pt x="4303" y="2169"/>
                      <a:pt x="4203" y="1902"/>
                      <a:pt x="4170" y="1602"/>
                    </a:cubicBezTo>
                    <a:cubicBezTo>
                      <a:pt x="4103" y="902"/>
                      <a:pt x="4403" y="468"/>
                      <a:pt x="5070" y="334"/>
                    </a:cubicBezTo>
                    <a:cubicBezTo>
                      <a:pt x="6872" y="1"/>
                      <a:pt x="8673" y="68"/>
                      <a:pt x="10441" y="435"/>
                    </a:cubicBezTo>
                    <a:cubicBezTo>
                      <a:pt x="11208" y="601"/>
                      <a:pt x="11542" y="1469"/>
                      <a:pt x="11108" y="2136"/>
                    </a:cubicBezTo>
                    <a:cubicBezTo>
                      <a:pt x="10708" y="2770"/>
                      <a:pt x="10641" y="3403"/>
                      <a:pt x="10875" y="4104"/>
                    </a:cubicBezTo>
                    <a:cubicBezTo>
                      <a:pt x="11108" y="4671"/>
                      <a:pt x="11141" y="5238"/>
                      <a:pt x="10975" y="5805"/>
                    </a:cubicBezTo>
                    <a:cubicBezTo>
                      <a:pt x="10774" y="6672"/>
                      <a:pt x="10908" y="7506"/>
                      <a:pt x="10975" y="8374"/>
                    </a:cubicBezTo>
                    <a:cubicBezTo>
                      <a:pt x="11275" y="11909"/>
                      <a:pt x="11475" y="15445"/>
                      <a:pt x="11909" y="18981"/>
                    </a:cubicBezTo>
                    <a:cubicBezTo>
                      <a:pt x="12142" y="20782"/>
                      <a:pt x="12709" y="22517"/>
                      <a:pt x="13643" y="24085"/>
                    </a:cubicBezTo>
                    <a:cubicBezTo>
                      <a:pt x="14611" y="25686"/>
                      <a:pt x="15011" y="27420"/>
                      <a:pt x="15011" y="29288"/>
                    </a:cubicBezTo>
                    <a:cubicBezTo>
                      <a:pt x="15078" y="33158"/>
                      <a:pt x="15144" y="37061"/>
                      <a:pt x="15211" y="40964"/>
                    </a:cubicBezTo>
                    <a:cubicBezTo>
                      <a:pt x="15211" y="41264"/>
                      <a:pt x="15211" y="41597"/>
                      <a:pt x="15211" y="4193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0" name="Google Shape;15360;p50"/>
              <p:cNvSpPr/>
              <p:nvPr/>
            </p:nvSpPr>
            <p:spPr>
              <a:xfrm>
                <a:off x="6900511" y="2201668"/>
                <a:ext cx="696792" cy="956211"/>
              </a:xfrm>
              <a:custGeom>
                <a:rect b="b" l="l" r="r" t="t"/>
                <a:pathLst>
                  <a:path extrusionOk="0" h="16480" w="12009">
                    <a:moveTo>
                      <a:pt x="2635" y="301"/>
                    </a:moveTo>
                    <a:cubicBezTo>
                      <a:pt x="4637" y="301"/>
                      <a:pt x="6638" y="201"/>
                      <a:pt x="8606" y="34"/>
                    </a:cubicBezTo>
                    <a:cubicBezTo>
                      <a:pt x="8740" y="1"/>
                      <a:pt x="8873" y="1"/>
                      <a:pt x="8906" y="168"/>
                    </a:cubicBezTo>
                    <a:cubicBezTo>
                      <a:pt x="9273" y="2269"/>
                      <a:pt x="10508" y="4004"/>
                      <a:pt x="11341" y="5905"/>
                    </a:cubicBezTo>
                    <a:cubicBezTo>
                      <a:pt x="11708" y="6772"/>
                      <a:pt x="11842" y="7740"/>
                      <a:pt x="11875" y="8674"/>
                    </a:cubicBezTo>
                    <a:cubicBezTo>
                      <a:pt x="11942" y="10842"/>
                      <a:pt x="12009" y="13044"/>
                      <a:pt x="11975" y="15245"/>
                    </a:cubicBezTo>
                    <a:cubicBezTo>
                      <a:pt x="11975" y="15545"/>
                      <a:pt x="11942" y="15812"/>
                      <a:pt x="11942" y="16112"/>
                    </a:cubicBezTo>
                    <a:cubicBezTo>
                      <a:pt x="11942" y="16246"/>
                      <a:pt x="11942" y="16379"/>
                      <a:pt x="11808" y="16413"/>
                    </a:cubicBezTo>
                    <a:cubicBezTo>
                      <a:pt x="11675" y="16479"/>
                      <a:pt x="11608" y="16313"/>
                      <a:pt x="11542" y="16213"/>
                    </a:cubicBezTo>
                    <a:cubicBezTo>
                      <a:pt x="10574" y="14678"/>
                      <a:pt x="9107" y="13844"/>
                      <a:pt x="7372" y="13477"/>
                    </a:cubicBezTo>
                    <a:cubicBezTo>
                      <a:pt x="4870" y="12944"/>
                      <a:pt x="2502" y="13277"/>
                      <a:pt x="367" y="14711"/>
                    </a:cubicBezTo>
                    <a:cubicBezTo>
                      <a:pt x="0" y="14645"/>
                      <a:pt x="100" y="14345"/>
                      <a:pt x="100" y="14144"/>
                    </a:cubicBezTo>
                    <a:cubicBezTo>
                      <a:pt x="100" y="13344"/>
                      <a:pt x="234" y="12543"/>
                      <a:pt x="200" y="11743"/>
                    </a:cubicBezTo>
                    <a:cubicBezTo>
                      <a:pt x="167" y="10242"/>
                      <a:pt x="200" y="8774"/>
                      <a:pt x="200" y="7306"/>
                    </a:cubicBezTo>
                    <a:cubicBezTo>
                      <a:pt x="200" y="6372"/>
                      <a:pt x="367" y="5471"/>
                      <a:pt x="801" y="4604"/>
                    </a:cubicBezTo>
                    <a:cubicBezTo>
                      <a:pt x="1434" y="3337"/>
                      <a:pt x="2068" y="2036"/>
                      <a:pt x="2435" y="668"/>
                    </a:cubicBezTo>
                    <a:cubicBezTo>
                      <a:pt x="2468" y="535"/>
                      <a:pt x="2535" y="401"/>
                      <a:pt x="2635" y="3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1" name="Google Shape;15361;p50"/>
              <p:cNvSpPr/>
              <p:nvPr/>
            </p:nvSpPr>
            <p:spPr>
              <a:xfrm>
                <a:off x="6888849" y="3930040"/>
                <a:ext cx="720059" cy="530384"/>
              </a:xfrm>
              <a:custGeom>
                <a:rect b="b" l="l" r="r" t="t"/>
                <a:pathLst>
                  <a:path extrusionOk="0" h="9141" w="12410">
                    <a:moveTo>
                      <a:pt x="234" y="2569"/>
                    </a:moveTo>
                    <a:cubicBezTo>
                      <a:pt x="1302" y="3437"/>
                      <a:pt x="2469" y="4137"/>
                      <a:pt x="3804" y="4504"/>
                    </a:cubicBezTo>
                    <a:cubicBezTo>
                      <a:pt x="4204" y="4604"/>
                      <a:pt x="4571" y="4738"/>
                      <a:pt x="4904" y="4404"/>
                    </a:cubicBezTo>
                    <a:cubicBezTo>
                      <a:pt x="5004" y="4304"/>
                      <a:pt x="5071" y="4337"/>
                      <a:pt x="5171" y="4437"/>
                    </a:cubicBezTo>
                    <a:cubicBezTo>
                      <a:pt x="5572" y="5004"/>
                      <a:pt x="6139" y="4871"/>
                      <a:pt x="6672" y="4704"/>
                    </a:cubicBezTo>
                    <a:cubicBezTo>
                      <a:pt x="8874" y="4070"/>
                      <a:pt x="10475" y="2703"/>
                      <a:pt x="11676" y="801"/>
                    </a:cubicBezTo>
                    <a:cubicBezTo>
                      <a:pt x="11843" y="535"/>
                      <a:pt x="12009" y="301"/>
                      <a:pt x="12210" y="1"/>
                    </a:cubicBezTo>
                    <a:cubicBezTo>
                      <a:pt x="12376" y="234"/>
                      <a:pt x="12376" y="468"/>
                      <a:pt x="12376" y="735"/>
                    </a:cubicBezTo>
                    <a:cubicBezTo>
                      <a:pt x="12410" y="2436"/>
                      <a:pt x="12410" y="4137"/>
                      <a:pt x="12276" y="5805"/>
                    </a:cubicBezTo>
                    <a:cubicBezTo>
                      <a:pt x="12176" y="7206"/>
                      <a:pt x="11442" y="8240"/>
                      <a:pt x="10141" y="8841"/>
                    </a:cubicBezTo>
                    <a:cubicBezTo>
                      <a:pt x="9007" y="9141"/>
                      <a:pt x="7873" y="9074"/>
                      <a:pt x="6739" y="9007"/>
                    </a:cubicBezTo>
                    <a:cubicBezTo>
                      <a:pt x="5405" y="8941"/>
                      <a:pt x="4104" y="8640"/>
                      <a:pt x="2803" y="8307"/>
                    </a:cubicBezTo>
                    <a:cubicBezTo>
                      <a:pt x="1335" y="7940"/>
                      <a:pt x="501" y="7139"/>
                      <a:pt x="301" y="5605"/>
                    </a:cubicBezTo>
                    <a:cubicBezTo>
                      <a:pt x="201" y="4704"/>
                      <a:pt x="101" y="3804"/>
                      <a:pt x="34" y="2903"/>
                    </a:cubicBezTo>
                    <a:cubicBezTo>
                      <a:pt x="34" y="2770"/>
                      <a:pt x="1" y="2569"/>
                      <a:pt x="234" y="2569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2" name="Google Shape;15362;p50"/>
              <p:cNvSpPr/>
              <p:nvPr/>
            </p:nvSpPr>
            <p:spPr>
              <a:xfrm>
                <a:off x="6883047" y="2977834"/>
                <a:ext cx="727834" cy="1215513"/>
              </a:xfrm>
              <a:custGeom>
                <a:rect b="b" l="l" r="r" t="t"/>
                <a:pathLst>
                  <a:path extrusionOk="0" h="20949" w="12544">
                    <a:moveTo>
                      <a:pt x="568" y="1968"/>
                    </a:moveTo>
                    <a:cubicBezTo>
                      <a:pt x="1535" y="1001"/>
                      <a:pt x="2736" y="601"/>
                      <a:pt x="4037" y="367"/>
                    </a:cubicBezTo>
                    <a:cubicBezTo>
                      <a:pt x="6005" y="0"/>
                      <a:pt x="7873" y="267"/>
                      <a:pt x="9608" y="1234"/>
                    </a:cubicBezTo>
                    <a:cubicBezTo>
                      <a:pt x="10675" y="1801"/>
                      <a:pt x="11442" y="2669"/>
                      <a:pt x="11976" y="3736"/>
                    </a:cubicBezTo>
                    <a:cubicBezTo>
                      <a:pt x="12176" y="4170"/>
                      <a:pt x="12276" y="4603"/>
                      <a:pt x="12276" y="5070"/>
                    </a:cubicBezTo>
                    <a:cubicBezTo>
                      <a:pt x="12343" y="6538"/>
                      <a:pt x="12310" y="8006"/>
                      <a:pt x="12410" y="9440"/>
                    </a:cubicBezTo>
                    <a:cubicBezTo>
                      <a:pt x="12543" y="11041"/>
                      <a:pt x="12410" y="12676"/>
                      <a:pt x="12476" y="14277"/>
                    </a:cubicBezTo>
                    <a:cubicBezTo>
                      <a:pt x="12510" y="14944"/>
                      <a:pt x="12310" y="15545"/>
                      <a:pt x="11976" y="16112"/>
                    </a:cubicBezTo>
                    <a:cubicBezTo>
                      <a:pt x="11209" y="17413"/>
                      <a:pt x="10442" y="18647"/>
                      <a:pt x="9207" y="19514"/>
                    </a:cubicBezTo>
                    <a:cubicBezTo>
                      <a:pt x="8307" y="20148"/>
                      <a:pt x="7306" y="20481"/>
                      <a:pt x="6305" y="20848"/>
                    </a:cubicBezTo>
                    <a:cubicBezTo>
                      <a:pt x="6038" y="20948"/>
                      <a:pt x="5805" y="20882"/>
                      <a:pt x="5638" y="20648"/>
                    </a:cubicBezTo>
                    <a:cubicBezTo>
                      <a:pt x="5371" y="20315"/>
                      <a:pt x="5071" y="20148"/>
                      <a:pt x="4671" y="20481"/>
                    </a:cubicBezTo>
                    <a:cubicBezTo>
                      <a:pt x="4537" y="20648"/>
                      <a:pt x="4337" y="20648"/>
                      <a:pt x="4137" y="20582"/>
                    </a:cubicBezTo>
                    <a:cubicBezTo>
                      <a:pt x="2636" y="20115"/>
                      <a:pt x="1302" y="19414"/>
                      <a:pt x="234" y="18247"/>
                    </a:cubicBezTo>
                    <a:cubicBezTo>
                      <a:pt x="68" y="17813"/>
                      <a:pt x="1" y="17346"/>
                      <a:pt x="234" y="16912"/>
                    </a:cubicBezTo>
                    <a:cubicBezTo>
                      <a:pt x="535" y="16812"/>
                      <a:pt x="668" y="17046"/>
                      <a:pt x="801" y="17212"/>
                    </a:cubicBezTo>
                    <a:cubicBezTo>
                      <a:pt x="1735" y="18247"/>
                      <a:pt x="2870" y="18780"/>
                      <a:pt x="4237" y="18947"/>
                    </a:cubicBezTo>
                    <a:cubicBezTo>
                      <a:pt x="6105" y="19147"/>
                      <a:pt x="7740" y="18613"/>
                      <a:pt x="9174" y="17379"/>
                    </a:cubicBezTo>
                    <a:cubicBezTo>
                      <a:pt x="10275" y="16412"/>
                      <a:pt x="10975" y="15178"/>
                      <a:pt x="11276" y="13743"/>
                    </a:cubicBezTo>
                    <a:cubicBezTo>
                      <a:pt x="11743" y="11675"/>
                      <a:pt x="11976" y="9574"/>
                      <a:pt x="11609" y="7472"/>
                    </a:cubicBezTo>
                    <a:cubicBezTo>
                      <a:pt x="11242" y="5471"/>
                      <a:pt x="10241" y="3770"/>
                      <a:pt x="8574" y="2535"/>
                    </a:cubicBezTo>
                    <a:cubicBezTo>
                      <a:pt x="7473" y="1735"/>
                      <a:pt x="6172" y="1535"/>
                      <a:pt x="4804" y="1635"/>
                    </a:cubicBezTo>
                    <a:cubicBezTo>
                      <a:pt x="3403" y="1735"/>
                      <a:pt x="2169" y="2235"/>
                      <a:pt x="1068" y="3069"/>
                    </a:cubicBezTo>
                    <a:cubicBezTo>
                      <a:pt x="935" y="3169"/>
                      <a:pt x="768" y="3303"/>
                      <a:pt x="568" y="3202"/>
                    </a:cubicBezTo>
                    <a:cubicBezTo>
                      <a:pt x="301" y="2802"/>
                      <a:pt x="334" y="2369"/>
                      <a:pt x="568" y="19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3" name="Google Shape;15363;p50"/>
              <p:cNvSpPr/>
              <p:nvPr/>
            </p:nvSpPr>
            <p:spPr>
              <a:xfrm>
                <a:off x="7072722" y="1233970"/>
                <a:ext cx="292317" cy="541988"/>
              </a:xfrm>
              <a:custGeom>
                <a:rect b="b" l="l" r="r" t="t"/>
                <a:pathLst>
                  <a:path extrusionOk="0" h="9341" w="5038">
                    <a:moveTo>
                      <a:pt x="4604" y="200"/>
                    </a:moveTo>
                    <a:cubicBezTo>
                      <a:pt x="4904" y="968"/>
                      <a:pt x="4971" y="1768"/>
                      <a:pt x="4838" y="2636"/>
                    </a:cubicBezTo>
                    <a:cubicBezTo>
                      <a:pt x="4671" y="3770"/>
                      <a:pt x="4904" y="4937"/>
                      <a:pt x="4904" y="6071"/>
                    </a:cubicBezTo>
                    <a:cubicBezTo>
                      <a:pt x="4904" y="6872"/>
                      <a:pt x="4971" y="7706"/>
                      <a:pt x="5004" y="8540"/>
                    </a:cubicBezTo>
                    <a:cubicBezTo>
                      <a:pt x="5038" y="8740"/>
                      <a:pt x="5038" y="8940"/>
                      <a:pt x="4738" y="8973"/>
                    </a:cubicBezTo>
                    <a:cubicBezTo>
                      <a:pt x="3236" y="9274"/>
                      <a:pt x="1702" y="9340"/>
                      <a:pt x="168" y="9140"/>
                    </a:cubicBezTo>
                    <a:cubicBezTo>
                      <a:pt x="1" y="8973"/>
                      <a:pt x="1" y="8740"/>
                      <a:pt x="1" y="8506"/>
                    </a:cubicBezTo>
                    <a:cubicBezTo>
                      <a:pt x="34" y="6271"/>
                      <a:pt x="101" y="4037"/>
                      <a:pt x="334" y="1802"/>
                    </a:cubicBezTo>
                    <a:cubicBezTo>
                      <a:pt x="368" y="1435"/>
                      <a:pt x="501" y="1268"/>
                      <a:pt x="901" y="1201"/>
                    </a:cubicBezTo>
                    <a:cubicBezTo>
                      <a:pt x="1869" y="1034"/>
                      <a:pt x="2836" y="1134"/>
                      <a:pt x="3437" y="1235"/>
                    </a:cubicBezTo>
                    <a:cubicBezTo>
                      <a:pt x="2903" y="1201"/>
                      <a:pt x="1969" y="1001"/>
                      <a:pt x="1068" y="1201"/>
                    </a:cubicBezTo>
                    <a:cubicBezTo>
                      <a:pt x="735" y="1268"/>
                      <a:pt x="468" y="1168"/>
                      <a:pt x="434" y="768"/>
                    </a:cubicBezTo>
                    <a:cubicBezTo>
                      <a:pt x="401" y="367"/>
                      <a:pt x="535" y="67"/>
                      <a:pt x="868" y="67"/>
                    </a:cubicBezTo>
                    <a:cubicBezTo>
                      <a:pt x="2036" y="0"/>
                      <a:pt x="3170" y="0"/>
                      <a:pt x="4337" y="67"/>
                    </a:cubicBezTo>
                    <a:cubicBezTo>
                      <a:pt x="4437" y="67"/>
                      <a:pt x="4504" y="134"/>
                      <a:pt x="4604" y="20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4" name="Google Shape;15364;p50"/>
              <p:cNvSpPr/>
              <p:nvPr/>
            </p:nvSpPr>
            <p:spPr>
              <a:xfrm>
                <a:off x="6780463" y="2215245"/>
                <a:ext cx="272996" cy="1008431"/>
              </a:xfrm>
              <a:custGeom>
                <a:rect b="b" l="l" r="r" t="t"/>
                <a:pathLst>
                  <a:path extrusionOk="0" h="17380" w="4705">
                    <a:moveTo>
                      <a:pt x="4704" y="67"/>
                    </a:moveTo>
                    <a:cubicBezTo>
                      <a:pt x="4604" y="1001"/>
                      <a:pt x="4204" y="1802"/>
                      <a:pt x="3837" y="2636"/>
                    </a:cubicBezTo>
                    <a:cubicBezTo>
                      <a:pt x="3503" y="3470"/>
                      <a:pt x="3103" y="4237"/>
                      <a:pt x="2703" y="5037"/>
                    </a:cubicBezTo>
                    <a:cubicBezTo>
                      <a:pt x="2469" y="5604"/>
                      <a:pt x="2436" y="6171"/>
                      <a:pt x="2436" y="6772"/>
                    </a:cubicBezTo>
                    <a:cubicBezTo>
                      <a:pt x="2403" y="8607"/>
                      <a:pt x="2436" y="10441"/>
                      <a:pt x="2403" y="12276"/>
                    </a:cubicBezTo>
                    <a:cubicBezTo>
                      <a:pt x="2403" y="12843"/>
                      <a:pt x="2336" y="13410"/>
                      <a:pt x="2336" y="14010"/>
                    </a:cubicBezTo>
                    <a:cubicBezTo>
                      <a:pt x="2303" y="14177"/>
                      <a:pt x="2269" y="14344"/>
                      <a:pt x="2436" y="14477"/>
                    </a:cubicBezTo>
                    <a:cubicBezTo>
                      <a:pt x="1435" y="15245"/>
                      <a:pt x="735" y="16212"/>
                      <a:pt x="168" y="17380"/>
                    </a:cubicBezTo>
                    <a:cubicBezTo>
                      <a:pt x="1" y="17113"/>
                      <a:pt x="34" y="16913"/>
                      <a:pt x="34" y="16746"/>
                    </a:cubicBezTo>
                    <a:cubicBezTo>
                      <a:pt x="68" y="14544"/>
                      <a:pt x="34" y="12376"/>
                      <a:pt x="68" y="10208"/>
                    </a:cubicBezTo>
                    <a:cubicBezTo>
                      <a:pt x="101" y="8173"/>
                      <a:pt x="268" y="6171"/>
                      <a:pt x="1268" y="4337"/>
                    </a:cubicBezTo>
                    <a:cubicBezTo>
                      <a:pt x="1936" y="3136"/>
                      <a:pt x="2469" y="1868"/>
                      <a:pt x="3036" y="567"/>
                    </a:cubicBezTo>
                    <a:cubicBezTo>
                      <a:pt x="3203" y="167"/>
                      <a:pt x="3437" y="0"/>
                      <a:pt x="3870" y="67"/>
                    </a:cubicBezTo>
                    <a:cubicBezTo>
                      <a:pt x="4137" y="100"/>
                      <a:pt x="4404" y="67"/>
                      <a:pt x="4704" y="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5" name="Google Shape;15365;p50"/>
              <p:cNvSpPr/>
              <p:nvPr/>
            </p:nvSpPr>
            <p:spPr>
              <a:xfrm>
                <a:off x="7053401" y="1841697"/>
                <a:ext cx="350340" cy="305837"/>
              </a:xfrm>
              <a:custGeom>
                <a:rect b="b" l="l" r="r" t="t"/>
                <a:pathLst>
                  <a:path extrusionOk="0" h="5271" w="6038">
                    <a:moveTo>
                      <a:pt x="501" y="34"/>
                    </a:moveTo>
                    <a:cubicBezTo>
                      <a:pt x="2068" y="34"/>
                      <a:pt x="3636" y="34"/>
                      <a:pt x="5237" y="0"/>
                    </a:cubicBezTo>
                    <a:cubicBezTo>
                      <a:pt x="5471" y="0"/>
                      <a:pt x="5538" y="67"/>
                      <a:pt x="5571" y="301"/>
                    </a:cubicBezTo>
                    <a:cubicBezTo>
                      <a:pt x="5704" y="1768"/>
                      <a:pt x="5871" y="3203"/>
                      <a:pt x="6038" y="4637"/>
                    </a:cubicBezTo>
                    <a:cubicBezTo>
                      <a:pt x="6038" y="4904"/>
                      <a:pt x="5938" y="4937"/>
                      <a:pt x="5738" y="4971"/>
                    </a:cubicBezTo>
                    <a:cubicBezTo>
                      <a:pt x="4870" y="5071"/>
                      <a:pt x="3970" y="5204"/>
                      <a:pt x="3102" y="5171"/>
                    </a:cubicBezTo>
                    <a:cubicBezTo>
                      <a:pt x="2202" y="5271"/>
                      <a:pt x="1301" y="5204"/>
                      <a:pt x="434" y="5204"/>
                    </a:cubicBezTo>
                    <a:cubicBezTo>
                      <a:pt x="34" y="5238"/>
                      <a:pt x="34" y="4937"/>
                      <a:pt x="34" y="4670"/>
                    </a:cubicBezTo>
                    <a:cubicBezTo>
                      <a:pt x="0" y="3870"/>
                      <a:pt x="134" y="3069"/>
                      <a:pt x="167" y="2269"/>
                    </a:cubicBezTo>
                    <a:cubicBezTo>
                      <a:pt x="167" y="1668"/>
                      <a:pt x="334" y="1068"/>
                      <a:pt x="334" y="434"/>
                    </a:cubicBezTo>
                    <a:cubicBezTo>
                      <a:pt x="334" y="301"/>
                      <a:pt x="401" y="134"/>
                      <a:pt x="501" y="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6" name="Google Shape;15366;p50"/>
              <p:cNvSpPr/>
              <p:nvPr/>
            </p:nvSpPr>
            <p:spPr>
              <a:xfrm>
                <a:off x="6768859" y="3914606"/>
                <a:ext cx="708455" cy="580689"/>
              </a:xfrm>
              <a:custGeom>
                <a:rect b="b" l="l" r="r" t="t"/>
                <a:pathLst>
                  <a:path extrusionOk="0" h="10008" w="12210">
                    <a:moveTo>
                      <a:pt x="2302" y="2835"/>
                    </a:moveTo>
                    <a:cubicBezTo>
                      <a:pt x="2302" y="3369"/>
                      <a:pt x="2269" y="3936"/>
                      <a:pt x="2336" y="4470"/>
                    </a:cubicBezTo>
                    <a:cubicBezTo>
                      <a:pt x="2402" y="5337"/>
                      <a:pt x="2569" y="6171"/>
                      <a:pt x="2836" y="6972"/>
                    </a:cubicBezTo>
                    <a:cubicBezTo>
                      <a:pt x="2970" y="7472"/>
                      <a:pt x="3270" y="7806"/>
                      <a:pt x="3703" y="7972"/>
                    </a:cubicBezTo>
                    <a:cubicBezTo>
                      <a:pt x="5238" y="8573"/>
                      <a:pt x="6772" y="8973"/>
                      <a:pt x="8440" y="9107"/>
                    </a:cubicBezTo>
                    <a:cubicBezTo>
                      <a:pt x="9708" y="9207"/>
                      <a:pt x="10942" y="9140"/>
                      <a:pt x="12209" y="9107"/>
                    </a:cubicBezTo>
                    <a:cubicBezTo>
                      <a:pt x="11376" y="9574"/>
                      <a:pt x="10408" y="9674"/>
                      <a:pt x="9474" y="9807"/>
                    </a:cubicBezTo>
                    <a:cubicBezTo>
                      <a:pt x="8006" y="10007"/>
                      <a:pt x="6539" y="9940"/>
                      <a:pt x="5071" y="9807"/>
                    </a:cubicBezTo>
                    <a:cubicBezTo>
                      <a:pt x="3970" y="9707"/>
                      <a:pt x="2903" y="9540"/>
                      <a:pt x="1935" y="8973"/>
                    </a:cubicBezTo>
                    <a:cubicBezTo>
                      <a:pt x="668" y="8239"/>
                      <a:pt x="101" y="7072"/>
                      <a:pt x="67" y="5671"/>
                    </a:cubicBezTo>
                    <a:cubicBezTo>
                      <a:pt x="1" y="3869"/>
                      <a:pt x="34" y="2035"/>
                      <a:pt x="34" y="234"/>
                    </a:cubicBezTo>
                    <a:cubicBezTo>
                      <a:pt x="34" y="200"/>
                      <a:pt x="67" y="133"/>
                      <a:pt x="101" y="0"/>
                    </a:cubicBezTo>
                    <a:cubicBezTo>
                      <a:pt x="835" y="1001"/>
                      <a:pt x="1502" y="1968"/>
                      <a:pt x="2302" y="283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7" name="Google Shape;15367;p50"/>
              <p:cNvSpPr/>
              <p:nvPr/>
            </p:nvSpPr>
            <p:spPr>
              <a:xfrm>
                <a:off x="7014700" y="1142991"/>
                <a:ext cx="340650" cy="621363"/>
              </a:xfrm>
              <a:custGeom>
                <a:rect b="b" l="l" r="r" t="t"/>
                <a:pathLst>
                  <a:path extrusionOk="0" h="10709" w="5871">
                    <a:moveTo>
                      <a:pt x="5604" y="1768"/>
                    </a:moveTo>
                    <a:cubicBezTo>
                      <a:pt x="4403" y="1768"/>
                      <a:pt x="3236" y="1768"/>
                      <a:pt x="2035" y="1768"/>
                    </a:cubicBezTo>
                    <a:cubicBezTo>
                      <a:pt x="1901" y="1768"/>
                      <a:pt x="1668" y="1668"/>
                      <a:pt x="1601" y="1902"/>
                    </a:cubicBezTo>
                    <a:cubicBezTo>
                      <a:pt x="1535" y="2135"/>
                      <a:pt x="1501" y="2402"/>
                      <a:pt x="1635" y="2602"/>
                    </a:cubicBezTo>
                    <a:cubicBezTo>
                      <a:pt x="1735" y="2769"/>
                      <a:pt x="1935" y="2636"/>
                      <a:pt x="2102" y="2636"/>
                    </a:cubicBezTo>
                    <a:cubicBezTo>
                      <a:pt x="3069" y="2502"/>
                      <a:pt x="4036" y="2536"/>
                      <a:pt x="4970" y="2836"/>
                    </a:cubicBezTo>
                    <a:cubicBezTo>
                      <a:pt x="4470" y="2903"/>
                      <a:pt x="4003" y="2936"/>
                      <a:pt x="3503" y="2836"/>
                    </a:cubicBezTo>
                    <a:cubicBezTo>
                      <a:pt x="2902" y="2702"/>
                      <a:pt x="2302" y="2903"/>
                      <a:pt x="1735" y="2903"/>
                    </a:cubicBezTo>
                    <a:cubicBezTo>
                      <a:pt x="1501" y="2903"/>
                      <a:pt x="1468" y="3103"/>
                      <a:pt x="1468" y="3303"/>
                    </a:cubicBezTo>
                    <a:cubicBezTo>
                      <a:pt x="1401" y="4771"/>
                      <a:pt x="1268" y="6272"/>
                      <a:pt x="1234" y="7739"/>
                    </a:cubicBezTo>
                    <a:cubicBezTo>
                      <a:pt x="1201" y="8740"/>
                      <a:pt x="1201" y="9741"/>
                      <a:pt x="1168" y="10708"/>
                    </a:cubicBezTo>
                    <a:cubicBezTo>
                      <a:pt x="1101" y="10708"/>
                      <a:pt x="1068" y="10708"/>
                      <a:pt x="1001" y="10708"/>
                    </a:cubicBezTo>
                    <a:cubicBezTo>
                      <a:pt x="0" y="10708"/>
                      <a:pt x="0" y="10708"/>
                      <a:pt x="33" y="9707"/>
                    </a:cubicBezTo>
                    <a:cubicBezTo>
                      <a:pt x="33" y="8373"/>
                      <a:pt x="100" y="7039"/>
                      <a:pt x="234" y="5671"/>
                    </a:cubicBezTo>
                    <a:cubicBezTo>
                      <a:pt x="300" y="4971"/>
                      <a:pt x="134" y="4237"/>
                      <a:pt x="134" y="3536"/>
                    </a:cubicBezTo>
                    <a:cubicBezTo>
                      <a:pt x="134" y="2936"/>
                      <a:pt x="167" y="2369"/>
                      <a:pt x="300" y="1802"/>
                    </a:cubicBezTo>
                    <a:cubicBezTo>
                      <a:pt x="434" y="1368"/>
                      <a:pt x="267" y="968"/>
                      <a:pt x="200" y="534"/>
                    </a:cubicBezTo>
                    <a:cubicBezTo>
                      <a:pt x="134" y="334"/>
                      <a:pt x="134" y="201"/>
                      <a:pt x="400" y="201"/>
                    </a:cubicBezTo>
                    <a:cubicBezTo>
                      <a:pt x="1068" y="267"/>
                      <a:pt x="1735" y="67"/>
                      <a:pt x="2368" y="34"/>
                    </a:cubicBezTo>
                    <a:cubicBezTo>
                      <a:pt x="3302" y="1"/>
                      <a:pt x="4203" y="101"/>
                      <a:pt x="5137" y="201"/>
                    </a:cubicBezTo>
                    <a:cubicBezTo>
                      <a:pt x="5871" y="267"/>
                      <a:pt x="5871" y="301"/>
                      <a:pt x="5704" y="1035"/>
                    </a:cubicBezTo>
                    <a:cubicBezTo>
                      <a:pt x="5637" y="1268"/>
                      <a:pt x="5571" y="1502"/>
                      <a:pt x="5604" y="17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8" name="Google Shape;15368;p50"/>
              <p:cNvSpPr/>
              <p:nvPr/>
            </p:nvSpPr>
            <p:spPr>
              <a:xfrm>
                <a:off x="6770831" y="3092022"/>
                <a:ext cx="152947" cy="944548"/>
              </a:xfrm>
              <a:custGeom>
                <a:rect b="b" l="l" r="r" t="t"/>
                <a:pathLst>
                  <a:path extrusionOk="0" h="16279" w="2636">
                    <a:moveTo>
                      <a:pt x="2268" y="14944"/>
                    </a:moveTo>
                    <a:cubicBezTo>
                      <a:pt x="2102" y="15378"/>
                      <a:pt x="2235" y="15845"/>
                      <a:pt x="2168" y="16279"/>
                    </a:cubicBezTo>
                    <a:cubicBezTo>
                      <a:pt x="801" y="14978"/>
                      <a:pt x="67" y="13376"/>
                      <a:pt x="33" y="11475"/>
                    </a:cubicBezTo>
                    <a:cubicBezTo>
                      <a:pt x="0" y="9173"/>
                      <a:pt x="33" y="6838"/>
                      <a:pt x="134" y="4503"/>
                    </a:cubicBezTo>
                    <a:cubicBezTo>
                      <a:pt x="234" y="2669"/>
                      <a:pt x="1068" y="1168"/>
                      <a:pt x="2502" y="0"/>
                    </a:cubicBezTo>
                    <a:cubicBezTo>
                      <a:pt x="2535" y="401"/>
                      <a:pt x="2368" y="834"/>
                      <a:pt x="2602" y="1234"/>
                    </a:cubicBezTo>
                    <a:cubicBezTo>
                      <a:pt x="2635" y="1468"/>
                      <a:pt x="2435" y="1601"/>
                      <a:pt x="2302" y="1768"/>
                    </a:cubicBezTo>
                    <a:cubicBezTo>
                      <a:pt x="1034" y="3169"/>
                      <a:pt x="467" y="4837"/>
                      <a:pt x="467" y="6738"/>
                    </a:cubicBezTo>
                    <a:cubicBezTo>
                      <a:pt x="434" y="8673"/>
                      <a:pt x="734" y="10541"/>
                      <a:pt x="1268" y="12409"/>
                    </a:cubicBezTo>
                    <a:cubicBezTo>
                      <a:pt x="1468" y="13110"/>
                      <a:pt x="1768" y="13743"/>
                      <a:pt x="2102" y="14377"/>
                    </a:cubicBezTo>
                    <a:cubicBezTo>
                      <a:pt x="2202" y="14544"/>
                      <a:pt x="2368" y="14711"/>
                      <a:pt x="2268" y="1494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9" name="Google Shape;15369;p50"/>
              <p:cNvSpPr/>
              <p:nvPr/>
            </p:nvSpPr>
            <p:spPr>
              <a:xfrm>
                <a:off x="6972111" y="1841697"/>
                <a:ext cx="261333" cy="309724"/>
              </a:xfrm>
              <a:custGeom>
                <a:rect b="b" l="l" r="r" t="t"/>
                <a:pathLst>
                  <a:path extrusionOk="0" h="5338" w="4504">
                    <a:moveTo>
                      <a:pt x="1902" y="34"/>
                    </a:moveTo>
                    <a:cubicBezTo>
                      <a:pt x="1802" y="1535"/>
                      <a:pt x="1701" y="3036"/>
                      <a:pt x="1601" y="4537"/>
                    </a:cubicBezTo>
                    <a:cubicBezTo>
                      <a:pt x="1535" y="5004"/>
                      <a:pt x="1668" y="5204"/>
                      <a:pt x="2168" y="5171"/>
                    </a:cubicBezTo>
                    <a:cubicBezTo>
                      <a:pt x="2936" y="5104"/>
                      <a:pt x="3703" y="5171"/>
                      <a:pt x="4503" y="5171"/>
                    </a:cubicBezTo>
                    <a:cubicBezTo>
                      <a:pt x="3536" y="5338"/>
                      <a:pt x="2569" y="5238"/>
                      <a:pt x="1635" y="5238"/>
                    </a:cubicBezTo>
                    <a:cubicBezTo>
                      <a:pt x="1234" y="5238"/>
                      <a:pt x="834" y="5171"/>
                      <a:pt x="467" y="5204"/>
                    </a:cubicBezTo>
                    <a:cubicBezTo>
                      <a:pt x="67" y="5204"/>
                      <a:pt x="0" y="5037"/>
                      <a:pt x="34" y="4704"/>
                    </a:cubicBezTo>
                    <a:cubicBezTo>
                      <a:pt x="200" y="3269"/>
                      <a:pt x="334" y="1835"/>
                      <a:pt x="467" y="367"/>
                    </a:cubicBezTo>
                    <a:cubicBezTo>
                      <a:pt x="501" y="101"/>
                      <a:pt x="601" y="0"/>
                      <a:pt x="868" y="0"/>
                    </a:cubicBezTo>
                    <a:cubicBezTo>
                      <a:pt x="1234" y="34"/>
                      <a:pt x="1568" y="34"/>
                      <a:pt x="1902" y="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0" name="Google Shape;15370;p50"/>
              <p:cNvSpPr/>
              <p:nvPr/>
            </p:nvSpPr>
            <p:spPr>
              <a:xfrm>
                <a:off x="7090187" y="1055900"/>
                <a:ext cx="292259" cy="85235"/>
              </a:xfrm>
              <a:custGeom>
                <a:rect b="b" l="l" r="r" t="t"/>
                <a:pathLst>
                  <a:path extrusionOk="0" h="1469" w="5037">
                    <a:moveTo>
                      <a:pt x="2569" y="167"/>
                    </a:moveTo>
                    <a:cubicBezTo>
                      <a:pt x="3136" y="134"/>
                      <a:pt x="3669" y="301"/>
                      <a:pt x="4236" y="401"/>
                    </a:cubicBezTo>
                    <a:cubicBezTo>
                      <a:pt x="4403" y="434"/>
                      <a:pt x="4537" y="534"/>
                      <a:pt x="4670" y="634"/>
                    </a:cubicBezTo>
                    <a:cubicBezTo>
                      <a:pt x="4870" y="801"/>
                      <a:pt x="5037" y="1035"/>
                      <a:pt x="4970" y="1268"/>
                    </a:cubicBezTo>
                    <a:cubicBezTo>
                      <a:pt x="4904" y="1468"/>
                      <a:pt x="4637" y="1335"/>
                      <a:pt x="4437" y="1335"/>
                    </a:cubicBezTo>
                    <a:cubicBezTo>
                      <a:pt x="2969" y="1268"/>
                      <a:pt x="1534" y="1168"/>
                      <a:pt x="67" y="1201"/>
                    </a:cubicBezTo>
                    <a:cubicBezTo>
                      <a:pt x="0" y="934"/>
                      <a:pt x="133" y="768"/>
                      <a:pt x="334" y="701"/>
                    </a:cubicBezTo>
                    <a:cubicBezTo>
                      <a:pt x="1034" y="401"/>
                      <a:pt x="1735" y="0"/>
                      <a:pt x="2569" y="1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1" name="Google Shape;15371;p50"/>
              <p:cNvSpPr/>
              <p:nvPr/>
            </p:nvSpPr>
            <p:spPr>
              <a:xfrm>
                <a:off x="7010812" y="1779787"/>
                <a:ext cx="358115" cy="44561"/>
              </a:xfrm>
              <a:custGeom>
                <a:rect b="b" l="l" r="r" t="t"/>
                <a:pathLst>
                  <a:path extrusionOk="0" h="768" w="6172">
                    <a:moveTo>
                      <a:pt x="3069" y="33"/>
                    </a:moveTo>
                    <a:cubicBezTo>
                      <a:pt x="3937" y="33"/>
                      <a:pt x="4770" y="33"/>
                      <a:pt x="5638" y="33"/>
                    </a:cubicBezTo>
                    <a:cubicBezTo>
                      <a:pt x="5871" y="33"/>
                      <a:pt x="6171" y="0"/>
                      <a:pt x="6171" y="334"/>
                    </a:cubicBezTo>
                    <a:cubicBezTo>
                      <a:pt x="6171" y="667"/>
                      <a:pt x="5905" y="701"/>
                      <a:pt x="5671" y="701"/>
                    </a:cubicBezTo>
                    <a:cubicBezTo>
                      <a:pt x="3903" y="734"/>
                      <a:pt x="2135" y="767"/>
                      <a:pt x="367" y="667"/>
                    </a:cubicBezTo>
                    <a:cubicBezTo>
                      <a:pt x="134" y="634"/>
                      <a:pt x="34" y="567"/>
                      <a:pt x="0" y="334"/>
                    </a:cubicBezTo>
                    <a:cubicBezTo>
                      <a:pt x="0" y="0"/>
                      <a:pt x="201" y="33"/>
                      <a:pt x="401" y="67"/>
                    </a:cubicBezTo>
                    <a:cubicBezTo>
                      <a:pt x="1301" y="167"/>
                      <a:pt x="2169" y="0"/>
                      <a:pt x="3069" y="33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2" name="Google Shape;15372;p50"/>
              <p:cNvSpPr/>
              <p:nvPr/>
            </p:nvSpPr>
            <p:spPr>
              <a:xfrm>
                <a:off x="7045626" y="2147475"/>
                <a:ext cx="367805" cy="56224"/>
              </a:xfrm>
              <a:custGeom>
                <a:rect b="b" l="l" r="r" t="t"/>
                <a:pathLst>
                  <a:path extrusionOk="0" h="969" w="6339">
                    <a:moveTo>
                      <a:pt x="3837" y="234"/>
                    </a:moveTo>
                    <a:cubicBezTo>
                      <a:pt x="4471" y="168"/>
                      <a:pt x="5138" y="101"/>
                      <a:pt x="5772" y="34"/>
                    </a:cubicBezTo>
                    <a:cubicBezTo>
                      <a:pt x="6005" y="1"/>
                      <a:pt x="6239" y="34"/>
                      <a:pt x="6272" y="301"/>
                    </a:cubicBezTo>
                    <a:cubicBezTo>
                      <a:pt x="6339" y="635"/>
                      <a:pt x="6038" y="568"/>
                      <a:pt x="5872" y="601"/>
                    </a:cubicBezTo>
                    <a:cubicBezTo>
                      <a:pt x="4004" y="902"/>
                      <a:pt x="2102" y="968"/>
                      <a:pt x="234" y="902"/>
                    </a:cubicBezTo>
                    <a:cubicBezTo>
                      <a:pt x="1" y="401"/>
                      <a:pt x="68" y="268"/>
                      <a:pt x="601" y="268"/>
                    </a:cubicBezTo>
                    <a:cubicBezTo>
                      <a:pt x="1669" y="234"/>
                      <a:pt x="2769" y="301"/>
                      <a:pt x="3837" y="2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3" name="Google Shape;15373;p50"/>
              <p:cNvSpPr/>
              <p:nvPr/>
            </p:nvSpPr>
            <p:spPr>
              <a:xfrm>
                <a:off x="7003037" y="1053985"/>
                <a:ext cx="236210" cy="75545"/>
              </a:xfrm>
              <a:custGeom>
                <a:rect b="b" l="l" r="r" t="t"/>
                <a:pathLst>
                  <a:path extrusionOk="0" h="1302" w="4071">
                    <a:moveTo>
                      <a:pt x="4071" y="200"/>
                    </a:moveTo>
                    <a:cubicBezTo>
                      <a:pt x="3303" y="167"/>
                      <a:pt x="2670" y="601"/>
                      <a:pt x="1969" y="801"/>
                    </a:cubicBezTo>
                    <a:cubicBezTo>
                      <a:pt x="1769" y="834"/>
                      <a:pt x="1635" y="1034"/>
                      <a:pt x="1569" y="1234"/>
                    </a:cubicBezTo>
                    <a:cubicBezTo>
                      <a:pt x="1168" y="1234"/>
                      <a:pt x="802" y="1268"/>
                      <a:pt x="401" y="1301"/>
                    </a:cubicBezTo>
                    <a:cubicBezTo>
                      <a:pt x="34" y="1301"/>
                      <a:pt x="1" y="1134"/>
                      <a:pt x="101" y="867"/>
                    </a:cubicBezTo>
                    <a:cubicBezTo>
                      <a:pt x="201" y="634"/>
                      <a:pt x="335" y="467"/>
                      <a:pt x="568" y="400"/>
                    </a:cubicBezTo>
                    <a:cubicBezTo>
                      <a:pt x="1736" y="167"/>
                      <a:pt x="2870" y="0"/>
                      <a:pt x="4071" y="20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4" name="Google Shape;15374;p50"/>
              <p:cNvSpPr/>
              <p:nvPr/>
            </p:nvSpPr>
            <p:spPr>
              <a:xfrm>
                <a:off x="6964336" y="2157165"/>
                <a:ext cx="303922" cy="48449"/>
              </a:xfrm>
              <a:custGeom>
                <a:rect b="b" l="l" r="r" t="t"/>
                <a:pathLst>
                  <a:path extrusionOk="0" h="835" w="5238">
                    <a:moveTo>
                      <a:pt x="5238" y="67"/>
                    </a:moveTo>
                    <a:cubicBezTo>
                      <a:pt x="4604" y="234"/>
                      <a:pt x="3970" y="101"/>
                      <a:pt x="3370" y="134"/>
                    </a:cubicBezTo>
                    <a:cubicBezTo>
                      <a:pt x="2970" y="167"/>
                      <a:pt x="2569" y="201"/>
                      <a:pt x="2202" y="134"/>
                    </a:cubicBezTo>
                    <a:cubicBezTo>
                      <a:pt x="1669" y="67"/>
                      <a:pt x="1569" y="301"/>
                      <a:pt x="1635" y="735"/>
                    </a:cubicBezTo>
                    <a:cubicBezTo>
                      <a:pt x="1235" y="735"/>
                      <a:pt x="835" y="768"/>
                      <a:pt x="434" y="735"/>
                    </a:cubicBezTo>
                    <a:cubicBezTo>
                      <a:pt x="268" y="735"/>
                      <a:pt x="1" y="835"/>
                      <a:pt x="1" y="468"/>
                    </a:cubicBezTo>
                    <a:cubicBezTo>
                      <a:pt x="34" y="201"/>
                      <a:pt x="101" y="1"/>
                      <a:pt x="468" y="1"/>
                    </a:cubicBezTo>
                    <a:cubicBezTo>
                      <a:pt x="1702" y="34"/>
                      <a:pt x="2970" y="34"/>
                      <a:pt x="4204" y="34"/>
                    </a:cubicBezTo>
                    <a:cubicBezTo>
                      <a:pt x="4537" y="34"/>
                      <a:pt x="4871" y="67"/>
                      <a:pt x="5238" y="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5" name="Google Shape;15375;p50"/>
              <p:cNvSpPr/>
              <p:nvPr/>
            </p:nvSpPr>
            <p:spPr>
              <a:xfrm>
                <a:off x="7355291" y="2277155"/>
                <a:ext cx="183931" cy="561368"/>
              </a:xfrm>
              <a:custGeom>
                <a:rect b="b" l="l" r="r" t="t"/>
                <a:pathLst>
                  <a:path extrusionOk="0" h="9675" w="3170">
                    <a:moveTo>
                      <a:pt x="3137" y="7806"/>
                    </a:moveTo>
                    <a:cubicBezTo>
                      <a:pt x="3170" y="8240"/>
                      <a:pt x="3103" y="8740"/>
                      <a:pt x="2970" y="9241"/>
                    </a:cubicBezTo>
                    <a:cubicBezTo>
                      <a:pt x="2903" y="9441"/>
                      <a:pt x="2836" y="9674"/>
                      <a:pt x="2603" y="9674"/>
                    </a:cubicBezTo>
                    <a:cubicBezTo>
                      <a:pt x="2369" y="9641"/>
                      <a:pt x="2369" y="9408"/>
                      <a:pt x="2303" y="9207"/>
                    </a:cubicBezTo>
                    <a:cubicBezTo>
                      <a:pt x="2136" y="8574"/>
                      <a:pt x="2136" y="7940"/>
                      <a:pt x="2102" y="7273"/>
                    </a:cubicBezTo>
                    <a:cubicBezTo>
                      <a:pt x="2036" y="5638"/>
                      <a:pt x="1469" y="4170"/>
                      <a:pt x="802" y="2703"/>
                    </a:cubicBezTo>
                    <a:cubicBezTo>
                      <a:pt x="501" y="2036"/>
                      <a:pt x="301" y="1335"/>
                      <a:pt x="134" y="601"/>
                    </a:cubicBezTo>
                    <a:cubicBezTo>
                      <a:pt x="101" y="434"/>
                      <a:pt x="1" y="134"/>
                      <a:pt x="268" y="68"/>
                    </a:cubicBezTo>
                    <a:cubicBezTo>
                      <a:pt x="468" y="1"/>
                      <a:pt x="568" y="301"/>
                      <a:pt x="668" y="468"/>
                    </a:cubicBezTo>
                    <a:cubicBezTo>
                      <a:pt x="768" y="635"/>
                      <a:pt x="802" y="835"/>
                      <a:pt x="902" y="1035"/>
                    </a:cubicBezTo>
                    <a:cubicBezTo>
                      <a:pt x="1302" y="2169"/>
                      <a:pt x="2069" y="3136"/>
                      <a:pt x="2469" y="4271"/>
                    </a:cubicBezTo>
                    <a:cubicBezTo>
                      <a:pt x="2903" y="5371"/>
                      <a:pt x="3137" y="6539"/>
                      <a:pt x="3137" y="7806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6" name="Google Shape;15376;p50"/>
              <p:cNvSpPr/>
              <p:nvPr/>
            </p:nvSpPr>
            <p:spPr>
              <a:xfrm>
                <a:off x="7380473" y="2561697"/>
                <a:ext cx="48449" cy="52278"/>
              </a:xfrm>
              <a:custGeom>
                <a:rect b="b" l="l" r="r" t="t"/>
                <a:pathLst>
                  <a:path extrusionOk="0" h="901" w="835">
                    <a:moveTo>
                      <a:pt x="835" y="467"/>
                    </a:moveTo>
                    <a:cubicBezTo>
                      <a:pt x="835" y="701"/>
                      <a:pt x="701" y="901"/>
                      <a:pt x="401" y="901"/>
                    </a:cubicBezTo>
                    <a:cubicBezTo>
                      <a:pt x="167" y="901"/>
                      <a:pt x="34" y="701"/>
                      <a:pt x="1" y="467"/>
                    </a:cubicBezTo>
                    <a:cubicBezTo>
                      <a:pt x="1" y="167"/>
                      <a:pt x="167" y="0"/>
                      <a:pt x="434" y="0"/>
                    </a:cubicBezTo>
                    <a:cubicBezTo>
                      <a:pt x="668" y="0"/>
                      <a:pt x="835" y="167"/>
                      <a:pt x="835" y="467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7" name="Google Shape;15377;p50"/>
              <p:cNvSpPr/>
              <p:nvPr/>
            </p:nvSpPr>
            <p:spPr>
              <a:xfrm>
                <a:off x="7343687" y="2505532"/>
                <a:ext cx="38759" cy="40732"/>
              </a:xfrm>
              <a:custGeom>
                <a:rect b="b" l="l" r="r" t="t"/>
                <a:pathLst>
                  <a:path extrusionOk="0" h="702" w="668">
                    <a:moveTo>
                      <a:pt x="668" y="368"/>
                    </a:moveTo>
                    <a:cubicBezTo>
                      <a:pt x="668" y="535"/>
                      <a:pt x="601" y="701"/>
                      <a:pt x="368" y="701"/>
                    </a:cubicBezTo>
                    <a:cubicBezTo>
                      <a:pt x="134" y="668"/>
                      <a:pt x="34" y="501"/>
                      <a:pt x="34" y="268"/>
                    </a:cubicBezTo>
                    <a:cubicBezTo>
                      <a:pt x="1" y="101"/>
                      <a:pt x="101" y="1"/>
                      <a:pt x="268" y="1"/>
                    </a:cubicBezTo>
                    <a:cubicBezTo>
                      <a:pt x="535" y="1"/>
                      <a:pt x="635" y="134"/>
                      <a:pt x="668" y="368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8" name="Google Shape;15378;p50"/>
              <p:cNvSpPr/>
              <p:nvPr/>
            </p:nvSpPr>
            <p:spPr>
              <a:xfrm>
                <a:off x="7303071" y="2573302"/>
                <a:ext cx="34872" cy="38759"/>
              </a:xfrm>
              <a:custGeom>
                <a:rect b="b" l="l" r="r" t="t"/>
                <a:pathLst>
                  <a:path extrusionOk="0" h="668" w="601">
                    <a:moveTo>
                      <a:pt x="601" y="334"/>
                    </a:moveTo>
                    <a:cubicBezTo>
                      <a:pt x="567" y="501"/>
                      <a:pt x="467" y="668"/>
                      <a:pt x="267" y="634"/>
                    </a:cubicBezTo>
                    <a:cubicBezTo>
                      <a:pt x="134" y="634"/>
                      <a:pt x="0" y="467"/>
                      <a:pt x="34" y="301"/>
                    </a:cubicBezTo>
                    <a:cubicBezTo>
                      <a:pt x="34" y="134"/>
                      <a:pt x="134" y="0"/>
                      <a:pt x="301" y="0"/>
                    </a:cubicBezTo>
                    <a:cubicBezTo>
                      <a:pt x="501" y="0"/>
                      <a:pt x="601" y="134"/>
                      <a:pt x="601" y="334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9" name="Google Shape;15379;p50"/>
              <p:cNvSpPr/>
              <p:nvPr/>
            </p:nvSpPr>
            <p:spPr>
              <a:xfrm>
                <a:off x="6774661" y="3057151"/>
                <a:ext cx="809124" cy="1085891"/>
              </a:xfrm>
              <a:custGeom>
                <a:rect b="b" l="l" r="r" t="t"/>
                <a:pathLst>
                  <a:path extrusionOk="0" h="18715" w="13945">
                    <a:moveTo>
                      <a:pt x="2202" y="15545"/>
                    </a:moveTo>
                    <a:cubicBezTo>
                      <a:pt x="1168" y="13877"/>
                      <a:pt x="668" y="12043"/>
                      <a:pt x="434" y="10141"/>
                    </a:cubicBezTo>
                    <a:cubicBezTo>
                      <a:pt x="168" y="8007"/>
                      <a:pt x="1" y="5872"/>
                      <a:pt x="1035" y="3837"/>
                    </a:cubicBezTo>
                    <a:cubicBezTo>
                      <a:pt x="1435" y="3103"/>
                      <a:pt x="1969" y="2436"/>
                      <a:pt x="2536" y="1835"/>
                    </a:cubicBezTo>
                    <a:cubicBezTo>
                      <a:pt x="3837" y="735"/>
                      <a:pt x="5338" y="168"/>
                      <a:pt x="7039" y="101"/>
                    </a:cubicBezTo>
                    <a:cubicBezTo>
                      <a:pt x="9441" y="1"/>
                      <a:pt x="11142" y="1135"/>
                      <a:pt x="12410" y="3103"/>
                    </a:cubicBezTo>
                    <a:cubicBezTo>
                      <a:pt x="13677" y="5038"/>
                      <a:pt x="13944" y="7206"/>
                      <a:pt x="13711" y="9441"/>
                    </a:cubicBezTo>
                    <a:cubicBezTo>
                      <a:pt x="13577" y="10942"/>
                      <a:pt x="13410" y="12410"/>
                      <a:pt x="12810" y="13811"/>
                    </a:cubicBezTo>
                    <a:cubicBezTo>
                      <a:pt x="11376" y="17146"/>
                      <a:pt x="7439" y="18714"/>
                      <a:pt x="4204" y="17180"/>
                    </a:cubicBezTo>
                    <a:cubicBezTo>
                      <a:pt x="3370" y="16813"/>
                      <a:pt x="2769" y="16212"/>
                      <a:pt x="2202" y="1554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0" name="Google Shape;15380;p50"/>
              <p:cNvSpPr/>
              <p:nvPr/>
            </p:nvSpPr>
            <p:spPr>
              <a:xfrm>
                <a:off x="7285664" y="1421673"/>
                <a:ext cx="38759" cy="269108"/>
              </a:xfrm>
              <a:custGeom>
                <a:rect b="b" l="l" r="r" t="t"/>
                <a:pathLst>
                  <a:path extrusionOk="0" h="4638" w="668">
                    <a:moveTo>
                      <a:pt x="634" y="2136"/>
                    </a:moveTo>
                    <a:cubicBezTo>
                      <a:pt x="634" y="3036"/>
                      <a:pt x="634" y="3637"/>
                      <a:pt x="634" y="4271"/>
                    </a:cubicBezTo>
                    <a:cubicBezTo>
                      <a:pt x="634" y="4437"/>
                      <a:pt x="634" y="4604"/>
                      <a:pt x="434" y="4638"/>
                    </a:cubicBezTo>
                    <a:cubicBezTo>
                      <a:pt x="234" y="4638"/>
                      <a:pt x="200" y="4437"/>
                      <a:pt x="200" y="4304"/>
                    </a:cubicBezTo>
                    <a:cubicBezTo>
                      <a:pt x="0" y="2970"/>
                      <a:pt x="100" y="1635"/>
                      <a:pt x="100" y="301"/>
                    </a:cubicBezTo>
                    <a:cubicBezTo>
                      <a:pt x="67" y="168"/>
                      <a:pt x="134" y="1"/>
                      <a:pt x="300" y="1"/>
                    </a:cubicBezTo>
                    <a:cubicBezTo>
                      <a:pt x="500" y="1"/>
                      <a:pt x="534" y="168"/>
                      <a:pt x="567" y="335"/>
                    </a:cubicBezTo>
                    <a:cubicBezTo>
                      <a:pt x="667" y="1002"/>
                      <a:pt x="634" y="1702"/>
                      <a:pt x="634" y="2136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1" name="Google Shape;15381;p50"/>
              <p:cNvSpPr/>
              <p:nvPr/>
            </p:nvSpPr>
            <p:spPr>
              <a:xfrm>
                <a:off x="6890822" y="3059123"/>
                <a:ext cx="660064" cy="1047132"/>
              </a:xfrm>
              <a:custGeom>
                <a:rect b="b" l="l" r="r" t="t"/>
                <a:pathLst>
                  <a:path extrusionOk="0" h="18047" w="11376">
                    <a:moveTo>
                      <a:pt x="434" y="2535"/>
                    </a:moveTo>
                    <a:cubicBezTo>
                      <a:pt x="1535" y="1234"/>
                      <a:pt x="2936" y="667"/>
                      <a:pt x="4604" y="434"/>
                    </a:cubicBezTo>
                    <a:cubicBezTo>
                      <a:pt x="7839" y="0"/>
                      <a:pt x="10474" y="3102"/>
                      <a:pt x="11041" y="5471"/>
                    </a:cubicBezTo>
                    <a:cubicBezTo>
                      <a:pt x="11375" y="7072"/>
                      <a:pt x="11275" y="8673"/>
                      <a:pt x="11175" y="10274"/>
                    </a:cubicBezTo>
                    <a:cubicBezTo>
                      <a:pt x="11108" y="11608"/>
                      <a:pt x="10775" y="12876"/>
                      <a:pt x="10174" y="14077"/>
                    </a:cubicBezTo>
                    <a:cubicBezTo>
                      <a:pt x="8773" y="16812"/>
                      <a:pt x="5304" y="18046"/>
                      <a:pt x="2469" y="16779"/>
                    </a:cubicBezTo>
                    <a:cubicBezTo>
                      <a:pt x="1468" y="16312"/>
                      <a:pt x="667" y="15611"/>
                      <a:pt x="200" y="14577"/>
                    </a:cubicBezTo>
                    <a:cubicBezTo>
                      <a:pt x="67" y="14144"/>
                      <a:pt x="0" y="13710"/>
                      <a:pt x="100" y="13276"/>
                    </a:cubicBezTo>
                    <a:cubicBezTo>
                      <a:pt x="167" y="12976"/>
                      <a:pt x="134" y="12643"/>
                      <a:pt x="134" y="12342"/>
                    </a:cubicBezTo>
                    <a:cubicBezTo>
                      <a:pt x="134" y="9707"/>
                      <a:pt x="134" y="7072"/>
                      <a:pt x="134" y="4437"/>
                    </a:cubicBezTo>
                    <a:cubicBezTo>
                      <a:pt x="167" y="3803"/>
                      <a:pt x="167" y="3136"/>
                      <a:pt x="434" y="2535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2" name="Google Shape;15382;p50"/>
              <p:cNvSpPr/>
              <p:nvPr/>
            </p:nvSpPr>
            <p:spPr>
              <a:xfrm>
                <a:off x="6813362" y="3206210"/>
                <a:ext cx="102642" cy="698765"/>
              </a:xfrm>
              <a:custGeom>
                <a:rect b="b" l="l" r="r" t="t"/>
                <a:pathLst>
                  <a:path extrusionOk="0" h="12043" w="1769">
                    <a:moveTo>
                      <a:pt x="1769" y="0"/>
                    </a:moveTo>
                    <a:cubicBezTo>
                      <a:pt x="1569" y="3436"/>
                      <a:pt x="1702" y="6872"/>
                      <a:pt x="1635" y="10308"/>
                    </a:cubicBezTo>
                    <a:cubicBezTo>
                      <a:pt x="1602" y="10908"/>
                      <a:pt x="1569" y="11475"/>
                      <a:pt x="1535" y="12042"/>
                    </a:cubicBezTo>
                    <a:cubicBezTo>
                      <a:pt x="802" y="10908"/>
                      <a:pt x="535" y="9641"/>
                      <a:pt x="335" y="8306"/>
                    </a:cubicBezTo>
                    <a:cubicBezTo>
                      <a:pt x="134" y="6872"/>
                      <a:pt x="1" y="5438"/>
                      <a:pt x="101" y="3970"/>
                    </a:cubicBezTo>
                    <a:cubicBezTo>
                      <a:pt x="201" y="2469"/>
                      <a:pt x="701" y="1101"/>
                      <a:pt x="17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7620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83" name="Google Shape;15383;p50"/>
            <p:cNvGrpSpPr/>
            <p:nvPr/>
          </p:nvGrpSpPr>
          <p:grpSpPr>
            <a:xfrm>
              <a:off x="6819935" y="1112720"/>
              <a:ext cx="896158" cy="3487790"/>
              <a:chOff x="6743735" y="1036520"/>
              <a:chExt cx="896158" cy="3487790"/>
            </a:xfrm>
          </p:grpSpPr>
          <p:sp>
            <p:nvSpPr>
              <p:cNvPr id="15384" name="Google Shape;15384;p50"/>
              <p:cNvSpPr/>
              <p:nvPr/>
            </p:nvSpPr>
            <p:spPr>
              <a:xfrm>
                <a:off x="6743735" y="1036520"/>
                <a:ext cx="896158" cy="3487790"/>
              </a:xfrm>
              <a:custGeom>
                <a:rect b="b" l="l" r="r" t="t"/>
                <a:pathLst>
                  <a:path extrusionOk="0" h="60111" w="15445">
                    <a:moveTo>
                      <a:pt x="15344" y="41931"/>
                    </a:moveTo>
                    <a:cubicBezTo>
                      <a:pt x="15344" y="44433"/>
                      <a:pt x="15378" y="46968"/>
                      <a:pt x="15344" y="49470"/>
                    </a:cubicBezTo>
                    <a:cubicBezTo>
                      <a:pt x="15311" y="51604"/>
                      <a:pt x="15444" y="53739"/>
                      <a:pt x="15211" y="55841"/>
                    </a:cubicBezTo>
                    <a:cubicBezTo>
                      <a:pt x="15044" y="57742"/>
                      <a:pt x="13743" y="59110"/>
                      <a:pt x="11875" y="59477"/>
                    </a:cubicBezTo>
                    <a:cubicBezTo>
                      <a:pt x="9207" y="59977"/>
                      <a:pt x="6538" y="60111"/>
                      <a:pt x="3870" y="59577"/>
                    </a:cubicBezTo>
                    <a:cubicBezTo>
                      <a:pt x="1968" y="59210"/>
                      <a:pt x="634" y="58142"/>
                      <a:pt x="134" y="56208"/>
                    </a:cubicBezTo>
                    <a:cubicBezTo>
                      <a:pt x="0" y="55607"/>
                      <a:pt x="67" y="55007"/>
                      <a:pt x="67" y="54406"/>
                    </a:cubicBezTo>
                    <a:cubicBezTo>
                      <a:pt x="67" y="50470"/>
                      <a:pt x="0" y="46501"/>
                      <a:pt x="100" y="42565"/>
                    </a:cubicBezTo>
                    <a:cubicBezTo>
                      <a:pt x="167" y="38595"/>
                      <a:pt x="134" y="34626"/>
                      <a:pt x="234" y="30623"/>
                    </a:cubicBezTo>
                    <a:cubicBezTo>
                      <a:pt x="267" y="28755"/>
                      <a:pt x="367" y="26920"/>
                      <a:pt x="1134" y="25152"/>
                    </a:cubicBezTo>
                    <a:cubicBezTo>
                      <a:pt x="1535" y="24218"/>
                      <a:pt x="2135" y="23351"/>
                      <a:pt x="2502" y="22417"/>
                    </a:cubicBezTo>
                    <a:cubicBezTo>
                      <a:pt x="3136" y="20849"/>
                      <a:pt x="3436" y="19248"/>
                      <a:pt x="3569" y="17613"/>
                    </a:cubicBezTo>
                    <a:cubicBezTo>
                      <a:pt x="3803" y="15145"/>
                      <a:pt x="4070" y="12710"/>
                      <a:pt x="4270" y="10242"/>
                    </a:cubicBezTo>
                    <a:cubicBezTo>
                      <a:pt x="4403" y="8841"/>
                      <a:pt x="4503" y="7406"/>
                      <a:pt x="4337" y="6005"/>
                    </a:cubicBezTo>
                    <a:cubicBezTo>
                      <a:pt x="4270" y="5305"/>
                      <a:pt x="4303" y="4604"/>
                      <a:pt x="4470" y="3904"/>
                    </a:cubicBezTo>
                    <a:cubicBezTo>
                      <a:pt x="4603" y="3403"/>
                      <a:pt x="4570" y="2936"/>
                      <a:pt x="4403" y="2436"/>
                    </a:cubicBezTo>
                    <a:cubicBezTo>
                      <a:pt x="4303" y="2169"/>
                      <a:pt x="4203" y="1902"/>
                      <a:pt x="4170" y="1602"/>
                    </a:cubicBezTo>
                    <a:cubicBezTo>
                      <a:pt x="4103" y="902"/>
                      <a:pt x="4403" y="468"/>
                      <a:pt x="5070" y="334"/>
                    </a:cubicBezTo>
                    <a:cubicBezTo>
                      <a:pt x="6872" y="1"/>
                      <a:pt x="8673" y="68"/>
                      <a:pt x="10441" y="435"/>
                    </a:cubicBezTo>
                    <a:cubicBezTo>
                      <a:pt x="11208" y="601"/>
                      <a:pt x="11542" y="1469"/>
                      <a:pt x="11108" y="2136"/>
                    </a:cubicBezTo>
                    <a:cubicBezTo>
                      <a:pt x="10708" y="2770"/>
                      <a:pt x="10641" y="3403"/>
                      <a:pt x="10875" y="4104"/>
                    </a:cubicBezTo>
                    <a:cubicBezTo>
                      <a:pt x="11108" y="4671"/>
                      <a:pt x="11141" y="5238"/>
                      <a:pt x="10975" y="5805"/>
                    </a:cubicBezTo>
                    <a:cubicBezTo>
                      <a:pt x="10774" y="6672"/>
                      <a:pt x="10908" y="7506"/>
                      <a:pt x="10975" y="8374"/>
                    </a:cubicBezTo>
                    <a:cubicBezTo>
                      <a:pt x="11275" y="11909"/>
                      <a:pt x="11475" y="15445"/>
                      <a:pt x="11909" y="18981"/>
                    </a:cubicBezTo>
                    <a:cubicBezTo>
                      <a:pt x="12142" y="20782"/>
                      <a:pt x="12709" y="22517"/>
                      <a:pt x="13643" y="24085"/>
                    </a:cubicBezTo>
                    <a:cubicBezTo>
                      <a:pt x="14611" y="25686"/>
                      <a:pt x="15011" y="27420"/>
                      <a:pt x="15011" y="29288"/>
                    </a:cubicBezTo>
                    <a:cubicBezTo>
                      <a:pt x="15078" y="33158"/>
                      <a:pt x="15144" y="37061"/>
                      <a:pt x="15211" y="40964"/>
                    </a:cubicBezTo>
                    <a:cubicBezTo>
                      <a:pt x="15211" y="41264"/>
                      <a:pt x="15211" y="41597"/>
                      <a:pt x="15211" y="41931"/>
                    </a:cubicBezTo>
                    <a:close/>
                  </a:path>
                </a:pathLst>
              </a:custGeom>
              <a:solidFill>
                <a:srgbClr val="010101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5" name="Google Shape;15385;p50"/>
              <p:cNvSpPr/>
              <p:nvPr/>
            </p:nvSpPr>
            <p:spPr>
              <a:xfrm>
                <a:off x="6900511" y="2201668"/>
                <a:ext cx="696792" cy="956211"/>
              </a:xfrm>
              <a:custGeom>
                <a:rect b="b" l="l" r="r" t="t"/>
                <a:pathLst>
                  <a:path extrusionOk="0" h="16480" w="12009">
                    <a:moveTo>
                      <a:pt x="2635" y="301"/>
                    </a:moveTo>
                    <a:cubicBezTo>
                      <a:pt x="4637" y="301"/>
                      <a:pt x="6638" y="201"/>
                      <a:pt x="8606" y="34"/>
                    </a:cubicBezTo>
                    <a:cubicBezTo>
                      <a:pt x="8740" y="1"/>
                      <a:pt x="8873" y="1"/>
                      <a:pt x="8906" y="168"/>
                    </a:cubicBezTo>
                    <a:cubicBezTo>
                      <a:pt x="9273" y="2269"/>
                      <a:pt x="10508" y="4004"/>
                      <a:pt x="11341" y="5905"/>
                    </a:cubicBezTo>
                    <a:cubicBezTo>
                      <a:pt x="11708" y="6772"/>
                      <a:pt x="11842" y="7740"/>
                      <a:pt x="11875" y="8674"/>
                    </a:cubicBezTo>
                    <a:cubicBezTo>
                      <a:pt x="11942" y="10842"/>
                      <a:pt x="12009" y="13044"/>
                      <a:pt x="11975" y="15245"/>
                    </a:cubicBezTo>
                    <a:cubicBezTo>
                      <a:pt x="11975" y="15545"/>
                      <a:pt x="11942" y="15812"/>
                      <a:pt x="11942" y="16112"/>
                    </a:cubicBezTo>
                    <a:cubicBezTo>
                      <a:pt x="11942" y="16246"/>
                      <a:pt x="11942" y="16379"/>
                      <a:pt x="11808" y="16413"/>
                    </a:cubicBezTo>
                    <a:cubicBezTo>
                      <a:pt x="11675" y="16479"/>
                      <a:pt x="11608" y="16313"/>
                      <a:pt x="11542" y="16213"/>
                    </a:cubicBezTo>
                    <a:cubicBezTo>
                      <a:pt x="10574" y="14678"/>
                      <a:pt x="9107" y="13844"/>
                      <a:pt x="7372" y="13477"/>
                    </a:cubicBezTo>
                    <a:cubicBezTo>
                      <a:pt x="4870" y="12944"/>
                      <a:pt x="2502" y="13277"/>
                      <a:pt x="367" y="14711"/>
                    </a:cubicBezTo>
                    <a:cubicBezTo>
                      <a:pt x="0" y="14645"/>
                      <a:pt x="100" y="14345"/>
                      <a:pt x="100" y="14144"/>
                    </a:cubicBezTo>
                    <a:cubicBezTo>
                      <a:pt x="100" y="13344"/>
                      <a:pt x="234" y="12543"/>
                      <a:pt x="200" y="11743"/>
                    </a:cubicBezTo>
                    <a:cubicBezTo>
                      <a:pt x="167" y="10242"/>
                      <a:pt x="200" y="8774"/>
                      <a:pt x="200" y="7306"/>
                    </a:cubicBezTo>
                    <a:cubicBezTo>
                      <a:pt x="200" y="6372"/>
                      <a:pt x="367" y="5471"/>
                      <a:pt x="801" y="4604"/>
                    </a:cubicBezTo>
                    <a:cubicBezTo>
                      <a:pt x="1434" y="3337"/>
                      <a:pt x="2068" y="2036"/>
                      <a:pt x="2435" y="668"/>
                    </a:cubicBezTo>
                    <a:cubicBezTo>
                      <a:pt x="2468" y="535"/>
                      <a:pt x="2535" y="401"/>
                      <a:pt x="2635" y="301"/>
                    </a:cubicBezTo>
                    <a:close/>
                  </a:path>
                </a:pathLst>
              </a:custGeom>
              <a:solidFill>
                <a:srgbClr val="8737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6" name="Google Shape;15386;p50"/>
              <p:cNvSpPr/>
              <p:nvPr/>
            </p:nvSpPr>
            <p:spPr>
              <a:xfrm>
                <a:off x="6888849" y="3930040"/>
                <a:ext cx="720059" cy="530384"/>
              </a:xfrm>
              <a:custGeom>
                <a:rect b="b" l="l" r="r" t="t"/>
                <a:pathLst>
                  <a:path extrusionOk="0" h="9141" w="12410">
                    <a:moveTo>
                      <a:pt x="234" y="2569"/>
                    </a:moveTo>
                    <a:cubicBezTo>
                      <a:pt x="1302" y="3437"/>
                      <a:pt x="2469" y="4137"/>
                      <a:pt x="3804" y="4504"/>
                    </a:cubicBezTo>
                    <a:cubicBezTo>
                      <a:pt x="4204" y="4604"/>
                      <a:pt x="4571" y="4738"/>
                      <a:pt x="4904" y="4404"/>
                    </a:cubicBezTo>
                    <a:cubicBezTo>
                      <a:pt x="5004" y="4304"/>
                      <a:pt x="5071" y="4337"/>
                      <a:pt x="5171" y="4437"/>
                    </a:cubicBezTo>
                    <a:cubicBezTo>
                      <a:pt x="5572" y="5004"/>
                      <a:pt x="6139" y="4871"/>
                      <a:pt x="6672" y="4704"/>
                    </a:cubicBezTo>
                    <a:cubicBezTo>
                      <a:pt x="8874" y="4070"/>
                      <a:pt x="10475" y="2703"/>
                      <a:pt x="11676" y="801"/>
                    </a:cubicBezTo>
                    <a:cubicBezTo>
                      <a:pt x="11843" y="535"/>
                      <a:pt x="12009" y="301"/>
                      <a:pt x="12210" y="1"/>
                    </a:cubicBezTo>
                    <a:cubicBezTo>
                      <a:pt x="12376" y="234"/>
                      <a:pt x="12376" y="468"/>
                      <a:pt x="12376" y="735"/>
                    </a:cubicBezTo>
                    <a:cubicBezTo>
                      <a:pt x="12410" y="2436"/>
                      <a:pt x="12410" y="4137"/>
                      <a:pt x="12276" y="5805"/>
                    </a:cubicBezTo>
                    <a:cubicBezTo>
                      <a:pt x="12176" y="7206"/>
                      <a:pt x="11442" y="8240"/>
                      <a:pt x="10141" y="8841"/>
                    </a:cubicBezTo>
                    <a:cubicBezTo>
                      <a:pt x="9007" y="9141"/>
                      <a:pt x="7873" y="9074"/>
                      <a:pt x="6739" y="9007"/>
                    </a:cubicBezTo>
                    <a:cubicBezTo>
                      <a:pt x="5405" y="8941"/>
                      <a:pt x="4104" y="8640"/>
                      <a:pt x="2803" y="8307"/>
                    </a:cubicBezTo>
                    <a:cubicBezTo>
                      <a:pt x="1335" y="7940"/>
                      <a:pt x="501" y="7139"/>
                      <a:pt x="301" y="5605"/>
                    </a:cubicBezTo>
                    <a:cubicBezTo>
                      <a:pt x="201" y="4704"/>
                      <a:pt x="101" y="3804"/>
                      <a:pt x="34" y="2903"/>
                    </a:cubicBezTo>
                    <a:cubicBezTo>
                      <a:pt x="34" y="2770"/>
                      <a:pt x="1" y="2569"/>
                      <a:pt x="234" y="2569"/>
                    </a:cubicBezTo>
                    <a:close/>
                  </a:path>
                </a:pathLst>
              </a:custGeom>
              <a:solidFill>
                <a:srgbClr val="8B38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7" name="Google Shape;15387;p50"/>
              <p:cNvSpPr/>
              <p:nvPr/>
            </p:nvSpPr>
            <p:spPr>
              <a:xfrm>
                <a:off x="6883047" y="2977834"/>
                <a:ext cx="727834" cy="1215513"/>
              </a:xfrm>
              <a:custGeom>
                <a:rect b="b" l="l" r="r" t="t"/>
                <a:pathLst>
                  <a:path extrusionOk="0" h="20949" w="12544">
                    <a:moveTo>
                      <a:pt x="568" y="1968"/>
                    </a:moveTo>
                    <a:cubicBezTo>
                      <a:pt x="1535" y="1001"/>
                      <a:pt x="2736" y="601"/>
                      <a:pt x="4037" y="367"/>
                    </a:cubicBezTo>
                    <a:cubicBezTo>
                      <a:pt x="6005" y="0"/>
                      <a:pt x="7873" y="267"/>
                      <a:pt x="9608" y="1234"/>
                    </a:cubicBezTo>
                    <a:cubicBezTo>
                      <a:pt x="10675" y="1801"/>
                      <a:pt x="11442" y="2669"/>
                      <a:pt x="11976" y="3736"/>
                    </a:cubicBezTo>
                    <a:cubicBezTo>
                      <a:pt x="12176" y="4170"/>
                      <a:pt x="12276" y="4603"/>
                      <a:pt x="12276" y="5070"/>
                    </a:cubicBezTo>
                    <a:cubicBezTo>
                      <a:pt x="12343" y="6538"/>
                      <a:pt x="12310" y="8006"/>
                      <a:pt x="12410" y="9440"/>
                    </a:cubicBezTo>
                    <a:cubicBezTo>
                      <a:pt x="12543" y="11041"/>
                      <a:pt x="12410" y="12676"/>
                      <a:pt x="12476" y="14277"/>
                    </a:cubicBezTo>
                    <a:cubicBezTo>
                      <a:pt x="12510" y="14944"/>
                      <a:pt x="12310" y="15545"/>
                      <a:pt x="11976" y="16112"/>
                    </a:cubicBezTo>
                    <a:cubicBezTo>
                      <a:pt x="11209" y="17413"/>
                      <a:pt x="10442" y="18647"/>
                      <a:pt x="9207" y="19514"/>
                    </a:cubicBezTo>
                    <a:cubicBezTo>
                      <a:pt x="8307" y="20148"/>
                      <a:pt x="7306" y="20481"/>
                      <a:pt x="6305" y="20848"/>
                    </a:cubicBezTo>
                    <a:cubicBezTo>
                      <a:pt x="6038" y="20948"/>
                      <a:pt x="5805" y="20882"/>
                      <a:pt x="5638" y="20648"/>
                    </a:cubicBezTo>
                    <a:cubicBezTo>
                      <a:pt x="5371" y="20315"/>
                      <a:pt x="5071" y="20148"/>
                      <a:pt x="4671" y="20481"/>
                    </a:cubicBezTo>
                    <a:cubicBezTo>
                      <a:pt x="4537" y="20648"/>
                      <a:pt x="4337" y="20648"/>
                      <a:pt x="4137" y="20582"/>
                    </a:cubicBezTo>
                    <a:cubicBezTo>
                      <a:pt x="2636" y="20115"/>
                      <a:pt x="1302" y="19414"/>
                      <a:pt x="234" y="18247"/>
                    </a:cubicBezTo>
                    <a:cubicBezTo>
                      <a:pt x="68" y="17813"/>
                      <a:pt x="1" y="17346"/>
                      <a:pt x="234" y="16912"/>
                    </a:cubicBezTo>
                    <a:cubicBezTo>
                      <a:pt x="535" y="16812"/>
                      <a:pt x="668" y="17046"/>
                      <a:pt x="801" y="17212"/>
                    </a:cubicBezTo>
                    <a:cubicBezTo>
                      <a:pt x="1735" y="18247"/>
                      <a:pt x="2870" y="18780"/>
                      <a:pt x="4237" y="18947"/>
                    </a:cubicBezTo>
                    <a:cubicBezTo>
                      <a:pt x="6105" y="19147"/>
                      <a:pt x="7740" y="18613"/>
                      <a:pt x="9174" y="17379"/>
                    </a:cubicBezTo>
                    <a:cubicBezTo>
                      <a:pt x="10275" y="16412"/>
                      <a:pt x="10975" y="15178"/>
                      <a:pt x="11276" y="13743"/>
                    </a:cubicBezTo>
                    <a:cubicBezTo>
                      <a:pt x="11743" y="11675"/>
                      <a:pt x="11976" y="9574"/>
                      <a:pt x="11609" y="7472"/>
                    </a:cubicBezTo>
                    <a:cubicBezTo>
                      <a:pt x="11242" y="5471"/>
                      <a:pt x="10241" y="3770"/>
                      <a:pt x="8574" y="2535"/>
                    </a:cubicBezTo>
                    <a:cubicBezTo>
                      <a:pt x="7473" y="1735"/>
                      <a:pt x="6172" y="1535"/>
                      <a:pt x="4804" y="1635"/>
                    </a:cubicBezTo>
                    <a:cubicBezTo>
                      <a:pt x="3403" y="1735"/>
                      <a:pt x="2169" y="2235"/>
                      <a:pt x="1068" y="3069"/>
                    </a:cubicBezTo>
                    <a:cubicBezTo>
                      <a:pt x="935" y="3169"/>
                      <a:pt x="768" y="3303"/>
                      <a:pt x="568" y="3202"/>
                    </a:cubicBezTo>
                    <a:cubicBezTo>
                      <a:pt x="301" y="2802"/>
                      <a:pt x="334" y="2369"/>
                      <a:pt x="568" y="1968"/>
                    </a:cubicBezTo>
                    <a:close/>
                  </a:path>
                </a:pathLst>
              </a:custGeom>
              <a:solidFill>
                <a:srgbClr val="CA95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8" name="Google Shape;15388;p50"/>
              <p:cNvSpPr/>
              <p:nvPr/>
            </p:nvSpPr>
            <p:spPr>
              <a:xfrm>
                <a:off x="7072722" y="1233970"/>
                <a:ext cx="292317" cy="541988"/>
              </a:xfrm>
              <a:custGeom>
                <a:rect b="b" l="l" r="r" t="t"/>
                <a:pathLst>
                  <a:path extrusionOk="0" h="9341" w="5038">
                    <a:moveTo>
                      <a:pt x="4604" y="200"/>
                    </a:moveTo>
                    <a:cubicBezTo>
                      <a:pt x="4904" y="968"/>
                      <a:pt x="4971" y="1768"/>
                      <a:pt x="4838" y="2636"/>
                    </a:cubicBezTo>
                    <a:cubicBezTo>
                      <a:pt x="4671" y="3770"/>
                      <a:pt x="4904" y="4937"/>
                      <a:pt x="4904" y="6071"/>
                    </a:cubicBezTo>
                    <a:cubicBezTo>
                      <a:pt x="4904" y="6872"/>
                      <a:pt x="4971" y="7706"/>
                      <a:pt x="5004" y="8540"/>
                    </a:cubicBezTo>
                    <a:cubicBezTo>
                      <a:pt x="5038" y="8740"/>
                      <a:pt x="5038" y="8940"/>
                      <a:pt x="4738" y="8973"/>
                    </a:cubicBezTo>
                    <a:cubicBezTo>
                      <a:pt x="3236" y="9274"/>
                      <a:pt x="1702" y="9340"/>
                      <a:pt x="168" y="9140"/>
                    </a:cubicBezTo>
                    <a:cubicBezTo>
                      <a:pt x="1" y="8973"/>
                      <a:pt x="1" y="8740"/>
                      <a:pt x="1" y="8506"/>
                    </a:cubicBezTo>
                    <a:cubicBezTo>
                      <a:pt x="34" y="6271"/>
                      <a:pt x="101" y="4037"/>
                      <a:pt x="334" y="1802"/>
                    </a:cubicBezTo>
                    <a:cubicBezTo>
                      <a:pt x="368" y="1435"/>
                      <a:pt x="501" y="1268"/>
                      <a:pt x="901" y="1201"/>
                    </a:cubicBezTo>
                    <a:cubicBezTo>
                      <a:pt x="1869" y="1034"/>
                      <a:pt x="2836" y="1134"/>
                      <a:pt x="3437" y="1235"/>
                    </a:cubicBezTo>
                    <a:cubicBezTo>
                      <a:pt x="2903" y="1201"/>
                      <a:pt x="1969" y="1001"/>
                      <a:pt x="1068" y="1201"/>
                    </a:cubicBezTo>
                    <a:cubicBezTo>
                      <a:pt x="735" y="1268"/>
                      <a:pt x="468" y="1168"/>
                      <a:pt x="434" y="768"/>
                    </a:cubicBezTo>
                    <a:cubicBezTo>
                      <a:pt x="401" y="367"/>
                      <a:pt x="535" y="67"/>
                      <a:pt x="868" y="67"/>
                    </a:cubicBezTo>
                    <a:cubicBezTo>
                      <a:pt x="2036" y="0"/>
                      <a:pt x="3170" y="0"/>
                      <a:pt x="4337" y="67"/>
                    </a:cubicBezTo>
                    <a:cubicBezTo>
                      <a:pt x="4437" y="67"/>
                      <a:pt x="4504" y="134"/>
                      <a:pt x="4604" y="200"/>
                    </a:cubicBezTo>
                    <a:close/>
                  </a:path>
                </a:pathLst>
              </a:custGeom>
              <a:solidFill>
                <a:srgbClr val="8737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9" name="Google Shape;15389;p50"/>
              <p:cNvSpPr/>
              <p:nvPr/>
            </p:nvSpPr>
            <p:spPr>
              <a:xfrm>
                <a:off x="6780463" y="2215245"/>
                <a:ext cx="272996" cy="1008431"/>
              </a:xfrm>
              <a:custGeom>
                <a:rect b="b" l="l" r="r" t="t"/>
                <a:pathLst>
                  <a:path extrusionOk="0" h="17380" w="4705">
                    <a:moveTo>
                      <a:pt x="4704" y="67"/>
                    </a:moveTo>
                    <a:cubicBezTo>
                      <a:pt x="4604" y="1001"/>
                      <a:pt x="4204" y="1802"/>
                      <a:pt x="3837" y="2636"/>
                    </a:cubicBezTo>
                    <a:cubicBezTo>
                      <a:pt x="3503" y="3470"/>
                      <a:pt x="3103" y="4237"/>
                      <a:pt x="2703" y="5037"/>
                    </a:cubicBezTo>
                    <a:cubicBezTo>
                      <a:pt x="2469" y="5604"/>
                      <a:pt x="2436" y="6171"/>
                      <a:pt x="2436" y="6772"/>
                    </a:cubicBezTo>
                    <a:cubicBezTo>
                      <a:pt x="2403" y="8607"/>
                      <a:pt x="2436" y="10441"/>
                      <a:pt x="2403" y="12276"/>
                    </a:cubicBezTo>
                    <a:cubicBezTo>
                      <a:pt x="2403" y="12843"/>
                      <a:pt x="2336" y="13410"/>
                      <a:pt x="2336" y="14010"/>
                    </a:cubicBezTo>
                    <a:cubicBezTo>
                      <a:pt x="2303" y="14177"/>
                      <a:pt x="2269" y="14344"/>
                      <a:pt x="2436" y="14477"/>
                    </a:cubicBezTo>
                    <a:cubicBezTo>
                      <a:pt x="1435" y="15245"/>
                      <a:pt x="735" y="16212"/>
                      <a:pt x="168" y="17380"/>
                    </a:cubicBezTo>
                    <a:cubicBezTo>
                      <a:pt x="1" y="17113"/>
                      <a:pt x="34" y="16913"/>
                      <a:pt x="34" y="16746"/>
                    </a:cubicBezTo>
                    <a:cubicBezTo>
                      <a:pt x="68" y="14544"/>
                      <a:pt x="34" y="12376"/>
                      <a:pt x="68" y="10208"/>
                    </a:cubicBezTo>
                    <a:cubicBezTo>
                      <a:pt x="101" y="8173"/>
                      <a:pt x="268" y="6171"/>
                      <a:pt x="1268" y="4337"/>
                    </a:cubicBezTo>
                    <a:cubicBezTo>
                      <a:pt x="1936" y="3136"/>
                      <a:pt x="2469" y="1868"/>
                      <a:pt x="3036" y="567"/>
                    </a:cubicBezTo>
                    <a:cubicBezTo>
                      <a:pt x="3203" y="167"/>
                      <a:pt x="3437" y="0"/>
                      <a:pt x="3870" y="67"/>
                    </a:cubicBezTo>
                    <a:cubicBezTo>
                      <a:pt x="4137" y="100"/>
                      <a:pt x="4404" y="67"/>
                      <a:pt x="4704" y="67"/>
                    </a:cubicBezTo>
                    <a:close/>
                  </a:path>
                </a:pathLst>
              </a:custGeom>
              <a:solidFill>
                <a:srgbClr val="5F2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0" name="Google Shape;15390;p50"/>
              <p:cNvSpPr/>
              <p:nvPr/>
            </p:nvSpPr>
            <p:spPr>
              <a:xfrm>
                <a:off x="7053401" y="1841697"/>
                <a:ext cx="350340" cy="305837"/>
              </a:xfrm>
              <a:custGeom>
                <a:rect b="b" l="l" r="r" t="t"/>
                <a:pathLst>
                  <a:path extrusionOk="0" h="5271" w="6038">
                    <a:moveTo>
                      <a:pt x="501" y="34"/>
                    </a:moveTo>
                    <a:cubicBezTo>
                      <a:pt x="2068" y="34"/>
                      <a:pt x="3636" y="34"/>
                      <a:pt x="5237" y="0"/>
                    </a:cubicBezTo>
                    <a:cubicBezTo>
                      <a:pt x="5471" y="0"/>
                      <a:pt x="5538" y="67"/>
                      <a:pt x="5571" y="301"/>
                    </a:cubicBezTo>
                    <a:cubicBezTo>
                      <a:pt x="5704" y="1768"/>
                      <a:pt x="5871" y="3203"/>
                      <a:pt x="6038" y="4637"/>
                    </a:cubicBezTo>
                    <a:cubicBezTo>
                      <a:pt x="6038" y="4904"/>
                      <a:pt x="5938" y="4937"/>
                      <a:pt x="5738" y="4971"/>
                    </a:cubicBezTo>
                    <a:cubicBezTo>
                      <a:pt x="4870" y="5071"/>
                      <a:pt x="3970" y="5204"/>
                      <a:pt x="3102" y="5171"/>
                    </a:cubicBezTo>
                    <a:cubicBezTo>
                      <a:pt x="2202" y="5271"/>
                      <a:pt x="1301" y="5204"/>
                      <a:pt x="434" y="5204"/>
                    </a:cubicBezTo>
                    <a:cubicBezTo>
                      <a:pt x="34" y="5238"/>
                      <a:pt x="34" y="4937"/>
                      <a:pt x="34" y="4670"/>
                    </a:cubicBezTo>
                    <a:cubicBezTo>
                      <a:pt x="0" y="3870"/>
                      <a:pt x="134" y="3069"/>
                      <a:pt x="167" y="2269"/>
                    </a:cubicBezTo>
                    <a:cubicBezTo>
                      <a:pt x="167" y="1668"/>
                      <a:pt x="334" y="1068"/>
                      <a:pt x="334" y="434"/>
                    </a:cubicBezTo>
                    <a:cubicBezTo>
                      <a:pt x="334" y="301"/>
                      <a:pt x="401" y="134"/>
                      <a:pt x="501" y="34"/>
                    </a:cubicBezTo>
                    <a:close/>
                  </a:path>
                </a:pathLst>
              </a:custGeom>
              <a:solidFill>
                <a:srgbClr val="E4E6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1" name="Google Shape;15391;p50"/>
              <p:cNvSpPr/>
              <p:nvPr/>
            </p:nvSpPr>
            <p:spPr>
              <a:xfrm>
                <a:off x="6768859" y="3914606"/>
                <a:ext cx="708455" cy="580689"/>
              </a:xfrm>
              <a:custGeom>
                <a:rect b="b" l="l" r="r" t="t"/>
                <a:pathLst>
                  <a:path extrusionOk="0" h="10008" w="12210">
                    <a:moveTo>
                      <a:pt x="2302" y="2835"/>
                    </a:moveTo>
                    <a:cubicBezTo>
                      <a:pt x="2302" y="3369"/>
                      <a:pt x="2269" y="3936"/>
                      <a:pt x="2336" y="4470"/>
                    </a:cubicBezTo>
                    <a:cubicBezTo>
                      <a:pt x="2402" y="5337"/>
                      <a:pt x="2569" y="6171"/>
                      <a:pt x="2836" y="6972"/>
                    </a:cubicBezTo>
                    <a:cubicBezTo>
                      <a:pt x="2970" y="7472"/>
                      <a:pt x="3270" y="7806"/>
                      <a:pt x="3703" y="7972"/>
                    </a:cubicBezTo>
                    <a:cubicBezTo>
                      <a:pt x="5238" y="8573"/>
                      <a:pt x="6772" y="8973"/>
                      <a:pt x="8440" y="9107"/>
                    </a:cubicBezTo>
                    <a:cubicBezTo>
                      <a:pt x="9708" y="9207"/>
                      <a:pt x="10942" y="9140"/>
                      <a:pt x="12209" y="9107"/>
                    </a:cubicBezTo>
                    <a:cubicBezTo>
                      <a:pt x="11376" y="9574"/>
                      <a:pt x="10408" y="9674"/>
                      <a:pt x="9474" y="9807"/>
                    </a:cubicBezTo>
                    <a:cubicBezTo>
                      <a:pt x="8006" y="10007"/>
                      <a:pt x="6539" y="9940"/>
                      <a:pt x="5071" y="9807"/>
                    </a:cubicBezTo>
                    <a:cubicBezTo>
                      <a:pt x="3970" y="9707"/>
                      <a:pt x="2903" y="9540"/>
                      <a:pt x="1935" y="8973"/>
                    </a:cubicBezTo>
                    <a:cubicBezTo>
                      <a:pt x="668" y="8239"/>
                      <a:pt x="101" y="7072"/>
                      <a:pt x="67" y="5671"/>
                    </a:cubicBezTo>
                    <a:cubicBezTo>
                      <a:pt x="1" y="3869"/>
                      <a:pt x="34" y="2035"/>
                      <a:pt x="34" y="234"/>
                    </a:cubicBezTo>
                    <a:cubicBezTo>
                      <a:pt x="34" y="200"/>
                      <a:pt x="67" y="133"/>
                      <a:pt x="101" y="0"/>
                    </a:cubicBezTo>
                    <a:cubicBezTo>
                      <a:pt x="835" y="1001"/>
                      <a:pt x="1502" y="1968"/>
                      <a:pt x="2302" y="2835"/>
                    </a:cubicBezTo>
                    <a:close/>
                  </a:path>
                </a:pathLst>
              </a:custGeom>
              <a:solidFill>
                <a:srgbClr val="62271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2" name="Google Shape;15392;p50"/>
              <p:cNvSpPr/>
              <p:nvPr/>
            </p:nvSpPr>
            <p:spPr>
              <a:xfrm>
                <a:off x="7014700" y="1142991"/>
                <a:ext cx="340650" cy="621363"/>
              </a:xfrm>
              <a:custGeom>
                <a:rect b="b" l="l" r="r" t="t"/>
                <a:pathLst>
                  <a:path extrusionOk="0" h="10709" w="5871">
                    <a:moveTo>
                      <a:pt x="5604" y="1768"/>
                    </a:moveTo>
                    <a:cubicBezTo>
                      <a:pt x="4403" y="1768"/>
                      <a:pt x="3236" y="1768"/>
                      <a:pt x="2035" y="1768"/>
                    </a:cubicBezTo>
                    <a:cubicBezTo>
                      <a:pt x="1901" y="1768"/>
                      <a:pt x="1668" y="1668"/>
                      <a:pt x="1601" y="1902"/>
                    </a:cubicBezTo>
                    <a:cubicBezTo>
                      <a:pt x="1535" y="2135"/>
                      <a:pt x="1501" y="2402"/>
                      <a:pt x="1635" y="2602"/>
                    </a:cubicBezTo>
                    <a:cubicBezTo>
                      <a:pt x="1735" y="2769"/>
                      <a:pt x="1935" y="2636"/>
                      <a:pt x="2102" y="2636"/>
                    </a:cubicBezTo>
                    <a:cubicBezTo>
                      <a:pt x="3069" y="2502"/>
                      <a:pt x="4036" y="2536"/>
                      <a:pt x="4970" y="2836"/>
                    </a:cubicBezTo>
                    <a:cubicBezTo>
                      <a:pt x="4470" y="2903"/>
                      <a:pt x="4003" y="2936"/>
                      <a:pt x="3503" y="2836"/>
                    </a:cubicBezTo>
                    <a:cubicBezTo>
                      <a:pt x="2902" y="2702"/>
                      <a:pt x="2302" y="2903"/>
                      <a:pt x="1735" y="2903"/>
                    </a:cubicBezTo>
                    <a:cubicBezTo>
                      <a:pt x="1501" y="2903"/>
                      <a:pt x="1468" y="3103"/>
                      <a:pt x="1468" y="3303"/>
                    </a:cubicBezTo>
                    <a:cubicBezTo>
                      <a:pt x="1401" y="4771"/>
                      <a:pt x="1268" y="6272"/>
                      <a:pt x="1234" y="7739"/>
                    </a:cubicBezTo>
                    <a:cubicBezTo>
                      <a:pt x="1201" y="8740"/>
                      <a:pt x="1201" y="9741"/>
                      <a:pt x="1168" y="10708"/>
                    </a:cubicBezTo>
                    <a:cubicBezTo>
                      <a:pt x="1101" y="10708"/>
                      <a:pt x="1068" y="10708"/>
                      <a:pt x="1001" y="10708"/>
                    </a:cubicBezTo>
                    <a:cubicBezTo>
                      <a:pt x="0" y="10708"/>
                      <a:pt x="0" y="10708"/>
                      <a:pt x="33" y="9707"/>
                    </a:cubicBezTo>
                    <a:cubicBezTo>
                      <a:pt x="33" y="8373"/>
                      <a:pt x="100" y="7039"/>
                      <a:pt x="234" y="5671"/>
                    </a:cubicBezTo>
                    <a:cubicBezTo>
                      <a:pt x="300" y="4971"/>
                      <a:pt x="134" y="4237"/>
                      <a:pt x="134" y="3536"/>
                    </a:cubicBezTo>
                    <a:cubicBezTo>
                      <a:pt x="134" y="2936"/>
                      <a:pt x="167" y="2369"/>
                      <a:pt x="300" y="1802"/>
                    </a:cubicBezTo>
                    <a:cubicBezTo>
                      <a:pt x="434" y="1368"/>
                      <a:pt x="267" y="968"/>
                      <a:pt x="200" y="534"/>
                    </a:cubicBezTo>
                    <a:cubicBezTo>
                      <a:pt x="134" y="334"/>
                      <a:pt x="134" y="201"/>
                      <a:pt x="400" y="201"/>
                    </a:cubicBezTo>
                    <a:cubicBezTo>
                      <a:pt x="1068" y="267"/>
                      <a:pt x="1735" y="67"/>
                      <a:pt x="2368" y="34"/>
                    </a:cubicBezTo>
                    <a:cubicBezTo>
                      <a:pt x="3302" y="1"/>
                      <a:pt x="4203" y="101"/>
                      <a:pt x="5137" y="201"/>
                    </a:cubicBezTo>
                    <a:cubicBezTo>
                      <a:pt x="5871" y="267"/>
                      <a:pt x="5871" y="301"/>
                      <a:pt x="5704" y="1035"/>
                    </a:cubicBezTo>
                    <a:cubicBezTo>
                      <a:pt x="5637" y="1268"/>
                      <a:pt x="5571" y="1502"/>
                      <a:pt x="5604" y="1768"/>
                    </a:cubicBezTo>
                    <a:close/>
                  </a:path>
                </a:pathLst>
              </a:custGeom>
              <a:solidFill>
                <a:srgbClr val="5F2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3" name="Google Shape;15393;p50"/>
              <p:cNvSpPr/>
              <p:nvPr/>
            </p:nvSpPr>
            <p:spPr>
              <a:xfrm>
                <a:off x="6770831" y="3092022"/>
                <a:ext cx="152947" cy="944548"/>
              </a:xfrm>
              <a:custGeom>
                <a:rect b="b" l="l" r="r" t="t"/>
                <a:pathLst>
                  <a:path extrusionOk="0" h="16279" w="2636">
                    <a:moveTo>
                      <a:pt x="2268" y="14944"/>
                    </a:moveTo>
                    <a:cubicBezTo>
                      <a:pt x="2102" y="15378"/>
                      <a:pt x="2235" y="15845"/>
                      <a:pt x="2168" y="16279"/>
                    </a:cubicBezTo>
                    <a:cubicBezTo>
                      <a:pt x="801" y="14978"/>
                      <a:pt x="67" y="13376"/>
                      <a:pt x="33" y="11475"/>
                    </a:cubicBezTo>
                    <a:cubicBezTo>
                      <a:pt x="0" y="9173"/>
                      <a:pt x="33" y="6838"/>
                      <a:pt x="134" y="4503"/>
                    </a:cubicBezTo>
                    <a:cubicBezTo>
                      <a:pt x="234" y="2669"/>
                      <a:pt x="1068" y="1168"/>
                      <a:pt x="2502" y="0"/>
                    </a:cubicBezTo>
                    <a:cubicBezTo>
                      <a:pt x="2535" y="401"/>
                      <a:pt x="2368" y="834"/>
                      <a:pt x="2602" y="1234"/>
                    </a:cubicBezTo>
                    <a:cubicBezTo>
                      <a:pt x="2635" y="1468"/>
                      <a:pt x="2435" y="1601"/>
                      <a:pt x="2302" y="1768"/>
                    </a:cubicBezTo>
                    <a:cubicBezTo>
                      <a:pt x="1034" y="3169"/>
                      <a:pt x="467" y="4837"/>
                      <a:pt x="467" y="6738"/>
                    </a:cubicBezTo>
                    <a:cubicBezTo>
                      <a:pt x="434" y="8673"/>
                      <a:pt x="734" y="10541"/>
                      <a:pt x="1268" y="12409"/>
                    </a:cubicBezTo>
                    <a:cubicBezTo>
                      <a:pt x="1468" y="13110"/>
                      <a:pt x="1768" y="13743"/>
                      <a:pt x="2102" y="14377"/>
                    </a:cubicBezTo>
                    <a:cubicBezTo>
                      <a:pt x="2202" y="14544"/>
                      <a:pt x="2368" y="14711"/>
                      <a:pt x="2268" y="14944"/>
                    </a:cubicBezTo>
                    <a:close/>
                  </a:path>
                </a:pathLst>
              </a:custGeom>
              <a:solidFill>
                <a:srgbClr val="8D681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4" name="Google Shape;15394;p50"/>
              <p:cNvSpPr/>
              <p:nvPr/>
            </p:nvSpPr>
            <p:spPr>
              <a:xfrm>
                <a:off x="6972111" y="1841697"/>
                <a:ext cx="261333" cy="309724"/>
              </a:xfrm>
              <a:custGeom>
                <a:rect b="b" l="l" r="r" t="t"/>
                <a:pathLst>
                  <a:path extrusionOk="0" h="5338" w="4504">
                    <a:moveTo>
                      <a:pt x="1902" y="34"/>
                    </a:moveTo>
                    <a:cubicBezTo>
                      <a:pt x="1802" y="1535"/>
                      <a:pt x="1701" y="3036"/>
                      <a:pt x="1601" y="4537"/>
                    </a:cubicBezTo>
                    <a:cubicBezTo>
                      <a:pt x="1535" y="5004"/>
                      <a:pt x="1668" y="5204"/>
                      <a:pt x="2168" y="5171"/>
                    </a:cubicBezTo>
                    <a:cubicBezTo>
                      <a:pt x="2936" y="5104"/>
                      <a:pt x="3703" y="5171"/>
                      <a:pt x="4503" y="5171"/>
                    </a:cubicBezTo>
                    <a:cubicBezTo>
                      <a:pt x="3536" y="5338"/>
                      <a:pt x="2569" y="5238"/>
                      <a:pt x="1635" y="5238"/>
                    </a:cubicBezTo>
                    <a:cubicBezTo>
                      <a:pt x="1234" y="5238"/>
                      <a:pt x="834" y="5171"/>
                      <a:pt x="467" y="5204"/>
                    </a:cubicBezTo>
                    <a:cubicBezTo>
                      <a:pt x="67" y="5204"/>
                      <a:pt x="0" y="5037"/>
                      <a:pt x="34" y="4704"/>
                    </a:cubicBezTo>
                    <a:cubicBezTo>
                      <a:pt x="200" y="3269"/>
                      <a:pt x="334" y="1835"/>
                      <a:pt x="467" y="367"/>
                    </a:cubicBezTo>
                    <a:cubicBezTo>
                      <a:pt x="501" y="101"/>
                      <a:pt x="601" y="0"/>
                      <a:pt x="868" y="0"/>
                    </a:cubicBezTo>
                    <a:cubicBezTo>
                      <a:pt x="1234" y="34"/>
                      <a:pt x="1568" y="34"/>
                      <a:pt x="1902" y="34"/>
                    </a:cubicBezTo>
                    <a:close/>
                  </a:path>
                </a:pathLst>
              </a:custGeom>
              <a:solidFill>
                <a:srgbClr val="9FA0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5" name="Google Shape;15395;p50"/>
              <p:cNvSpPr/>
              <p:nvPr/>
            </p:nvSpPr>
            <p:spPr>
              <a:xfrm>
                <a:off x="7090187" y="1055900"/>
                <a:ext cx="292259" cy="85235"/>
              </a:xfrm>
              <a:custGeom>
                <a:rect b="b" l="l" r="r" t="t"/>
                <a:pathLst>
                  <a:path extrusionOk="0" h="1469" w="5037">
                    <a:moveTo>
                      <a:pt x="2569" y="167"/>
                    </a:moveTo>
                    <a:cubicBezTo>
                      <a:pt x="3136" y="134"/>
                      <a:pt x="3669" y="301"/>
                      <a:pt x="4236" y="401"/>
                    </a:cubicBezTo>
                    <a:cubicBezTo>
                      <a:pt x="4403" y="434"/>
                      <a:pt x="4537" y="534"/>
                      <a:pt x="4670" y="634"/>
                    </a:cubicBezTo>
                    <a:cubicBezTo>
                      <a:pt x="4870" y="801"/>
                      <a:pt x="5037" y="1035"/>
                      <a:pt x="4970" y="1268"/>
                    </a:cubicBezTo>
                    <a:cubicBezTo>
                      <a:pt x="4904" y="1468"/>
                      <a:pt x="4637" y="1335"/>
                      <a:pt x="4437" y="1335"/>
                    </a:cubicBezTo>
                    <a:cubicBezTo>
                      <a:pt x="2969" y="1268"/>
                      <a:pt x="1534" y="1168"/>
                      <a:pt x="67" y="1201"/>
                    </a:cubicBezTo>
                    <a:cubicBezTo>
                      <a:pt x="0" y="934"/>
                      <a:pt x="133" y="768"/>
                      <a:pt x="334" y="701"/>
                    </a:cubicBezTo>
                    <a:cubicBezTo>
                      <a:pt x="1034" y="401"/>
                      <a:pt x="1735" y="0"/>
                      <a:pt x="2569" y="167"/>
                    </a:cubicBezTo>
                    <a:close/>
                  </a:path>
                </a:pathLst>
              </a:custGeom>
              <a:solidFill>
                <a:srgbClr val="D8CC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6" name="Google Shape;15396;p50"/>
              <p:cNvSpPr/>
              <p:nvPr/>
            </p:nvSpPr>
            <p:spPr>
              <a:xfrm>
                <a:off x="7010812" y="1779787"/>
                <a:ext cx="358115" cy="44561"/>
              </a:xfrm>
              <a:custGeom>
                <a:rect b="b" l="l" r="r" t="t"/>
                <a:pathLst>
                  <a:path extrusionOk="0" h="768" w="6172">
                    <a:moveTo>
                      <a:pt x="3069" y="33"/>
                    </a:moveTo>
                    <a:cubicBezTo>
                      <a:pt x="3937" y="33"/>
                      <a:pt x="4770" y="33"/>
                      <a:pt x="5638" y="33"/>
                    </a:cubicBezTo>
                    <a:cubicBezTo>
                      <a:pt x="5871" y="33"/>
                      <a:pt x="6171" y="0"/>
                      <a:pt x="6171" y="334"/>
                    </a:cubicBezTo>
                    <a:cubicBezTo>
                      <a:pt x="6171" y="667"/>
                      <a:pt x="5905" y="701"/>
                      <a:pt x="5671" y="701"/>
                    </a:cubicBezTo>
                    <a:cubicBezTo>
                      <a:pt x="3903" y="734"/>
                      <a:pt x="2135" y="767"/>
                      <a:pt x="367" y="667"/>
                    </a:cubicBezTo>
                    <a:cubicBezTo>
                      <a:pt x="134" y="634"/>
                      <a:pt x="34" y="567"/>
                      <a:pt x="0" y="334"/>
                    </a:cubicBezTo>
                    <a:cubicBezTo>
                      <a:pt x="0" y="0"/>
                      <a:pt x="201" y="33"/>
                      <a:pt x="401" y="67"/>
                    </a:cubicBezTo>
                    <a:cubicBezTo>
                      <a:pt x="1301" y="167"/>
                      <a:pt x="2169" y="0"/>
                      <a:pt x="3069" y="33"/>
                    </a:cubicBezTo>
                    <a:close/>
                  </a:path>
                </a:pathLst>
              </a:custGeom>
              <a:solidFill>
                <a:srgbClr val="CB96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7" name="Google Shape;15397;p50"/>
              <p:cNvSpPr/>
              <p:nvPr/>
            </p:nvSpPr>
            <p:spPr>
              <a:xfrm>
                <a:off x="7045626" y="2147475"/>
                <a:ext cx="367805" cy="56224"/>
              </a:xfrm>
              <a:custGeom>
                <a:rect b="b" l="l" r="r" t="t"/>
                <a:pathLst>
                  <a:path extrusionOk="0" h="969" w="6339">
                    <a:moveTo>
                      <a:pt x="3837" y="234"/>
                    </a:moveTo>
                    <a:cubicBezTo>
                      <a:pt x="4471" y="168"/>
                      <a:pt x="5138" y="101"/>
                      <a:pt x="5772" y="34"/>
                    </a:cubicBezTo>
                    <a:cubicBezTo>
                      <a:pt x="6005" y="1"/>
                      <a:pt x="6239" y="34"/>
                      <a:pt x="6272" y="301"/>
                    </a:cubicBezTo>
                    <a:cubicBezTo>
                      <a:pt x="6339" y="635"/>
                      <a:pt x="6038" y="568"/>
                      <a:pt x="5872" y="601"/>
                    </a:cubicBezTo>
                    <a:cubicBezTo>
                      <a:pt x="4004" y="902"/>
                      <a:pt x="2102" y="968"/>
                      <a:pt x="234" y="902"/>
                    </a:cubicBezTo>
                    <a:cubicBezTo>
                      <a:pt x="1" y="401"/>
                      <a:pt x="68" y="268"/>
                      <a:pt x="601" y="268"/>
                    </a:cubicBezTo>
                    <a:cubicBezTo>
                      <a:pt x="1669" y="234"/>
                      <a:pt x="2769" y="301"/>
                      <a:pt x="3837" y="234"/>
                    </a:cubicBezTo>
                    <a:close/>
                  </a:path>
                </a:pathLst>
              </a:custGeom>
              <a:solidFill>
                <a:srgbClr val="CA95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8" name="Google Shape;15398;p50"/>
              <p:cNvSpPr/>
              <p:nvPr/>
            </p:nvSpPr>
            <p:spPr>
              <a:xfrm>
                <a:off x="7003037" y="1053985"/>
                <a:ext cx="236210" cy="75545"/>
              </a:xfrm>
              <a:custGeom>
                <a:rect b="b" l="l" r="r" t="t"/>
                <a:pathLst>
                  <a:path extrusionOk="0" h="1302" w="4071">
                    <a:moveTo>
                      <a:pt x="4071" y="200"/>
                    </a:moveTo>
                    <a:cubicBezTo>
                      <a:pt x="3303" y="167"/>
                      <a:pt x="2670" y="601"/>
                      <a:pt x="1969" y="801"/>
                    </a:cubicBezTo>
                    <a:cubicBezTo>
                      <a:pt x="1769" y="834"/>
                      <a:pt x="1635" y="1034"/>
                      <a:pt x="1569" y="1234"/>
                    </a:cubicBezTo>
                    <a:cubicBezTo>
                      <a:pt x="1168" y="1234"/>
                      <a:pt x="802" y="1268"/>
                      <a:pt x="401" y="1301"/>
                    </a:cubicBezTo>
                    <a:cubicBezTo>
                      <a:pt x="34" y="1301"/>
                      <a:pt x="1" y="1134"/>
                      <a:pt x="101" y="867"/>
                    </a:cubicBezTo>
                    <a:cubicBezTo>
                      <a:pt x="201" y="634"/>
                      <a:pt x="335" y="467"/>
                      <a:pt x="568" y="400"/>
                    </a:cubicBezTo>
                    <a:cubicBezTo>
                      <a:pt x="1736" y="167"/>
                      <a:pt x="2870" y="0"/>
                      <a:pt x="4071" y="200"/>
                    </a:cubicBezTo>
                    <a:close/>
                  </a:path>
                </a:pathLst>
              </a:custGeom>
              <a:solidFill>
                <a:srgbClr val="968E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9" name="Google Shape;15399;p50"/>
              <p:cNvSpPr/>
              <p:nvPr/>
            </p:nvSpPr>
            <p:spPr>
              <a:xfrm>
                <a:off x="6964336" y="2157165"/>
                <a:ext cx="303922" cy="48449"/>
              </a:xfrm>
              <a:custGeom>
                <a:rect b="b" l="l" r="r" t="t"/>
                <a:pathLst>
                  <a:path extrusionOk="0" h="835" w="5238">
                    <a:moveTo>
                      <a:pt x="5238" y="67"/>
                    </a:moveTo>
                    <a:cubicBezTo>
                      <a:pt x="4604" y="234"/>
                      <a:pt x="3970" y="101"/>
                      <a:pt x="3370" y="134"/>
                    </a:cubicBezTo>
                    <a:cubicBezTo>
                      <a:pt x="2970" y="167"/>
                      <a:pt x="2569" y="201"/>
                      <a:pt x="2202" y="134"/>
                    </a:cubicBezTo>
                    <a:cubicBezTo>
                      <a:pt x="1669" y="67"/>
                      <a:pt x="1569" y="301"/>
                      <a:pt x="1635" y="735"/>
                    </a:cubicBezTo>
                    <a:cubicBezTo>
                      <a:pt x="1235" y="735"/>
                      <a:pt x="835" y="768"/>
                      <a:pt x="434" y="735"/>
                    </a:cubicBezTo>
                    <a:cubicBezTo>
                      <a:pt x="268" y="735"/>
                      <a:pt x="1" y="835"/>
                      <a:pt x="1" y="468"/>
                    </a:cubicBezTo>
                    <a:cubicBezTo>
                      <a:pt x="34" y="201"/>
                      <a:pt x="101" y="1"/>
                      <a:pt x="468" y="1"/>
                    </a:cubicBezTo>
                    <a:cubicBezTo>
                      <a:pt x="1702" y="34"/>
                      <a:pt x="2970" y="34"/>
                      <a:pt x="4204" y="34"/>
                    </a:cubicBezTo>
                    <a:cubicBezTo>
                      <a:pt x="4537" y="34"/>
                      <a:pt x="4871" y="67"/>
                      <a:pt x="5238" y="67"/>
                    </a:cubicBezTo>
                    <a:close/>
                  </a:path>
                </a:pathLst>
              </a:custGeom>
              <a:solidFill>
                <a:srgbClr val="8764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0" name="Google Shape;15400;p50"/>
              <p:cNvSpPr/>
              <p:nvPr/>
            </p:nvSpPr>
            <p:spPr>
              <a:xfrm>
                <a:off x="7355291" y="2277155"/>
                <a:ext cx="183931" cy="561368"/>
              </a:xfrm>
              <a:custGeom>
                <a:rect b="b" l="l" r="r" t="t"/>
                <a:pathLst>
                  <a:path extrusionOk="0" h="9675" w="3170">
                    <a:moveTo>
                      <a:pt x="3137" y="7806"/>
                    </a:moveTo>
                    <a:cubicBezTo>
                      <a:pt x="3170" y="8240"/>
                      <a:pt x="3103" y="8740"/>
                      <a:pt x="2970" y="9241"/>
                    </a:cubicBezTo>
                    <a:cubicBezTo>
                      <a:pt x="2903" y="9441"/>
                      <a:pt x="2836" y="9674"/>
                      <a:pt x="2603" y="9674"/>
                    </a:cubicBezTo>
                    <a:cubicBezTo>
                      <a:pt x="2369" y="9641"/>
                      <a:pt x="2369" y="9408"/>
                      <a:pt x="2303" y="9207"/>
                    </a:cubicBezTo>
                    <a:cubicBezTo>
                      <a:pt x="2136" y="8574"/>
                      <a:pt x="2136" y="7940"/>
                      <a:pt x="2102" y="7273"/>
                    </a:cubicBezTo>
                    <a:cubicBezTo>
                      <a:pt x="2036" y="5638"/>
                      <a:pt x="1469" y="4170"/>
                      <a:pt x="802" y="2703"/>
                    </a:cubicBezTo>
                    <a:cubicBezTo>
                      <a:pt x="501" y="2036"/>
                      <a:pt x="301" y="1335"/>
                      <a:pt x="134" y="601"/>
                    </a:cubicBezTo>
                    <a:cubicBezTo>
                      <a:pt x="101" y="434"/>
                      <a:pt x="1" y="134"/>
                      <a:pt x="268" y="68"/>
                    </a:cubicBezTo>
                    <a:cubicBezTo>
                      <a:pt x="468" y="1"/>
                      <a:pt x="568" y="301"/>
                      <a:pt x="668" y="468"/>
                    </a:cubicBezTo>
                    <a:cubicBezTo>
                      <a:pt x="768" y="635"/>
                      <a:pt x="802" y="835"/>
                      <a:pt x="902" y="1035"/>
                    </a:cubicBezTo>
                    <a:cubicBezTo>
                      <a:pt x="1302" y="2169"/>
                      <a:pt x="2069" y="3136"/>
                      <a:pt x="2469" y="4271"/>
                    </a:cubicBezTo>
                    <a:cubicBezTo>
                      <a:pt x="2903" y="5371"/>
                      <a:pt x="3137" y="6539"/>
                      <a:pt x="3137" y="7806"/>
                    </a:cubicBezTo>
                    <a:close/>
                  </a:path>
                </a:pathLst>
              </a:custGeom>
              <a:solidFill>
                <a:srgbClr val="C39A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1" name="Google Shape;15401;p50"/>
              <p:cNvSpPr/>
              <p:nvPr/>
            </p:nvSpPr>
            <p:spPr>
              <a:xfrm>
                <a:off x="7380473" y="2561697"/>
                <a:ext cx="48449" cy="52278"/>
              </a:xfrm>
              <a:custGeom>
                <a:rect b="b" l="l" r="r" t="t"/>
                <a:pathLst>
                  <a:path extrusionOk="0" h="901" w="835">
                    <a:moveTo>
                      <a:pt x="835" y="467"/>
                    </a:moveTo>
                    <a:cubicBezTo>
                      <a:pt x="835" y="701"/>
                      <a:pt x="701" y="901"/>
                      <a:pt x="401" y="901"/>
                    </a:cubicBezTo>
                    <a:cubicBezTo>
                      <a:pt x="167" y="901"/>
                      <a:pt x="34" y="701"/>
                      <a:pt x="1" y="467"/>
                    </a:cubicBezTo>
                    <a:cubicBezTo>
                      <a:pt x="1" y="167"/>
                      <a:pt x="167" y="0"/>
                      <a:pt x="434" y="0"/>
                    </a:cubicBezTo>
                    <a:cubicBezTo>
                      <a:pt x="668" y="0"/>
                      <a:pt x="835" y="167"/>
                      <a:pt x="835" y="467"/>
                    </a:cubicBezTo>
                    <a:close/>
                  </a:path>
                </a:pathLst>
              </a:custGeom>
              <a:solidFill>
                <a:srgbClr val="C197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2" name="Google Shape;15402;p50"/>
              <p:cNvSpPr/>
              <p:nvPr/>
            </p:nvSpPr>
            <p:spPr>
              <a:xfrm>
                <a:off x="7343687" y="2505532"/>
                <a:ext cx="38759" cy="40732"/>
              </a:xfrm>
              <a:custGeom>
                <a:rect b="b" l="l" r="r" t="t"/>
                <a:pathLst>
                  <a:path extrusionOk="0" h="702" w="668">
                    <a:moveTo>
                      <a:pt x="668" y="368"/>
                    </a:moveTo>
                    <a:cubicBezTo>
                      <a:pt x="668" y="535"/>
                      <a:pt x="601" y="701"/>
                      <a:pt x="368" y="701"/>
                    </a:cubicBezTo>
                    <a:cubicBezTo>
                      <a:pt x="134" y="668"/>
                      <a:pt x="34" y="501"/>
                      <a:pt x="34" y="268"/>
                    </a:cubicBezTo>
                    <a:cubicBezTo>
                      <a:pt x="1" y="101"/>
                      <a:pt x="101" y="1"/>
                      <a:pt x="268" y="1"/>
                    </a:cubicBezTo>
                    <a:cubicBezTo>
                      <a:pt x="535" y="1"/>
                      <a:pt x="635" y="134"/>
                      <a:pt x="668" y="368"/>
                    </a:cubicBezTo>
                    <a:close/>
                  </a:path>
                </a:pathLst>
              </a:custGeom>
              <a:solidFill>
                <a:srgbClr val="BF93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3" name="Google Shape;15403;p50"/>
              <p:cNvSpPr/>
              <p:nvPr/>
            </p:nvSpPr>
            <p:spPr>
              <a:xfrm>
                <a:off x="7303071" y="2573302"/>
                <a:ext cx="34872" cy="38759"/>
              </a:xfrm>
              <a:custGeom>
                <a:rect b="b" l="l" r="r" t="t"/>
                <a:pathLst>
                  <a:path extrusionOk="0" h="668" w="601">
                    <a:moveTo>
                      <a:pt x="601" y="334"/>
                    </a:moveTo>
                    <a:cubicBezTo>
                      <a:pt x="567" y="501"/>
                      <a:pt x="467" y="668"/>
                      <a:pt x="267" y="634"/>
                    </a:cubicBezTo>
                    <a:cubicBezTo>
                      <a:pt x="134" y="634"/>
                      <a:pt x="0" y="467"/>
                      <a:pt x="34" y="301"/>
                    </a:cubicBezTo>
                    <a:cubicBezTo>
                      <a:pt x="34" y="134"/>
                      <a:pt x="134" y="0"/>
                      <a:pt x="301" y="0"/>
                    </a:cubicBezTo>
                    <a:cubicBezTo>
                      <a:pt x="501" y="0"/>
                      <a:pt x="601" y="134"/>
                      <a:pt x="601" y="334"/>
                    </a:cubicBezTo>
                    <a:close/>
                  </a:path>
                </a:pathLst>
              </a:custGeom>
              <a:solidFill>
                <a:srgbClr val="BB8D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4" name="Google Shape;15404;p50"/>
              <p:cNvSpPr/>
              <p:nvPr/>
            </p:nvSpPr>
            <p:spPr>
              <a:xfrm>
                <a:off x="6774661" y="3057151"/>
                <a:ext cx="809124" cy="1085891"/>
              </a:xfrm>
              <a:custGeom>
                <a:rect b="b" l="l" r="r" t="t"/>
                <a:pathLst>
                  <a:path extrusionOk="0" h="18715" w="13945">
                    <a:moveTo>
                      <a:pt x="2202" y="15545"/>
                    </a:moveTo>
                    <a:cubicBezTo>
                      <a:pt x="1168" y="13877"/>
                      <a:pt x="668" y="12043"/>
                      <a:pt x="434" y="10141"/>
                    </a:cubicBezTo>
                    <a:cubicBezTo>
                      <a:pt x="168" y="8007"/>
                      <a:pt x="1" y="5872"/>
                      <a:pt x="1035" y="3837"/>
                    </a:cubicBezTo>
                    <a:cubicBezTo>
                      <a:pt x="1435" y="3103"/>
                      <a:pt x="1969" y="2436"/>
                      <a:pt x="2536" y="1835"/>
                    </a:cubicBezTo>
                    <a:cubicBezTo>
                      <a:pt x="3837" y="735"/>
                      <a:pt x="5338" y="168"/>
                      <a:pt x="7039" y="101"/>
                    </a:cubicBezTo>
                    <a:cubicBezTo>
                      <a:pt x="9441" y="1"/>
                      <a:pt x="11142" y="1135"/>
                      <a:pt x="12410" y="3103"/>
                    </a:cubicBezTo>
                    <a:cubicBezTo>
                      <a:pt x="13677" y="5038"/>
                      <a:pt x="13944" y="7206"/>
                      <a:pt x="13711" y="9441"/>
                    </a:cubicBezTo>
                    <a:cubicBezTo>
                      <a:pt x="13577" y="10942"/>
                      <a:pt x="13410" y="12410"/>
                      <a:pt x="12810" y="13811"/>
                    </a:cubicBezTo>
                    <a:cubicBezTo>
                      <a:pt x="11376" y="17146"/>
                      <a:pt x="7439" y="18714"/>
                      <a:pt x="4204" y="17180"/>
                    </a:cubicBezTo>
                    <a:cubicBezTo>
                      <a:pt x="3370" y="16813"/>
                      <a:pt x="2769" y="16212"/>
                      <a:pt x="2202" y="1554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5" name="Google Shape;15405;p50"/>
              <p:cNvSpPr/>
              <p:nvPr/>
            </p:nvSpPr>
            <p:spPr>
              <a:xfrm>
                <a:off x="7285664" y="1421673"/>
                <a:ext cx="38759" cy="269108"/>
              </a:xfrm>
              <a:custGeom>
                <a:rect b="b" l="l" r="r" t="t"/>
                <a:pathLst>
                  <a:path extrusionOk="0" h="4638" w="668">
                    <a:moveTo>
                      <a:pt x="634" y="2136"/>
                    </a:moveTo>
                    <a:cubicBezTo>
                      <a:pt x="634" y="3036"/>
                      <a:pt x="634" y="3637"/>
                      <a:pt x="634" y="4271"/>
                    </a:cubicBezTo>
                    <a:cubicBezTo>
                      <a:pt x="634" y="4437"/>
                      <a:pt x="634" y="4604"/>
                      <a:pt x="434" y="4638"/>
                    </a:cubicBezTo>
                    <a:cubicBezTo>
                      <a:pt x="234" y="4638"/>
                      <a:pt x="200" y="4437"/>
                      <a:pt x="200" y="4304"/>
                    </a:cubicBezTo>
                    <a:cubicBezTo>
                      <a:pt x="0" y="2970"/>
                      <a:pt x="100" y="1635"/>
                      <a:pt x="100" y="301"/>
                    </a:cubicBezTo>
                    <a:cubicBezTo>
                      <a:pt x="67" y="168"/>
                      <a:pt x="134" y="1"/>
                      <a:pt x="300" y="1"/>
                    </a:cubicBezTo>
                    <a:cubicBezTo>
                      <a:pt x="500" y="1"/>
                      <a:pt x="534" y="168"/>
                      <a:pt x="567" y="335"/>
                    </a:cubicBezTo>
                    <a:cubicBezTo>
                      <a:pt x="667" y="1002"/>
                      <a:pt x="634" y="1702"/>
                      <a:pt x="634" y="2136"/>
                    </a:cubicBezTo>
                    <a:close/>
                  </a:path>
                </a:pathLst>
              </a:custGeom>
              <a:solidFill>
                <a:srgbClr val="C298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6" name="Google Shape;15406;p50"/>
              <p:cNvSpPr/>
              <p:nvPr/>
            </p:nvSpPr>
            <p:spPr>
              <a:xfrm>
                <a:off x="6890822" y="3059123"/>
                <a:ext cx="660064" cy="1047132"/>
              </a:xfrm>
              <a:custGeom>
                <a:rect b="b" l="l" r="r" t="t"/>
                <a:pathLst>
                  <a:path extrusionOk="0" h="18047" w="11376">
                    <a:moveTo>
                      <a:pt x="434" y="2535"/>
                    </a:moveTo>
                    <a:cubicBezTo>
                      <a:pt x="1535" y="1234"/>
                      <a:pt x="2936" y="667"/>
                      <a:pt x="4604" y="434"/>
                    </a:cubicBezTo>
                    <a:cubicBezTo>
                      <a:pt x="7839" y="0"/>
                      <a:pt x="10474" y="3102"/>
                      <a:pt x="11041" y="5471"/>
                    </a:cubicBezTo>
                    <a:cubicBezTo>
                      <a:pt x="11375" y="7072"/>
                      <a:pt x="11275" y="8673"/>
                      <a:pt x="11175" y="10274"/>
                    </a:cubicBezTo>
                    <a:cubicBezTo>
                      <a:pt x="11108" y="11608"/>
                      <a:pt x="10775" y="12876"/>
                      <a:pt x="10174" y="14077"/>
                    </a:cubicBezTo>
                    <a:cubicBezTo>
                      <a:pt x="8773" y="16812"/>
                      <a:pt x="5304" y="18046"/>
                      <a:pt x="2469" y="16779"/>
                    </a:cubicBezTo>
                    <a:cubicBezTo>
                      <a:pt x="1468" y="16312"/>
                      <a:pt x="667" y="15611"/>
                      <a:pt x="200" y="14577"/>
                    </a:cubicBezTo>
                    <a:cubicBezTo>
                      <a:pt x="67" y="14144"/>
                      <a:pt x="0" y="13710"/>
                      <a:pt x="100" y="13276"/>
                    </a:cubicBezTo>
                    <a:cubicBezTo>
                      <a:pt x="167" y="12976"/>
                      <a:pt x="134" y="12643"/>
                      <a:pt x="134" y="12342"/>
                    </a:cubicBezTo>
                    <a:cubicBezTo>
                      <a:pt x="134" y="9707"/>
                      <a:pt x="134" y="7072"/>
                      <a:pt x="134" y="4437"/>
                    </a:cubicBezTo>
                    <a:cubicBezTo>
                      <a:pt x="167" y="3803"/>
                      <a:pt x="167" y="3136"/>
                      <a:pt x="434" y="2535"/>
                    </a:cubicBezTo>
                    <a:close/>
                  </a:path>
                </a:pathLst>
              </a:custGeom>
              <a:solidFill>
                <a:srgbClr val="E2E4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7" name="Google Shape;15407;p50"/>
              <p:cNvSpPr/>
              <p:nvPr/>
            </p:nvSpPr>
            <p:spPr>
              <a:xfrm>
                <a:off x="6813362" y="3206210"/>
                <a:ext cx="102642" cy="698765"/>
              </a:xfrm>
              <a:custGeom>
                <a:rect b="b" l="l" r="r" t="t"/>
                <a:pathLst>
                  <a:path extrusionOk="0" h="12043" w="1769">
                    <a:moveTo>
                      <a:pt x="1769" y="0"/>
                    </a:moveTo>
                    <a:cubicBezTo>
                      <a:pt x="1569" y="3436"/>
                      <a:pt x="1702" y="6872"/>
                      <a:pt x="1635" y="10308"/>
                    </a:cubicBezTo>
                    <a:cubicBezTo>
                      <a:pt x="1602" y="10908"/>
                      <a:pt x="1569" y="11475"/>
                      <a:pt x="1535" y="12042"/>
                    </a:cubicBezTo>
                    <a:cubicBezTo>
                      <a:pt x="802" y="10908"/>
                      <a:pt x="535" y="9641"/>
                      <a:pt x="335" y="8306"/>
                    </a:cubicBezTo>
                    <a:cubicBezTo>
                      <a:pt x="134" y="6872"/>
                      <a:pt x="1" y="5438"/>
                      <a:pt x="101" y="3970"/>
                    </a:cubicBezTo>
                    <a:cubicBezTo>
                      <a:pt x="201" y="2469"/>
                      <a:pt x="701" y="1101"/>
                      <a:pt x="1769" y="0"/>
                    </a:cubicBezTo>
                    <a:close/>
                  </a:path>
                </a:pathLst>
              </a:custGeom>
              <a:solidFill>
                <a:srgbClr val="9D9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raft Beer Brand MK Plan by Slidesgo">
  <a:themeElements>
    <a:clrScheme name="Simple Light">
      <a:dk1>
        <a:srgbClr val="F7BA2B"/>
      </a:dk1>
      <a:lt1>
        <a:srgbClr val="D64012"/>
      </a:lt1>
      <a:dk2>
        <a:srgbClr val="E8CC5D"/>
      </a:dk2>
      <a:lt2>
        <a:srgbClr val="F0DF81"/>
      </a:lt2>
      <a:accent1>
        <a:srgbClr val="C16A2F"/>
      </a:accent1>
      <a:accent2>
        <a:srgbClr val="FFEDA1"/>
      </a:accent2>
      <a:accent3>
        <a:srgbClr val="000000"/>
      </a:accent3>
      <a:accent4>
        <a:srgbClr val="FFFFFF"/>
      </a:accent4>
      <a:accent5>
        <a:srgbClr val="FFFFFF"/>
      </a:accent5>
      <a:accent6>
        <a:srgbClr val="FFFFFF"/>
      </a:accent6>
      <a:hlink>
        <a:srgbClr val="312F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