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5106a97fb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5106a97fb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-Enhanced user interaction: zooming, panning, series and point highlighting </a:t>
            </a:r>
            <a:r>
              <a:rPr lang="en"/>
              <a:t>with mouse hover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-Integration with R environments: embeds with R Markdown and Shiny web applications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-support xts: automatically plots xts time series objects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-visual overlays: shaded regions, event lines, point annotations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-customization: display upper/lower bars, configurable axis and series display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106a97fb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5106a97fb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9b81945f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9b81945f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9f33a68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9f33a68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Charts Using “dygraphs”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Connor Dobos and Michael Bruno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“dygraphs” Package 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</a:t>
            </a:r>
            <a:r>
              <a:rPr lang="en"/>
              <a:t> enable R users to generate dynamic and highly customizable time-series plots with features like zooming, panning, and highlighting, without needing to write JavaScript code.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Functionalities: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Interactive time-series plotting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Enhanced user interaction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Integration with R environments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Support for xts objects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Visual Overlays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Handling large datasets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Customization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+ How It Works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Sample data set that provides lung cancer deaths for men and women  in the UK from 1974-1979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Best used to show how data changes over time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 this case, amount of lung deaths for men and women from 1974-1979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Graphs are fully interactive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Zooming by highlighting section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Points are marked when mouse goes over them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Shift + Mouse drag allows for scrolling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Double click returns to original image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Can be best used to show trends in data as well as predict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7650" y="1751350"/>
            <a:ext cx="76887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lungDeaths &lt;- cbind(mdeaths, fdeaths)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dygraph(lungDeaths)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dygraph(lungDeaths) %&gt;% dyRangeSelector()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dygraph(lungDeaths) %&gt;%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dySeries(“mdeaths”, label = “Male”) %&gt;%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dySeries(“fdeaths”, label = “Female”) %&gt;%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dyOptions(stackedGraph = T) %&gt;%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dyRangeSelector (height = 20) </a:t>
            </a:r>
            <a:endParaRPr/>
          </a:p>
        </p:txBody>
      </p:sp>
      <p:pic>
        <p:nvPicPr>
          <p:cNvPr id="106" name="Google Shape;106;p16" title="orig dy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650" y="910825"/>
            <a:ext cx="2954255" cy="115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title="second dygrap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663" y="2277925"/>
            <a:ext cx="2954234" cy="115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title="third dygrap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4638" y="3586575"/>
            <a:ext cx="2954255" cy="11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Chart</a:t>
            </a:r>
            <a:endParaRPr/>
          </a:p>
        </p:txBody>
      </p:sp>
      <p:pic>
        <p:nvPicPr>
          <p:cNvPr id="114" name="Google Shape;114;p17" title="dygraph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9451" y="2078875"/>
            <a:ext cx="4605100" cy="26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