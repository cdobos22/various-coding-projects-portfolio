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DA7BFC-0A46-4784-B4D4-A02BB391880C}">
  <a:tblStyle styleId="{05DA7BFC-0A46-4784-B4D4-A02BB39188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4b6a0c387_2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4b6a0c387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4b6a0c387_2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4b6a0c387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7075d7a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7075d7a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4b6a0c387_2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4b6a0c387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4e94bed24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4e94bed24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4b6a0c387_2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4b6a0c387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NFL WR/TE Data Report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Cayden Swatchick, Richard Soltzman, Connor Dobos</a:t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875" y="3034075"/>
            <a:ext cx="3232353" cy="181977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948225" y="1307850"/>
            <a:ext cx="7894800" cy="34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Our objectives: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To build a predictive model that classifies whether an NFL Player is a Wide Receiver or Tight End based on key performance statistics.</a:t>
            </a:r>
            <a:r>
              <a:rPr lang="en" sz="1800"/>
              <a:t>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To  conduct a cluster analysis to identify natural groupings among players and evaluate how performance statistics align with player roles.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557075" y="1557675"/>
            <a:ext cx="1605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r>
              <a:rPr lang="en"/>
              <a:t> = position (WR/TE)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</a:t>
            </a:r>
            <a:r>
              <a:rPr baseline="-25000" lang="en"/>
              <a:t>1</a:t>
            </a:r>
            <a:r>
              <a:rPr lang="en"/>
              <a:t> = targets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</a:t>
            </a:r>
            <a:r>
              <a:rPr baseline="-25000" lang="en"/>
              <a:t>2</a:t>
            </a:r>
            <a:r>
              <a:rPr lang="en"/>
              <a:t> = receptions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</a:t>
            </a:r>
            <a:r>
              <a:rPr baseline="-25000" lang="en"/>
              <a:t>3</a:t>
            </a:r>
            <a:r>
              <a:rPr lang="en"/>
              <a:t> = touchdowns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</a:t>
            </a:r>
            <a:r>
              <a:rPr baseline="-25000" lang="en"/>
              <a:t>4</a:t>
            </a:r>
            <a:r>
              <a:rPr lang="en"/>
              <a:t> = yards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</a:t>
            </a:r>
            <a:r>
              <a:rPr baseline="-25000" lang="en"/>
              <a:t>5</a:t>
            </a:r>
            <a:r>
              <a:rPr lang="en"/>
              <a:t> = first downs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</a:t>
            </a:r>
            <a:r>
              <a:rPr baseline="-25000" lang="en"/>
              <a:t>6</a:t>
            </a:r>
            <a:r>
              <a:rPr lang="en"/>
              <a:t> = yards per catch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x</a:t>
            </a:r>
            <a:r>
              <a:rPr baseline="-25000" lang="en"/>
              <a:t>7</a:t>
            </a:r>
            <a:r>
              <a:rPr lang="en"/>
              <a:t> = yards per target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2438475" y="1557675"/>
            <a:ext cx="16050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 = position (WR/TE)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baseline="-25000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touchdowns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baseline="-25000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yards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baseline="-25000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yards per catch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baseline="-25000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 yards per target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0" name="Google Shape;15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925" y="1037589"/>
            <a:ext cx="4292925" cy="153416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5088075" y="3445450"/>
            <a:ext cx="3945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baseline="30000"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-3.5477 - 0.3894(TD) + 0.0049(Yds) + 0.7894(Y/R) - 0.7917(Y/Tgt)</a:t>
            </a:r>
            <a:endParaRPr baseline="-25000"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4977675" y="3807750"/>
            <a:ext cx="41664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 + </a:t>
            </a: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baseline="30000"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-3.5477 - 0.3894(TD) + 0.0049(Yds) + 0.7894(Y/R) - 0.7917(Y/Tgt)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4361775" y="3574050"/>
            <a:ext cx="7263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aseline="-25000"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WR</a:t>
            </a: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=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4" name="Google Shape;154;p15"/>
          <p:cNvCxnSpPr/>
          <p:nvPr/>
        </p:nvCxnSpPr>
        <p:spPr>
          <a:xfrm>
            <a:off x="5088075" y="3807750"/>
            <a:ext cx="383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784125" y="1607050"/>
            <a:ext cx="2276400" cy="1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 Curve: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≥ 0.7071 = predict WR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 &lt; 0.7071 = predict TE</a:t>
            </a:r>
            <a:endParaRPr/>
          </a:p>
        </p:txBody>
      </p:sp>
      <p:pic>
        <p:nvPicPr>
          <p:cNvPr id="161" name="Google Shape;16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575" y="1343150"/>
            <a:ext cx="5943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1297500" y="3405975"/>
            <a:ext cx="37812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 Accuracy: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Sensitivity: 66/86 = 0.7674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Specificity: 26/33 = 0.7879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63" name="Google Shape;163;p16"/>
          <p:cNvGraphicFramePr/>
          <p:nvPr/>
        </p:nvGraphicFramePr>
        <p:xfrm>
          <a:off x="4572000" y="201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{05DA7BFC-0A46-4784-B4D4-A02BB391880C}</a:tableStyleId>
              </a:tblPr>
              <a:tblGrid>
                <a:gridCol w="970600"/>
                <a:gridCol w="970600"/>
                <a:gridCol w="970600"/>
                <a:gridCol w="970600"/>
              </a:tblGrid>
              <a:tr h="67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Predict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Actual 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WR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Totals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</a:tr>
              <a:tr h="67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WR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66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86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</a:tr>
              <a:tr h="67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26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33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Analysis</a:t>
            </a:r>
            <a:endParaRPr/>
          </a:p>
        </p:txBody>
      </p:sp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867800" y="13429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Variables: age, position (WR/TE), receptions, yards, touchdowns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6 distinct clusters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Order of Clusters = Order of player performance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Cluster 1 is the best, Cluster 6 is  the worst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Data from 2022-2023 NFL season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Cluster Observations:</a:t>
            </a:r>
            <a:endParaRPr/>
          </a:p>
        </p:txBody>
      </p:sp>
      <p:pic>
        <p:nvPicPr>
          <p:cNvPr id="170" name="Google Shape;17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225" y="1470613"/>
            <a:ext cx="2694250" cy="26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2975" y="4254125"/>
            <a:ext cx="2096975" cy="47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Analysis: Cross-Tabulation Table</a:t>
            </a:r>
            <a:endParaRPr/>
          </a:p>
        </p:txBody>
      </p:sp>
      <p:sp>
        <p:nvSpPr>
          <p:cNvPr id="177" name="Google Shape;177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Cluster 1: 100% WR 0% 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Cluster 2: 66.67% WR 33.3% 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Cluster 3: 86.36% WR 13.63% 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Cluster 4: 56% WR 44% 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Cluster 5: 72.41% WR 27.59% 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Cluster 6: 62.5% WR 37.5% TE</a:t>
            </a:r>
            <a:endParaRPr/>
          </a:p>
        </p:txBody>
      </p:sp>
      <p:pic>
        <p:nvPicPr>
          <p:cNvPr id="178" name="Google Shape;17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5500" y="1567550"/>
            <a:ext cx="2667000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184" name="Google Shape;184;p19"/>
          <p:cNvSpPr txBox="1"/>
          <p:nvPr>
            <p:ph idx="1" type="body"/>
          </p:nvPr>
        </p:nvSpPr>
        <p:spPr>
          <a:xfrm>
            <a:off x="991725" y="1200500"/>
            <a:ext cx="8003400" cy="3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400"/>
              <a:t>Developed a logistic regression model to classify players as TE or WR</a:t>
            </a:r>
            <a:endParaRPr sz="3400"/>
          </a:p>
          <a:p>
            <a:pPr indent="-34734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3400"/>
              <a:t>4 significant predictors: Touchdowns, Yards, Yards per catch, and Yards Per Target</a:t>
            </a:r>
            <a:endParaRPr sz="3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-34734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3400"/>
              <a:t>Cluster analysis grouped players based on performance metrics </a:t>
            </a:r>
            <a:endParaRPr sz="3400"/>
          </a:p>
          <a:p>
            <a:pPr indent="-34734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3400"/>
              <a:t>Revealed tiers and output differences across positions </a:t>
            </a:r>
            <a:endParaRPr sz="3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-34734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3400"/>
              <a:t>Applications extend beyond modeling to scouting, game planning, and player development. </a:t>
            </a:r>
            <a:endParaRPr sz="3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